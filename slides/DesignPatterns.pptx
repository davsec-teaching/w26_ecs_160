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Ex1.xml" ContentType="application/vnd.ms-office.chartex+xml"/>
  <Override PartName="/ppt/charts/style3.xml" ContentType="application/vnd.ms-office.chartstyle+xml"/>
  <Override PartName="/ppt/charts/colors3.xml" ContentType="application/vnd.ms-office.chartcolorstyl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charts/chart3.xml" ContentType="application/vnd.openxmlformats-officedocument.drawingml.chart+xml"/>
  <Override PartName="/ppt/charts/style4.xml" ContentType="application/vnd.ms-office.chartstyle+xml"/>
  <Override PartName="/ppt/charts/colors4.xml" ContentType="application/vnd.ms-office.chartcolorstyle+xml"/>
  <Override PartName="/ppt/charts/chart4.xml" ContentType="application/vnd.openxmlformats-officedocument.drawingml.chart+xml"/>
  <Override PartName="/ppt/charts/style5.xml" ContentType="application/vnd.ms-office.chartstyle+xml"/>
  <Override PartName="/ppt/charts/colors5.xml" ContentType="application/vnd.ms-office.chartcolorstyle+xml"/>
  <Override PartName="/ppt/charts/chartEx2.xml" ContentType="application/vnd.ms-office.chartex+xml"/>
  <Override PartName="/ppt/charts/style6.xml" ContentType="application/vnd.ms-office.chartstyle+xml"/>
  <Override PartName="/ppt/charts/colors6.xml" ContentType="application/vnd.ms-office.chartcolorstyl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7" r:id="rId1"/>
  </p:sldMasterIdLst>
  <p:notesMasterIdLst>
    <p:notesMasterId r:id="rId139"/>
  </p:notesMasterIdLst>
  <p:handoutMasterIdLst>
    <p:handoutMasterId r:id="rId140"/>
  </p:handoutMasterIdLst>
  <p:sldIdLst>
    <p:sldId id="1250" r:id="rId2"/>
    <p:sldId id="266" r:id="rId3"/>
    <p:sldId id="1244" r:id="rId4"/>
    <p:sldId id="326" r:id="rId5"/>
    <p:sldId id="1245" r:id="rId6"/>
    <p:sldId id="327" r:id="rId7"/>
    <p:sldId id="1246" r:id="rId8"/>
    <p:sldId id="1247" r:id="rId9"/>
    <p:sldId id="1248" r:id="rId10"/>
    <p:sldId id="1249" r:id="rId11"/>
    <p:sldId id="1252" r:id="rId12"/>
    <p:sldId id="1253" r:id="rId13"/>
    <p:sldId id="256" r:id="rId14"/>
    <p:sldId id="257" r:id="rId15"/>
    <p:sldId id="344" r:id="rId16"/>
    <p:sldId id="258" r:id="rId17"/>
    <p:sldId id="263" r:id="rId18"/>
    <p:sldId id="1256" r:id="rId19"/>
    <p:sldId id="338" r:id="rId20"/>
    <p:sldId id="264" r:id="rId21"/>
    <p:sldId id="1215" r:id="rId22"/>
    <p:sldId id="330" r:id="rId23"/>
    <p:sldId id="267" r:id="rId24"/>
    <p:sldId id="268" r:id="rId25"/>
    <p:sldId id="259" r:id="rId26"/>
    <p:sldId id="333" r:id="rId27"/>
    <p:sldId id="262" r:id="rId28"/>
    <p:sldId id="340" r:id="rId29"/>
    <p:sldId id="270" r:id="rId30"/>
    <p:sldId id="272" r:id="rId31"/>
    <p:sldId id="271" r:id="rId32"/>
    <p:sldId id="269" r:id="rId33"/>
    <p:sldId id="273" r:id="rId34"/>
    <p:sldId id="331" r:id="rId35"/>
    <p:sldId id="332" r:id="rId36"/>
    <p:sldId id="345" r:id="rId37"/>
    <p:sldId id="274" r:id="rId38"/>
    <p:sldId id="341" r:id="rId39"/>
    <p:sldId id="275" r:id="rId40"/>
    <p:sldId id="1263" r:id="rId41"/>
    <p:sldId id="335" r:id="rId42"/>
    <p:sldId id="276" r:id="rId43"/>
    <p:sldId id="334" r:id="rId44"/>
    <p:sldId id="277" r:id="rId45"/>
    <p:sldId id="339" r:id="rId46"/>
    <p:sldId id="336" r:id="rId47"/>
    <p:sldId id="1262" r:id="rId48"/>
    <p:sldId id="1266" r:id="rId49"/>
    <p:sldId id="1267" r:id="rId50"/>
    <p:sldId id="1258" r:id="rId51"/>
    <p:sldId id="1259" r:id="rId52"/>
    <p:sldId id="337" r:id="rId53"/>
    <p:sldId id="358" r:id="rId54"/>
    <p:sldId id="279" r:id="rId55"/>
    <p:sldId id="280" r:id="rId56"/>
    <p:sldId id="281" r:id="rId57"/>
    <p:sldId id="282" r:id="rId58"/>
    <p:sldId id="361" r:id="rId59"/>
    <p:sldId id="278" r:id="rId60"/>
    <p:sldId id="288" r:id="rId61"/>
    <p:sldId id="371" r:id="rId62"/>
    <p:sldId id="372" r:id="rId63"/>
    <p:sldId id="374" r:id="rId64"/>
    <p:sldId id="375" r:id="rId65"/>
    <p:sldId id="377" r:id="rId66"/>
    <p:sldId id="343" r:id="rId67"/>
    <p:sldId id="351" r:id="rId68"/>
    <p:sldId id="289" r:id="rId69"/>
    <p:sldId id="1218" r:id="rId70"/>
    <p:sldId id="292" r:id="rId71"/>
    <p:sldId id="293" r:id="rId72"/>
    <p:sldId id="294" r:id="rId73"/>
    <p:sldId id="355" r:id="rId74"/>
    <p:sldId id="368" r:id="rId75"/>
    <p:sldId id="350" r:id="rId76"/>
    <p:sldId id="352" r:id="rId77"/>
    <p:sldId id="353" r:id="rId78"/>
    <p:sldId id="354" r:id="rId79"/>
    <p:sldId id="295" r:id="rId80"/>
    <p:sldId id="385" r:id="rId81"/>
    <p:sldId id="296" r:id="rId82"/>
    <p:sldId id="364" r:id="rId83"/>
    <p:sldId id="298" r:id="rId84"/>
    <p:sldId id="297" r:id="rId85"/>
    <p:sldId id="383" r:id="rId86"/>
    <p:sldId id="299" r:id="rId87"/>
    <p:sldId id="300" r:id="rId88"/>
    <p:sldId id="301" r:id="rId89"/>
    <p:sldId id="302" r:id="rId90"/>
    <p:sldId id="365" r:id="rId91"/>
    <p:sldId id="367" r:id="rId92"/>
    <p:sldId id="305" r:id="rId93"/>
    <p:sldId id="306" r:id="rId94"/>
    <p:sldId id="307" r:id="rId95"/>
    <p:sldId id="308" r:id="rId96"/>
    <p:sldId id="303" r:id="rId97"/>
    <p:sldId id="309" r:id="rId98"/>
    <p:sldId id="366" r:id="rId99"/>
    <p:sldId id="311" r:id="rId100"/>
    <p:sldId id="312" r:id="rId101"/>
    <p:sldId id="313" r:id="rId102"/>
    <p:sldId id="1294" r:id="rId103"/>
    <p:sldId id="310" r:id="rId104"/>
    <p:sldId id="314" r:id="rId105"/>
    <p:sldId id="384" r:id="rId106"/>
    <p:sldId id="1275" r:id="rId107"/>
    <p:sldId id="1276" r:id="rId108"/>
    <p:sldId id="1295" r:id="rId109"/>
    <p:sldId id="386" r:id="rId110"/>
    <p:sldId id="387" r:id="rId111"/>
    <p:sldId id="388" r:id="rId112"/>
    <p:sldId id="1268" r:id="rId113"/>
    <p:sldId id="1235" r:id="rId114"/>
    <p:sldId id="1271" r:id="rId115"/>
    <p:sldId id="392" r:id="rId116"/>
    <p:sldId id="1272" r:id="rId117"/>
    <p:sldId id="1274" r:id="rId118"/>
    <p:sldId id="1292" r:id="rId119"/>
    <p:sldId id="1277" r:id="rId120"/>
    <p:sldId id="1278" r:id="rId121"/>
    <p:sldId id="1236" r:id="rId122"/>
    <p:sldId id="1279" r:id="rId123"/>
    <p:sldId id="1285" r:id="rId124"/>
    <p:sldId id="1286" r:id="rId125"/>
    <p:sldId id="1287" r:id="rId126"/>
    <p:sldId id="1288" r:id="rId127"/>
    <p:sldId id="1289" r:id="rId128"/>
    <p:sldId id="1290" r:id="rId129"/>
    <p:sldId id="1291" r:id="rId130"/>
    <p:sldId id="396" r:id="rId131"/>
    <p:sldId id="315" r:id="rId132"/>
    <p:sldId id="1293" r:id="rId133"/>
    <p:sldId id="400" r:id="rId134"/>
    <p:sldId id="1280" r:id="rId135"/>
    <p:sldId id="1283" r:id="rId136"/>
    <p:sldId id="1281" r:id="rId137"/>
    <p:sldId id="1282" r:id="rId138"/>
  </p:sldIdLst>
  <p:sldSz cx="12192000" cy="6858000"/>
  <p:notesSz cx="6858000" cy="9144000"/>
  <p:defaultTextStyle>
    <a:defPPr>
      <a:defRPr lang="en-US"/>
    </a:defPPr>
    <a:lvl1pPr algn="l" defTabSz="912813"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5613" indent="1588" algn="l" defTabSz="912813"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2813" indent="1588" algn="l" defTabSz="912813"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0013" indent="1588" algn="l" defTabSz="912813"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7213" indent="1588" algn="l" defTabSz="912813"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1E25939-87C3-F195-CD78-1C83D60CD0CB}" name="Tapti Palit" initials="TP" userId="S::tpalit@ucdavis.edu::a5bdeac3-7d97-4855-b853-333e4d93b9cd" providerId="AD"/>
  <p188:author id="{AF54A163-76D1-096B-1797-A3FB9B052095}" name="Sousa da Fonseca, Pedro Jose" initials="SJ" userId="S::pfonseca@purdue.edu::6decca43-444f-4591-b3e3-5f286246befb" providerId="AD"/>
  <p188:author id="{C23BEC93-6A01-142E-247F-94289858D8F6}" name="Palit, Tapti" initials="TP" userId="S::tpalit@purdue.edu::dec6fbcd-7598-406a-8cbf-504d4a3bac15"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FF"/>
    <a:srgbClr val="FFB3B3"/>
    <a:srgbClr val="E6E0EC"/>
    <a:srgbClr val="003399"/>
    <a:srgbClr val="FFFFFF"/>
    <a:srgbClr val="B9B9FF"/>
    <a:srgbClr val="DDDDFF"/>
    <a:srgbClr val="FFD5D5"/>
    <a:srgbClr val="00823B"/>
    <a:srgbClr val="FDEAD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CD42228-5B96-4A72-B268-C46DF994E6B7}" v="58" dt="2024-03-10T16:32:44.83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802" autoAdjust="0"/>
    <p:restoredTop sz="77353" autoAdjust="0"/>
  </p:normalViewPr>
  <p:slideViewPr>
    <p:cSldViewPr snapToGrid="0">
      <p:cViewPr varScale="1">
        <p:scale>
          <a:sx n="90" d="100"/>
          <a:sy n="90" d="100"/>
        </p:scale>
        <p:origin x="672" y="184"/>
      </p:cViewPr>
      <p:guideLst/>
    </p:cSldViewPr>
  </p:slideViewPr>
  <p:notesTextViewPr>
    <p:cViewPr>
      <p:scale>
        <a:sx n="1" d="1"/>
        <a:sy n="1" d="1"/>
      </p:scale>
      <p:origin x="0" y="0"/>
    </p:cViewPr>
  </p:notesTextViewPr>
  <p:notesViewPr>
    <p:cSldViewPr snapToGrid="0">
      <p:cViewPr varScale="1">
        <p:scale>
          <a:sx n="81" d="100"/>
          <a:sy n="81" d="100"/>
        </p:scale>
        <p:origin x="3894" y="108"/>
      </p:cViewPr>
      <p:guideLst/>
    </p:cSldViewPr>
  </p:notes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notesMaster" Target="notesMasters/notesMaster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handoutMaster" Target="handoutMasters/handoutMaster1.xml"/><Relationship Id="rId145"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presProps" Target="presProps.xml"/><Relationship Id="rId146" Type="http://schemas.microsoft.com/office/2015/10/relationships/revisionInfo" Target="revisionInfo.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microsoft.com/office/2018/10/relationships/authors" Target="author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viewProps" Target="viewProp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lit, Tapti" userId="S::tpalit@purdue.edu::dec6fbcd-7598-406a-8cbf-504d4a3bac15" providerId="AD" clId="Web-{DCF22360-D29F-50F3-5158-0A87287B62EC}"/>
    <pc:docChg chg="modSld">
      <pc:chgData name="Palit, Tapti" userId="S::tpalit@purdue.edu::dec6fbcd-7598-406a-8cbf-504d4a3bac15" providerId="AD" clId="Web-{DCF22360-D29F-50F3-5158-0A87287B62EC}" dt="2024-01-16T17:21:31.438" v="40"/>
      <pc:docMkLst>
        <pc:docMk/>
      </pc:docMkLst>
      <pc:sldChg chg="modSp">
        <pc:chgData name="Palit, Tapti" userId="S::tpalit@purdue.edu::dec6fbcd-7598-406a-8cbf-504d4a3bac15" providerId="AD" clId="Web-{DCF22360-D29F-50F3-5158-0A87287B62EC}" dt="2024-01-16T17:13:49.284" v="35" actId="20577"/>
        <pc:sldMkLst>
          <pc:docMk/>
          <pc:sldMk cId="199289276" sldId="411"/>
        </pc:sldMkLst>
        <pc:spChg chg="mod">
          <ac:chgData name="Palit, Tapti" userId="S::tpalit@purdue.edu::dec6fbcd-7598-406a-8cbf-504d4a3bac15" providerId="AD" clId="Web-{DCF22360-D29F-50F3-5158-0A87287B62EC}" dt="2024-01-16T17:13:49.284" v="35" actId="20577"/>
          <ac:spMkLst>
            <pc:docMk/>
            <pc:sldMk cId="199289276" sldId="411"/>
            <ac:spMk id="2" creationId="{00C5D525-4E6C-4E81-85B7-BCED500C68A1}"/>
          </ac:spMkLst>
        </pc:spChg>
      </pc:sldChg>
      <pc:sldChg chg="addCm modCm">
        <pc:chgData name="Palit, Tapti" userId="S::tpalit@purdue.edu::dec6fbcd-7598-406a-8cbf-504d4a3bac15" providerId="AD" clId="Web-{DCF22360-D29F-50F3-5158-0A87287B62EC}" dt="2024-01-16T17:21:31.438" v="40"/>
        <pc:sldMkLst>
          <pc:docMk/>
          <pc:sldMk cId="3864528504" sldId="424"/>
        </pc:sldMkLst>
        <pc:extLst>
          <p:ext xmlns:p="http://schemas.openxmlformats.org/presentationml/2006/main" uri="{D6D511B9-2390-475A-947B-AFAB55BFBCF1}">
            <pc226:cmChg xmlns:pc226="http://schemas.microsoft.com/office/powerpoint/2022/06/main/command" chg="add">
              <pc226:chgData name="Palit, Tapti" userId="S::tpalit@purdue.edu::dec6fbcd-7598-406a-8cbf-504d4a3bac15" providerId="AD" clId="Web-{DCF22360-D29F-50F3-5158-0A87287B62EC}" dt="2024-01-16T17:14:46.863" v="36"/>
              <pc2:cmMkLst xmlns:pc2="http://schemas.microsoft.com/office/powerpoint/2019/9/main/command">
                <pc:docMk/>
                <pc:sldMk cId="3864528504" sldId="424"/>
                <pc2:cmMk id="{1735C226-6B18-4F36-BD46-C8C68BDFEB9B}"/>
              </pc2:cmMkLst>
            </pc226:cmChg>
            <pc226:cmChg xmlns:pc226="http://schemas.microsoft.com/office/powerpoint/2022/06/main/command" chg="add mod">
              <pc226:chgData name="Palit, Tapti" userId="S::tpalit@purdue.edu::dec6fbcd-7598-406a-8cbf-504d4a3bac15" providerId="AD" clId="Web-{DCF22360-D29F-50F3-5158-0A87287B62EC}" dt="2024-01-16T17:21:31.438" v="40"/>
              <pc2:cmMkLst xmlns:pc2="http://schemas.microsoft.com/office/powerpoint/2019/9/main/command">
                <pc:docMk/>
                <pc:sldMk cId="3864528504" sldId="424"/>
                <pc2:cmMk id="{09A38852-6AD2-46A0-B0AB-F2DD8E941BC3}"/>
              </pc2:cmMkLst>
            </pc226:cmChg>
          </p:ext>
        </pc:extLst>
      </pc:sldChg>
      <pc:sldChg chg="modCm">
        <pc:chgData name="Palit, Tapti" userId="S::tpalit@purdue.edu::dec6fbcd-7598-406a-8cbf-504d4a3bac15" providerId="AD" clId="Web-{DCF22360-D29F-50F3-5158-0A87287B62EC}" dt="2024-01-16T17:15:43.053" v="37"/>
        <pc:sldMkLst>
          <pc:docMk/>
          <pc:sldMk cId="461684639" sldId="428"/>
        </pc:sldMkLst>
        <pc:extLst>
          <p:ext xmlns:p="http://schemas.openxmlformats.org/presentationml/2006/main" uri="{D6D511B9-2390-475A-947B-AFAB55BFBCF1}">
            <pc226:cmChg xmlns:pc226="http://schemas.microsoft.com/office/powerpoint/2022/06/main/command" chg="mod">
              <pc226:chgData name="Palit, Tapti" userId="S::tpalit@purdue.edu::dec6fbcd-7598-406a-8cbf-504d4a3bac15" providerId="AD" clId="Web-{DCF22360-D29F-50F3-5158-0A87287B62EC}" dt="2024-01-16T17:15:43.053" v="37"/>
              <pc2:cmMkLst xmlns:pc2="http://schemas.microsoft.com/office/powerpoint/2019/9/main/command">
                <pc:docMk/>
                <pc:sldMk cId="461684639" sldId="428"/>
                <pc2:cmMk id="{5652B550-FC5E-4353-81DF-F09B878140F9}"/>
              </pc2:cmMkLst>
            </pc226:cmChg>
          </p:ext>
        </pc:extLst>
      </pc:sldChg>
      <pc:sldChg chg="addCm">
        <pc:chgData name="Palit, Tapti" userId="S::tpalit@purdue.edu::dec6fbcd-7598-406a-8cbf-504d4a3bac15" providerId="AD" clId="Web-{DCF22360-D29F-50F3-5158-0A87287B62EC}" dt="2024-01-16T17:13:18.720" v="2"/>
        <pc:sldMkLst>
          <pc:docMk/>
          <pc:sldMk cId="1924599243" sldId="459"/>
        </pc:sldMkLst>
        <pc:extLst>
          <p:ext xmlns:p="http://schemas.openxmlformats.org/presentationml/2006/main" uri="{D6D511B9-2390-475A-947B-AFAB55BFBCF1}">
            <pc226:cmChg xmlns:pc226="http://schemas.microsoft.com/office/powerpoint/2022/06/main/command" chg="add">
              <pc226:chgData name="Palit, Tapti" userId="S::tpalit@purdue.edu::dec6fbcd-7598-406a-8cbf-504d4a3bac15" providerId="AD" clId="Web-{DCF22360-D29F-50F3-5158-0A87287B62EC}" dt="2024-01-16T17:13:18.720" v="2"/>
              <pc2:cmMkLst xmlns:pc2="http://schemas.microsoft.com/office/powerpoint/2019/9/main/command">
                <pc:docMk/>
                <pc:sldMk cId="1924599243" sldId="459"/>
                <pc2:cmMk id="{114156E4-0A2B-4E17-B7CA-EACA2013D78B}"/>
              </pc2:cmMkLst>
            </pc226:cmChg>
          </p:ext>
        </pc:extLst>
      </pc:sldChg>
      <pc:sldChg chg="modSp">
        <pc:chgData name="Palit, Tapti" userId="S::tpalit@purdue.edu::dec6fbcd-7598-406a-8cbf-504d4a3bac15" providerId="AD" clId="Web-{DCF22360-D29F-50F3-5158-0A87287B62EC}" dt="2024-01-16T17:12:12.171" v="1" actId="20577"/>
        <pc:sldMkLst>
          <pc:docMk/>
          <pc:sldMk cId="860376470" sldId="808"/>
        </pc:sldMkLst>
        <pc:spChg chg="mod">
          <ac:chgData name="Palit, Tapti" userId="S::tpalit@purdue.edu::dec6fbcd-7598-406a-8cbf-504d4a3bac15" providerId="AD" clId="Web-{DCF22360-D29F-50F3-5158-0A87287B62EC}" dt="2024-01-16T17:12:12.171" v="1" actId="20577"/>
          <ac:spMkLst>
            <pc:docMk/>
            <pc:sldMk cId="860376470" sldId="808"/>
            <ac:spMk id="17" creationId="{8386328E-8387-37AB-40EA-6C58F76EBBD2}"/>
          </ac:spMkLst>
        </pc:spChg>
      </pc:sldChg>
      <pc:sldChg chg="modCm">
        <pc:chgData name="Palit, Tapti" userId="S::tpalit@purdue.edu::dec6fbcd-7598-406a-8cbf-504d4a3bac15" providerId="AD" clId="Web-{DCF22360-D29F-50F3-5158-0A87287B62EC}" dt="2024-01-16T17:15:51.068" v="38"/>
        <pc:sldMkLst>
          <pc:docMk/>
          <pc:sldMk cId="4229178325" sldId="875"/>
        </pc:sldMkLst>
        <pc:extLst>
          <p:ext xmlns:p="http://schemas.openxmlformats.org/presentationml/2006/main" uri="{D6D511B9-2390-475A-947B-AFAB55BFBCF1}">
            <pc226:cmChg xmlns:pc226="http://schemas.microsoft.com/office/powerpoint/2022/06/main/command" chg="mod">
              <pc226:chgData name="Palit, Tapti" userId="S::tpalit@purdue.edu::dec6fbcd-7598-406a-8cbf-504d4a3bac15" providerId="AD" clId="Web-{DCF22360-D29F-50F3-5158-0A87287B62EC}" dt="2024-01-16T17:15:51.068" v="38"/>
              <pc2:cmMkLst xmlns:pc2="http://schemas.microsoft.com/office/powerpoint/2019/9/main/command">
                <pc:docMk/>
                <pc:sldMk cId="4229178325" sldId="875"/>
                <pc2:cmMk id="{7EFFEAAC-3758-4429-81CB-6737B76B51DD}"/>
              </pc2:cmMkLst>
            </pc226:cmChg>
          </p:ext>
        </pc:extLst>
      </pc:sldChg>
    </pc:docChg>
  </pc:docChgLst>
  <pc:docChgLst>
    <pc:chgData name="Palit, Tapti" userId="S::tpalit@purdue.edu::dec6fbcd-7598-406a-8cbf-504d4a3bac15" providerId="AD" clId="Web-{A5F76CAD-9AC2-7F52-B143-2693DB354654}"/>
    <pc:docChg chg="modSld">
      <pc:chgData name="Palit, Tapti" userId="S::tpalit@purdue.edu::dec6fbcd-7598-406a-8cbf-504d4a3bac15" providerId="AD" clId="Web-{A5F76CAD-9AC2-7F52-B143-2693DB354654}" dt="2024-01-25T14:39:35.857" v="1"/>
      <pc:docMkLst>
        <pc:docMk/>
      </pc:docMkLst>
      <pc:sldChg chg="delSp delAnim">
        <pc:chgData name="Palit, Tapti" userId="S::tpalit@purdue.edu::dec6fbcd-7598-406a-8cbf-504d4a3bac15" providerId="AD" clId="Web-{A5F76CAD-9AC2-7F52-B143-2693DB354654}" dt="2024-01-25T14:39:35.857" v="1"/>
        <pc:sldMkLst>
          <pc:docMk/>
          <pc:sldMk cId="899327028" sldId="760"/>
        </pc:sldMkLst>
        <pc:spChg chg="del">
          <ac:chgData name="Palit, Tapti" userId="S::tpalit@purdue.edu::dec6fbcd-7598-406a-8cbf-504d4a3bac15" providerId="AD" clId="Web-{A5F76CAD-9AC2-7F52-B143-2693DB354654}" dt="2024-01-25T14:39:31.664" v="0"/>
          <ac:spMkLst>
            <pc:docMk/>
            <pc:sldMk cId="899327028" sldId="760"/>
            <ac:spMk id="3" creationId="{3003B47F-0A69-20DA-19B7-D9616A16CAD4}"/>
          </ac:spMkLst>
        </pc:spChg>
        <pc:spChg chg="del">
          <ac:chgData name="Palit, Tapti" userId="S::tpalit@purdue.edu::dec6fbcd-7598-406a-8cbf-504d4a3bac15" providerId="AD" clId="Web-{A5F76CAD-9AC2-7F52-B143-2693DB354654}" dt="2024-01-25T14:39:35.857" v="1"/>
          <ac:spMkLst>
            <pc:docMk/>
            <pc:sldMk cId="899327028" sldId="760"/>
            <ac:spMk id="10" creationId="{B0D632D0-8933-EBC4-01CA-9ACCF59688AA}"/>
          </ac:spMkLst>
        </pc:spChg>
      </pc:sldChg>
    </pc:docChg>
  </pc:docChgLst>
  <pc:docChgLst>
    <pc:chgData name="Sousa da Fonseca, Pedro Jose" userId="S::pfonseca@purdue.edu::6decca43-444f-4591-b3e3-5f286246befb" providerId="AD" clId="Web-{7DF3D620-2752-4A98-8DF0-9F02B5D5738A}"/>
    <pc:docChg chg="mod">
      <pc:chgData name="Sousa da Fonseca, Pedro Jose" userId="S::pfonseca@purdue.edu::6decca43-444f-4591-b3e3-5f286246befb" providerId="AD" clId="Web-{7DF3D620-2752-4A98-8DF0-9F02B5D5738A}" dt="2024-02-07T04:52:25.067" v="13"/>
      <pc:docMkLst>
        <pc:docMk/>
      </pc:docMkLst>
      <pc:sldChg chg="addCm">
        <pc:chgData name="Sousa da Fonseca, Pedro Jose" userId="S::pfonseca@purdue.edu::6decca43-444f-4591-b3e3-5f286246befb" providerId="AD" clId="Web-{7DF3D620-2752-4A98-8DF0-9F02B5D5738A}" dt="2024-02-07T04:42:30.814" v="7"/>
        <pc:sldMkLst>
          <pc:docMk/>
          <pc:sldMk cId="4049575248" sldId="256"/>
        </pc:sldMkLst>
        <pc:extLst>
          <p:ext xmlns:p="http://schemas.openxmlformats.org/presentationml/2006/main" uri="{D6D511B9-2390-475A-947B-AFAB55BFBCF1}">
            <pc226:cmChg xmlns:pc226="http://schemas.microsoft.com/office/powerpoint/2022/06/main/command" chg="add">
              <pc226:chgData name="Sousa da Fonseca, Pedro Jose" userId="S::pfonseca@purdue.edu::6decca43-444f-4591-b3e3-5f286246befb" providerId="AD" clId="Web-{7DF3D620-2752-4A98-8DF0-9F02B5D5738A}" dt="2024-02-07T04:42:30.814" v="7"/>
              <pc2:cmMkLst xmlns:pc2="http://schemas.microsoft.com/office/powerpoint/2019/9/main/command">
                <pc:docMk/>
                <pc:sldMk cId="4049575248" sldId="256"/>
                <pc2:cmMk id="{A7B33F74-51F5-4C85-A981-C1C93082C411}"/>
              </pc2:cmMkLst>
            </pc226:cmChg>
          </p:ext>
        </pc:extLst>
      </pc:sldChg>
      <pc:sldChg chg="addCm">
        <pc:chgData name="Sousa da Fonseca, Pedro Jose" userId="S::pfonseca@purdue.edu::6decca43-444f-4591-b3e3-5f286246befb" providerId="AD" clId="Web-{7DF3D620-2752-4A98-8DF0-9F02B5D5738A}" dt="2024-02-07T04:39:38.117" v="2"/>
        <pc:sldMkLst>
          <pc:docMk/>
          <pc:sldMk cId="815522545" sldId="994"/>
        </pc:sldMkLst>
        <pc:extLst>
          <p:ext xmlns:p="http://schemas.openxmlformats.org/presentationml/2006/main" uri="{D6D511B9-2390-475A-947B-AFAB55BFBCF1}">
            <pc226:cmChg xmlns:pc226="http://schemas.microsoft.com/office/powerpoint/2022/06/main/command" chg="add">
              <pc226:chgData name="Sousa da Fonseca, Pedro Jose" userId="S::pfonseca@purdue.edu::6decca43-444f-4591-b3e3-5f286246befb" providerId="AD" clId="Web-{7DF3D620-2752-4A98-8DF0-9F02B5D5738A}" dt="2024-02-07T04:39:38.117" v="2"/>
              <pc2:cmMkLst xmlns:pc2="http://schemas.microsoft.com/office/powerpoint/2019/9/main/command">
                <pc:docMk/>
                <pc:sldMk cId="815522545" sldId="994"/>
                <pc2:cmMk id="{4E3114A7-DECA-4175-8D6F-09B93934EE79}"/>
              </pc2:cmMkLst>
            </pc226:cmChg>
          </p:ext>
        </pc:extLst>
      </pc:sldChg>
      <pc:sldChg chg="addCm">
        <pc:chgData name="Sousa da Fonseca, Pedro Jose" userId="S::pfonseca@purdue.edu::6decca43-444f-4591-b3e3-5f286246befb" providerId="AD" clId="Web-{7DF3D620-2752-4A98-8DF0-9F02B5D5738A}" dt="2024-02-07T04:46:03.678" v="9"/>
        <pc:sldMkLst>
          <pc:docMk/>
          <pc:sldMk cId="73727201" sldId="1020"/>
        </pc:sldMkLst>
        <pc:extLst>
          <p:ext xmlns:p="http://schemas.openxmlformats.org/presentationml/2006/main" uri="{D6D511B9-2390-475A-947B-AFAB55BFBCF1}">
            <pc226:cmChg xmlns:pc226="http://schemas.microsoft.com/office/powerpoint/2022/06/main/command" chg="add">
              <pc226:chgData name="Sousa da Fonseca, Pedro Jose" userId="S::pfonseca@purdue.edu::6decca43-444f-4591-b3e3-5f286246befb" providerId="AD" clId="Web-{7DF3D620-2752-4A98-8DF0-9F02B5D5738A}" dt="2024-02-07T04:46:03.678" v="9"/>
              <pc2:cmMkLst xmlns:pc2="http://schemas.microsoft.com/office/powerpoint/2019/9/main/command">
                <pc:docMk/>
                <pc:sldMk cId="73727201" sldId="1020"/>
                <pc2:cmMk id="{11DA3170-2077-4F0E-8C42-8CEFF570DF50}"/>
              </pc2:cmMkLst>
            </pc226:cmChg>
          </p:ext>
        </pc:extLst>
      </pc:sldChg>
      <pc:sldChg chg="addCm">
        <pc:chgData name="Sousa da Fonseca, Pedro Jose" userId="S::pfonseca@purdue.edu::6decca43-444f-4591-b3e3-5f286246befb" providerId="AD" clId="Web-{7DF3D620-2752-4A98-8DF0-9F02B5D5738A}" dt="2024-02-07T04:41:08.797" v="5"/>
        <pc:sldMkLst>
          <pc:docMk/>
          <pc:sldMk cId="271275750" sldId="1024"/>
        </pc:sldMkLst>
        <pc:extLst>
          <p:ext xmlns:p="http://schemas.openxmlformats.org/presentationml/2006/main" uri="{D6D511B9-2390-475A-947B-AFAB55BFBCF1}">
            <pc226:cmChg xmlns:pc226="http://schemas.microsoft.com/office/powerpoint/2022/06/main/command" chg="add">
              <pc226:chgData name="Sousa da Fonseca, Pedro Jose" userId="S::pfonseca@purdue.edu::6decca43-444f-4591-b3e3-5f286246befb" providerId="AD" clId="Web-{7DF3D620-2752-4A98-8DF0-9F02B5D5738A}" dt="2024-02-07T04:41:08.797" v="5"/>
              <pc2:cmMkLst xmlns:pc2="http://schemas.microsoft.com/office/powerpoint/2019/9/main/command">
                <pc:docMk/>
                <pc:sldMk cId="271275750" sldId="1024"/>
                <pc2:cmMk id="{B2BDA4D2-2882-4B08-B924-A3B27FC51D67}"/>
              </pc2:cmMkLst>
            </pc226:cmChg>
          </p:ext>
        </pc:extLst>
      </pc:sldChg>
      <pc:sldChg chg="addCm">
        <pc:chgData name="Sousa da Fonseca, Pedro Jose" userId="S::pfonseca@purdue.edu::6decca43-444f-4591-b3e3-5f286246befb" providerId="AD" clId="Web-{7DF3D620-2752-4A98-8DF0-9F02B5D5738A}" dt="2024-02-07T04:42:02.564" v="6"/>
        <pc:sldMkLst>
          <pc:docMk/>
          <pc:sldMk cId="3386390439" sldId="1034"/>
        </pc:sldMkLst>
        <pc:extLst>
          <p:ext xmlns:p="http://schemas.openxmlformats.org/presentationml/2006/main" uri="{D6D511B9-2390-475A-947B-AFAB55BFBCF1}">
            <pc226:cmChg xmlns:pc226="http://schemas.microsoft.com/office/powerpoint/2022/06/main/command" chg="add">
              <pc226:chgData name="Sousa da Fonseca, Pedro Jose" userId="S::pfonseca@purdue.edu::6decca43-444f-4591-b3e3-5f286246befb" providerId="AD" clId="Web-{7DF3D620-2752-4A98-8DF0-9F02B5D5738A}" dt="2024-02-07T04:42:02.564" v="6"/>
              <pc2:cmMkLst xmlns:pc2="http://schemas.microsoft.com/office/powerpoint/2019/9/main/command">
                <pc:docMk/>
                <pc:sldMk cId="3386390439" sldId="1034"/>
                <pc2:cmMk id="{2BB0CF21-460F-4B92-936F-A824753710C8}"/>
              </pc2:cmMkLst>
            </pc226:cmChg>
          </p:ext>
        </pc:extLst>
      </pc:sldChg>
      <pc:sldChg chg="addCm">
        <pc:chgData name="Sousa da Fonseca, Pedro Jose" userId="S::pfonseca@purdue.edu::6decca43-444f-4591-b3e3-5f286246befb" providerId="AD" clId="Web-{7DF3D620-2752-4A98-8DF0-9F02B5D5738A}" dt="2024-02-07T04:52:25.067" v="13"/>
        <pc:sldMkLst>
          <pc:docMk/>
          <pc:sldMk cId="2934567446" sldId="1050"/>
        </pc:sldMkLst>
        <pc:extLst>
          <p:ext xmlns:p="http://schemas.openxmlformats.org/presentationml/2006/main" uri="{D6D511B9-2390-475A-947B-AFAB55BFBCF1}">
            <pc226:cmChg xmlns:pc226="http://schemas.microsoft.com/office/powerpoint/2022/06/main/command" chg="add">
              <pc226:chgData name="Sousa da Fonseca, Pedro Jose" userId="S::pfonseca@purdue.edu::6decca43-444f-4591-b3e3-5f286246befb" providerId="AD" clId="Web-{7DF3D620-2752-4A98-8DF0-9F02B5D5738A}" dt="2024-02-07T04:52:25.067" v="13"/>
              <pc2:cmMkLst xmlns:pc2="http://schemas.microsoft.com/office/powerpoint/2019/9/main/command">
                <pc:docMk/>
                <pc:sldMk cId="2934567446" sldId="1050"/>
                <pc2:cmMk id="{F5469A51-AE60-4412-9F0F-BBB496E58B16}"/>
              </pc2:cmMkLst>
            </pc226:cmChg>
          </p:ext>
        </pc:extLst>
      </pc:sldChg>
      <pc:sldChg chg="addCm">
        <pc:chgData name="Sousa da Fonseca, Pedro Jose" userId="S::pfonseca@purdue.edu::6decca43-444f-4591-b3e3-5f286246befb" providerId="AD" clId="Web-{7DF3D620-2752-4A98-8DF0-9F02B5D5738A}" dt="2024-02-07T04:50:13.653" v="12"/>
        <pc:sldMkLst>
          <pc:docMk/>
          <pc:sldMk cId="4283525494" sldId="1122"/>
        </pc:sldMkLst>
        <pc:extLst>
          <p:ext xmlns:p="http://schemas.openxmlformats.org/presentationml/2006/main" uri="{D6D511B9-2390-475A-947B-AFAB55BFBCF1}">
            <pc226:cmChg xmlns:pc226="http://schemas.microsoft.com/office/powerpoint/2022/06/main/command" chg="add">
              <pc226:chgData name="Sousa da Fonseca, Pedro Jose" userId="S::pfonseca@purdue.edu::6decca43-444f-4591-b3e3-5f286246befb" providerId="AD" clId="Web-{7DF3D620-2752-4A98-8DF0-9F02B5D5738A}" dt="2024-02-07T04:50:13.653" v="12"/>
              <pc2:cmMkLst xmlns:pc2="http://schemas.microsoft.com/office/powerpoint/2019/9/main/command">
                <pc:docMk/>
                <pc:sldMk cId="4283525494" sldId="1122"/>
                <pc2:cmMk id="{DBA37CC7-8ACB-4721-A1DC-8789B918FFE5}"/>
              </pc2:cmMkLst>
            </pc226:cmChg>
          </p:ext>
        </pc:extLst>
      </pc:sldChg>
      <pc:sldChg chg="addCm">
        <pc:chgData name="Sousa da Fonseca, Pedro Jose" userId="S::pfonseca@purdue.edu::6decca43-444f-4591-b3e3-5f286246befb" providerId="AD" clId="Web-{7DF3D620-2752-4A98-8DF0-9F02B5D5738A}" dt="2024-02-07T04:47:25.258" v="11"/>
        <pc:sldMkLst>
          <pc:docMk/>
          <pc:sldMk cId="3381567474" sldId="1136"/>
        </pc:sldMkLst>
        <pc:extLst>
          <p:ext xmlns:p="http://schemas.openxmlformats.org/presentationml/2006/main" uri="{D6D511B9-2390-475A-947B-AFAB55BFBCF1}">
            <pc226:cmChg xmlns:pc226="http://schemas.microsoft.com/office/powerpoint/2022/06/main/command" chg="add">
              <pc226:chgData name="Sousa da Fonseca, Pedro Jose" userId="S::pfonseca@purdue.edu::6decca43-444f-4591-b3e3-5f286246befb" providerId="AD" clId="Web-{7DF3D620-2752-4A98-8DF0-9F02B5D5738A}" dt="2024-02-07T04:46:46.663" v="10"/>
              <pc2:cmMkLst xmlns:pc2="http://schemas.microsoft.com/office/powerpoint/2019/9/main/command">
                <pc:docMk/>
                <pc:sldMk cId="3381567474" sldId="1136"/>
                <pc2:cmMk id="{FF5B8B9B-1D34-484E-8D9C-82A72807ABB9}"/>
              </pc2:cmMkLst>
            </pc226:cmChg>
            <pc226:cmChg xmlns:pc226="http://schemas.microsoft.com/office/powerpoint/2022/06/main/command" chg="add">
              <pc226:chgData name="Sousa da Fonseca, Pedro Jose" userId="S::pfonseca@purdue.edu::6decca43-444f-4591-b3e3-5f286246befb" providerId="AD" clId="Web-{7DF3D620-2752-4A98-8DF0-9F02B5D5738A}" dt="2024-02-07T04:47:25.258" v="11"/>
              <pc2:cmMkLst xmlns:pc2="http://schemas.microsoft.com/office/powerpoint/2019/9/main/command">
                <pc:docMk/>
                <pc:sldMk cId="3381567474" sldId="1136"/>
                <pc2:cmMk id="{696EDED6-D312-481A-8ABE-000F785CF81B}"/>
              </pc2:cmMkLst>
            </pc226:cmChg>
          </p:ext>
        </pc:extLst>
      </pc:sldChg>
      <pc:sldChg chg="addCm">
        <pc:chgData name="Sousa da Fonseca, Pedro Jose" userId="S::pfonseca@purdue.edu::6decca43-444f-4591-b3e3-5f286246befb" providerId="AD" clId="Web-{7DF3D620-2752-4A98-8DF0-9F02B5D5738A}" dt="2024-02-07T04:40:33.149" v="4"/>
        <pc:sldMkLst>
          <pc:docMk/>
          <pc:sldMk cId="2183783552" sldId="1192"/>
        </pc:sldMkLst>
        <pc:extLst>
          <p:ext xmlns:p="http://schemas.openxmlformats.org/presentationml/2006/main" uri="{D6D511B9-2390-475A-947B-AFAB55BFBCF1}">
            <pc226:cmChg xmlns:pc226="http://schemas.microsoft.com/office/powerpoint/2022/06/main/command" chg="add">
              <pc226:chgData name="Sousa da Fonseca, Pedro Jose" userId="S::pfonseca@purdue.edu::6decca43-444f-4591-b3e3-5f286246befb" providerId="AD" clId="Web-{7DF3D620-2752-4A98-8DF0-9F02B5D5738A}" dt="2024-02-07T04:40:33.149" v="4"/>
              <pc2:cmMkLst xmlns:pc2="http://schemas.microsoft.com/office/powerpoint/2019/9/main/command">
                <pc:docMk/>
                <pc:sldMk cId="2183783552" sldId="1192"/>
                <pc2:cmMk id="{EBB840D1-A0DA-4FB7-821C-B4B477A18BE8}"/>
              </pc2:cmMkLst>
            </pc226:cmChg>
          </p:ext>
        </pc:extLst>
      </pc:sldChg>
      <pc:sldChg chg="addCm">
        <pc:chgData name="Sousa da Fonseca, Pedro Jose" userId="S::pfonseca@purdue.edu::6decca43-444f-4591-b3e3-5f286246befb" providerId="AD" clId="Web-{7DF3D620-2752-4A98-8DF0-9F02B5D5738A}" dt="2024-02-07T04:40:02.430" v="3"/>
        <pc:sldMkLst>
          <pc:docMk/>
          <pc:sldMk cId="1398096310" sldId="1205"/>
        </pc:sldMkLst>
        <pc:extLst>
          <p:ext xmlns:p="http://schemas.openxmlformats.org/presentationml/2006/main" uri="{D6D511B9-2390-475A-947B-AFAB55BFBCF1}">
            <pc226:cmChg xmlns:pc226="http://schemas.microsoft.com/office/powerpoint/2022/06/main/command" chg="add">
              <pc226:chgData name="Sousa da Fonseca, Pedro Jose" userId="S::pfonseca@purdue.edu::6decca43-444f-4591-b3e3-5f286246befb" providerId="AD" clId="Web-{7DF3D620-2752-4A98-8DF0-9F02B5D5738A}" dt="2024-02-07T04:40:02.430" v="3"/>
              <pc2:cmMkLst xmlns:pc2="http://schemas.microsoft.com/office/powerpoint/2019/9/main/command">
                <pc:docMk/>
                <pc:sldMk cId="1398096310" sldId="1205"/>
                <pc2:cmMk id="{9561B0FA-505A-4F51-AADA-60D061BBCD03}"/>
              </pc2:cmMkLst>
            </pc226:cmChg>
          </p:ext>
        </pc:extLst>
      </pc:sldChg>
      <pc:sldChg chg="addCm">
        <pc:chgData name="Sousa da Fonseca, Pedro Jose" userId="S::pfonseca@purdue.edu::6decca43-444f-4591-b3e3-5f286246befb" providerId="AD" clId="Web-{7DF3D620-2752-4A98-8DF0-9F02B5D5738A}" dt="2024-02-07T04:39:03.554" v="1"/>
        <pc:sldMkLst>
          <pc:docMk/>
          <pc:sldMk cId="2731928100" sldId="1207"/>
        </pc:sldMkLst>
        <pc:extLst>
          <p:ext xmlns:p="http://schemas.openxmlformats.org/presentationml/2006/main" uri="{D6D511B9-2390-475A-947B-AFAB55BFBCF1}">
            <pc226:cmChg xmlns:pc226="http://schemas.microsoft.com/office/powerpoint/2022/06/main/command" chg="add">
              <pc226:chgData name="Sousa da Fonseca, Pedro Jose" userId="S::pfonseca@purdue.edu::6decca43-444f-4591-b3e3-5f286246befb" providerId="AD" clId="Web-{7DF3D620-2752-4A98-8DF0-9F02B5D5738A}" dt="2024-02-07T04:39:03.554" v="1"/>
              <pc2:cmMkLst xmlns:pc2="http://schemas.microsoft.com/office/powerpoint/2019/9/main/command">
                <pc:docMk/>
                <pc:sldMk cId="2731928100" sldId="1207"/>
                <pc2:cmMk id="{08149294-08FA-40EF-B5ED-F19BF67AC3E9}"/>
              </pc2:cmMkLst>
            </pc226:cmChg>
          </p:ext>
        </pc:extLst>
      </pc:sldChg>
      <pc:sldChg chg="addCm">
        <pc:chgData name="Sousa da Fonseca, Pedro Jose" userId="S::pfonseca@purdue.edu::6decca43-444f-4591-b3e3-5f286246befb" providerId="AD" clId="Web-{7DF3D620-2752-4A98-8DF0-9F02B5D5738A}" dt="2024-02-07T04:44:14.363" v="8"/>
        <pc:sldMkLst>
          <pc:docMk/>
          <pc:sldMk cId="3305435457" sldId="1209"/>
        </pc:sldMkLst>
        <pc:extLst>
          <p:ext xmlns:p="http://schemas.openxmlformats.org/presentationml/2006/main" uri="{D6D511B9-2390-475A-947B-AFAB55BFBCF1}">
            <pc226:cmChg xmlns:pc226="http://schemas.microsoft.com/office/powerpoint/2022/06/main/command" chg="add">
              <pc226:chgData name="Sousa da Fonseca, Pedro Jose" userId="S::pfonseca@purdue.edu::6decca43-444f-4591-b3e3-5f286246befb" providerId="AD" clId="Web-{7DF3D620-2752-4A98-8DF0-9F02B5D5738A}" dt="2024-02-07T04:44:14.363" v="8"/>
              <pc2:cmMkLst xmlns:pc2="http://schemas.microsoft.com/office/powerpoint/2019/9/main/command">
                <pc:docMk/>
                <pc:sldMk cId="3305435457" sldId="1209"/>
                <pc2:cmMk id="{9F9D4D83-B94F-4C34-A272-0D32B94D86BA}"/>
              </pc2:cmMkLst>
            </pc226:cmChg>
          </p:ext>
        </pc:extLst>
      </pc:sldChg>
    </pc:docChg>
  </pc:docChgLst>
  <pc:docChgLst>
    <pc:chgData name="Palit, Tapti" userId="dec6fbcd-7598-406a-8cbf-504d4a3bac15" providerId="ADAL" clId="{65104DF2-1B45-4C36-9E2A-F89658839DCF}"/>
    <pc:docChg chg="undo redo custSel addSld delSld modSld sldOrd modMainMaster modShowInfo">
      <pc:chgData name="Palit, Tapti" userId="dec6fbcd-7598-406a-8cbf-504d4a3bac15" providerId="ADAL" clId="{65104DF2-1B45-4C36-9E2A-F89658839DCF}" dt="2024-02-15T17:32:55.716" v="28005" actId="14100"/>
      <pc:docMkLst>
        <pc:docMk/>
      </pc:docMkLst>
      <pc:sldChg chg="addSp delSp modSp mod chgLayout modNotesTx">
        <pc:chgData name="Palit, Tapti" userId="dec6fbcd-7598-406a-8cbf-504d4a3bac15" providerId="ADAL" clId="{65104DF2-1B45-4C36-9E2A-F89658839DCF}" dt="2024-02-15T17:23:02.632" v="28002" actId="14100"/>
        <pc:sldMkLst>
          <pc:docMk/>
          <pc:sldMk cId="4049575248" sldId="256"/>
        </pc:sldMkLst>
        <pc:spChg chg="mod ord">
          <ac:chgData name="Palit, Tapti" userId="dec6fbcd-7598-406a-8cbf-504d4a3bac15" providerId="ADAL" clId="{65104DF2-1B45-4C36-9E2A-F89658839DCF}" dt="2024-01-15T18:11:39.980" v="83" actId="6264"/>
          <ac:spMkLst>
            <pc:docMk/>
            <pc:sldMk cId="4049575248" sldId="256"/>
            <ac:spMk id="2" creationId="{00000000-0000-0000-0000-000000000000}"/>
          </ac:spMkLst>
        </pc:spChg>
        <pc:spChg chg="mod ord">
          <ac:chgData name="Palit, Tapti" userId="dec6fbcd-7598-406a-8cbf-504d4a3bac15" providerId="ADAL" clId="{65104DF2-1B45-4C36-9E2A-F89658839DCF}" dt="2024-01-25T17:53:34.614" v="22009" actId="120"/>
          <ac:spMkLst>
            <pc:docMk/>
            <pc:sldMk cId="4049575248" sldId="256"/>
            <ac:spMk id="3" creationId="{00000000-0000-0000-0000-000000000000}"/>
          </ac:spMkLst>
        </pc:spChg>
        <pc:spChg chg="add del mod">
          <ac:chgData name="Palit, Tapti" userId="dec6fbcd-7598-406a-8cbf-504d4a3bac15" providerId="ADAL" clId="{65104DF2-1B45-4C36-9E2A-F89658839DCF}" dt="2024-01-15T18:10:37.981" v="78" actId="6264"/>
          <ac:spMkLst>
            <pc:docMk/>
            <pc:sldMk cId="4049575248" sldId="256"/>
            <ac:spMk id="4" creationId="{EE80026E-7EF7-6C81-48AD-BA7C81882EBE}"/>
          </ac:spMkLst>
        </pc:spChg>
        <pc:spChg chg="add del mod">
          <ac:chgData name="Palit, Tapti" userId="dec6fbcd-7598-406a-8cbf-504d4a3bac15" providerId="ADAL" clId="{65104DF2-1B45-4C36-9E2A-F89658839DCF}" dt="2024-01-15T18:10:37.981" v="78" actId="6264"/>
          <ac:spMkLst>
            <pc:docMk/>
            <pc:sldMk cId="4049575248" sldId="256"/>
            <ac:spMk id="5" creationId="{1F832222-AC77-771E-1884-E13C1BCF408D}"/>
          </ac:spMkLst>
        </pc:spChg>
        <pc:spChg chg="add del mod">
          <ac:chgData name="Palit, Tapti" userId="dec6fbcd-7598-406a-8cbf-504d4a3bac15" providerId="ADAL" clId="{65104DF2-1B45-4C36-9E2A-F89658839DCF}" dt="2024-01-15T18:11:39.980" v="83" actId="6264"/>
          <ac:spMkLst>
            <pc:docMk/>
            <pc:sldMk cId="4049575248" sldId="256"/>
            <ac:spMk id="6" creationId="{0E7EEF8D-0EBE-06F4-7BFE-00C5B4D973DD}"/>
          </ac:spMkLst>
        </pc:spChg>
        <pc:spChg chg="add del mod">
          <ac:chgData name="Palit, Tapti" userId="dec6fbcd-7598-406a-8cbf-504d4a3bac15" providerId="ADAL" clId="{65104DF2-1B45-4C36-9E2A-F89658839DCF}" dt="2024-01-15T18:11:39.980" v="83" actId="6264"/>
          <ac:spMkLst>
            <pc:docMk/>
            <pc:sldMk cId="4049575248" sldId="256"/>
            <ac:spMk id="7" creationId="{AC54CAEA-EEB3-E7E9-641E-A4A2E174AAE7}"/>
          </ac:spMkLst>
        </pc:spChg>
        <pc:picChg chg="add del mod">
          <ac:chgData name="Palit, Tapti" userId="dec6fbcd-7598-406a-8cbf-504d4a3bac15" providerId="ADAL" clId="{65104DF2-1B45-4C36-9E2A-F89658839DCF}" dt="2024-01-25T17:53:51.157" v="22011" actId="478"/>
          <ac:picMkLst>
            <pc:docMk/>
            <pc:sldMk cId="4049575248" sldId="256"/>
            <ac:picMk id="2050" creationId="{19FB0DBC-2EA7-9DB9-CC2E-EFE498132815}"/>
          </ac:picMkLst>
        </pc:picChg>
        <pc:picChg chg="add mod">
          <ac:chgData name="Palit, Tapti" userId="dec6fbcd-7598-406a-8cbf-504d4a3bac15" providerId="ADAL" clId="{65104DF2-1B45-4C36-9E2A-F89658839DCF}" dt="2024-01-25T17:54:04.071" v="22016" actId="1076"/>
          <ac:picMkLst>
            <pc:docMk/>
            <pc:sldMk cId="4049575248" sldId="256"/>
            <ac:picMk id="2052" creationId="{E2D02FFE-36EE-2CBE-F640-2DDCC7C27F12}"/>
          </ac:picMkLst>
        </pc:picChg>
        <pc:picChg chg="mod">
          <ac:chgData name="Palit, Tapti" userId="dec6fbcd-7598-406a-8cbf-504d4a3bac15" providerId="ADAL" clId="{65104DF2-1B45-4C36-9E2A-F89658839DCF}" dt="2024-02-15T17:23:02.632" v="28002" actId="14100"/>
          <ac:picMkLst>
            <pc:docMk/>
            <pc:sldMk cId="4049575248" sldId="256"/>
            <ac:picMk id="2062" creationId="{25771480-09B8-1A99-4DA8-5461E232B06B}"/>
          </ac:picMkLst>
        </pc:picChg>
      </pc:sldChg>
      <pc:sldChg chg="modSp">
        <pc:chgData name="Palit, Tapti" userId="dec6fbcd-7598-406a-8cbf-504d4a3bac15" providerId="ADAL" clId="{65104DF2-1B45-4C36-9E2A-F89658839DCF}" dt="2024-01-15T17:57:41.817" v="26"/>
        <pc:sldMkLst>
          <pc:docMk/>
          <pc:sldMk cId="2093469296" sldId="380"/>
        </pc:sldMkLst>
        <pc:spChg chg="mod">
          <ac:chgData name="Palit, Tapti" userId="dec6fbcd-7598-406a-8cbf-504d4a3bac15" providerId="ADAL" clId="{65104DF2-1B45-4C36-9E2A-F89658839DCF}" dt="2024-01-15T17:57:41.817" v="26"/>
          <ac:spMkLst>
            <pc:docMk/>
            <pc:sldMk cId="2093469296" sldId="380"/>
            <ac:spMk id="2" creationId="{8BE65D22-BD8E-49FF-936F-0E60B37C4A1C}"/>
          </ac:spMkLst>
        </pc:spChg>
        <pc:spChg chg="mod">
          <ac:chgData name="Palit, Tapti" userId="dec6fbcd-7598-406a-8cbf-504d4a3bac15" providerId="ADAL" clId="{65104DF2-1B45-4C36-9E2A-F89658839DCF}" dt="2024-01-15T17:57:41.817" v="26"/>
          <ac:spMkLst>
            <pc:docMk/>
            <pc:sldMk cId="2093469296" sldId="380"/>
            <ac:spMk id="4" creationId="{E0D8E777-DFC7-4491-B604-F34BF8A3EF01}"/>
          </ac:spMkLst>
        </pc:spChg>
      </pc:sldChg>
      <pc:sldChg chg="addSp modSp mod chgLayout">
        <pc:chgData name="Palit, Tapti" userId="dec6fbcd-7598-406a-8cbf-504d4a3bac15" providerId="ADAL" clId="{65104DF2-1B45-4C36-9E2A-F89658839DCF}" dt="2024-01-15T18:02:53.069" v="52" actId="700"/>
        <pc:sldMkLst>
          <pc:docMk/>
          <pc:sldMk cId="1525952999" sldId="383"/>
        </pc:sldMkLst>
        <pc:spChg chg="mod ord">
          <ac:chgData name="Palit, Tapti" userId="dec6fbcd-7598-406a-8cbf-504d4a3bac15" providerId="ADAL" clId="{65104DF2-1B45-4C36-9E2A-F89658839DCF}" dt="2024-01-15T18:02:53.069" v="52" actId="700"/>
          <ac:spMkLst>
            <pc:docMk/>
            <pc:sldMk cId="1525952999" sldId="383"/>
            <ac:spMk id="2" creationId="{8BE65D22-BD8E-49FF-936F-0E60B37C4A1C}"/>
          </ac:spMkLst>
        </pc:spChg>
        <pc:spChg chg="add mod ord">
          <ac:chgData name="Palit, Tapti" userId="dec6fbcd-7598-406a-8cbf-504d4a3bac15" providerId="ADAL" clId="{65104DF2-1B45-4C36-9E2A-F89658839DCF}" dt="2024-01-15T18:02:53.069" v="52" actId="700"/>
          <ac:spMkLst>
            <pc:docMk/>
            <pc:sldMk cId="1525952999" sldId="383"/>
            <ac:spMk id="3" creationId="{C6142D07-5155-1269-BFDA-E8561B4A0F02}"/>
          </ac:spMkLst>
        </pc:spChg>
        <pc:spChg chg="mod ord">
          <ac:chgData name="Palit, Tapti" userId="dec6fbcd-7598-406a-8cbf-504d4a3bac15" providerId="ADAL" clId="{65104DF2-1B45-4C36-9E2A-F89658839DCF}" dt="2024-01-15T18:02:53.069" v="52" actId="700"/>
          <ac:spMkLst>
            <pc:docMk/>
            <pc:sldMk cId="1525952999" sldId="383"/>
            <ac:spMk id="4" creationId="{E0D8E777-DFC7-4491-B604-F34BF8A3EF01}"/>
          </ac:spMkLst>
        </pc:spChg>
      </pc:sldChg>
      <pc:sldChg chg="addSp delSp modSp mod modClrScheme delAnim chgLayout">
        <pc:chgData name="Palit, Tapti" userId="dec6fbcd-7598-406a-8cbf-504d4a3bac15" providerId="ADAL" clId="{65104DF2-1B45-4C36-9E2A-F89658839DCF}" dt="2024-01-25T17:49:25.516" v="21924" actId="21"/>
        <pc:sldMkLst>
          <pc:docMk/>
          <pc:sldMk cId="545157709" sldId="386"/>
        </pc:sldMkLst>
        <pc:spChg chg="mod ord">
          <ac:chgData name="Palit, Tapti" userId="dec6fbcd-7598-406a-8cbf-504d4a3bac15" providerId="ADAL" clId="{65104DF2-1B45-4C36-9E2A-F89658839DCF}" dt="2024-01-15T19:22:42.974" v="589" actId="700"/>
          <ac:spMkLst>
            <pc:docMk/>
            <pc:sldMk cId="545157709" sldId="386"/>
            <ac:spMk id="2" creationId="{E34572E4-3E14-4421-B29A-F1D23D9EC4DB}"/>
          </ac:spMkLst>
        </pc:spChg>
        <pc:spChg chg="mod ord">
          <ac:chgData name="Palit, Tapti" userId="dec6fbcd-7598-406a-8cbf-504d4a3bac15" providerId="ADAL" clId="{65104DF2-1B45-4C36-9E2A-F89658839DCF}" dt="2024-01-15T19:22:42.974" v="589" actId="700"/>
          <ac:spMkLst>
            <pc:docMk/>
            <pc:sldMk cId="545157709" sldId="386"/>
            <ac:spMk id="3" creationId="{FD2707FB-39CD-4B34-8272-9D4AEC503DBF}"/>
          </ac:spMkLst>
        </pc:spChg>
        <pc:spChg chg="mod ord">
          <ac:chgData name="Palit, Tapti" userId="dec6fbcd-7598-406a-8cbf-504d4a3bac15" providerId="ADAL" clId="{65104DF2-1B45-4C36-9E2A-F89658839DCF}" dt="2024-01-15T19:22:42.974" v="589" actId="700"/>
          <ac:spMkLst>
            <pc:docMk/>
            <pc:sldMk cId="545157709" sldId="386"/>
            <ac:spMk id="4" creationId="{72A5B281-5DE0-480A-B5F7-27044D482295}"/>
          </ac:spMkLst>
        </pc:spChg>
        <pc:spChg chg="add del mod ord">
          <ac:chgData name="Palit, Tapti" userId="dec6fbcd-7598-406a-8cbf-504d4a3bac15" providerId="ADAL" clId="{65104DF2-1B45-4C36-9E2A-F89658839DCF}" dt="2024-01-15T19:22:42.974" v="589" actId="700"/>
          <ac:spMkLst>
            <pc:docMk/>
            <pc:sldMk cId="545157709" sldId="386"/>
            <ac:spMk id="5" creationId="{AEC105A3-B569-A549-7EDB-0FDD95486358}"/>
          </ac:spMkLst>
        </pc:spChg>
        <pc:spChg chg="add del mod">
          <ac:chgData name="Palit, Tapti" userId="dec6fbcd-7598-406a-8cbf-504d4a3bac15" providerId="ADAL" clId="{65104DF2-1B45-4C36-9E2A-F89658839DCF}" dt="2024-01-15T19:22:33.609" v="583" actId="6264"/>
          <ac:spMkLst>
            <pc:docMk/>
            <pc:sldMk cId="545157709" sldId="386"/>
            <ac:spMk id="6" creationId="{46FF46A1-8897-C425-B706-6AAD3E75EC62}"/>
          </ac:spMkLst>
        </pc:spChg>
        <pc:spChg chg="add mod">
          <ac:chgData name="Palit, Tapti" userId="dec6fbcd-7598-406a-8cbf-504d4a3bac15" providerId="ADAL" clId="{65104DF2-1B45-4C36-9E2A-F89658839DCF}" dt="2024-01-25T17:49:25.516" v="21924" actId="21"/>
          <ac:spMkLst>
            <pc:docMk/>
            <pc:sldMk cId="545157709" sldId="386"/>
            <ac:spMk id="6" creationId="{A196F721-AF5C-1838-EE64-4AFA5DCFE7C8}"/>
          </ac:spMkLst>
        </pc:spChg>
        <pc:spChg chg="add del mod">
          <ac:chgData name="Palit, Tapti" userId="dec6fbcd-7598-406a-8cbf-504d4a3bac15" providerId="ADAL" clId="{65104DF2-1B45-4C36-9E2A-F89658839DCF}" dt="2024-01-15T19:22:33.609" v="583" actId="6264"/>
          <ac:spMkLst>
            <pc:docMk/>
            <pc:sldMk cId="545157709" sldId="386"/>
            <ac:spMk id="7" creationId="{FE08D3F0-8835-77DE-7EE4-03F6AF61BDC6}"/>
          </ac:spMkLst>
        </pc:spChg>
        <pc:spChg chg="add del mod">
          <ac:chgData name="Palit, Tapti" userId="dec6fbcd-7598-406a-8cbf-504d4a3bac15" providerId="ADAL" clId="{65104DF2-1B45-4C36-9E2A-F89658839DCF}" dt="2024-01-15T19:22:33.609" v="583" actId="6264"/>
          <ac:spMkLst>
            <pc:docMk/>
            <pc:sldMk cId="545157709" sldId="386"/>
            <ac:spMk id="8" creationId="{C5F161F2-CCCD-4CBA-5737-98B61729B473}"/>
          </ac:spMkLst>
        </pc:spChg>
        <pc:spChg chg="add del mod">
          <ac:chgData name="Palit, Tapti" userId="dec6fbcd-7598-406a-8cbf-504d4a3bac15" providerId="ADAL" clId="{65104DF2-1B45-4C36-9E2A-F89658839DCF}" dt="2024-01-15T19:22:33.609" v="583" actId="6264"/>
          <ac:spMkLst>
            <pc:docMk/>
            <pc:sldMk cId="545157709" sldId="386"/>
            <ac:spMk id="9" creationId="{894AA508-FAAF-743E-077E-242D5D4E40F9}"/>
          </ac:spMkLst>
        </pc:spChg>
        <pc:spChg chg="add mod ord">
          <ac:chgData name="Palit, Tapti" userId="dec6fbcd-7598-406a-8cbf-504d4a3bac15" providerId="ADAL" clId="{65104DF2-1B45-4C36-9E2A-F89658839DCF}" dt="2024-01-15T19:22:48.320" v="591" actId="20577"/>
          <ac:spMkLst>
            <pc:docMk/>
            <pc:sldMk cId="545157709" sldId="386"/>
            <ac:spMk id="10" creationId="{D04772BB-2CB0-AC3E-FC6B-03A1D1564821}"/>
          </ac:spMkLst>
        </pc:spChg>
        <pc:spChg chg="del">
          <ac:chgData name="Palit, Tapti" userId="dec6fbcd-7598-406a-8cbf-504d4a3bac15" providerId="ADAL" clId="{65104DF2-1B45-4C36-9E2A-F89658839DCF}" dt="2024-01-25T17:49:25.516" v="21924" actId="21"/>
          <ac:spMkLst>
            <pc:docMk/>
            <pc:sldMk cId="545157709" sldId="386"/>
            <ac:spMk id="11" creationId="{D8D9A97E-4E35-5D3E-8975-19B80BB97A0A}"/>
          </ac:spMkLst>
        </pc:spChg>
        <pc:spChg chg="mod">
          <ac:chgData name="Palit, Tapti" userId="dec6fbcd-7598-406a-8cbf-504d4a3bac15" providerId="ADAL" clId="{65104DF2-1B45-4C36-9E2A-F89658839DCF}" dt="2024-01-25T17:47:46.667" v="21872"/>
          <ac:spMkLst>
            <pc:docMk/>
            <pc:sldMk cId="545157709" sldId="386"/>
            <ac:spMk id="12" creationId="{26477F96-6884-CFE7-91D6-7C1AD81FBBDD}"/>
          </ac:spMkLst>
        </pc:spChg>
        <pc:spChg chg="mod">
          <ac:chgData name="Palit, Tapti" userId="dec6fbcd-7598-406a-8cbf-504d4a3bac15" providerId="ADAL" clId="{65104DF2-1B45-4C36-9E2A-F89658839DCF}" dt="2024-01-25T17:47:52.097" v="21873" actId="1076"/>
          <ac:spMkLst>
            <pc:docMk/>
            <pc:sldMk cId="545157709" sldId="386"/>
            <ac:spMk id="14" creationId="{27AB9375-19B9-3335-1C81-AAE7C1AA2B1E}"/>
          </ac:spMkLst>
        </pc:spChg>
        <pc:spChg chg="mod">
          <ac:chgData name="Palit, Tapti" userId="dec6fbcd-7598-406a-8cbf-504d4a3bac15" providerId="ADAL" clId="{65104DF2-1B45-4C36-9E2A-F89658839DCF}" dt="2024-01-25T17:47:56.365" v="21874" actId="1076"/>
          <ac:spMkLst>
            <pc:docMk/>
            <pc:sldMk cId="545157709" sldId="386"/>
            <ac:spMk id="15" creationId="{097540DE-7781-4992-BC88-27507BDF37DA}"/>
          </ac:spMkLst>
        </pc:spChg>
        <pc:spChg chg="del mod">
          <ac:chgData name="Palit, Tapti" userId="dec6fbcd-7598-406a-8cbf-504d4a3bac15" providerId="ADAL" clId="{65104DF2-1B45-4C36-9E2A-F89658839DCF}" dt="2024-01-15T19:21:32.007" v="575" actId="478"/>
          <ac:spMkLst>
            <pc:docMk/>
            <pc:sldMk cId="545157709" sldId="386"/>
            <ac:spMk id="38" creationId="{752F445D-BFD0-4F10-AFD0-B0902D3A8146}"/>
          </ac:spMkLst>
        </pc:spChg>
      </pc:sldChg>
      <pc:sldChg chg="modSp">
        <pc:chgData name="Palit, Tapti" userId="dec6fbcd-7598-406a-8cbf-504d4a3bac15" providerId="ADAL" clId="{65104DF2-1B45-4C36-9E2A-F89658839DCF}" dt="2024-01-15T17:57:41.817" v="26"/>
        <pc:sldMkLst>
          <pc:docMk/>
          <pc:sldMk cId="781057157" sldId="391"/>
        </pc:sldMkLst>
        <pc:spChg chg="mod">
          <ac:chgData name="Palit, Tapti" userId="dec6fbcd-7598-406a-8cbf-504d4a3bac15" providerId="ADAL" clId="{65104DF2-1B45-4C36-9E2A-F89658839DCF}" dt="2024-01-15T17:57:41.817" v="26"/>
          <ac:spMkLst>
            <pc:docMk/>
            <pc:sldMk cId="781057157" sldId="391"/>
            <ac:spMk id="2" creationId="{4F22071B-705B-4169-9BE5-2632163163BC}"/>
          </ac:spMkLst>
        </pc:spChg>
        <pc:spChg chg="mod">
          <ac:chgData name="Palit, Tapti" userId="dec6fbcd-7598-406a-8cbf-504d4a3bac15" providerId="ADAL" clId="{65104DF2-1B45-4C36-9E2A-F89658839DCF}" dt="2024-01-15T17:57:41.817" v="26"/>
          <ac:spMkLst>
            <pc:docMk/>
            <pc:sldMk cId="781057157" sldId="391"/>
            <ac:spMk id="4" creationId="{64E9BF1B-4F87-454A-97CE-595B8069ED4E}"/>
          </ac:spMkLst>
        </pc:spChg>
        <pc:spChg chg="mod">
          <ac:chgData name="Palit, Tapti" userId="dec6fbcd-7598-406a-8cbf-504d4a3bac15" providerId="ADAL" clId="{65104DF2-1B45-4C36-9E2A-F89658839DCF}" dt="2024-01-15T17:57:41.817" v="26"/>
          <ac:spMkLst>
            <pc:docMk/>
            <pc:sldMk cId="781057157" sldId="391"/>
            <ac:spMk id="39" creationId="{0667E020-A6AE-47D7-860D-93997AC408D0}"/>
          </ac:spMkLst>
        </pc:spChg>
      </pc:sldChg>
      <pc:sldChg chg="addSp delSp modSp mod modClrScheme chgLayout modNotesTx">
        <pc:chgData name="Palit, Tapti" userId="dec6fbcd-7598-406a-8cbf-504d4a3bac15" providerId="ADAL" clId="{65104DF2-1B45-4C36-9E2A-F89658839DCF}" dt="2024-01-24T18:48:15.282" v="15551" actId="20577"/>
        <pc:sldMkLst>
          <pc:docMk/>
          <pc:sldMk cId="3427465704" sldId="392"/>
        </pc:sldMkLst>
        <pc:spChg chg="mod ord">
          <ac:chgData name="Palit, Tapti" userId="dec6fbcd-7598-406a-8cbf-504d4a3bac15" providerId="ADAL" clId="{65104DF2-1B45-4C36-9E2A-F89658839DCF}" dt="2024-01-15T19:28:39.344" v="624" actId="700"/>
          <ac:spMkLst>
            <pc:docMk/>
            <pc:sldMk cId="3427465704" sldId="392"/>
            <ac:spMk id="2" creationId="{C3C46814-2A6F-41B6-904E-8EDDD855207C}"/>
          </ac:spMkLst>
        </pc:spChg>
        <pc:spChg chg="mod ord">
          <ac:chgData name="Palit, Tapti" userId="dec6fbcd-7598-406a-8cbf-504d4a3bac15" providerId="ADAL" clId="{65104DF2-1B45-4C36-9E2A-F89658839DCF}" dt="2024-01-15T19:28:39.344" v="624" actId="700"/>
          <ac:spMkLst>
            <pc:docMk/>
            <pc:sldMk cId="3427465704" sldId="392"/>
            <ac:spMk id="3" creationId="{A19E8EDF-6681-42C8-AB61-DCACB7B7EEB5}"/>
          </ac:spMkLst>
        </pc:spChg>
        <pc:spChg chg="mod ord">
          <ac:chgData name="Palit, Tapti" userId="dec6fbcd-7598-406a-8cbf-504d4a3bac15" providerId="ADAL" clId="{65104DF2-1B45-4C36-9E2A-F89658839DCF}" dt="2024-01-15T19:28:39.344" v="624" actId="700"/>
          <ac:spMkLst>
            <pc:docMk/>
            <pc:sldMk cId="3427465704" sldId="392"/>
            <ac:spMk id="4" creationId="{D74339C7-0629-431F-B768-13974CDF31FB}"/>
          </ac:spMkLst>
        </pc:spChg>
        <pc:spChg chg="add del mod ord">
          <ac:chgData name="Palit, Tapti" userId="dec6fbcd-7598-406a-8cbf-504d4a3bac15" providerId="ADAL" clId="{65104DF2-1B45-4C36-9E2A-F89658839DCF}" dt="2024-01-15T19:28:44.456" v="625" actId="478"/>
          <ac:spMkLst>
            <pc:docMk/>
            <pc:sldMk cId="3427465704" sldId="392"/>
            <ac:spMk id="5" creationId="{5F20C83C-60CB-E65C-E143-FDA2B29F8970}"/>
          </ac:spMkLst>
        </pc:spChg>
        <pc:spChg chg="mod">
          <ac:chgData name="Palit, Tapti" userId="dec6fbcd-7598-406a-8cbf-504d4a3bac15" providerId="ADAL" clId="{65104DF2-1B45-4C36-9E2A-F89658839DCF}" dt="2024-01-15T19:32:48.189" v="675" actId="255"/>
          <ac:spMkLst>
            <pc:docMk/>
            <pc:sldMk cId="3427465704" sldId="392"/>
            <ac:spMk id="27" creationId="{85710342-0343-4CE7-A7D0-2B8A4E300AD1}"/>
          </ac:spMkLst>
        </pc:spChg>
      </pc:sldChg>
      <pc:sldChg chg="modSp">
        <pc:chgData name="Palit, Tapti" userId="dec6fbcd-7598-406a-8cbf-504d4a3bac15" providerId="ADAL" clId="{65104DF2-1B45-4C36-9E2A-F89658839DCF}" dt="2024-01-15T17:57:41.817" v="26"/>
        <pc:sldMkLst>
          <pc:docMk/>
          <pc:sldMk cId="2491326610" sldId="394"/>
        </pc:sldMkLst>
        <pc:spChg chg="mod">
          <ac:chgData name="Palit, Tapti" userId="dec6fbcd-7598-406a-8cbf-504d4a3bac15" providerId="ADAL" clId="{65104DF2-1B45-4C36-9E2A-F89658839DCF}" dt="2024-01-15T17:57:41.817" v="26"/>
          <ac:spMkLst>
            <pc:docMk/>
            <pc:sldMk cId="2491326610" sldId="394"/>
            <ac:spMk id="2" creationId="{778663ED-7349-4913-933D-9BDC100894A3}"/>
          </ac:spMkLst>
        </pc:spChg>
        <pc:spChg chg="mod">
          <ac:chgData name="Palit, Tapti" userId="dec6fbcd-7598-406a-8cbf-504d4a3bac15" providerId="ADAL" clId="{65104DF2-1B45-4C36-9E2A-F89658839DCF}" dt="2024-01-15T17:57:41.817" v="26"/>
          <ac:spMkLst>
            <pc:docMk/>
            <pc:sldMk cId="2491326610" sldId="394"/>
            <ac:spMk id="4" creationId="{407BF491-22D0-4E7F-B58C-06A508DCDFEB}"/>
          </ac:spMkLst>
        </pc:spChg>
        <pc:spChg chg="mod">
          <ac:chgData name="Palit, Tapti" userId="dec6fbcd-7598-406a-8cbf-504d4a3bac15" providerId="ADAL" clId="{65104DF2-1B45-4C36-9E2A-F89658839DCF}" dt="2024-01-15T17:57:41.817" v="26"/>
          <ac:spMkLst>
            <pc:docMk/>
            <pc:sldMk cId="2491326610" sldId="394"/>
            <ac:spMk id="5" creationId="{A42B345C-7C62-4661-ADDD-9088E6FD4FD3}"/>
          </ac:spMkLst>
        </pc:spChg>
      </pc:sldChg>
      <pc:sldChg chg="modSp">
        <pc:chgData name="Palit, Tapti" userId="dec6fbcd-7598-406a-8cbf-504d4a3bac15" providerId="ADAL" clId="{65104DF2-1B45-4C36-9E2A-F89658839DCF}" dt="2024-01-15T17:57:41.817" v="26"/>
        <pc:sldMkLst>
          <pc:docMk/>
          <pc:sldMk cId="3039267996" sldId="398"/>
        </pc:sldMkLst>
        <pc:spChg chg="mod">
          <ac:chgData name="Palit, Tapti" userId="dec6fbcd-7598-406a-8cbf-504d4a3bac15" providerId="ADAL" clId="{65104DF2-1B45-4C36-9E2A-F89658839DCF}" dt="2024-01-15T17:57:41.817" v="26"/>
          <ac:spMkLst>
            <pc:docMk/>
            <pc:sldMk cId="3039267996" sldId="398"/>
            <ac:spMk id="2" creationId="{8FE36FF1-1155-4F31-9E92-1300A1F68C3A}"/>
          </ac:spMkLst>
        </pc:spChg>
        <pc:spChg chg="mod">
          <ac:chgData name="Palit, Tapti" userId="dec6fbcd-7598-406a-8cbf-504d4a3bac15" providerId="ADAL" clId="{65104DF2-1B45-4C36-9E2A-F89658839DCF}" dt="2024-01-15T17:57:41.817" v="26"/>
          <ac:spMkLst>
            <pc:docMk/>
            <pc:sldMk cId="3039267996" sldId="398"/>
            <ac:spMk id="4" creationId="{E350A01A-99B1-4E75-81D7-16CEE95C95FC}"/>
          </ac:spMkLst>
        </pc:spChg>
        <pc:spChg chg="mod">
          <ac:chgData name="Palit, Tapti" userId="dec6fbcd-7598-406a-8cbf-504d4a3bac15" providerId="ADAL" clId="{65104DF2-1B45-4C36-9E2A-F89658839DCF}" dt="2024-01-15T17:57:41.817" v="26"/>
          <ac:spMkLst>
            <pc:docMk/>
            <pc:sldMk cId="3039267996" sldId="398"/>
            <ac:spMk id="5" creationId="{9B1727DA-215D-4967-9FB8-29DFB80DB8DF}"/>
          </ac:spMkLst>
        </pc:spChg>
      </pc:sldChg>
      <pc:sldChg chg="modSp">
        <pc:chgData name="Palit, Tapti" userId="dec6fbcd-7598-406a-8cbf-504d4a3bac15" providerId="ADAL" clId="{65104DF2-1B45-4C36-9E2A-F89658839DCF}" dt="2024-01-15T17:57:41.817" v="26"/>
        <pc:sldMkLst>
          <pc:docMk/>
          <pc:sldMk cId="1530249786" sldId="399"/>
        </pc:sldMkLst>
        <pc:spChg chg="mod">
          <ac:chgData name="Palit, Tapti" userId="dec6fbcd-7598-406a-8cbf-504d4a3bac15" providerId="ADAL" clId="{65104DF2-1B45-4C36-9E2A-F89658839DCF}" dt="2024-01-15T17:57:41.817" v="26"/>
          <ac:spMkLst>
            <pc:docMk/>
            <pc:sldMk cId="1530249786" sldId="399"/>
            <ac:spMk id="2" creationId="{4A5C63CC-0577-4879-8C55-FB013AFDE81A}"/>
          </ac:spMkLst>
        </pc:spChg>
        <pc:spChg chg="mod">
          <ac:chgData name="Palit, Tapti" userId="dec6fbcd-7598-406a-8cbf-504d4a3bac15" providerId="ADAL" clId="{65104DF2-1B45-4C36-9E2A-F89658839DCF}" dt="2024-01-15T17:57:41.817" v="26"/>
          <ac:spMkLst>
            <pc:docMk/>
            <pc:sldMk cId="1530249786" sldId="399"/>
            <ac:spMk id="3" creationId="{36083DAB-B09C-4BE1-8EA7-14C2EC4FE336}"/>
          </ac:spMkLst>
        </pc:spChg>
        <pc:spChg chg="mod">
          <ac:chgData name="Palit, Tapti" userId="dec6fbcd-7598-406a-8cbf-504d4a3bac15" providerId="ADAL" clId="{65104DF2-1B45-4C36-9E2A-F89658839DCF}" dt="2024-01-15T17:57:41.817" v="26"/>
          <ac:spMkLst>
            <pc:docMk/>
            <pc:sldMk cId="1530249786" sldId="399"/>
            <ac:spMk id="4" creationId="{DEC22660-2F13-4B39-9859-CE72626F89ED}"/>
          </ac:spMkLst>
        </pc:spChg>
      </pc:sldChg>
      <pc:sldChg chg="modSp">
        <pc:chgData name="Palit, Tapti" userId="dec6fbcd-7598-406a-8cbf-504d4a3bac15" providerId="ADAL" clId="{65104DF2-1B45-4C36-9E2A-F89658839DCF}" dt="2024-01-15T17:57:41.817" v="26"/>
        <pc:sldMkLst>
          <pc:docMk/>
          <pc:sldMk cId="4209992993" sldId="401"/>
        </pc:sldMkLst>
        <pc:spChg chg="mod">
          <ac:chgData name="Palit, Tapti" userId="dec6fbcd-7598-406a-8cbf-504d4a3bac15" providerId="ADAL" clId="{65104DF2-1B45-4C36-9E2A-F89658839DCF}" dt="2024-01-15T17:57:41.817" v="26"/>
          <ac:spMkLst>
            <pc:docMk/>
            <pc:sldMk cId="4209992993" sldId="401"/>
            <ac:spMk id="2" creationId="{14DC7008-5A9E-41DC-8C84-01935001A636}"/>
          </ac:spMkLst>
        </pc:spChg>
        <pc:spChg chg="mod">
          <ac:chgData name="Palit, Tapti" userId="dec6fbcd-7598-406a-8cbf-504d4a3bac15" providerId="ADAL" clId="{65104DF2-1B45-4C36-9E2A-F89658839DCF}" dt="2024-01-15T17:57:41.817" v="26"/>
          <ac:spMkLst>
            <pc:docMk/>
            <pc:sldMk cId="4209992993" sldId="401"/>
            <ac:spMk id="4" creationId="{43249A63-2D7C-4EF1-958E-D6DB58CAD1C3}"/>
          </ac:spMkLst>
        </pc:spChg>
        <pc:spChg chg="mod">
          <ac:chgData name="Palit, Tapti" userId="dec6fbcd-7598-406a-8cbf-504d4a3bac15" providerId="ADAL" clId="{65104DF2-1B45-4C36-9E2A-F89658839DCF}" dt="2024-01-15T17:57:41.817" v="26"/>
          <ac:spMkLst>
            <pc:docMk/>
            <pc:sldMk cId="4209992993" sldId="401"/>
            <ac:spMk id="37" creationId="{80518C39-D83B-43B0-8821-A6993F809486}"/>
          </ac:spMkLst>
        </pc:spChg>
      </pc:sldChg>
      <pc:sldChg chg="addSp delSp modSp mod modClrScheme delAnim chgLayout">
        <pc:chgData name="Palit, Tapti" userId="dec6fbcd-7598-406a-8cbf-504d4a3bac15" providerId="ADAL" clId="{65104DF2-1B45-4C36-9E2A-F89658839DCF}" dt="2024-01-15T19:41:11.003" v="744" actId="478"/>
        <pc:sldMkLst>
          <pc:docMk/>
          <pc:sldMk cId="494074637" sldId="402"/>
        </pc:sldMkLst>
        <pc:spChg chg="mod ord">
          <ac:chgData name="Palit, Tapti" userId="dec6fbcd-7598-406a-8cbf-504d4a3bac15" providerId="ADAL" clId="{65104DF2-1B45-4C36-9E2A-F89658839DCF}" dt="2024-01-15T19:40:52.514" v="739" actId="700"/>
          <ac:spMkLst>
            <pc:docMk/>
            <pc:sldMk cId="494074637" sldId="402"/>
            <ac:spMk id="2" creationId="{6D756B9F-DEDF-458C-A542-F30446685592}"/>
          </ac:spMkLst>
        </pc:spChg>
        <pc:spChg chg="add del mod ord">
          <ac:chgData name="Palit, Tapti" userId="dec6fbcd-7598-406a-8cbf-504d4a3bac15" providerId="ADAL" clId="{65104DF2-1B45-4C36-9E2A-F89658839DCF}" dt="2024-01-15T19:40:52.514" v="739" actId="700"/>
          <ac:spMkLst>
            <pc:docMk/>
            <pc:sldMk cId="494074637" sldId="402"/>
            <ac:spMk id="3" creationId="{A75A3688-473D-D1BB-ED48-C44AF01DCC90}"/>
          </ac:spMkLst>
        </pc:spChg>
        <pc:spChg chg="mod ord">
          <ac:chgData name="Palit, Tapti" userId="dec6fbcd-7598-406a-8cbf-504d4a3bac15" providerId="ADAL" clId="{65104DF2-1B45-4C36-9E2A-F89658839DCF}" dt="2024-01-15T19:40:52.514" v="739" actId="700"/>
          <ac:spMkLst>
            <pc:docMk/>
            <pc:sldMk cId="494074637" sldId="402"/>
            <ac:spMk id="4" creationId="{0EC42FD2-6A5A-44FB-BB0B-DB6EB51BAB67}"/>
          </ac:spMkLst>
        </pc:spChg>
        <pc:spChg chg="add del mod ord">
          <ac:chgData name="Palit, Tapti" userId="dec6fbcd-7598-406a-8cbf-504d4a3bac15" providerId="ADAL" clId="{65104DF2-1B45-4C36-9E2A-F89658839DCF}" dt="2024-01-15T19:41:11.003" v="744" actId="478"/>
          <ac:spMkLst>
            <pc:docMk/>
            <pc:sldMk cId="494074637" sldId="402"/>
            <ac:spMk id="5" creationId="{809349AD-41BC-ED1D-71E7-6180E0E8A92E}"/>
          </ac:spMkLst>
        </pc:spChg>
        <pc:spChg chg="add mod ord">
          <ac:chgData name="Palit, Tapti" userId="dec6fbcd-7598-406a-8cbf-504d4a3bac15" providerId="ADAL" clId="{65104DF2-1B45-4C36-9E2A-F89658839DCF}" dt="2024-01-15T19:40:55.975" v="741" actId="20577"/>
          <ac:spMkLst>
            <pc:docMk/>
            <pc:sldMk cId="494074637" sldId="402"/>
            <ac:spMk id="6" creationId="{37316138-7B30-08DE-FCD8-6DF034C2FC07}"/>
          </ac:spMkLst>
        </pc:spChg>
        <pc:spChg chg="del mod">
          <ac:chgData name="Palit, Tapti" userId="dec6fbcd-7598-406a-8cbf-504d4a3bac15" providerId="ADAL" clId="{65104DF2-1B45-4C36-9E2A-F89658839DCF}" dt="2024-01-15T19:40:46.577" v="738" actId="478"/>
          <ac:spMkLst>
            <pc:docMk/>
            <pc:sldMk cId="494074637" sldId="402"/>
            <ac:spMk id="313" creationId="{65A45DC8-A94C-4599-BF57-8F872512E091}"/>
          </ac:spMkLst>
        </pc:spChg>
        <pc:cxnChg chg="mod">
          <ac:chgData name="Palit, Tapti" userId="dec6fbcd-7598-406a-8cbf-504d4a3bac15" providerId="ADAL" clId="{65104DF2-1B45-4C36-9E2A-F89658839DCF}" dt="2024-01-15T19:41:01.814" v="742" actId="14100"/>
          <ac:cxnSpMkLst>
            <pc:docMk/>
            <pc:sldMk cId="494074637" sldId="402"/>
            <ac:cxnSpMk id="249" creationId="{D791E428-170D-4A6A-9259-F3B5179877F7}"/>
          </ac:cxnSpMkLst>
        </pc:cxnChg>
        <pc:cxnChg chg="mod">
          <ac:chgData name="Palit, Tapti" userId="dec6fbcd-7598-406a-8cbf-504d4a3bac15" providerId="ADAL" clId="{65104DF2-1B45-4C36-9E2A-F89658839DCF}" dt="2024-01-15T19:41:04.936" v="743" actId="14100"/>
          <ac:cxnSpMkLst>
            <pc:docMk/>
            <pc:sldMk cId="494074637" sldId="402"/>
            <ac:cxnSpMk id="250" creationId="{CC36D906-D53D-4ACF-9499-62991F8B1D01}"/>
          </ac:cxnSpMkLst>
        </pc:cxnChg>
      </pc:sldChg>
      <pc:sldChg chg="addSp delSp modSp mod modClrScheme delAnim modAnim chgLayout modNotesTx">
        <pc:chgData name="Palit, Tapti" userId="dec6fbcd-7598-406a-8cbf-504d4a3bac15" providerId="ADAL" clId="{65104DF2-1B45-4C36-9E2A-F89658839DCF}" dt="2024-01-29T19:38:01.633" v="25285" actId="5793"/>
        <pc:sldMkLst>
          <pc:docMk/>
          <pc:sldMk cId="1039263704" sldId="403"/>
        </pc:sldMkLst>
        <pc:spChg chg="mod ord">
          <ac:chgData name="Palit, Tapti" userId="dec6fbcd-7598-406a-8cbf-504d4a3bac15" providerId="ADAL" clId="{65104DF2-1B45-4C36-9E2A-F89658839DCF}" dt="2024-01-15T19:33:02.213" v="677" actId="700"/>
          <ac:spMkLst>
            <pc:docMk/>
            <pc:sldMk cId="1039263704" sldId="403"/>
            <ac:spMk id="2" creationId="{C3C46814-2A6F-41B6-904E-8EDDD855207C}"/>
          </ac:spMkLst>
        </pc:spChg>
        <pc:spChg chg="mod">
          <ac:chgData name="Palit, Tapti" userId="dec6fbcd-7598-406a-8cbf-504d4a3bac15" providerId="ADAL" clId="{65104DF2-1B45-4C36-9E2A-F89658839DCF}" dt="2024-01-25T15:50:22.780" v="19050" actId="1076"/>
          <ac:spMkLst>
            <pc:docMk/>
            <pc:sldMk cId="1039263704" sldId="403"/>
            <ac:spMk id="3" creationId="{982C202F-C133-0758-E41A-9A105B6544E4}"/>
          </ac:spMkLst>
        </pc:spChg>
        <pc:spChg chg="add del mod ord">
          <ac:chgData name="Palit, Tapti" userId="dec6fbcd-7598-406a-8cbf-504d4a3bac15" providerId="ADAL" clId="{65104DF2-1B45-4C36-9E2A-F89658839DCF}" dt="2024-01-15T19:33:02.213" v="677" actId="700"/>
          <ac:spMkLst>
            <pc:docMk/>
            <pc:sldMk cId="1039263704" sldId="403"/>
            <ac:spMk id="3" creationId="{E5B73AE2-E35D-E00B-5752-C35BA4788A03}"/>
          </ac:spMkLst>
        </pc:spChg>
        <pc:spChg chg="mod ord">
          <ac:chgData name="Palit, Tapti" userId="dec6fbcd-7598-406a-8cbf-504d4a3bac15" providerId="ADAL" clId="{65104DF2-1B45-4C36-9E2A-F89658839DCF}" dt="2024-01-15T19:33:02.213" v="677" actId="700"/>
          <ac:spMkLst>
            <pc:docMk/>
            <pc:sldMk cId="1039263704" sldId="403"/>
            <ac:spMk id="4" creationId="{D74339C7-0629-431F-B768-13974CDF31FB}"/>
          </ac:spMkLst>
        </pc:spChg>
        <pc:spChg chg="add mod ord">
          <ac:chgData name="Palit, Tapti" userId="dec6fbcd-7598-406a-8cbf-504d4a3bac15" providerId="ADAL" clId="{65104DF2-1B45-4C36-9E2A-F89658839DCF}" dt="2024-01-29T19:38:01.633" v="25285" actId="5793"/>
          <ac:spMkLst>
            <pc:docMk/>
            <pc:sldMk cId="1039263704" sldId="403"/>
            <ac:spMk id="5" creationId="{A809105A-C2EA-9CC2-1FCC-8EE4E7A6FB1E}"/>
          </ac:spMkLst>
        </pc:spChg>
        <pc:spChg chg="add del mod ord">
          <ac:chgData name="Palit, Tapti" userId="dec6fbcd-7598-406a-8cbf-504d4a3bac15" providerId="ADAL" clId="{65104DF2-1B45-4C36-9E2A-F89658839DCF}" dt="2024-01-15T19:33:34.653" v="684" actId="478"/>
          <ac:spMkLst>
            <pc:docMk/>
            <pc:sldMk cId="1039263704" sldId="403"/>
            <ac:spMk id="7" creationId="{3FFF6742-97E4-1D7B-6FA6-1F0134AE079F}"/>
          </ac:spMkLst>
        </pc:spChg>
        <pc:spChg chg="mod">
          <ac:chgData name="Palit, Tapti" userId="dec6fbcd-7598-406a-8cbf-504d4a3bac15" providerId="ADAL" clId="{65104DF2-1B45-4C36-9E2A-F89658839DCF}" dt="2024-01-29T19:33:35.791" v="24823" actId="1076"/>
          <ac:spMkLst>
            <pc:docMk/>
            <pc:sldMk cId="1039263704" sldId="403"/>
            <ac:spMk id="7" creationId="{CD638514-2D18-394B-43D5-7CB5E4047CAA}"/>
          </ac:spMkLst>
        </pc:spChg>
        <pc:spChg chg="add mod">
          <ac:chgData name="Palit, Tapti" userId="dec6fbcd-7598-406a-8cbf-504d4a3bac15" providerId="ADAL" clId="{65104DF2-1B45-4C36-9E2A-F89658839DCF}" dt="2024-01-15T19:34:21.648" v="691"/>
          <ac:spMkLst>
            <pc:docMk/>
            <pc:sldMk cId="1039263704" sldId="403"/>
            <ac:spMk id="8" creationId="{C0C27B07-070C-9C61-EE9A-7EACD0FF939A}"/>
          </ac:spMkLst>
        </pc:spChg>
        <pc:spChg chg="del mod">
          <ac:chgData name="Palit, Tapti" userId="dec6fbcd-7598-406a-8cbf-504d4a3bac15" providerId="ADAL" clId="{65104DF2-1B45-4C36-9E2A-F89658839DCF}" dt="2024-01-15T19:33:10.119" v="679" actId="478"/>
          <ac:spMkLst>
            <pc:docMk/>
            <pc:sldMk cId="1039263704" sldId="403"/>
            <ac:spMk id="11" creationId="{A19E8EDF-6681-42C8-AB61-DCACB7B7EEB5}"/>
          </ac:spMkLst>
        </pc:spChg>
        <pc:spChg chg="mod ord">
          <ac:chgData name="Palit, Tapti" userId="dec6fbcd-7598-406a-8cbf-504d4a3bac15" providerId="ADAL" clId="{65104DF2-1B45-4C36-9E2A-F89658839DCF}" dt="2024-01-25T15:50:30.527" v="19051" actId="1076"/>
          <ac:spMkLst>
            <pc:docMk/>
            <pc:sldMk cId="1039263704" sldId="403"/>
            <ac:spMk id="14" creationId="{B70E8FCD-FDE4-4E80-86F5-E438FDE5F5CF}"/>
          </ac:spMkLst>
        </pc:spChg>
        <pc:spChg chg="mod ord">
          <ac:chgData name="Palit, Tapti" userId="dec6fbcd-7598-406a-8cbf-504d4a3bac15" providerId="ADAL" clId="{65104DF2-1B45-4C36-9E2A-F89658839DCF}" dt="2024-01-25T15:50:30.527" v="19051" actId="1076"/>
          <ac:spMkLst>
            <pc:docMk/>
            <pc:sldMk cId="1039263704" sldId="403"/>
            <ac:spMk id="20" creationId="{E6FA9421-0C45-4E1B-9ACA-B6D2A03FFA6A}"/>
          </ac:spMkLst>
        </pc:spChg>
        <pc:spChg chg="del mod">
          <ac:chgData name="Palit, Tapti" userId="dec6fbcd-7598-406a-8cbf-504d4a3bac15" providerId="ADAL" clId="{65104DF2-1B45-4C36-9E2A-F89658839DCF}" dt="2024-01-15T19:34:21.020" v="690" actId="478"/>
          <ac:spMkLst>
            <pc:docMk/>
            <pc:sldMk cId="1039263704" sldId="403"/>
            <ac:spMk id="27" creationId="{85710342-0343-4CE7-A7D0-2B8A4E300AD1}"/>
          </ac:spMkLst>
        </pc:spChg>
        <pc:cxnChg chg="mod ord">
          <ac:chgData name="Palit, Tapti" userId="dec6fbcd-7598-406a-8cbf-504d4a3bac15" providerId="ADAL" clId="{65104DF2-1B45-4C36-9E2A-F89658839DCF}" dt="2024-01-25T15:50:30.527" v="19051" actId="1076"/>
          <ac:cxnSpMkLst>
            <pc:docMk/>
            <pc:sldMk cId="1039263704" sldId="403"/>
            <ac:cxnSpMk id="6" creationId="{E32B42DE-DA4A-47CE-AA85-AB05B8444973}"/>
          </ac:cxnSpMkLst>
        </pc:cxnChg>
        <pc:cxnChg chg="mod ord">
          <ac:chgData name="Palit, Tapti" userId="dec6fbcd-7598-406a-8cbf-504d4a3bac15" providerId="ADAL" clId="{65104DF2-1B45-4C36-9E2A-F89658839DCF}" dt="2024-01-25T15:50:30.527" v="19051" actId="1076"/>
          <ac:cxnSpMkLst>
            <pc:docMk/>
            <pc:sldMk cId="1039263704" sldId="403"/>
            <ac:cxnSpMk id="16" creationId="{FA844D29-865B-41CF-A571-F5183B5AD194}"/>
          </ac:cxnSpMkLst>
        </pc:cxnChg>
      </pc:sldChg>
      <pc:sldChg chg="addSp delSp modSp mod modClrScheme chgLayout">
        <pc:chgData name="Palit, Tapti" userId="dec6fbcd-7598-406a-8cbf-504d4a3bac15" providerId="ADAL" clId="{65104DF2-1B45-4C36-9E2A-F89658839DCF}" dt="2024-01-25T15:50:02.835" v="19048" actId="1076"/>
        <pc:sldMkLst>
          <pc:docMk/>
          <pc:sldMk cId="2451305037" sldId="404"/>
        </pc:sldMkLst>
        <pc:spChg chg="mod ord">
          <ac:chgData name="Palit, Tapti" userId="dec6fbcd-7598-406a-8cbf-504d4a3bac15" providerId="ADAL" clId="{65104DF2-1B45-4C36-9E2A-F89658839DCF}" dt="2024-01-15T19:32:17.350" v="669" actId="700"/>
          <ac:spMkLst>
            <pc:docMk/>
            <pc:sldMk cId="2451305037" sldId="404"/>
            <ac:spMk id="2" creationId="{C3C46814-2A6F-41B6-904E-8EDDD855207C}"/>
          </ac:spMkLst>
        </pc:spChg>
        <pc:spChg chg="add del mod ord">
          <ac:chgData name="Palit, Tapti" userId="dec6fbcd-7598-406a-8cbf-504d4a3bac15" providerId="ADAL" clId="{65104DF2-1B45-4C36-9E2A-F89658839DCF}" dt="2024-01-15T19:32:17.350" v="669" actId="700"/>
          <ac:spMkLst>
            <pc:docMk/>
            <pc:sldMk cId="2451305037" sldId="404"/>
            <ac:spMk id="3" creationId="{75124EF9-9D61-FD88-E6AA-A5F9A3BDEFB5}"/>
          </ac:spMkLst>
        </pc:spChg>
        <pc:spChg chg="mod">
          <ac:chgData name="Palit, Tapti" userId="dec6fbcd-7598-406a-8cbf-504d4a3bac15" providerId="ADAL" clId="{65104DF2-1B45-4C36-9E2A-F89658839DCF}" dt="2024-01-25T15:50:02.835" v="19048" actId="1076"/>
          <ac:spMkLst>
            <pc:docMk/>
            <pc:sldMk cId="2451305037" sldId="404"/>
            <ac:spMk id="3" creationId="{9E84028C-0B5D-6536-40E0-900CCB6A09D6}"/>
          </ac:spMkLst>
        </pc:spChg>
        <pc:spChg chg="mod ord">
          <ac:chgData name="Palit, Tapti" userId="dec6fbcd-7598-406a-8cbf-504d4a3bac15" providerId="ADAL" clId="{65104DF2-1B45-4C36-9E2A-F89658839DCF}" dt="2024-01-15T19:32:17.350" v="669" actId="700"/>
          <ac:spMkLst>
            <pc:docMk/>
            <pc:sldMk cId="2451305037" sldId="404"/>
            <ac:spMk id="4" creationId="{D74339C7-0629-431F-B768-13974CDF31FB}"/>
          </ac:spMkLst>
        </pc:spChg>
        <pc:spChg chg="add mod ord">
          <ac:chgData name="Palit, Tapti" userId="dec6fbcd-7598-406a-8cbf-504d4a3bac15" providerId="ADAL" clId="{65104DF2-1B45-4C36-9E2A-F89658839DCF}" dt="2024-01-24T19:10:06.811" v="17997" actId="5793"/>
          <ac:spMkLst>
            <pc:docMk/>
            <pc:sldMk cId="2451305037" sldId="404"/>
            <ac:spMk id="5" creationId="{43AA275C-0839-2D6B-9058-018EA174656B}"/>
          </ac:spMkLst>
        </pc:spChg>
        <pc:spChg chg="add del mod ord">
          <ac:chgData name="Palit, Tapti" userId="dec6fbcd-7598-406a-8cbf-504d4a3bac15" providerId="ADAL" clId="{65104DF2-1B45-4C36-9E2A-F89658839DCF}" dt="2024-01-15T19:32:20.008" v="670" actId="478"/>
          <ac:spMkLst>
            <pc:docMk/>
            <pc:sldMk cId="2451305037" sldId="404"/>
            <ac:spMk id="20" creationId="{D578E73D-0F3A-5E9C-E89A-B5306563178F}"/>
          </ac:spMkLst>
        </pc:spChg>
        <pc:spChg chg="add mod">
          <ac:chgData name="Palit, Tapti" userId="dec6fbcd-7598-406a-8cbf-504d4a3bac15" providerId="ADAL" clId="{65104DF2-1B45-4C36-9E2A-F89658839DCF}" dt="2024-01-15T19:34:16.173" v="689"/>
          <ac:spMkLst>
            <pc:docMk/>
            <pc:sldMk cId="2451305037" sldId="404"/>
            <ac:spMk id="25" creationId="{18000B33-CE12-7C06-03B6-2259574837B7}"/>
          </ac:spMkLst>
        </pc:spChg>
        <pc:spChg chg="del mod">
          <ac:chgData name="Palit, Tapti" userId="dec6fbcd-7598-406a-8cbf-504d4a3bac15" providerId="ADAL" clId="{65104DF2-1B45-4C36-9E2A-F89658839DCF}" dt="2024-01-15T19:34:12.903" v="688" actId="478"/>
          <ac:spMkLst>
            <pc:docMk/>
            <pc:sldMk cId="2451305037" sldId="404"/>
            <ac:spMk id="27" creationId="{85710342-0343-4CE7-A7D0-2B8A4E300AD1}"/>
          </ac:spMkLst>
        </pc:spChg>
        <pc:spChg chg="del mod">
          <ac:chgData name="Palit, Tapti" userId="dec6fbcd-7598-406a-8cbf-504d4a3bac15" providerId="ADAL" clId="{65104DF2-1B45-4C36-9E2A-F89658839DCF}" dt="2024-01-15T19:32:33.350" v="672" actId="478"/>
          <ac:spMkLst>
            <pc:docMk/>
            <pc:sldMk cId="2451305037" sldId="404"/>
            <ac:spMk id="33" creationId="{A19E8EDF-6681-42C8-AB61-DCACB7B7EEB5}"/>
          </ac:spMkLst>
        </pc:spChg>
      </pc:sldChg>
      <pc:sldChg chg="addSp delSp modSp mod modClrScheme delAnim modAnim chgLayout">
        <pc:chgData name="Palit, Tapti" userId="dec6fbcd-7598-406a-8cbf-504d4a3bac15" providerId="ADAL" clId="{65104DF2-1B45-4C36-9E2A-F89658839DCF}" dt="2024-01-25T17:51:14.058" v="21951" actId="20577"/>
        <pc:sldMkLst>
          <pc:docMk/>
          <pc:sldMk cId="1685234738" sldId="405"/>
        </pc:sldMkLst>
        <pc:spChg chg="mod ord">
          <ac:chgData name="Palit, Tapti" userId="dec6fbcd-7598-406a-8cbf-504d4a3bac15" providerId="ADAL" clId="{65104DF2-1B45-4C36-9E2A-F89658839DCF}" dt="2024-01-15T19:33:46.855" v="685" actId="700"/>
          <ac:spMkLst>
            <pc:docMk/>
            <pc:sldMk cId="1685234738" sldId="405"/>
            <ac:spMk id="2" creationId="{C3C46814-2A6F-41B6-904E-8EDDD855207C}"/>
          </ac:spMkLst>
        </pc:spChg>
        <pc:spChg chg="add del mod ord">
          <ac:chgData name="Palit, Tapti" userId="dec6fbcd-7598-406a-8cbf-504d4a3bac15" providerId="ADAL" clId="{65104DF2-1B45-4C36-9E2A-F89658839DCF}" dt="2024-01-15T19:33:52.652" v="686" actId="478"/>
          <ac:spMkLst>
            <pc:docMk/>
            <pc:sldMk cId="1685234738" sldId="405"/>
            <ac:spMk id="3" creationId="{39A85237-2D9E-2117-B26B-48BB34E61B77}"/>
          </ac:spMkLst>
        </pc:spChg>
        <pc:spChg chg="mod">
          <ac:chgData name="Palit, Tapti" userId="dec6fbcd-7598-406a-8cbf-504d4a3bac15" providerId="ADAL" clId="{65104DF2-1B45-4C36-9E2A-F89658839DCF}" dt="2024-01-25T17:50:58.635" v="21945"/>
          <ac:spMkLst>
            <pc:docMk/>
            <pc:sldMk cId="1685234738" sldId="405"/>
            <ac:spMk id="3" creationId="{C6F7F3C5-AB15-8F2A-0991-A0F1851DA81A}"/>
          </ac:spMkLst>
        </pc:spChg>
        <pc:spChg chg="mod ord">
          <ac:chgData name="Palit, Tapti" userId="dec6fbcd-7598-406a-8cbf-504d4a3bac15" providerId="ADAL" clId="{65104DF2-1B45-4C36-9E2A-F89658839DCF}" dt="2024-01-15T19:33:46.855" v="685" actId="700"/>
          <ac:spMkLst>
            <pc:docMk/>
            <pc:sldMk cId="1685234738" sldId="405"/>
            <ac:spMk id="4" creationId="{D74339C7-0629-431F-B768-13974CDF31FB}"/>
          </ac:spMkLst>
        </pc:spChg>
        <pc:spChg chg="add mod ord">
          <ac:chgData name="Palit, Tapti" userId="dec6fbcd-7598-406a-8cbf-504d4a3bac15" providerId="ADAL" clId="{65104DF2-1B45-4C36-9E2A-F89658839DCF}" dt="2024-01-15T19:36:16.731" v="713" actId="20577"/>
          <ac:spMkLst>
            <pc:docMk/>
            <pc:sldMk cId="1685234738" sldId="405"/>
            <ac:spMk id="5" creationId="{BB4520A5-D5C2-4C8B-E393-FF328E8079AF}"/>
          </ac:spMkLst>
        </pc:spChg>
        <pc:spChg chg="add mod">
          <ac:chgData name="Palit, Tapti" userId="dec6fbcd-7598-406a-8cbf-504d4a3bac15" providerId="ADAL" clId="{65104DF2-1B45-4C36-9E2A-F89658839DCF}" dt="2024-01-15T19:35:17.744" v="699"/>
          <ac:spMkLst>
            <pc:docMk/>
            <pc:sldMk cId="1685234738" sldId="405"/>
            <ac:spMk id="6" creationId="{DCB9BA92-C301-558A-5FA5-24E36E4F045E}"/>
          </ac:spMkLst>
        </pc:spChg>
        <pc:spChg chg="mod ord">
          <ac:chgData name="Palit, Tapti" userId="dec6fbcd-7598-406a-8cbf-504d4a3bac15" providerId="ADAL" clId="{65104DF2-1B45-4C36-9E2A-F89658839DCF}" dt="2024-01-25T17:51:14.058" v="21951" actId="20577"/>
          <ac:spMkLst>
            <pc:docMk/>
            <pc:sldMk cId="1685234738" sldId="405"/>
            <ac:spMk id="7" creationId="{33AB6CC8-DC61-46CC-85EA-F0510A9E9428}"/>
          </ac:spMkLst>
        </pc:spChg>
        <pc:spChg chg="mod ord">
          <ac:chgData name="Palit, Tapti" userId="dec6fbcd-7598-406a-8cbf-504d4a3bac15" providerId="ADAL" clId="{65104DF2-1B45-4C36-9E2A-F89658839DCF}" dt="2024-01-25T17:51:10.966" v="21949" actId="1076"/>
          <ac:spMkLst>
            <pc:docMk/>
            <pc:sldMk cId="1685234738" sldId="405"/>
            <ac:spMk id="13" creationId="{6C816C7B-C761-4774-A502-C9422A17C47A}"/>
          </ac:spMkLst>
        </pc:spChg>
        <pc:spChg chg="mod ord">
          <ac:chgData name="Palit, Tapti" userId="dec6fbcd-7598-406a-8cbf-504d4a3bac15" providerId="ADAL" clId="{65104DF2-1B45-4C36-9E2A-F89658839DCF}" dt="2024-01-24T19:10:45.601" v="18010" actId="167"/>
          <ac:spMkLst>
            <pc:docMk/>
            <pc:sldMk cId="1685234738" sldId="405"/>
            <ac:spMk id="14" creationId="{A19E8EDF-6681-42C8-AB61-DCACB7B7EEB5}"/>
          </ac:spMkLst>
        </pc:spChg>
        <pc:spChg chg="mod">
          <ac:chgData name="Palit, Tapti" userId="dec6fbcd-7598-406a-8cbf-504d4a3bac15" providerId="ADAL" clId="{65104DF2-1B45-4C36-9E2A-F89658839DCF}" dt="2024-01-25T17:50:29.367" v="21941" actId="1076"/>
          <ac:spMkLst>
            <pc:docMk/>
            <pc:sldMk cId="1685234738" sldId="405"/>
            <ac:spMk id="17" creationId="{12C77919-0D5A-8D95-9BBB-DFE577D3E96C}"/>
          </ac:spMkLst>
        </pc:spChg>
        <pc:spChg chg="mod">
          <ac:chgData name="Palit, Tapti" userId="dec6fbcd-7598-406a-8cbf-504d4a3bac15" providerId="ADAL" clId="{65104DF2-1B45-4C36-9E2A-F89658839DCF}" dt="2024-01-25T17:50:35.615" v="21942" actId="1076"/>
          <ac:spMkLst>
            <pc:docMk/>
            <pc:sldMk cId="1685234738" sldId="405"/>
            <ac:spMk id="18" creationId="{A4918B43-4F92-B92E-34B2-05CC67D534B4}"/>
          </ac:spMkLst>
        </pc:spChg>
        <pc:spChg chg="del mod">
          <ac:chgData name="Palit, Tapti" userId="dec6fbcd-7598-406a-8cbf-504d4a3bac15" providerId="ADAL" clId="{65104DF2-1B45-4C36-9E2A-F89658839DCF}" dt="2024-01-15T19:35:16.740" v="698" actId="478"/>
          <ac:spMkLst>
            <pc:docMk/>
            <pc:sldMk cId="1685234738" sldId="405"/>
            <ac:spMk id="27" creationId="{85710342-0343-4CE7-A7D0-2B8A4E300AD1}"/>
          </ac:spMkLst>
        </pc:spChg>
        <pc:spChg chg="del mod">
          <ac:chgData name="Palit, Tapti" userId="dec6fbcd-7598-406a-8cbf-504d4a3bac15" providerId="ADAL" clId="{65104DF2-1B45-4C36-9E2A-F89658839DCF}" dt="2024-01-15T19:36:09.591" v="709" actId="478"/>
          <ac:spMkLst>
            <pc:docMk/>
            <pc:sldMk cId="1685234738" sldId="405"/>
            <ac:spMk id="39" creationId="{565DBFF6-BA39-4A27-B9BF-CE751CA0C3E8}"/>
          </ac:spMkLst>
        </pc:spChg>
        <pc:cxnChg chg="mod ord">
          <ac:chgData name="Palit, Tapti" userId="dec6fbcd-7598-406a-8cbf-504d4a3bac15" providerId="ADAL" clId="{65104DF2-1B45-4C36-9E2A-F89658839DCF}" dt="2024-01-25T15:51:02.567" v="19054" actId="1076"/>
          <ac:cxnSpMkLst>
            <pc:docMk/>
            <pc:sldMk cId="1685234738" sldId="405"/>
            <ac:cxnSpMk id="9" creationId="{668C176E-ACE4-427C-841B-2B3FA9EF0085}"/>
          </ac:cxnSpMkLst>
        </pc:cxnChg>
        <pc:cxnChg chg="mod ord">
          <ac:chgData name="Palit, Tapti" userId="dec6fbcd-7598-406a-8cbf-504d4a3bac15" providerId="ADAL" clId="{65104DF2-1B45-4C36-9E2A-F89658839DCF}" dt="2024-01-25T15:51:19.698" v="19056" actId="1076"/>
          <ac:cxnSpMkLst>
            <pc:docMk/>
            <pc:sldMk cId="1685234738" sldId="405"/>
            <ac:cxnSpMk id="12" creationId="{FFBFCEE3-529F-4EAA-B0A3-3DA3F86D0913}"/>
          </ac:cxnSpMkLst>
        </pc:cxnChg>
      </pc:sldChg>
      <pc:sldChg chg="modSp">
        <pc:chgData name="Palit, Tapti" userId="dec6fbcd-7598-406a-8cbf-504d4a3bac15" providerId="ADAL" clId="{65104DF2-1B45-4C36-9E2A-F89658839DCF}" dt="2024-01-15T17:57:41.817" v="26"/>
        <pc:sldMkLst>
          <pc:docMk/>
          <pc:sldMk cId="4158974511" sldId="408"/>
        </pc:sldMkLst>
        <pc:spChg chg="mod">
          <ac:chgData name="Palit, Tapti" userId="dec6fbcd-7598-406a-8cbf-504d4a3bac15" providerId="ADAL" clId="{65104DF2-1B45-4C36-9E2A-F89658839DCF}" dt="2024-01-15T17:57:41.817" v="26"/>
          <ac:spMkLst>
            <pc:docMk/>
            <pc:sldMk cId="4158974511" sldId="408"/>
            <ac:spMk id="2" creationId="{A7B9CA2E-A6F3-4003-A1CE-CEE7FFF1A159}"/>
          </ac:spMkLst>
        </pc:spChg>
        <pc:spChg chg="mod">
          <ac:chgData name="Palit, Tapti" userId="dec6fbcd-7598-406a-8cbf-504d4a3bac15" providerId="ADAL" clId="{65104DF2-1B45-4C36-9E2A-F89658839DCF}" dt="2024-01-15T17:57:41.817" v="26"/>
          <ac:spMkLst>
            <pc:docMk/>
            <pc:sldMk cId="4158974511" sldId="408"/>
            <ac:spMk id="4" creationId="{7AE675F1-274A-4707-95E2-FB6DADA59BA1}"/>
          </ac:spMkLst>
        </pc:spChg>
      </pc:sldChg>
      <pc:sldChg chg="modSp mod chgLayout">
        <pc:chgData name="Palit, Tapti" userId="dec6fbcd-7598-406a-8cbf-504d4a3bac15" providerId="ADAL" clId="{65104DF2-1B45-4C36-9E2A-F89658839DCF}" dt="2024-01-15T20:21:48.359" v="1057" actId="2711"/>
        <pc:sldMkLst>
          <pc:docMk/>
          <pc:sldMk cId="199289276" sldId="411"/>
        </pc:sldMkLst>
        <pc:spChg chg="mod ord">
          <ac:chgData name="Palit, Tapti" userId="dec6fbcd-7598-406a-8cbf-504d4a3bac15" providerId="ADAL" clId="{65104DF2-1B45-4C36-9E2A-F89658839DCF}" dt="2024-01-15T18:02:53.069" v="52" actId="700"/>
          <ac:spMkLst>
            <pc:docMk/>
            <pc:sldMk cId="199289276" sldId="411"/>
            <ac:spMk id="2" creationId="{00C5D525-4E6C-4E81-85B7-BCED500C68A1}"/>
          </ac:spMkLst>
        </pc:spChg>
        <pc:spChg chg="mod ord">
          <ac:chgData name="Palit, Tapti" userId="dec6fbcd-7598-406a-8cbf-504d4a3bac15" providerId="ADAL" clId="{65104DF2-1B45-4C36-9E2A-F89658839DCF}" dt="2024-01-15T18:02:53.069" v="52" actId="700"/>
          <ac:spMkLst>
            <pc:docMk/>
            <pc:sldMk cId="199289276" sldId="411"/>
            <ac:spMk id="3" creationId="{95B31981-A593-4AA3-BC52-D0789C7BB5C2}"/>
          </ac:spMkLst>
        </pc:spChg>
        <pc:spChg chg="mod ord">
          <ac:chgData name="Palit, Tapti" userId="dec6fbcd-7598-406a-8cbf-504d4a3bac15" providerId="ADAL" clId="{65104DF2-1B45-4C36-9E2A-F89658839DCF}" dt="2024-01-15T18:02:53.069" v="52" actId="700"/>
          <ac:spMkLst>
            <pc:docMk/>
            <pc:sldMk cId="199289276" sldId="411"/>
            <ac:spMk id="4" creationId="{686F770E-B4EE-4FC6-87B4-49CBB7C80806}"/>
          </ac:spMkLst>
        </pc:spChg>
        <pc:spChg chg="mod">
          <ac:chgData name="Palit, Tapti" userId="dec6fbcd-7598-406a-8cbf-504d4a3bac15" providerId="ADAL" clId="{65104DF2-1B45-4C36-9E2A-F89658839DCF}" dt="2024-01-15T20:13:01.338" v="895" actId="1036"/>
          <ac:spMkLst>
            <pc:docMk/>
            <pc:sldMk cId="199289276" sldId="411"/>
            <ac:spMk id="5" creationId="{C1C5B2B3-B174-4657-91D0-B6D61F2D94FA}"/>
          </ac:spMkLst>
        </pc:spChg>
        <pc:spChg chg="mod">
          <ac:chgData name="Palit, Tapti" userId="dec6fbcd-7598-406a-8cbf-504d4a3bac15" providerId="ADAL" clId="{65104DF2-1B45-4C36-9E2A-F89658839DCF}" dt="2024-01-15T18:28:26.073" v="236" actId="1076"/>
          <ac:spMkLst>
            <pc:docMk/>
            <pc:sldMk cId="199289276" sldId="411"/>
            <ac:spMk id="6" creationId="{B1BF40F1-21B5-47F3-A952-4B16410EB06B}"/>
          </ac:spMkLst>
        </pc:spChg>
        <pc:spChg chg="mod">
          <ac:chgData name="Palit, Tapti" userId="dec6fbcd-7598-406a-8cbf-504d4a3bac15" providerId="ADAL" clId="{65104DF2-1B45-4C36-9E2A-F89658839DCF}" dt="2024-01-15T20:13:01.338" v="895" actId="1036"/>
          <ac:spMkLst>
            <pc:docMk/>
            <pc:sldMk cId="199289276" sldId="411"/>
            <ac:spMk id="11" creationId="{ED271F58-9A60-4571-B63C-7ECCF2854788}"/>
          </ac:spMkLst>
        </pc:spChg>
        <pc:spChg chg="mod">
          <ac:chgData name="Palit, Tapti" userId="dec6fbcd-7598-406a-8cbf-504d4a3bac15" providerId="ADAL" clId="{65104DF2-1B45-4C36-9E2A-F89658839DCF}" dt="2024-01-15T20:13:01.338" v="895" actId="1036"/>
          <ac:spMkLst>
            <pc:docMk/>
            <pc:sldMk cId="199289276" sldId="411"/>
            <ac:spMk id="19" creationId="{7082BB6C-4F82-4F6C-A16F-20C00C338233}"/>
          </ac:spMkLst>
        </pc:spChg>
        <pc:spChg chg="mod">
          <ac:chgData name="Palit, Tapti" userId="dec6fbcd-7598-406a-8cbf-504d4a3bac15" providerId="ADAL" clId="{65104DF2-1B45-4C36-9E2A-F89658839DCF}" dt="2024-01-15T20:13:01.338" v="895" actId="1036"/>
          <ac:spMkLst>
            <pc:docMk/>
            <pc:sldMk cId="199289276" sldId="411"/>
            <ac:spMk id="20" creationId="{DA7994C9-D149-4703-A02F-1C79A16D5E81}"/>
          </ac:spMkLst>
        </pc:spChg>
        <pc:spChg chg="mod">
          <ac:chgData name="Palit, Tapti" userId="dec6fbcd-7598-406a-8cbf-504d4a3bac15" providerId="ADAL" clId="{65104DF2-1B45-4C36-9E2A-F89658839DCF}" dt="2024-01-15T20:13:01.338" v="895" actId="1036"/>
          <ac:spMkLst>
            <pc:docMk/>
            <pc:sldMk cId="199289276" sldId="411"/>
            <ac:spMk id="21" creationId="{AAFDF2AF-D25D-4ACA-9CE7-0AF321FB2299}"/>
          </ac:spMkLst>
        </pc:spChg>
        <pc:spChg chg="mod">
          <ac:chgData name="Palit, Tapti" userId="dec6fbcd-7598-406a-8cbf-504d4a3bac15" providerId="ADAL" clId="{65104DF2-1B45-4C36-9E2A-F89658839DCF}" dt="2024-01-15T20:13:01.338" v="895" actId="1036"/>
          <ac:spMkLst>
            <pc:docMk/>
            <pc:sldMk cId="199289276" sldId="411"/>
            <ac:spMk id="22" creationId="{E3C998F3-FB9D-49EB-8E55-EBF484279180}"/>
          </ac:spMkLst>
        </pc:spChg>
        <pc:spChg chg="mod">
          <ac:chgData name="Palit, Tapti" userId="dec6fbcd-7598-406a-8cbf-504d4a3bac15" providerId="ADAL" clId="{65104DF2-1B45-4C36-9E2A-F89658839DCF}" dt="2024-01-15T20:13:01.338" v="895" actId="1036"/>
          <ac:spMkLst>
            <pc:docMk/>
            <pc:sldMk cId="199289276" sldId="411"/>
            <ac:spMk id="23" creationId="{7F45E808-F19C-4CF3-962B-6A0AEDC5ADB9}"/>
          </ac:spMkLst>
        </pc:spChg>
        <pc:spChg chg="mod">
          <ac:chgData name="Palit, Tapti" userId="dec6fbcd-7598-406a-8cbf-504d4a3bac15" providerId="ADAL" clId="{65104DF2-1B45-4C36-9E2A-F89658839DCF}" dt="2024-01-15T20:21:48.359" v="1057" actId="2711"/>
          <ac:spMkLst>
            <pc:docMk/>
            <pc:sldMk cId="199289276" sldId="411"/>
            <ac:spMk id="24" creationId="{1DB927F3-F30D-4100-9FCE-78020111147D}"/>
          </ac:spMkLst>
        </pc:spChg>
        <pc:grpChg chg="mod">
          <ac:chgData name="Palit, Tapti" userId="dec6fbcd-7598-406a-8cbf-504d4a3bac15" providerId="ADAL" clId="{65104DF2-1B45-4C36-9E2A-F89658839DCF}" dt="2024-01-15T20:13:01.338" v="895" actId="1036"/>
          <ac:grpSpMkLst>
            <pc:docMk/>
            <pc:sldMk cId="199289276" sldId="411"/>
            <ac:grpSpMk id="18" creationId="{0AC83579-B84B-4321-9BDB-32D014E57AD0}"/>
          </ac:grpSpMkLst>
        </pc:grpChg>
        <pc:grpChg chg="mod">
          <ac:chgData name="Palit, Tapti" userId="dec6fbcd-7598-406a-8cbf-504d4a3bac15" providerId="ADAL" clId="{65104DF2-1B45-4C36-9E2A-F89658839DCF}" dt="2024-01-15T20:13:01.338" v="895" actId="1036"/>
          <ac:grpSpMkLst>
            <pc:docMk/>
            <pc:sldMk cId="199289276" sldId="411"/>
            <ac:grpSpMk id="25" creationId="{0D1F8B27-C72E-43B0-81A1-A0325B146D70}"/>
          </ac:grpSpMkLst>
        </pc:grpChg>
        <pc:picChg chg="mod">
          <ac:chgData name="Palit, Tapti" userId="dec6fbcd-7598-406a-8cbf-504d4a3bac15" providerId="ADAL" clId="{65104DF2-1B45-4C36-9E2A-F89658839DCF}" dt="2024-01-15T20:13:01.338" v="895" actId="1036"/>
          <ac:picMkLst>
            <pc:docMk/>
            <pc:sldMk cId="199289276" sldId="411"/>
            <ac:picMk id="11268" creationId="{59B06A5B-035A-4F03-AE28-39A35B968F41}"/>
          </ac:picMkLst>
        </pc:picChg>
      </pc:sldChg>
      <pc:sldChg chg="addSp delSp modSp mod addAnim delAnim modAnim addCm chgLayout modNotesTx">
        <pc:chgData name="Palit, Tapti" userId="dec6fbcd-7598-406a-8cbf-504d4a3bac15" providerId="ADAL" clId="{65104DF2-1B45-4C36-9E2A-F89658839DCF}" dt="2024-01-24T16:19:29.921" v="4388" actId="20577"/>
        <pc:sldMkLst>
          <pc:docMk/>
          <pc:sldMk cId="1023554556" sldId="414"/>
        </pc:sldMkLst>
        <pc:spChg chg="mod ord">
          <ac:chgData name="Palit, Tapti" userId="dec6fbcd-7598-406a-8cbf-504d4a3bac15" providerId="ADAL" clId="{65104DF2-1B45-4C36-9E2A-F89658839DCF}" dt="2024-01-15T18:02:53.069" v="52" actId="700"/>
          <ac:spMkLst>
            <pc:docMk/>
            <pc:sldMk cId="1023554556" sldId="414"/>
            <ac:spMk id="2" creationId="{D7EC638E-4A77-46B8-B32A-298B47F2DEB0}"/>
          </ac:spMkLst>
        </pc:spChg>
        <pc:spChg chg="mod ord">
          <ac:chgData name="Palit, Tapti" userId="dec6fbcd-7598-406a-8cbf-504d4a3bac15" providerId="ADAL" clId="{65104DF2-1B45-4C36-9E2A-F89658839DCF}" dt="2024-01-15T18:02:53.069" v="52" actId="700"/>
          <ac:spMkLst>
            <pc:docMk/>
            <pc:sldMk cId="1023554556" sldId="414"/>
            <ac:spMk id="3" creationId="{DBF81D88-EE7F-4956-ADB0-DA856615FD00}"/>
          </ac:spMkLst>
        </pc:spChg>
        <pc:spChg chg="mod ord">
          <ac:chgData name="Palit, Tapti" userId="dec6fbcd-7598-406a-8cbf-504d4a3bac15" providerId="ADAL" clId="{65104DF2-1B45-4C36-9E2A-F89658839DCF}" dt="2024-01-15T18:02:53.069" v="52" actId="700"/>
          <ac:spMkLst>
            <pc:docMk/>
            <pc:sldMk cId="1023554556" sldId="414"/>
            <ac:spMk id="4" creationId="{51C8A26E-666D-4C70-84CF-ED9A6EADF9F2}"/>
          </ac:spMkLst>
        </pc:spChg>
        <pc:spChg chg="mod">
          <ac:chgData name="Palit, Tapti" userId="dec6fbcd-7598-406a-8cbf-504d4a3bac15" providerId="ADAL" clId="{65104DF2-1B45-4C36-9E2A-F89658839DCF}" dt="2024-01-24T16:16:49.682" v="4100" actId="20577"/>
          <ac:spMkLst>
            <pc:docMk/>
            <pc:sldMk cId="1023554556" sldId="414"/>
            <ac:spMk id="5" creationId="{37885DE4-C986-4E68-AADE-D68B1B46AF70}"/>
          </ac:spMkLst>
        </pc:spChg>
        <pc:spChg chg="mod">
          <ac:chgData name="Palit, Tapti" userId="dec6fbcd-7598-406a-8cbf-504d4a3bac15" providerId="ADAL" clId="{65104DF2-1B45-4C36-9E2A-F89658839DCF}" dt="2024-01-15T20:13:15" v="896" actId="1076"/>
          <ac:spMkLst>
            <pc:docMk/>
            <pc:sldMk cId="1023554556" sldId="414"/>
            <ac:spMk id="11" creationId="{3A253797-5892-40A8-97F5-99B9E56E6B9E}"/>
          </ac:spMkLst>
        </pc:spChg>
        <pc:spChg chg="mod">
          <ac:chgData name="Palit, Tapti" userId="dec6fbcd-7598-406a-8cbf-504d4a3bac15" providerId="ADAL" clId="{65104DF2-1B45-4C36-9E2A-F89658839DCF}" dt="2024-01-15T20:13:15" v="896" actId="1076"/>
          <ac:spMkLst>
            <pc:docMk/>
            <pc:sldMk cId="1023554556" sldId="414"/>
            <ac:spMk id="12" creationId="{307779A8-2D71-450E-9C82-1F2B040B6F6D}"/>
          </ac:spMkLst>
        </pc:spChg>
        <pc:spChg chg="mod">
          <ac:chgData name="Palit, Tapti" userId="dec6fbcd-7598-406a-8cbf-504d4a3bac15" providerId="ADAL" clId="{65104DF2-1B45-4C36-9E2A-F89658839DCF}" dt="2024-01-24T16:14:35.632" v="3885" actId="1076"/>
          <ac:spMkLst>
            <pc:docMk/>
            <pc:sldMk cId="1023554556" sldId="414"/>
            <ac:spMk id="13" creationId="{EADEEE6A-E734-401A-A338-74D7DC987F21}"/>
          </ac:spMkLst>
        </pc:spChg>
        <pc:spChg chg="mod">
          <ac:chgData name="Palit, Tapti" userId="dec6fbcd-7598-406a-8cbf-504d4a3bac15" providerId="ADAL" clId="{65104DF2-1B45-4C36-9E2A-F89658839DCF}" dt="2024-01-24T16:14:41.613" v="3886" actId="1076"/>
          <ac:spMkLst>
            <pc:docMk/>
            <pc:sldMk cId="1023554556" sldId="414"/>
            <ac:spMk id="14" creationId="{9D073A4F-B688-44EA-A006-85A9DA47CDD2}"/>
          </ac:spMkLst>
        </pc:spChg>
        <pc:spChg chg="add del mod">
          <ac:chgData name="Palit, Tapti" userId="dec6fbcd-7598-406a-8cbf-504d4a3bac15" providerId="ADAL" clId="{65104DF2-1B45-4C36-9E2A-F89658839DCF}" dt="2024-01-24T16:13:28.786" v="3835" actId="20577"/>
          <ac:spMkLst>
            <pc:docMk/>
            <pc:sldMk cId="1023554556" sldId="414"/>
            <ac:spMk id="21" creationId="{66EDF730-FCDF-42ED-A8AB-636F1D465A67}"/>
          </ac:spMkLst>
        </pc:spChg>
        <pc:spChg chg="add del mod">
          <ac:chgData name="Palit, Tapti" userId="dec6fbcd-7598-406a-8cbf-504d4a3bac15" providerId="ADAL" clId="{65104DF2-1B45-4C36-9E2A-F89658839DCF}" dt="2024-01-24T16:13:55.056" v="3845" actId="20577"/>
          <ac:spMkLst>
            <pc:docMk/>
            <pc:sldMk cId="1023554556" sldId="414"/>
            <ac:spMk id="22" creationId="{0D881D12-3E67-4A31-9359-291B11F51E09}"/>
          </ac:spMkLst>
        </pc:spChg>
        <pc:spChg chg="add del mod">
          <ac:chgData name="Palit, Tapti" userId="dec6fbcd-7598-406a-8cbf-504d4a3bac15" providerId="ADAL" clId="{65104DF2-1B45-4C36-9E2A-F89658839DCF}" dt="2024-01-24T16:13:56.453" v="3846" actId="20577"/>
          <ac:spMkLst>
            <pc:docMk/>
            <pc:sldMk cId="1023554556" sldId="414"/>
            <ac:spMk id="23" creationId="{0383CD93-AF2E-48AF-A5E6-32C7C37E3F67}"/>
          </ac:spMkLst>
        </pc:spChg>
        <pc:spChg chg="mod">
          <ac:chgData name="Palit, Tapti" userId="dec6fbcd-7598-406a-8cbf-504d4a3bac15" providerId="ADAL" clId="{65104DF2-1B45-4C36-9E2A-F89658839DCF}" dt="2024-01-24T16:13:57.457" v="3847" actId="20577"/>
          <ac:spMkLst>
            <pc:docMk/>
            <pc:sldMk cId="1023554556" sldId="414"/>
            <ac:spMk id="24" creationId="{B644D6F6-FE2B-44BD-A4D3-865491AB3BCC}"/>
          </ac:spMkLst>
        </pc:spChg>
        <pc:grpChg chg="mod">
          <ac:chgData name="Palit, Tapti" userId="dec6fbcd-7598-406a-8cbf-504d4a3bac15" providerId="ADAL" clId="{65104DF2-1B45-4C36-9E2A-F89658839DCF}" dt="2024-01-15T20:13:15" v="896" actId="1076"/>
          <ac:grpSpMkLst>
            <pc:docMk/>
            <pc:sldMk cId="1023554556" sldId="414"/>
            <ac:grpSpMk id="6" creationId="{D3DE4E95-FCFE-423F-AF5B-57B24AD07CBF}"/>
          </ac:grpSpMkLst>
        </pc:grpChg>
        <pc:cxnChg chg="mod">
          <ac:chgData name="Palit, Tapti" userId="dec6fbcd-7598-406a-8cbf-504d4a3bac15" providerId="ADAL" clId="{65104DF2-1B45-4C36-9E2A-F89658839DCF}" dt="2024-01-15T20:13:15" v="896" actId="1076"/>
          <ac:cxnSpMkLst>
            <pc:docMk/>
            <pc:sldMk cId="1023554556" sldId="414"/>
            <ac:cxnSpMk id="28" creationId="{E6E223DF-D02B-4834-963B-5E938CD87B72}"/>
          </ac:cxnSpMkLst>
        </pc:cxnChg>
        <pc:cxnChg chg="mod">
          <ac:chgData name="Palit, Tapti" userId="dec6fbcd-7598-406a-8cbf-504d4a3bac15" providerId="ADAL" clId="{65104DF2-1B45-4C36-9E2A-F89658839DCF}" dt="2024-01-24T16:13:24.076" v="3833" actId="478"/>
          <ac:cxnSpMkLst>
            <pc:docMk/>
            <pc:sldMk cId="1023554556" sldId="414"/>
            <ac:cxnSpMk id="29" creationId="{33DEA4C3-FC88-E5B1-B4E2-8179CA36BD80}"/>
          </ac:cxnSpMkLst>
        </pc:cxnChg>
        <pc:cxnChg chg="mod">
          <ac:chgData name="Palit, Tapti" userId="dec6fbcd-7598-406a-8cbf-504d4a3bac15" providerId="ADAL" clId="{65104DF2-1B45-4C36-9E2A-F89658839DCF}" dt="2024-01-15T20:13:15" v="896" actId="1076"/>
          <ac:cxnSpMkLst>
            <pc:docMk/>
            <pc:sldMk cId="1023554556" sldId="414"/>
            <ac:cxnSpMk id="30" creationId="{4E018D42-B962-4D61-ADCA-86B11258DDC9}"/>
          </ac:cxnSpMkLst>
        </pc:cxnChg>
        <pc:cxnChg chg="mod">
          <ac:chgData name="Palit, Tapti" userId="dec6fbcd-7598-406a-8cbf-504d4a3bac15" providerId="ADAL" clId="{65104DF2-1B45-4C36-9E2A-F89658839DCF}" dt="2024-01-15T20:13:15" v="896" actId="1076"/>
          <ac:cxnSpMkLst>
            <pc:docMk/>
            <pc:sldMk cId="1023554556" sldId="414"/>
            <ac:cxnSpMk id="35" creationId="{D2D11B60-DB28-4FC9-974C-8E2CB8372BF2}"/>
          </ac:cxnSpMkLst>
        </pc:cxnChg>
        <pc:cxnChg chg="mod">
          <ac:chgData name="Palit, Tapti" userId="dec6fbcd-7598-406a-8cbf-504d4a3bac15" providerId="ADAL" clId="{65104DF2-1B45-4C36-9E2A-F89658839DCF}" dt="2024-01-15T20:13:15" v="896" actId="1076"/>
          <ac:cxnSpMkLst>
            <pc:docMk/>
            <pc:sldMk cId="1023554556" sldId="414"/>
            <ac:cxnSpMk id="40" creationId="{BF27E49E-A414-41FF-8AC0-1A7E174837E8}"/>
          </ac:cxnSpMkLst>
        </pc:cxnChg>
        <pc:cxnChg chg="mod">
          <ac:chgData name="Palit, Tapti" userId="dec6fbcd-7598-406a-8cbf-504d4a3bac15" providerId="ADAL" clId="{65104DF2-1B45-4C36-9E2A-F89658839DCF}" dt="2024-01-15T20:13:15" v="896" actId="1076"/>
          <ac:cxnSpMkLst>
            <pc:docMk/>
            <pc:sldMk cId="1023554556" sldId="414"/>
            <ac:cxnSpMk id="43" creationId="{A1F37D70-CFDE-44D8-B84F-201ED3B14B56}"/>
          </ac:cxnSpMkLst>
        </pc:cxnChg>
        <pc:cxnChg chg="mod">
          <ac:chgData name="Palit, Tapti" userId="dec6fbcd-7598-406a-8cbf-504d4a3bac15" providerId="ADAL" clId="{65104DF2-1B45-4C36-9E2A-F89658839DCF}" dt="2024-01-24T16:13:23.801" v="3832" actId="478"/>
          <ac:cxnSpMkLst>
            <pc:docMk/>
            <pc:sldMk cId="1023554556" sldId="414"/>
            <ac:cxnSpMk id="49" creationId="{3781A8FE-3786-4F7D-9240-6DFF24667ECD}"/>
          </ac:cxnSpMkLst>
        </pc:cxn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65104DF2-1B45-4C36-9E2A-F89658839DCF}" dt="2024-01-15T19:17:49.500" v="541"/>
              <pc2:cmMkLst xmlns:pc2="http://schemas.microsoft.com/office/powerpoint/2019/9/main/command">
                <pc:docMk/>
                <pc:sldMk cId="1023554556" sldId="414"/>
                <pc2:cmMk id="{4B415417-601E-461B-B136-DE8FA05D3412}"/>
              </pc2:cmMkLst>
            </pc226:cmChg>
          </p:ext>
        </pc:extLst>
      </pc:sldChg>
      <pc:sldChg chg="modSp mod">
        <pc:chgData name="Palit, Tapti" userId="dec6fbcd-7598-406a-8cbf-504d4a3bac15" providerId="ADAL" clId="{65104DF2-1B45-4C36-9E2A-F89658839DCF}" dt="2024-01-15T17:57:41.817" v="26"/>
        <pc:sldMkLst>
          <pc:docMk/>
          <pc:sldMk cId="1528885679" sldId="415"/>
        </pc:sldMkLst>
        <pc:spChg chg="mod">
          <ac:chgData name="Palit, Tapti" userId="dec6fbcd-7598-406a-8cbf-504d4a3bac15" providerId="ADAL" clId="{65104DF2-1B45-4C36-9E2A-F89658839DCF}" dt="2024-01-15T17:57:41.817" v="26"/>
          <ac:spMkLst>
            <pc:docMk/>
            <pc:sldMk cId="1528885679" sldId="415"/>
            <ac:spMk id="2" creationId="{D7EC638E-4A77-46B8-B32A-298B47F2DEB0}"/>
          </ac:spMkLst>
        </pc:spChg>
        <pc:spChg chg="mod">
          <ac:chgData name="Palit, Tapti" userId="dec6fbcd-7598-406a-8cbf-504d4a3bac15" providerId="ADAL" clId="{65104DF2-1B45-4C36-9E2A-F89658839DCF}" dt="2024-01-15T17:57:41.817" v="26"/>
          <ac:spMkLst>
            <pc:docMk/>
            <pc:sldMk cId="1528885679" sldId="415"/>
            <ac:spMk id="3" creationId="{DBF81D88-EE7F-4956-ADB0-DA856615FD00}"/>
          </ac:spMkLst>
        </pc:spChg>
        <pc:spChg chg="mod">
          <ac:chgData name="Palit, Tapti" userId="dec6fbcd-7598-406a-8cbf-504d4a3bac15" providerId="ADAL" clId="{65104DF2-1B45-4C36-9E2A-F89658839DCF}" dt="2024-01-15T17:57:41.817" v="26"/>
          <ac:spMkLst>
            <pc:docMk/>
            <pc:sldMk cId="1528885679" sldId="415"/>
            <ac:spMk id="4" creationId="{51C8A26E-666D-4C70-84CF-ED9A6EADF9F2}"/>
          </ac:spMkLst>
        </pc:spChg>
      </pc:sldChg>
      <pc:sldChg chg="modSp mod chgLayout modNotesTx">
        <pc:chgData name="Palit, Tapti" userId="dec6fbcd-7598-406a-8cbf-504d4a3bac15" providerId="ADAL" clId="{65104DF2-1B45-4C36-9E2A-F89658839DCF}" dt="2024-01-24T16:27:24.474" v="5157" actId="20577"/>
        <pc:sldMkLst>
          <pc:docMk/>
          <pc:sldMk cId="661449558" sldId="416"/>
        </pc:sldMkLst>
        <pc:spChg chg="mod ord">
          <ac:chgData name="Palit, Tapti" userId="dec6fbcd-7598-406a-8cbf-504d4a3bac15" providerId="ADAL" clId="{65104DF2-1B45-4C36-9E2A-F89658839DCF}" dt="2024-01-15T18:02:53.069" v="52" actId="700"/>
          <ac:spMkLst>
            <pc:docMk/>
            <pc:sldMk cId="661449558" sldId="416"/>
            <ac:spMk id="2" creationId="{D7EC638E-4A77-46B8-B32A-298B47F2DEB0}"/>
          </ac:spMkLst>
        </pc:spChg>
        <pc:spChg chg="mod ord">
          <ac:chgData name="Palit, Tapti" userId="dec6fbcd-7598-406a-8cbf-504d4a3bac15" providerId="ADAL" clId="{65104DF2-1B45-4C36-9E2A-F89658839DCF}" dt="2024-01-15T18:02:53.069" v="52" actId="700"/>
          <ac:spMkLst>
            <pc:docMk/>
            <pc:sldMk cId="661449558" sldId="416"/>
            <ac:spMk id="3" creationId="{DBF81D88-EE7F-4956-ADB0-DA856615FD00}"/>
          </ac:spMkLst>
        </pc:spChg>
        <pc:spChg chg="mod ord">
          <ac:chgData name="Palit, Tapti" userId="dec6fbcd-7598-406a-8cbf-504d4a3bac15" providerId="ADAL" clId="{65104DF2-1B45-4C36-9E2A-F89658839DCF}" dt="2024-01-15T18:02:53.069" v="52" actId="700"/>
          <ac:spMkLst>
            <pc:docMk/>
            <pc:sldMk cId="661449558" sldId="416"/>
            <ac:spMk id="4" creationId="{51C8A26E-666D-4C70-84CF-ED9A6EADF9F2}"/>
          </ac:spMkLst>
        </pc:spChg>
      </pc:sldChg>
      <pc:sldChg chg="delSp modSp mod delAnim">
        <pc:chgData name="Palit, Tapti" userId="dec6fbcd-7598-406a-8cbf-504d4a3bac15" providerId="ADAL" clId="{65104DF2-1B45-4C36-9E2A-F89658839DCF}" dt="2024-01-25T17:44:21.798" v="21801" actId="478"/>
        <pc:sldMkLst>
          <pc:docMk/>
          <pc:sldMk cId="2399780863" sldId="416"/>
        </pc:sldMkLst>
        <pc:spChg chg="mod">
          <ac:chgData name="Palit, Tapti" userId="dec6fbcd-7598-406a-8cbf-504d4a3bac15" providerId="ADAL" clId="{65104DF2-1B45-4C36-9E2A-F89658839DCF}" dt="2024-01-25T17:42:17.320" v="21790" actId="20577"/>
          <ac:spMkLst>
            <pc:docMk/>
            <pc:sldMk cId="2399780863" sldId="416"/>
            <ac:spMk id="2" creationId="{D7EC638E-4A77-46B8-B32A-298B47F2DEB0}"/>
          </ac:spMkLst>
        </pc:spChg>
        <pc:graphicFrameChg chg="del mod modGraphic">
          <ac:chgData name="Palit, Tapti" userId="dec6fbcd-7598-406a-8cbf-504d4a3bac15" providerId="ADAL" clId="{65104DF2-1B45-4C36-9E2A-F89658839DCF}" dt="2024-01-25T17:44:21.798" v="21801" actId="478"/>
          <ac:graphicFrameMkLst>
            <pc:docMk/>
            <pc:sldMk cId="2399780863" sldId="416"/>
            <ac:graphicFrameMk id="32" creationId="{662E3E91-EC1F-FAC9-6710-BA112B8C33B9}"/>
          </ac:graphicFrameMkLst>
        </pc:graphicFrameChg>
      </pc:sldChg>
      <pc:sldChg chg="addSp delSp modSp mod chgLayout">
        <pc:chgData name="Palit, Tapti" userId="dec6fbcd-7598-406a-8cbf-504d4a3bac15" providerId="ADAL" clId="{65104DF2-1B45-4C36-9E2A-F89658839DCF}" dt="2024-02-06T19:43:44.917" v="26687" actId="20577"/>
        <pc:sldMkLst>
          <pc:docMk/>
          <pc:sldMk cId="1393023288" sldId="419"/>
        </pc:sldMkLst>
        <pc:spChg chg="del mod">
          <ac:chgData name="Palit, Tapti" userId="dec6fbcd-7598-406a-8cbf-504d4a3bac15" providerId="ADAL" clId="{65104DF2-1B45-4C36-9E2A-F89658839DCF}" dt="2024-01-15T18:02:53.069" v="52" actId="700"/>
          <ac:spMkLst>
            <pc:docMk/>
            <pc:sldMk cId="1393023288" sldId="419"/>
            <ac:spMk id="2" creationId="{E31E00BF-C3D2-4CCB-A104-B8B6E70C7969}"/>
          </ac:spMkLst>
        </pc:spChg>
        <pc:spChg chg="mod">
          <ac:chgData name="Palit, Tapti" userId="dec6fbcd-7598-406a-8cbf-504d4a3bac15" providerId="ADAL" clId="{65104DF2-1B45-4C36-9E2A-F89658839DCF}" dt="2024-02-06T19:43:44.917" v="26687" actId="20577"/>
          <ac:spMkLst>
            <pc:docMk/>
            <pc:sldMk cId="1393023288" sldId="419"/>
            <ac:spMk id="2" creationId="{F7914E2D-B9F4-CBB6-71B1-BAAC6E4E1992}"/>
          </ac:spMkLst>
        </pc:spChg>
        <pc:spChg chg="mod ord">
          <ac:chgData name="Palit, Tapti" userId="dec6fbcd-7598-406a-8cbf-504d4a3bac15" providerId="ADAL" clId="{65104DF2-1B45-4C36-9E2A-F89658839DCF}" dt="2024-01-15T18:32:13.291" v="299" actId="255"/>
          <ac:spMkLst>
            <pc:docMk/>
            <pc:sldMk cId="1393023288" sldId="419"/>
            <ac:spMk id="3" creationId="{486067F6-CB16-49D0-86A6-11E507E8A7C7}"/>
          </ac:spMkLst>
        </pc:spChg>
        <pc:spChg chg="mod ord">
          <ac:chgData name="Palit, Tapti" userId="dec6fbcd-7598-406a-8cbf-504d4a3bac15" providerId="ADAL" clId="{65104DF2-1B45-4C36-9E2A-F89658839DCF}" dt="2024-01-15T18:02:53.069" v="52" actId="700"/>
          <ac:spMkLst>
            <pc:docMk/>
            <pc:sldMk cId="1393023288" sldId="419"/>
            <ac:spMk id="4" creationId="{1A7AC2C0-80DA-47AD-87A5-54ADD943E728}"/>
          </ac:spMkLst>
        </pc:spChg>
        <pc:spChg chg="add del mod ord">
          <ac:chgData name="Palit, Tapti" userId="dec6fbcd-7598-406a-8cbf-504d4a3bac15" providerId="ADAL" clId="{65104DF2-1B45-4C36-9E2A-F89658839DCF}" dt="2024-01-15T18:32:06.487" v="298" actId="478"/>
          <ac:spMkLst>
            <pc:docMk/>
            <pc:sldMk cId="1393023288" sldId="419"/>
            <ac:spMk id="5" creationId="{B848C65E-644B-D7E8-5020-CA67D45FAEAB}"/>
          </ac:spMkLst>
        </pc:spChg>
      </pc:sldChg>
      <pc:sldChg chg="addSp delSp modSp mod modClrScheme delAnim chgLayout">
        <pc:chgData name="Palit, Tapti" userId="dec6fbcd-7598-406a-8cbf-504d4a3bac15" providerId="ADAL" clId="{65104DF2-1B45-4C36-9E2A-F89658839DCF}" dt="2024-01-15T21:45:56.931" v="1166" actId="478"/>
        <pc:sldMkLst>
          <pc:docMk/>
          <pc:sldMk cId="2278079750" sldId="421"/>
        </pc:sldMkLst>
        <pc:spChg chg="mod ord">
          <ac:chgData name="Palit, Tapti" userId="dec6fbcd-7598-406a-8cbf-504d4a3bac15" providerId="ADAL" clId="{65104DF2-1B45-4C36-9E2A-F89658839DCF}" dt="2024-01-15T19:16:59.866" v="535" actId="700"/>
          <ac:spMkLst>
            <pc:docMk/>
            <pc:sldMk cId="2278079750" sldId="421"/>
            <ac:spMk id="2" creationId="{8BE65D22-BD8E-49FF-936F-0E60B37C4A1C}"/>
          </ac:spMkLst>
        </pc:spChg>
        <pc:spChg chg="mod ord">
          <ac:chgData name="Palit, Tapti" userId="dec6fbcd-7598-406a-8cbf-504d4a3bac15" providerId="ADAL" clId="{65104DF2-1B45-4C36-9E2A-F89658839DCF}" dt="2024-01-15T19:16:59.866" v="535" actId="700"/>
          <ac:spMkLst>
            <pc:docMk/>
            <pc:sldMk cId="2278079750" sldId="421"/>
            <ac:spMk id="4" creationId="{E0D8E777-DFC7-4491-B604-F34BF8A3EF01}"/>
          </ac:spMkLst>
        </pc:spChg>
        <pc:spChg chg="add del mod ord">
          <ac:chgData name="Palit, Tapti" userId="dec6fbcd-7598-406a-8cbf-504d4a3bac15" providerId="ADAL" clId="{65104DF2-1B45-4C36-9E2A-F89658839DCF}" dt="2024-01-15T19:16:59.866" v="535" actId="700"/>
          <ac:spMkLst>
            <pc:docMk/>
            <pc:sldMk cId="2278079750" sldId="421"/>
            <ac:spMk id="5" creationId="{5D958AA0-4C5C-F691-E7F0-CB2A2DC330E3}"/>
          </ac:spMkLst>
        </pc:spChg>
        <pc:spChg chg="add del mod ord">
          <ac:chgData name="Palit, Tapti" userId="dec6fbcd-7598-406a-8cbf-504d4a3bac15" providerId="ADAL" clId="{65104DF2-1B45-4C36-9E2A-F89658839DCF}" dt="2024-01-15T21:45:56.931" v="1166" actId="478"/>
          <ac:spMkLst>
            <pc:docMk/>
            <pc:sldMk cId="2278079750" sldId="421"/>
            <ac:spMk id="6" creationId="{2F8F612D-81D5-3052-E151-A3822964EF69}"/>
          </ac:spMkLst>
        </pc:spChg>
        <pc:spChg chg="add mod ord">
          <ac:chgData name="Palit, Tapti" userId="dec6fbcd-7598-406a-8cbf-504d4a3bac15" providerId="ADAL" clId="{65104DF2-1B45-4C36-9E2A-F89658839DCF}" dt="2024-01-15T19:17:05.265" v="538" actId="20577"/>
          <ac:spMkLst>
            <pc:docMk/>
            <pc:sldMk cId="2278079750" sldId="421"/>
            <ac:spMk id="12" creationId="{93F0A6AC-6728-5D7A-B913-EC7E3BE090BE}"/>
          </ac:spMkLst>
        </pc:spChg>
        <pc:spChg chg="del mod">
          <ac:chgData name="Palit, Tapti" userId="dec6fbcd-7598-406a-8cbf-504d4a3bac15" providerId="ADAL" clId="{65104DF2-1B45-4C36-9E2A-F89658839DCF}" dt="2024-01-15T19:17:07.221" v="539" actId="478"/>
          <ac:spMkLst>
            <pc:docMk/>
            <pc:sldMk cId="2278079750" sldId="421"/>
            <ac:spMk id="86" creationId="{15196F9A-6CF6-4717-943A-4BC0899C52C6}"/>
          </ac:spMkLst>
        </pc:spChg>
      </pc:sldChg>
      <pc:sldChg chg="modSp">
        <pc:chgData name="Palit, Tapti" userId="dec6fbcd-7598-406a-8cbf-504d4a3bac15" providerId="ADAL" clId="{65104DF2-1B45-4C36-9E2A-F89658839DCF}" dt="2024-01-15T17:57:41.817" v="26"/>
        <pc:sldMkLst>
          <pc:docMk/>
          <pc:sldMk cId="747957901" sldId="422"/>
        </pc:sldMkLst>
        <pc:spChg chg="mod">
          <ac:chgData name="Palit, Tapti" userId="dec6fbcd-7598-406a-8cbf-504d4a3bac15" providerId="ADAL" clId="{65104DF2-1B45-4C36-9E2A-F89658839DCF}" dt="2024-01-15T17:57:41.817" v="26"/>
          <ac:spMkLst>
            <pc:docMk/>
            <pc:sldMk cId="747957901" sldId="422"/>
            <ac:spMk id="4" creationId="{E2684A87-57C5-49B9-B587-83D47997FCE4}"/>
          </ac:spMkLst>
        </pc:spChg>
        <pc:spChg chg="mod">
          <ac:chgData name="Palit, Tapti" userId="dec6fbcd-7598-406a-8cbf-504d4a3bac15" providerId="ADAL" clId="{65104DF2-1B45-4C36-9E2A-F89658839DCF}" dt="2024-01-15T17:57:41.817" v="26"/>
          <ac:spMkLst>
            <pc:docMk/>
            <pc:sldMk cId="747957901" sldId="422"/>
            <ac:spMk id="12" creationId="{993F8E0C-7333-41D8-82CC-09205A3E5DDF}"/>
          </ac:spMkLst>
        </pc:spChg>
      </pc:sldChg>
      <pc:sldChg chg="modSp">
        <pc:chgData name="Palit, Tapti" userId="dec6fbcd-7598-406a-8cbf-504d4a3bac15" providerId="ADAL" clId="{65104DF2-1B45-4C36-9E2A-F89658839DCF}" dt="2024-01-15T17:57:41.817" v="26"/>
        <pc:sldMkLst>
          <pc:docMk/>
          <pc:sldMk cId="3605086080" sldId="423"/>
        </pc:sldMkLst>
        <pc:spChg chg="mod">
          <ac:chgData name="Palit, Tapti" userId="dec6fbcd-7598-406a-8cbf-504d4a3bac15" providerId="ADAL" clId="{65104DF2-1B45-4C36-9E2A-F89658839DCF}" dt="2024-01-15T17:57:41.817" v="26"/>
          <ac:spMkLst>
            <pc:docMk/>
            <pc:sldMk cId="3605086080" sldId="423"/>
            <ac:spMk id="2" creationId="{B5365C4F-3CF1-43F6-9530-F243B925DF98}"/>
          </ac:spMkLst>
        </pc:spChg>
        <pc:spChg chg="mod">
          <ac:chgData name="Palit, Tapti" userId="dec6fbcd-7598-406a-8cbf-504d4a3bac15" providerId="ADAL" clId="{65104DF2-1B45-4C36-9E2A-F89658839DCF}" dt="2024-01-15T17:57:41.817" v="26"/>
          <ac:spMkLst>
            <pc:docMk/>
            <pc:sldMk cId="3605086080" sldId="423"/>
            <ac:spMk id="3" creationId="{5100A295-7AFE-4FE8-94A3-8D276BFFCAB9}"/>
          </ac:spMkLst>
        </pc:spChg>
        <pc:spChg chg="mod">
          <ac:chgData name="Palit, Tapti" userId="dec6fbcd-7598-406a-8cbf-504d4a3bac15" providerId="ADAL" clId="{65104DF2-1B45-4C36-9E2A-F89658839DCF}" dt="2024-01-15T17:57:41.817" v="26"/>
          <ac:spMkLst>
            <pc:docMk/>
            <pc:sldMk cId="3605086080" sldId="423"/>
            <ac:spMk id="4" creationId="{E2684A87-57C5-49B9-B587-83D47997FCE4}"/>
          </ac:spMkLst>
        </pc:spChg>
      </pc:sldChg>
      <pc:sldChg chg="addSp delSp modSp mod modClrScheme delAnim chgLayout">
        <pc:chgData name="Palit, Tapti" userId="dec6fbcd-7598-406a-8cbf-504d4a3bac15" providerId="ADAL" clId="{65104DF2-1B45-4C36-9E2A-F89658839DCF}" dt="2024-01-15T19:18:37.884" v="550" actId="20577"/>
        <pc:sldMkLst>
          <pc:docMk/>
          <pc:sldMk cId="3864528504" sldId="424"/>
        </pc:sldMkLst>
        <pc:spChg chg="mod ord">
          <ac:chgData name="Palit, Tapti" userId="dec6fbcd-7598-406a-8cbf-504d4a3bac15" providerId="ADAL" clId="{65104DF2-1B45-4C36-9E2A-F89658839DCF}" dt="2024-01-15T19:18:28.875" v="546" actId="700"/>
          <ac:spMkLst>
            <pc:docMk/>
            <pc:sldMk cId="3864528504" sldId="424"/>
            <ac:spMk id="2" creationId="{D9A69A7A-F324-44E2-A7BA-87B689E34CB2}"/>
          </ac:spMkLst>
        </pc:spChg>
        <pc:spChg chg="mod ord">
          <ac:chgData name="Palit, Tapti" userId="dec6fbcd-7598-406a-8cbf-504d4a3bac15" providerId="ADAL" clId="{65104DF2-1B45-4C36-9E2A-F89658839DCF}" dt="2024-01-15T19:18:28.875" v="546" actId="700"/>
          <ac:spMkLst>
            <pc:docMk/>
            <pc:sldMk cId="3864528504" sldId="424"/>
            <ac:spMk id="3" creationId="{CCF652AC-329E-4466-8DFB-7B5943F5D73C}"/>
          </ac:spMkLst>
        </pc:spChg>
        <pc:spChg chg="mod ord">
          <ac:chgData name="Palit, Tapti" userId="dec6fbcd-7598-406a-8cbf-504d4a3bac15" providerId="ADAL" clId="{65104DF2-1B45-4C36-9E2A-F89658839DCF}" dt="2024-01-15T19:18:28.875" v="546" actId="700"/>
          <ac:spMkLst>
            <pc:docMk/>
            <pc:sldMk cId="3864528504" sldId="424"/>
            <ac:spMk id="4" creationId="{9ED004C1-E6E4-4280-8C88-31CB6685D77F}"/>
          </ac:spMkLst>
        </pc:spChg>
        <pc:spChg chg="add mod ord">
          <ac:chgData name="Palit, Tapti" userId="dec6fbcd-7598-406a-8cbf-504d4a3bac15" providerId="ADAL" clId="{65104DF2-1B45-4C36-9E2A-F89658839DCF}" dt="2024-01-15T19:18:37.884" v="550" actId="20577"/>
          <ac:spMkLst>
            <pc:docMk/>
            <pc:sldMk cId="3864528504" sldId="424"/>
            <ac:spMk id="5" creationId="{4C723FA2-36EC-13D8-5C16-F54EF86DAAA3}"/>
          </ac:spMkLst>
        </pc:spChg>
        <pc:spChg chg="mod">
          <ac:chgData name="Palit, Tapti" userId="dec6fbcd-7598-406a-8cbf-504d4a3bac15" providerId="ADAL" clId="{65104DF2-1B45-4C36-9E2A-F89658839DCF}" dt="2024-01-15T18:30:45.670" v="271" actId="255"/>
          <ac:spMkLst>
            <pc:docMk/>
            <pc:sldMk cId="3864528504" sldId="424"/>
            <ac:spMk id="7" creationId="{43044E65-69F9-46E9-9B89-354EA801A3A8}"/>
          </ac:spMkLst>
        </pc:spChg>
        <pc:spChg chg="mod">
          <ac:chgData name="Palit, Tapti" userId="dec6fbcd-7598-406a-8cbf-504d4a3bac15" providerId="ADAL" clId="{65104DF2-1B45-4C36-9E2A-F89658839DCF}" dt="2024-01-15T18:30:49.256" v="272" actId="255"/>
          <ac:spMkLst>
            <pc:docMk/>
            <pc:sldMk cId="3864528504" sldId="424"/>
            <ac:spMk id="9" creationId="{C836A5CB-75C1-4436-AD02-32E29AD5FE4E}"/>
          </ac:spMkLst>
        </pc:spChg>
        <pc:spChg chg="mod">
          <ac:chgData name="Palit, Tapti" userId="dec6fbcd-7598-406a-8cbf-504d4a3bac15" providerId="ADAL" clId="{65104DF2-1B45-4C36-9E2A-F89658839DCF}" dt="2024-01-15T18:30:56.333" v="274" actId="14100"/>
          <ac:spMkLst>
            <pc:docMk/>
            <pc:sldMk cId="3864528504" sldId="424"/>
            <ac:spMk id="10" creationId="{58A38D7B-941B-43E6-AA17-EB48EFC7A14C}"/>
          </ac:spMkLst>
        </pc:spChg>
        <pc:spChg chg="del mod">
          <ac:chgData name="Palit, Tapti" userId="dec6fbcd-7598-406a-8cbf-504d4a3bac15" providerId="ADAL" clId="{65104DF2-1B45-4C36-9E2A-F89658839DCF}" dt="2024-01-15T19:18:33.695" v="548" actId="478"/>
          <ac:spMkLst>
            <pc:docMk/>
            <pc:sldMk cId="3864528504" sldId="424"/>
            <ac:spMk id="12" creationId="{37514BC4-67AA-4FDB-BD60-0B94778C5F53}"/>
          </ac:spMkLst>
        </pc:spChg>
      </pc:sldChg>
      <pc:sldChg chg="addSp modSp del mod chgLayout modNotesTx">
        <pc:chgData name="Palit, Tapti" userId="dec6fbcd-7598-406a-8cbf-504d4a3bac15" providerId="ADAL" clId="{65104DF2-1B45-4C36-9E2A-F89658839DCF}" dt="2024-01-25T17:51:54.626" v="21997" actId="2696"/>
        <pc:sldMkLst>
          <pc:docMk/>
          <pc:sldMk cId="1389410658" sldId="426"/>
        </pc:sldMkLst>
        <pc:spChg chg="add mod ord">
          <ac:chgData name="Palit, Tapti" userId="dec6fbcd-7598-406a-8cbf-504d4a3bac15" providerId="ADAL" clId="{65104DF2-1B45-4C36-9E2A-F89658839DCF}" dt="2024-01-15T18:02:53.069" v="52" actId="700"/>
          <ac:spMkLst>
            <pc:docMk/>
            <pc:sldMk cId="1389410658" sldId="426"/>
            <ac:spMk id="2" creationId="{8610DD81-EC90-1499-B210-A2462529730E}"/>
          </ac:spMkLst>
        </pc:spChg>
        <pc:spChg chg="mod ord">
          <ac:chgData name="Palit, Tapti" userId="dec6fbcd-7598-406a-8cbf-504d4a3bac15" providerId="ADAL" clId="{65104DF2-1B45-4C36-9E2A-F89658839DCF}" dt="2024-01-15T18:02:53.069" v="52" actId="700"/>
          <ac:spMkLst>
            <pc:docMk/>
            <pc:sldMk cId="1389410658" sldId="426"/>
            <ac:spMk id="3" creationId="{486067F6-CB16-49D0-86A6-11E507E8A7C7}"/>
          </ac:spMkLst>
        </pc:spChg>
        <pc:spChg chg="mod ord">
          <ac:chgData name="Palit, Tapti" userId="dec6fbcd-7598-406a-8cbf-504d4a3bac15" providerId="ADAL" clId="{65104DF2-1B45-4C36-9E2A-F89658839DCF}" dt="2024-01-15T18:02:53.069" v="52" actId="700"/>
          <ac:spMkLst>
            <pc:docMk/>
            <pc:sldMk cId="1389410658" sldId="426"/>
            <ac:spMk id="4" creationId="{1A7AC2C0-80DA-47AD-87A5-54ADD943E728}"/>
          </ac:spMkLst>
        </pc:spChg>
      </pc:sldChg>
      <pc:sldChg chg="add mod modShow">
        <pc:chgData name="Palit, Tapti" userId="dec6fbcd-7598-406a-8cbf-504d4a3bac15" providerId="ADAL" clId="{65104DF2-1B45-4C36-9E2A-F89658839DCF}" dt="2024-01-25T17:52:01.059" v="21999" actId="729"/>
        <pc:sldMkLst>
          <pc:docMk/>
          <pc:sldMk cId="1612530128" sldId="426"/>
        </pc:sldMkLst>
      </pc:sldChg>
      <pc:sldChg chg="modSp mod">
        <pc:chgData name="Palit, Tapti" userId="dec6fbcd-7598-406a-8cbf-504d4a3bac15" providerId="ADAL" clId="{65104DF2-1B45-4C36-9E2A-F89658839DCF}" dt="2024-01-15T17:57:41.817" v="26"/>
        <pc:sldMkLst>
          <pc:docMk/>
          <pc:sldMk cId="3805463408" sldId="427"/>
        </pc:sldMkLst>
        <pc:spChg chg="mod">
          <ac:chgData name="Palit, Tapti" userId="dec6fbcd-7598-406a-8cbf-504d4a3bac15" providerId="ADAL" clId="{65104DF2-1B45-4C36-9E2A-F89658839DCF}" dt="2024-01-15T17:57:41.817" v="26"/>
          <ac:spMkLst>
            <pc:docMk/>
            <pc:sldMk cId="3805463408" sldId="427"/>
            <ac:spMk id="2" creationId="{803650A6-D090-4F49-89FC-6E7ECF8BED37}"/>
          </ac:spMkLst>
        </pc:spChg>
        <pc:spChg chg="mod">
          <ac:chgData name="Palit, Tapti" userId="dec6fbcd-7598-406a-8cbf-504d4a3bac15" providerId="ADAL" clId="{65104DF2-1B45-4C36-9E2A-F89658839DCF}" dt="2024-01-15T17:57:41.817" v="26"/>
          <ac:spMkLst>
            <pc:docMk/>
            <pc:sldMk cId="3805463408" sldId="427"/>
            <ac:spMk id="3" creationId="{9DF37E32-E849-43FD-AE75-95E334786AB7}"/>
          </ac:spMkLst>
        </pc:spChg>
        <pc:spChg chg="mod">
          <ac:chgData name="Palit, Tapti" userId="dec6fbcd-7598-406a-8cbf-504d4a3bac15" providerId="ADAL" clId="{65104DF2-1B45-4C36-9E2A-F89658839DCF}" dt="2024-01-15T17:57:41.817" v="26"/>
          <ac:spMkLst>
            <pc:docMk/>
            <pc:sldMk cId="3805463408" sldId="427"/>
            <ac:spMk id="4" creationId="{3CFC0458-353F-49C6-A1F4-5BF22C6A25F4}"/>
          </ac:spMkLst>
        </pc:spChg>
        <pc:spChg chg="mod">
          <ac:chgData name="Palit, Tapti" userId="dec6fbcd-7598-406a-8cbf-504d4a3bac15" providerId="ADAL" clId="{65104DF2-1B45-4C36-9E2A-F89658839DCF}" dt="2024-01-15T17:57:41.817" v="26"/>
          <ac:spMkLst>
            <pc:docMk/>
            <pc:sldMk cId="3805463408" sldId="427"/>
            <ac:spMk id="58" creationId="{D66BCB38-2C9F-434F-A99C-DED3B22A3274}"/>
          </ac:spMkLst>
        </pc:spChg>
      </pc:sldChg>
      <pc:sldChg chg="addSp delSp modSp mod modClrScheme delAnim addCm chgLayout modNotesTx">
        <pc:chgData name="Palit, Tapti" userId="dec6fbcd-7598-406a-8cbf-504d4a3bac15" providerId="ADAL" clId="{65104DF2-1B45-4C36-9E2A-F89658839DCF}" dt="2024-01-24T16:43:27.057" v="6176" actId="20577"/>
        <pc:sldMkLst>
          <pc:docMk/>
          <pc:sldMk cId="461684639" sldId="428"/>
        </pc:sldMkLst>
        <pc:spChg chg="mod ord">
          <ac:chgData name="Palit, Tapti" userId="dec6fbcd-7598-406a-8cbf-504d4a3bac15" providerId="ADAL" clId="{65104DF2-1B45-4C36-9E2A-F89658839DCF}" dt="2024-01-15T19:20:51.225" v="568" actId="700"/>
          <ac:spMkLst>
            <pc:docMk/>
            <pc:sldMk cId="461684639" sldId="428"/>
            <ac:spMk id="2" creationId="{35D4D8B0-93DF-4D8C-ABDE-CCFF6662085D}"/>
          </ac:spMkLst>
        </pc:spChg>
        <pc:spChg chg="mod ord">
          <ac:chgData name="Palit, Tapti" userId="dec6fbcd-7598-406a-8cbf-504d4a3bac15" providerId="ADAL" clId="{65104DF2-1B45-4C36-9E2A-F89658839DCF}" dt="2024-01-15T19:20:51.225" v="568" actId="700"/>
          <ac:spMkLst>
            <pc:docMk/>
            <pc:sldMk cId="461684639" sldId="428"/>
            <ac:spMk id="4" creationId="{BB8AEFB8-E5D6-4CD1-998D-AED0ED8BD42D}"/>
          </ac:spMkLst>
        </pc:spChg>
        <pc:spChg chg="add del mod ord">
          <ac:chgData name="Palit, Tapti" userId="dec6fbcd-7598-406a-8cbf-504d4a3bac15" providerId="ADAL" clId="{65104DF2-1B45-4C36-9E2A-F89658839DCF}" dt="2024-01-15T19:20:51.225" v="568" actId="700"/>
          <ac:spMkLst>
            <pc:docMk/>
            <pc:sldMk cId="461684639" sldId="428"/>
            <ac:spMk id="5" creationId="{2A227603-DF66-ABDA-5E4A-551DE9A3C6F2}"/>
          </ac:spMkLst>
        </pc:spChg>
        <pc:spChg chg="add mod ord">
          <ac:chgData name="Palit, Tapti" userId="dec6fbcd-7598-406a-8cbf-504d4a3bac15" providerId="ADAL" clId="{65104DF2-1B45-4C36-9E2A-F89658839DCF}" dt="2024-01-15T19:20:51.225" v="568" actId="700"/>
          <ac:spMkLst>
            <pc:docMk/>
            <pc:sldMk cId="461684639" sldId="428"/>
            <ac:spMk id="6" creationId="{930BE5FD-8BC3-A9D3-64E0-E8D5246648C3}"/>
          </ac:spMkLst>
        </pc:spChg>
        <pc:spChg chg="add mod ord">
          <ac:chgData name="Palit, Tapti" userId="dec6fbcd-7598-406a-8cbf-504d4a3bac15" providerId="ADAL" clId="{65104DF2-1B45-4C36-9E2A-F89658839DCF}" dt="2024-01-15T19:20:59.906" v="571" actId="20577"/>
          <ac:spMkLst>
            <pc:docMk/>
            <pc:sldMk cId="461684639" sldId="428"/>
            <ac:spMk id="8" creationId="{FB6555A2-BC50-BA08-C559-036E95BB56FE}"/>
          </ac:spMkLst>
        </pc:spChg>
        <pc:spChg chg="del mod">
          <ac:chgData name="Palit, Tapti" userId="dec6fbcd-7598-406a-8cbf-504d4a3bac15" providerId="ADAL" clId="{65104DF2-1B45-4C36-9E2A-F89658839DCF}" dt="2024-01-15T19:21:02.840" v="572" actId="478"/>
          <ac:spMkLst>
            <pc:docMk/>
            <pc:sldMk cId="461684639" sldId="428"/>
            <ac:spMk id="18" creationId="{BBC0B769-500E-4D73-AAFF-7C0CAA22B5F7}"/>
          </ac:spMkLst>
        </pc:spChg>
        <pc:spChg chg="del">
          <ac:chgData name="Palit, Tapti" userId="dec6fbcd-7598-406a-8cbf-504d4a3bac15" providerId="ADAL" clId="{65104DF2-1B45-4C36-9E2A-F89658839DCF}" dt="2024-01-24T16:39:30.584" v="5601" actId="478"/>
          <ac:spMkLst>
            <pc:docMk/>
            <pc:sldMk cId="461684639" sldId="428"/>
            <ac:spMk id="20" creationId="{0B5D08F0-50F6-1C14-1F4D-4DA76F4480C8}"/>
          </ac:spMkLst>
        </pc:spChg>
        <pc:spChg chg="del">
          <ac:chgData name="Palit, Tapti" userId="dec6fbcd-7598-406a-8cbf-504d4a3bac15" providerId="ADAL" clId="{65104DF2-1B45-4C36-9E2A-F89658839DCF}" dt="2024-01-24T16:39:30.584" v="5601" actId="478"/>
          <ac:spMkLst>
            <pc:docMk/>
            <pc:sldMk cId="461684639" sldId="428"/>
            <ac:spMk id="21" creationId="{8C49F08C-74A0-36D6-B74A-6125AD3B52C9}"/>
          </ac:spMkLst>
        </pc:sp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65104DF2-1B45-4C36-9E2A-F89658839DCF}" dt="2024-01-15T18:36:14.235" v="340"/>
              <pc2:cmMkLst xmlns:pc2="http://schemas.microsoft.com/office/powerpoint/2019/9/main/command">
                <pc:docMk/>
                <pc:sldMk cId="461684639" sldId="428"/>
                <pc2:cmMk id="{5652B550-FC5E-4353-81DF-F09B878140F9}"/>
              </pc2:cmMkLst>
            </pc226:cmChg>
          </p:ext>
        </pc:extLst>
      </pc:sldChg>
      <pc:sldChg chg="modSp">
        <pc:chgData name="Palit, Tapti" userId="dec6fbcd-7598-406a-8cbf-504d4a3bac15" providerId="ADAL" clId="{65104DF2-1B45-4C36-9E2A-F89658839DCF}" dt="2024-01-15T17:57:41.817" v="26"/>
        <pc:sldMkLst>
          <pc:docMk/>
          <pc:sldMk cId="3243448828" sldId="436"/>
        </pc:sldMkLst>
        <pc:spChg chg="mod">
          <ac:chgData name="Palit, Tapti" userId="dec6fbcd-7598-406a-8cbf-504d4a3bac15" providerId="ADAL" clId="{65104DF2-1B45-4C36-9E2A-F89658839DCF}" dt="2024-01-15T17:57:41.817" v="26"/>
          <ac:spMkLst>
            <pc:docMk/>
            <pc:sldMk cId="3243448828" sldId="436"/>
            <ac:spMk id="2" creationId="{6F234BCC-CA25-48DD-8F4D-92B29A846CDE}"/>
          </ac:spMkLst>
        </pc:spChg>
        <pc:spChg chg="mod">
          <ac:chgData name="Palit, Tapti" userId="dec6fbcd-7598-406a-8cbf-504d4a3bac15" providerId="ADAL" clId="{65104DF2-1B45-4C36-9E2A-F89658839DCF}" dt="2024-01-15T17:57:41.817" v="26"/>
          <ac:spMkLst>
            <pc:docMk/>
            <pc:sldMk cId="3243448828" sldId="436"/>
            <ac:spMk id="4" creationId="{DDE5329D-3C7C-4341-BE32-C3AACF559D35}"/>
          </ac:spMkLst>
        </pc:spChg>
      </pc:sldChg>
      <pc:sldChg chg="modSp">
        <pc:chgData name="Palit, Tapti" userId="dec6fbcd-7598-406a-8cbf-504d4a3bac15" providerId="ADAL" clId="{65104DF2-1B45-4C36-9E2A-F89658839DCF}" dt="2024-01-15T17:57:41.817" v="26"/>
        <pc:sldMkLst>
          <pc:docMk/>
          <pc:sldMk cId="1629786335" sldId="438"/>
        </pc:sldMkLst>
        <pc:spChg chg="mod">
          <ac:chgData name="Palit, Tapti" userId="dec6fbcd-7598-406a-8cbf-504d4a3bac15" providerId="ADAL" clId="{65104DF2-1B45-4C36-9E2A-F89658839DCF}" dt="2024-01-15T17:57:41.817" v="26"/>
          <ac:spMkLst>
            <pc:docMk/>
            <pc:sldMk cId="1629786335" sldId="438"/>
            <ac:spMk id="2" creationId="{803650A6-D090-4F49-89FC-6E7ECF8BED37}"/>
          </ac:spMkLst>
        </pc:spChg>
        <pc:spChg chg="mod">
          <ac:chgData name="Palit, Tapti" userId="dec6fbcd-7598-406a-8cbf-504d4a3bac15" providerId="ADAL" clId="{65104DF2-1B45-4C36-9E2A-F89658839DCF}" dt="2024-01-15T17:57:41.817" v="26"/>
          <ac:spMkLst>
            <pc:docMk/>
            <pc:sldMk cId="1629786335" sldId="438"/>
            <ac:spMk id="4" creationId="{3CFC0458-353F-49C6-A1F4-5BF22C6A25F4}"/>
          </ac:spMkLst>
        </pc:spChg>
      </pc:sldChg>
      <pc:sldChg chg="modSp">
        <pc:chgData name="Palit, Tapti" userId="dec6fbcd-7598-406a-8cbf-504d4a3bac15" providerId="ADAL" clId="{65104DF2-1B45-4C36-9E2A-F89658839DCF}" dt="2024-01-15T17:57:41.817" v="26"/>
        <pc:sldMkLst>
          <pc:docMk/>
          <pc:sldMk cId="1846097300" sldId="439"/>
        </pc:sldMkLst>
        <pc:spChg chg="mod">
          <ac:chgData name="Palit, Tapti" userId="dec6fbcd-7598-406a-8cbf-504d4a3bac15" providerId="ADAL" clId="{65104DF2-1B45-4C36-9E2A-F89658839DCF}" dt="2024-01-15T17:57:41.817" v="26"/>
          <ac:spMkLst>
            <pc:docMk/>
            <pc:sldMk cId="1846097300" sldId="439"/>
            <ac:spMk id="2" creationId="{6F234BCC-CA25-48DD-8F4D-92B29A846CDE}"/>
          </ac:spMkLst>
        </pc:spChg>
        <pc:spChg chg="mod">
          <ac:chgData name="Palit, Tapti" userId="dec6fbcd-7598-406a-8cbf-504d4a3bac15" providerId="ADAL" clId="{65104DF2-1B45-4C36-9E2A-F89658839DCF}" dt="2024-01-15T17:57:41.817" v="26"/>
          <ac:spMkLst>
            <pc:docMk/>
            <pc:sldMk cId="1846097300" sldId="439"/>
            <ac:spMk id="4" creationId="{DDE5329D-3C7C-4341-BE32-C3AACF559D35}"/>
          </ac:spMkLst>
        </pc:spChg>
      </pc:sldChg>
      <pc:sldChg chg="modSp">
        <pc:chgData name="Palit, Tapti" userId="dec6fbcd-7598-406a-8cbf-504d4a3bac15" providerId="ADAL" clId="{65104DF2-1B45-4C36-9E2A-F89658839DCF}" dt="2024-01-15T17:57:41.817" v="26"/>
        <pc:sldMkLst>
          <pc:docMk/>
          <pc:sldMk cId="2634809030" sldId="441"/>
        </pc:sldMkLst>
        <pc:spChg chg="mod">
          <ac:chgData name="Palit, Tapti" userId="dec6fbcd-7598-406a-8cbf-504d4a3bac15" providerId="ADAL" clId="{65104DF2-1B45-4C36-9E2A-F89658839DCF}" dt="2024-01-15T17:57:41.817" v="26"/>
          <ac:spMkLst>
            <pc:docMk/>
            <pc:sldMk cId="2634809030" sldId="441"/>
            <ac:spMk id="2" creationId="{425E87FB-B572-48B7-94B5-353D246F291E}"/>
          </ac:spMkLst>
        </pc:spChg>
        <pc:spChg chg="mod">
          <ac:chgData name="Palit, Tapti" userId="dec6fbcd-7598-406a-8cbf-504d4a3bac15" providerId="ADAL" clId="{65104DF2-1B45-4C36-9E2A-F89658839DCF}" dt="2024-01-15T17:57:41.817" v="26"/>
          <ac:spMkLst>
            <pc:docMk/>
            <pc:sldMk cId="2634809030" sldId="441"/>
            <ac:spMk id="4" creationId="{F204AD96-A26D-4ABA-B668-3B9ECFA51DAE}"/>
          </ac:spMkLst>
        </pc:spChg>
        <pc:graphicFrameChg chg="mod">
          <ac:chgData name="Palit, Tapti" userId="dec6fbcd-7598-406a-8cbf-504d4a3bac15" providerId="ADAL" clId="{65104DF2-1B45-4C36-9E2A-F89658839DCF}" dt="2024-01-15T17:57:41.817" v="26"/>
          <ac:graphicFrameMkLst>
            <pc:docMk/>
            <pc:sldMk cId="2634809030" sldId="441"/>
            <ac:graphicFrameMk id="6" creationId="{DBEF40B9-076C-4616-A4B0-899D2B11E8C7}"/>
          </ac:graphicFrameMkLst>
        </pc:graphicFrameChg>
      </pc:sldChg>
      <pc:sldChg chg="modSp mod">
        <pc:chgData name="Palit, Tapti" userId="dec6fbcd-7598-406a-8cbf-504d4a3bac15" providerId="ADAL" clId="{65104DF2-1B45-4C36-9E2A-F89658839DCF}" dt="2024-01-15T17:57:41.817" v="26"/>
        <pc:sldMkLst>
          <pc:docMk/>
          <pc:sldMk cId="2282512780" sldId="443"/>
        </pc:sldMkLst>
        <pc:spChg chg="mod">
          <ac:chgData name="Palit, Tapti" userId="dec6fbcd-7598-406a-8cbf-504d4a3bac15" providerId="ADAL" clId="{65104DF2-1B45-4C36-9E2A-F89658839DCF}" dt="2024-01-15T17:57:41.817" v="26"/>
          <ac:spMkLst>
            <pc:docMk/>
            <pc:sldMk cId="2282512780" sldId="443"/>
            <ac:spMk id="2" creationId="{BFFED526-F152-4925-A890-AD0A0E34D1F2}"/>
          </ac:spMkLst>
        </pc:spChg>
        <pc:spChg chg="mod">
          <ac:chgData name="Palit, Tapti" userId="dec6fbcd-7598-406a-8cbf-504d4a3bac15" providerId="ADAL" clId="{65104DF2-1B45-4C36-9E2A-F89658839DCF}" dt="2024-01-15T17:57:41.817" v="26"/>
          <ac:spMkLst>
            <pc:docMk/>
            <pc:sldMk cId="2282512780" sldId="443"/>
            <ac:spMk id="3" creationId="{26E176D0-0173-4029-AA09-5070FD6090E4}"/>
          </ac:spMkLst>
        </pc:spChg>
        <pc:spChg chg="mod">
          <ac:chgData name="Palit, Tapti" userId="dec6fbcd-7598-406a-8cbf-504d4a3bac15" providerId="ADAL" clId="{65104DF2-1B45-4C36-9E2A-F89658839DCF}" dt="2024-01-15T17:57:41.817" v="26"/>
          <ac:spMkLst>
            <pc:docMk/>
            <pc:sldMk cId="2282512780" sldId="443"/>
            <ac:spMk id="4" creationId="{56369981-831B-410E-B083-237D8D1053A5}"/>
          </ac:spMkLst>
        </pc:spChg>
      </pc:sldChg>
      <pc:sldChg chg="addSp delSp modSp mod chgLayout modNotesTx">
        <pc:chgData name="Palit, Tapti" userId="dec6fbcd-7598-406a-8cbf-504d4a3bac15" providerId="ADAL" clId="{65104DF2-1B45-4C36-9E2A-F89658839DCF}" dt="2024-01-25T15:40:13.476" v="18740" actId="20577"/>
        <pc:sldMkLst>
          <pc:docMk/>
          <pc:sldMk cId="4013294936" sldId="445"/>
        </pc:sldMkLst>
        <pc:spChg chg="mod ord">
          <ac:chgData name="Palit, Tapti" userId="dec6fbcd-7598-406a-8cbf-504d4a3bac15" providerId="ADAL" clId="{65104DF2-1B45-4C36-9E2A-F89658839DCF}" dt="2024-01-15T18:02:53.069" v="52" actId="700"/>
          <ac:spMkLst>
            <pc:docMk/>
            <pc:sldMk cId="4013294936" sldId="445"/>
            <ac:spMk id="2" creationId="{F8B8D02F-DFDB-4EB1-8C2E-1677EEE15BF7}"/>
          </ac:spMkLst>
        </pc:spChg>
        <pc:spChg chg="mod ord">
          <ac:chgData name="Palit, Tapti" userId="dec6fbcd-7598-406a-8cbf-504d4a3bac15" providerId="ADAL" clId="{65104DF2-1B45-4C36-9E2A-F89658839DCF}" dt="2024-01-15T18:02:53.069" v="52" actId="700"/>
          <ac:spMkLst>
            <pc:docMk/>
            <pc:sldMk cId="4013294936" sldId="445"/>
            <ac:spMk id="4" creationId="{6B1F8454-81B1-434A-AEB0-0FF8F15F1F73}"/>
          </ac:spMkLst>
        </pc:spChg>
        <pc:spChg chg="add del mod ord">
          <ac:chgData name="Palit, Tapti" userId="dec6fbcd-7598-406a-8cbf-504d4a3bac15" providerId="ADAL" clId="{65104DF2-1B45-4C36-9E2A-F89658839DCF}" dt="2024-01-15T18:12:48.498" v="85" actId="478"/>
          <ac:spMkLst>
            <pc:docMk/>
            <pc:sldMk cId="4013294936" sldId="445"/>
            <ac:spMk id="6" creationId="{40DAF939-536A-E503-6CA0-BEA8858C4448}"/>
          </ac:spMkLst>
        </pc:spChg>
        <pc:picChg chg="add del">
          <ac:chgData name="Palit, Tapti" userId="dec6fbcd-7598-406a-8cbf-504d4a3bac15" providerId="ADAL" clId="{65104DF2-1B45-4C36-9E2A-F89658839DCF}" dt="2024-01-15T20:33:38.239" v="1077" actId="478"/>
          <ac:picMkLst>
            <pc:docMk/>
            <pc:sldMk cId="4013294936" sldId="445"/>
            <ac:picMk id="1026" creationId="{4F024119-C583-2B14-E7A1-9386E5EEFDDF}"/>
          </ac:picMkLst>
        </pc:picChg>
        <pc:picChg chg="add del mod">
          <ac:chgData name="Palit, Tapti" userId="dec6fbcd-7598-406a-8cbf-504d4a3bac15" providerId="ADAL" clId="{65104DF2-1B45-4C36-9E2A-F89658839DCF}" dt="2024-01-15T20:33:56.632" v="1080" actId="478"/>
          <ac:picMkLst>
            <pc:docMk/>
            <pc:sldMk cId="4013294936" sldId="445"/>
            <ac:picMk id="1028" creationId="{51236CCE-C13A-58CD-6A13-31F14E01853B}"/>
          </ac:picMkLst>
        </pc:picChg>
        <pc:picChg chg="add mod">
          <ac:chgData name="Palit, Tapti" userId="dec6fbcd-7598-406a-8cbf-504d4a3bac15" providerId="ADAL" clId="{65104DF2-1B45-4C36-9E2A-F89658839DCF}" dt="2024-01-15T20:34:19.309" v="1089" actId="1076"/>
          <ac:picMkLst>
            <pc:docMk/>
            <pc:sldMk cId="4013294936" sldId="445"/>
            <ac:picMk id="1030" creationId="{D55A59B2-81BE-93D0-BA3F-4606781FA961}"/>
          </ac:picMkLst>
        </pc:picChg>
        <pc:picChg chg="del">
          <ac:chgData name="Palit, Tapti" userId="dec6fbcd-7598-406a-8cbf-504d4a3bac15" providerId="ADAL" clId="{65104DF2-1B45-4C36-9E2A-F89658839DCF}" dt="2024-01-15T20:32:34.606" v="1072" actId="478"/>
          <ac:picMkLst>
            <pc:docMk/>
            <pc:sldMk cId="4013294936" sldId="445"/>
            <ac:picMk id="1032" creationId="{076DB6AB-9EAB-3BF5-D97E-648695F4B5A8}"/>
          </ac:picMkLst>
        </pc:picChg>
        <pc:picChg chg="mod">
          <ac:chgData name="Palit, Tapti" userId="dec6fbcd-7598-406a-8cbf-504d4a3bac15" providerId="ADAL" clId="{65104DF2-1B45-4C36-9E2A-F89658839DCF}" dt="2024-01-15T20:32:42.451" v="1074" actId="14100"/>
          <ac:picMkLst>
            <pc:docMk/>
            <pc:sldMk cId="4013294936" sldId="445"/>
            <ac:picMk id="1068" creationId="{46BFE5CE-A92B-9E3A-EF20-4E6F4653054F}"/>
          </ac:picMkLst>
        </pc:picChg>
      </pc:sldChg>
      <pc:sldChg chg="modSp mod chgLayout">
        <pc:chgData name="Palit, Tapti" userId="dec6fbcd-7598-406a-8cbf-504d4a3bac15" providerId="ADAL" clId="{65104DF2-1B45-4C36-9E2A-F89658839DCF}" dt="2024-01-15T18:02:53.069" v="52" actId="700"/>
        <pc:sldMkLst>
          <pc:docMk/>
          <pc:sldMk cId="2685013443" sldId="449"/>
        </pc:sldMkLst>
        <pc:spChg chg="mod ord">
          <ac:chgData name="Palit, Tapti" userId="dec6fbcd-7598-406a-8cbf-504d4a3bac15" providerId="ADAL" clId="{65104DF2-1B45-4C36-9E2A-F89658839DCF}" dt="2024-01-15T18:02:53.069" v="52" actId="700"/>
          <ac:spMkLst>
            <pc:docMk/>
            <pc:sldMk cId="2685013443" sldId="449"/>
            <ac:spMk id="2" creationId="{8653E618-0051-4B34-BD6B-ABF00930E6FB}"/>
          </ac:spMkLst>
        </pc:spChg>
        <pc:spChg chg="mod ord">
          <ac:chgData name="Palit, Tapti" userId="dec6fbcd-7598-406a-8cbf-504d4a3bac15" providerId="ADAL" clId="{65104DF2-1B45-4C36-9E2A-F89658839DCF}" dt="2024-01-15T18:02:53.069" v="52" actId="700"/>
          <ac:spMkLst>
            <pc:docMk/>
            <pc:sldMk cId="2685013443" sldId="449"/>
            <ac:spMk id="3" creationId="{2B94377E-1636-4997-8873-7D4FEC1E84A1}"/>
          </ac:spMkLst>
        </pc:spChg>
        <pc:spChg chg="mod ord">
          <ac:chgData name="Palit, Tapti" userId="dec6fbcd-7598-406a-8cbf-504d4a3bac15" providerId="ADAL" clId="{65104DF2-1B45-4C36-9E2A-F89658839DCF}" dt="2024-01-15T18:02:53.069" v="52" actId="700"/>
          <ac:spMkLst>
            <pc:docMk/>
            <pc:sldMk cId="2685013443" sldId="449"/>
            <ac:spMk id="4" creationId="{1ED9869B-258E-443E-8202-75804D792548}"/>
          </ac:spMkLst>
        </pc:spChg>
      </pc:sldChg>
      <pc:sldChg chg="modSp">
        <pc:chgData name="Palit, Tapti" userId="dec6fbcd-7598-406a-8cbf-504d4a3bac15" providerId="ADAL" clId="{65104DF2-1B45-4C36-9E2A-F89658839DCF}" dt="2024-01-15T17:57:41.817" v="26"/>
        <pc:sldMkLst>
          <pc:docMk/>
          <pc:sldMk cId="3801508964" sldId="450"/>
        </pc:sldMkLst>
        <pc:spChg chg="mod">
          <ac:chgData name="Palit, Tapti" userId="dec6fbcd-7598-406a-8cbf-504d4a3bac15" providerId="ADAL" clId="{65104DF2-1B45-4C36-9E2A-F89658839DCF}" dt="2024-01-15T17:57:41.817" v="26"/>
          <ac:spMkLst>
            <pc:docMk/>
            <pc:sldMk cId="3801508964" sldId="450"/>
            <ac:spMk id="2" creationId="{4001C5F0-CFF4-4E14-88F9-693B33109599}"/>
          </ac:spMkLst>
        </pc:spChg>
        <pc:spChg chg="mod">
          <ac:chgData name="Palit, Tapti" userId="dec6fbcd-7598-406a-8cbf-504d4a3bac15" providerId="ADAL" clId="{65104DF2-1B45-4C36-9E2A-F89658839DCF}" dt="2024-01-15T17:57:41.817" v="26"/>
          <ac:spMkLst>
            <pc:docMk/>
            <pc:sldMk cId="3801508964" sldId="450"/>
            <ac:spMk id="4" creationId="{65D0F6AF-98D0-4C0D-8C05-E6538336E627}"/>
          </ac:spMkLst>
        </pc:spChg>
      </pc:sldChg>
      <pc:sldChg chg="modSp">
        <pc:chgData name="Palit, Tapti" userId="dec6fbcd-7598-406a-8cbf-504d4a3bac15" providerId="ADAL" clId="{65104DF2-1B45-4C36-9E2A-F89658839DCF}" dt="2024-01-15T17:57:41.817" v="26"/>
        <pc:sldMkLst>
          <pc:docMk/>
          <pc:sldMk cId="2537577581" sldId="451"/>
        </pc:sldMkLst>
        <pc:spChg chg="mod">
          <ac:chgData name="Palit, Tapti" userId="dec6fbcd-7598-406a-8cbf-504d4a3bac15" providerId="ADAL" clId="{65104DF2-1B45-4C36-9E2A-F89658839DCF}" dt="2024-01-15T17:57:41.817" v="26"/>
          <ac:spMkLst>
            <pc:docMk/>
            <pc:sldMk cId="2537577581" sldId="451"/>
            <ac:spMk id="2" creationId="{EEA8D687-1CF9-4EAE-817C-825E8B59B30E}"/>
          </ac:spMkLst>
        </pc:spChg>
        <pc:spChg chg="mod">
          <ac:chgData name="Palit, Tapti" userId="dec6fbcd-7598-406a-8cbf-504d4a3bac15" providerId="ADAL" clId="{65104DF2-1B45-4C36-9E2A-F89658839DCF}" dt="2024-01-15T17:57:41.817" v="26"/>
          <ac:spMkLst>
            <pc:docMk/>
            <pc:sldMk cId="2537577581" sldId="451"/>
            <ac:spMk id="4" creationId="{519BD9EE-DEC2-43F6-8F6F-81A06CC9228F}"/>
          </ac:spMkLst>
        </pc:spChg>
      </pc:sldChg>
      <pc:sldChg chg="modSp mod">
        <pc:chgData name="Palit, Tapti" userId="dec6fbcd-7598-406a-8cbf-504d4a3bac15" providerId="ADAL" clId="{65104DF2-1B45-4C36-9E2A-F89658839DCF}" dt="2024-01-15T18:14:51.266" v="115" actId="27636"/>
        <pc:sldMkLst>
          <pc:docMk/>
          <pc:sldMk cId="2646279784" sldId="452"/>
        </pc:sldMkLst>
        <pc:spChg chg="mod">
          <ac:chgData name="Palit, Tapti" userId="dec6fbcd-7598-406a-8cbf-504d4a3bac15" providerId="ADAL" clId="{65104DF2-1B45-4C36-9E2A-F89658839DCF}" dt="2024-01-15T17:57:41.817" v="26"/>
          <ac:spMkLst>
            <pc:docMk/>
            <pc:sldMk cId="2646279784" sldId="452"/>
            <ac:spMk id="2" creationId="{A5E3232D-B87E-42BA-972C-632428946443}"/>
          </ac:spMkLst>
        </pc:spChg>
        <pc:spChg chg="mod">
          <ac:chgData name="Palit, Tapti" userId="dec6fbcd-7598-406a-8cbf-504d4a3bac15" providerId="ADAL" clId="{65104DF2-1B45-4C36-9E2A-F89658839DCF}" dt="2024-01-15T17:57:41.817" v="26"/>
          <ac:spMkLst>
            <pc:docMk/>
            <pc:sldMk cId="2646279784" sldId="452"/>
            <ac:spMk id="4" creationId="{0359AC02-F8AB-4379-AD04-D4963EA2C83C}"/>
          </ac:spMkLst>
        </pc:spChg>
        <pc:spChg chg="mod">
          <ac:chgData name="Palit, Tapti" userId="dec6fbcd-7598-406a-8cbf-504d4a3bac15" providerId="ADAL" clId="{65104DF2-1B45-4C36-9E2A-F89658839DCF}" dt="2024-01-15T18:14:51.266" v="115" actId="27636"/>
          <ac:spMkLst>
            <pc:docMk/>
            <pc:sldMk cId="2646279784" sldId="452"/>
            <ac:spMk id="10" creationId="{F528DC4F-82EB-D63E-F143-B7BDD03165B6}"/>
          </ac:spMkLst>
        </pc:spChg>
      </pc:sldChg>
      <pc:sldChg chg="modSp">
        <pc:chgData name="Palit, Tapti" userId="dec6fbcd-7598-406a-8cbf-504d4a3bac15" providerId="ADAL" clId="{65104DF2-1B45-4C36-9E2A-F89658839DCF}" dt="2024-01-15T17:57:41.817" v="26"/>
        <pc:sldMkLst>
          <pc:docMk/>
          <pc:sldMk cId="1436942119" sldId="455"/>
        </pc:sldMkLst>
        <pc:spChg chg="mod">
          <ac:chgData name="Palit, Tapti" userId="dec6fbcd-7598-406a-8cbf-504d4a3bac15" providerId="ADAL" clId="{65104DF2-1B45-4C36-9E2A-F89658839DCF}" dt="2024-01-15T17:57:41.817" v="26"/>
          <ac:spMkLst>
            <pc:docMk/>
            <pc:sldMk cId="1436942119" sldId="455"/>
            <ac:spMk id="2" creationId="{A5E3232D-B87E-42BA-972C-632428946443}"/>
          </ac:spMkLst>
        </pc:spChg>
        <pc:spChg chg="mod">
          <ac:chgData name="Palit, Tapti" userId="dec6fbcd-7598-406a-8cbf-504d4a3bac15" providerId="ADAL" clId="{65104DF2-1B45-4C36-9E2A-F89658839DCF}" dt="2024-01-15T17:57:41.817" v="26"/>
          <ac:spMkLst>
            <pc:docMk/>
            <pc:sldMk cId="1436942119" sldId="455"/>
            <ac:spMk id="4" creationId="{0359AC02-F8AB-4379-AD04-D4963EA2C83C}"/>
          </ac:spMkLst>
        </pc:spChg>
      </pc:sldChg>
      <pc:sldChg chg="modSp del mod ord chgLayout modNotesTx">
        <pc:chgData name="Palit, Tapti" userId="dec6fbcd-7598-406a-8cbf-504d4a3bac15" providerId="ADAL" clId="{65104DF2-1B45-4C36-9E2A-F89658839DCF}" dt="2024-01-25T17:39:03.179" v="21678" actId="2696"/>
        <pc:sldMkLst>
          <pc:docMk/>
          <pc:sldMk cId="1924599243" sldId="459"/>
        </pc:sldMkLst>
        <pc:spChg chg="mod ord">
          <ac:chgData name="Palit, Tapti" userId="dec6fbcd-7598-406a-8cbf-504d4a3bac15" providerId="ADAL" clId="{65104DF2-1B45-4C36-9E2A-F89658839DCF}" dt="2024-01-15T18:02:53.069" v="52" actId="700"/>
          <ac:spMkLst>
            <pc:docMk/>
            <pc:sldMk cId="1924599243" sldId="459"/>
            <ac:spMk id="2" creationId="{877E2EE8-1E6C-4594-B9EC-D6F21D8A6DC7}"/>
          </ac:spMkLst>
        </pc:spChg>
        <pc:spChg chg="mod ord">
          <ac:chgData name="Palit, Tapti" userId="dec6fbcd-7598-406a-8cbf-504d4a3bac15" providerId="ADAL" clId="{65104DF2-1B45-4C36-9E2A-F89658839DCF}" dt="2024-01-15T18:02:53.069" v="52" actId="700"/>
          <ac:spMkLst>
            <pc:docMk/>
            <pc:sldMk cId="1924599243" sldId="459"/>
            <ac:spMk id="3" creationId="{BBA986F9-43BF-4309-B15C-C707CCACFDCB}"/>
          </ac:spMkLst>
        </pc:spChg>
        <pc:spChg chg="mod ord">
          <ac:chgData name="Palit, Tapti" userId="dec6fbcd-7598-406a-8cbf-504d4a3bac15" providerId="ADAL" clId="{65104DF2-1B45-4C36-9E2A-F89658839DCF}" dt="2024-01-15T18:02:53.069" v="52" actId="700"/>
          <ac:spMkLst>
            <pc:docMk/>
            <pc:sldMk cId="1924599243" sldId="459"/>
            <ac:spMk id="4" creationId="{E19477E5-01A7-47E6-A6AA-01A1FC4C5255}"/>
          </ac:spMkLst>
        </pc:spChg>
      </pc:sldChg>
      <pc:sldChg chg="add mod modShow">
        <pc:chgData name="Palit, Tapti" userId="dec6fbcd-7598-406a-8cbf-504d4a3bac15" providerId="ADAL" clId="{65104DF2-1B45-4C36-9E2A-F89658839DCF}" dt="2024-01-25T17:39:09.095" v="21680" actId="729"/>
        <pc:sldMkLst>
          <pc:docMk/>
          <pc:sldMk cId="4190955360" sldId="459"/>
        </pc:sldMkLst>
      </pc:sldChg>
      <pc:sldChg chg="modSp">
        <pc:chgData name="Palit, Tapti" userId="dec6fbcd-7598-406a-8cbf-504d4a3bac15" providerId="ADAL" clId="{65104DF2-1B45-4C36-9E2A-F89658839DCF}" dt="2024-01-15T17:57:41.817" v="26"/>
        <pc:sldMkLst>
          <pc:docMk/>
          <pc:sldMk cId="3308567550" sldId="460"/>
        </pc:sldMkLst>
        <pc:spChg chg="mod">
          <ac:chgData name="Palit, Tapti" userId="dec6fbcd-7598-406a-8cbf-504d4a3bac15" providerId="ADAL" clId="{65104DF2-1B45-4C36-9E2A-F89658839DCF}" dt="2024-01-15T17:57:41.817" v="26"/>
          <ac:spMkLst>
            <pc:docMk/>
            <pc:sldMk cId="3308567550" sldId="460"/>
            <ac:spMk id="2" creationId="{F89C94A8-6FB5-4047-95FE-0F4D58125F82}"/>
          </ac:spMkLst>
        </pc:spChg>
        <pc:spChg chg="mod">
          <ac:chgData name="Palit, Tapti" userId="dec6fbcd-7598-406a-8cbf-504d4a3bac15" providerId="ADAL" clId="{65104DF2-1B45-4C36-9E2A-F89658839DCF}" dt="2024-01-15T17:57:41.817" v="26"/>
          <ac:spMkLst>
            <pc:docMk/>
            <pc:sldMk cId="3308567550" sldId="460"/>
            <ac:spMk id="4" creationId="{07F714E1-0865-4F58-9871-D2B41527A1E5}"/>
          </ac:spMkLst>
        </pc:spChg>
      </pc:sldChg>
      <pc:sldChg chg="addSp delSp modSp mod chgLayout">
        <pc:chgData name="Palit, Tapti" userId="dec6fbcd-7598-406a-8cbf-504d4a3bac15" providerId="ADAL" clId="{65104DF2-1B45-4C36-9E2A-F89658839DCF}" dt="2024-01-15T18:27:42.100" v="223" actId="207"/>
        <pc:sldMkLst>
          <pc:docMk/>
          <pc:sldMk cId="2480001843" sldId="462"/>
        </pc:sldMkLst>
        <pc:spChg chg="del mod">
          <ac:chgData name="Palit, Tapti" userId="dec6fbcd-7598-406a-8cbf-504d4a3bac15" providerId="ADAL" clId="{65104DF2-1B45-4C36-9E2A-F89658839DCF}" dt="2024-01-15T18:02:53.069" v="52" actId="700"/>
          <ac:spMkLst>
            <pc:docMk/>
            <pc:sldMk cId="2480001843" sldId="462"/>
            <ac:spMk id="2" creationId="{E31E00BF-C3D2-4CCB-A104-B8B6E70C7969}"/>
          </ac:spMkLst>
        </pc:spChg>
        <pc:spChg chg="mod ord">
          <ac:chgData name="Palit, Tapti" userId="dec6fbcd-7598-406a-8cbf-504d4a3bac15" providerId="ADAL" clId="{65104DF2-1B45-4C36-9E2A-F89658839DCF}" dt="2024-01-15T18:27:42.100" v="223" actId="207"/>
          <ac:spMkLst>
            <pc:docMk/>
            <pc:sldMk cId="2480001843" sldId="462"/>
            <ac:spMk id="3" creationId="{486067F6-CB16-49D0-86A6-11E507E8A7C7}"/>
          </ac:spMkLst>
        </pc:spChg>
        <pc:spChg chg="mod ord">
          <ac:chgData name="Palit, Tapti" userId="dec6fbcd-7598-406a-8cbf-504d4a3bac15" providerId="ADAL" clId="{65104DF2-1B45-4C36-9E2A-F89658839DCF}" dt="2024-01-15T18:02:53.069" v="52" actId="700"/>
          <ac:spMkLst>
            <pc:docMk/>
            <pc:sldMk cId="2480001843" sldId="462"/>
            <ac:spMk id="4" creationId="{1A7AC2C0-80DA-47AD-87A5-54ADD943E728}"/>
          </ac:spMkLst>
        </pc:spChg>
        <pc:spChg chg="add mod ord">
          <ac:chgData name="Palit, Tapti" userId="dec6fbcd-7598-406a-8cbf-504d4a3bac15" providerId="ADAL" clId="{65104DF2-1B45-4C36-9E2A-F89658839DCF}" dt="2024-01-15T18:02:53.069" v="52" actId="700"/>
          <ac:spMkLst>
            <pc:docMk/>
            <pc:sldMk cId="2480001843" sldId="462"/>
            <ac:spMk id="5" creationId="{E218E702-68EA-B080-A373-2ECC7F39C0D5}"/>
          </ac:spMkLst>
        </pc:spChg>
      </pc:sldChg>
      <pc:sldChg chg="modSp">
        <pc:chgData name="Palit, Tapti" userId="dec6fbcd-7598-406a-8cbf-504d4a3bac15" providerId="ADAL" clId="{65104DF2-1B45-4C36-9E2A-F89658839DCF}" dt="2024-01-15T17:57:41.817" v="26"/>
        <pc:sldMkLst>
          <pc:docMk/>
          <pc:sldMk cId="2204611569" sldId="466"/>
        </pc:sldMkLst>
        <pc:spChg chg="mod">
          <ac:chgData name="Palit, Tapti" userId="dec6fbcd-7598-406a-8cbf-504d4a3bac15" providerId="ADAL" clId="{65104DF2-1B45-4C36-9E2A-F89658839DCF}" dt="2024-01-15T17:57:41.817" v="26"/>
          <ac:spMkLst>
            <pc:docMk/>
            <pc:sldMk cId="2204611569" sldId="466"/>
            <ac:spMk id="2" creationId="{A1674A79-8B4A-4BA2-A1A1-C17AF09B8EDC}"/>
          </ac:spMkLst>
        </pc:spChg>
        <pc:spChg chg="mod">
          <ac:chgData name="Palit, Tapti" userId="dec6fbcd-7598-406a-8cbf-504d4a3bac15" providerId="ADAL" clId="{65104DF2-1B45-4C36-9E2A-F89658839DCF}" dt="2024-01-15T17:57:41.817" v="26"/>
          <ac:spMkLst>
            <pc:docMk/>
            <pc:sldMk cId="2204611569" sldId="466"/>
            <ac:spMk id="3" creationId="{924FAD14-BF4D-421A-8754-79705794FF62}"/>
          </ac:spMkLst>
        </pc:spChg>
        <pc:spChg chg="mod">
          <ac:chgData name="Palit, Tapti" userId="dec6fbcd-7598-406a-8cbf-504d4a3bac15" providerId="ADAL" clId="{65104DF2-1B45-4C36-9E2A-F89658839DCF}" dt="2024-01-15T17:57:41.817" v="26"/>
          <ac:spMkLst>
            <pc:docMk/>
            <pc:sldMk cId="2204611569" sldId="466"/>
            <ac:spMk id="4" creationId="{610234A8-C547-4303-9A41-3329264F3398}"/>
          </ac:spMkLst>
        </pc:spChg>
      </pc:sldChg>
      <pc:sldChg chg="modSp">
        <pc:chgData name="Palit, Tapti" userId="dec6fbcd-7598-406a-8cbf-504d4a3bac15" providerId="ADAL" clId="{65104DF2-1B45-4C36-9E2A-F89658839DCF}" dt="2024-01-15T17:57:41.817" v="26"/>
        <pc:sldMkLst>
          <pc:docMk/>
          <pc:sldMk cId="1780510094" sldId="467"/>
        </pc:sldMkLst>
        <pc:spChg chg="mod">
          <ac:chgData name="Palit, Tapti" userId="dec6fbcd-7598-406a-8cbf-504d4a3bac15" providerId="ADAL" clId="{65104DF2-1B45-4C36-9E2A-F89658839DCF}" dt="2024-01-15T17:57:41.817" v="26"/>
          <ac:spMkLst>
            <pc:docMk/>
            <pc:sldMk cId="1780510094" sldId="467"/>
            <ac:spMk id="4" creationId="{9C1E25DB-3F89-4B03-B0BE-1530F0AB9C2F}"/>
          </ac:spMkLst>
        </pc:spChg>
        <pc:spChg chg="mod">
          <ac:chgData name="Palit, Tapti" userId="dec6fbcd-7598-406a-8cbf-504d4a3bac15" providerId="ADAL" clId="{65104DF2-1B45-4C36-9E2A-F89658839DCF}" dt="2024-01-15T17:57:41.817" v="26"/>
          <ac:spMkLst>
            <pc:docMk/>
            <pc:sldMk cId="1780510094" sldId="467"/>
            <ac:spMk id="7" creationId="{A9BA5701-E71A-42F9-9940-8B4FABA9B516}"/>
          </ac:spMkLst>
        </pc:spChg>
      </pc:sldChg>
      <pc:sldChg chg="modSp mod chgLayout">
        <pc:chgData name="Palit, Tapti" userId="dec6fbcd-7598-406a-8cbf-504d4a3bac15" providerId="ADAL" clId="{65104DF2-1B45-4C36-9E2A-F89658839DCF}" dt="2024-01-15T18:29:42.041" v="270" actId="207"/>
        <pc:sldMkLst>
          <pc:docMk/>
          <pc:sldMk cId="2696923916" sldId="468"/>
        </pc:sldMkLst>
        <pc:spChg chg="mod ord">
          <ac:chgData name="Palit, Tapti" userId="dec6fbcd-7598-406a-8cbf-504d4a3bac15" providerId="ADAL" clId="{65104DF2-1B45-4C36-9E2A-F89658839DCF}" dt="2024-01-15T18:02:53.069" v="52" actId="700"/>
          <ac:spMkLst>
            <pc:docMk/>
            <pc:sldMk cId="2696923916" sldId="468"/>
            <ac:spMk id="2" creationId="{17FD01BE-4AF2-404F-A793-CDFC91073AAC}"/>
          </ac:spMkLst>
        </pc:spChg>
        <pc:spChg chg="mod ord">
          <ac:chgData name="Palit, Tapti" userId="dec6fbcd-7598-406a-8cbf-504d4a3bac15" providerId="ADAL" clId="{65104DF2-1B45-4C36-9E2A-F89658839DCF}" dt="2024-01-15T18:29:42.041" v="270" actId="207"/>
          <ac:spMkLst>
            <pc:docMk/>
            <pc:sldMk cId="2696923916" sldId="468"/>
            <ac:spMk id="3" creationId="{6F54ADAB-57FD-4309-9CA9-8DC92CD746A9}"/>
          </ac:spMkLst>
        </pc:spChg>
        <pc:spChg chg="mod ord">
          <ac:chgData name="Palit, Tapti" userId="dec6fbcd-7598-406a-8cbf-504d4a3bac15" providerId="ADAL" clId="{65104DF2-1B45-4C36-9E2A-F89658839DCF}" dt="2024-01-15T18:02:53.069" v="52" actId="700"/>
          <ac:spMkLst>
            <pc:docMk/>
            <pc:sldMk cId="2696923916" sldId="468"/>
            <ac:spMk id="4" creationId="{C7E7126A-F87E-48EE-8CCA-D5916149171B}"/>
          </ac:spMkLst>
        </pc:spChg>
      </pc:sldChg>
      <pc:sldChg chg="modSp mod chgLayout modNotesTx">
        <pc:chgData name="Palit, Tapti" userId="dec6fbcd-7598-406a-8cbf-504d4a3bac15" providerId="ADAL" clId="{65104DF2-1B45-4C36-9E2A-F89658839DCF}" dt="2024-01-26T19:55:08.077" v="23721" actId="207"/>
        <pc:sldMkLst>
          <pc:docMk/>
          <pc:sldMk cId="3334083422" sldId="469"/>
        </pc:sldMkLst>
        <pc:spChg chg="mod ord">
          <ac:chgData name="Palit, Tapti" userId="dec6fbcd-7598-406a-8cbf-504d4a3bac15" providerId="ADAL" clId="{65104DF2-1B45-4C36-9E2A-F89658839DCF}" dt="2024-01-15T18:02:53.069" v="52" actId="700"/>
          <ac:spMkLst>
            <pc:docMk/>
            <pc:sldMk cId="3334083422" sldId="469"/>
            <ac:spMk id="2" creationId="{17FD01BE-4AF2-404F-A793-CDFC91073AAC}"/>
          </ac:spMkLst>
        </pc:spChg>
        <pc:spChg chg="mod ord">
          <ac:chgData name="Palit, Tapti" userId="dec6fbcd-7598-406a-8cbf-504d4a3bac15" providerId="ADAL" clId="{65104DF2-1B45-4C36-9E2A-F89658839DCF}" dt="2024-01-26T19:55:08.077" v="23721" actId="207"/>
          <ac:spMkLst>
            <pc:docMk/>
            <pc:sldMk cId="3334083422" sldId="469"/>
            <ac:spMk id="3" creationId="{6F54ADAB-57FD-4309-9CA9-8DC92CD746A9}"/>
          </ac:spMkLst>
        </pc:spChg>
        <pc:spChg chg="mod ord">
          <ac:chgData name="Palit, Tapti" userId="dec6fbcd-7598-406a-8cbf-504d4a3bac15" providerId="ADAL" clId="{65104DF2-1B45-4C36-9E2A-F89658839DCF}" dt="2024-01-15T18:02:53.069" v="52" actId="700"/>
          <ac:spMkLst>
            <pc:docMk/>
            <pc:sldMk cId="3334083422" sldId="469"/>
            <ac:spMk id="4" creationId="{C7E7126A-F87E-48EE-8CCA-D5916149171B}"/>
          </ac:spMkLst>
        </pc:spChg>
      </pc:sldChg>
      <pc:sldChg chg="add mod modShow">
        <pc:chgData name="Palit, Tapti" userId="dec6fbcd-7598-406a-8cbf-504d4a3bac15" providerId="ADAL" clId="{65104DF2-1B45-4C36-9E2A-F89658839DCF}" dt="2024-01-25T17:52:01.059" v="21999" actId="729"/>
        <pc:sldMkLst>
          <pc:docMk/>
          <pc:sldMk cId="85943737" sldId="470"/>
        </pc:sldMkLst>
      </pc:sldChg>
      <pc:sldChg chg="modSp del mod chgLayout">
        <pc:chgData name="Palit, Tapti" userId="dec6fbcd-7598-406a-8cbf-504d4a3bac15" providerId="ADAL" clId="{65104DF2-1B45-4C36-9E2A-F89658839DCF}" dt="2024-01-25T17:51:54.626" v="21997" actId="2696"/>
        <pc:sldMkLst>
          <pc:docMk/>
          <pc:sldMk cId="3002281292" sldId="470"/>
        </pc:sldMkLst>
        <pc:spChg chg="mod ord">
          <ac:chgData name="Palit, Tapti" userId="dec6fbcd-7598-406a-8cbf-504d4a3bac15" providerId="ADAL" clId="{65104DF2-1B45-4C36-9E2A-F89658839DCF}" dt="2024-01-15T18:02:53.069" v="52" actId="700"/>
          <ac:spMkLst>
            <pc:docMk/>
            <pc:sldMk cId="3002281292" sldId="470"/>
            <ac:spMk id="2" creationId="{17FD01BE-4AF2-404F-A793-CDFC91073AAC}"/>
          </ac:spMkLst>
        </pc:spChg>
        <pc:spChg chg="mod ord">
          <ac:chgData name="Palit, Tapti" userId="dec6fbcd-7598-406a-8cbf-504d4a3bac15" providerId="ADAL" clId="{65104DF2-1B45-4C36-9E2A-F89658839DCF}" dt="2024-01-15T18:02:53.069" v="52" actId="700"/>
          <ac:spMkLst>
            <pc:docMk/>
            <pc:sldMk cId="3002281292" sldId="470"/>
            <ac:spMk id="3" creationId="{6F54ADAB-57FD-4309-9CA9-8DC92CD746A9}"/>
          </ac:spMkLst>
        </pc:spChg>
        <pc:spChg chg="mod ord">
          <ac:chgData name="Palit, Tapti" userId="dec6fbcd-7598-406a-8cbf-504d4a3bac15" providerId="ADAL" clId="{65104DF2-1B45-4C36-9E2A-F89658839DCF}" dt="2024-01-15T18:02:53.069" v="52" actId="700"/>
          <ac:spMkLst>
            <pc:docMk/>
            <pc:sldMk cId="3002281292" sldId="470"/>
            <ac:spMk id="4" creationId="{C7E7126A-F87E-48EE-8CCA-D5916149171B}"/>
          </ac:spMkLst>
        </pc:spChg>
      </pc:sldChg>
      <pc:sldChg chg="modSp mod addAnim delAnim modCm chgLayout">
        <pc:chgData name="Palit, Tapti" userId="dec6fbcd-7598-406a-8cbf-504d4a3bac15" providerId="ADAL" clId="{65104DF2-1B45-4C36-9E2A-F89658839DCF}" dt="2024-01-15T20:30:08.269" v="1070"/>
        <pc:sldMkLst>
          <pc:docMk/>
          <pc:sldMk cId="2626438807" sldId="475"/>
        </pc:sldMkLst>
        <pc:spChg chg="mod ord">
          <ac:chgData name="Palit, Tapti" userId="dec6fbcd-7598-406a-8cbf-504d4a3bac15" providerId="ADAL" clId="{65104DF2-1B45-4C36-9E2A-F89658839DCF}" dt="2024-01-15T18:31:55.830" v="296" actId="20577"/>
          <ac:spMkLst>
            <pc:docMk/>
            <pc:sldMk cId="2626438807" sldId="475"/>
            <ac:spMk id="2" creationId="{803650A6-D090-4F49-89FC-6E7ECF8BED37}"/>
          </ac:spMkLst>
        </pc:spChg>
        <pc:spChg chg="mod ord">
          <ac:chgData name="Palit, Tapti" userId="dec6fbcd-7598-406a-8cbf-504d4a3bac15" providerId="ADAL" clId="{65104DF2-1B45-4C36-9E2A-F89658839DCF}" dt="2024-01-15T18:02:53.069" v="52" actId="700"/>
          <ac:spMkLst>
            <pc:docMk/>
            <pc:sldMk cId="2626438807" sldId="475"/>
            <ac:spMk id="3" creationId="{9DF37E32-E849-43FD-AE75-95E334786AB7}"/>
          </ac:spMkLst>
        </pc:spChg>
        <pc:spChg chg="mod ord">
          <ac:chgData name="Palit, Tapti" userId="dec6fbcd-7598-406a-8cbf-504d4a3bac15" providerId="ADAL" clId="{65104DF2-1B45-4C36-9E2A-F89658839DCF}" dt="2024-01-15T18:02:53.069" v="52" actId="700"/>
          <ac:spMkLst>
            <pc:docMk/>
            <pc:sldMk cId="2626438807" sldId="475"/>
            <ac:spMk id="4" creationId="{3CFC0458-353F-49C6-A1F4-5BF22C6A25F4}"/>
          </ac:spMkLst>
        </pc:spChg>
        <pc:spChg chg="mod">
          <ac:chgData name="Palit, Tapti" userId="dec6fbcd-7598-406a-8cbf-504d4a3bac15" providerId="ADAL" clId="{65104DF2-1B45-4C36-9E2A-F89658839DCF}" dt="2024-01-15T19:29:43.199" v="642" actId="255"/>
          <ac:spMkLst>
            <pc:docMk/>
            <pc:sldMk cId="2626438807" sldId="475"/>
            <ac:spMk id="5" creationId="{3BD545A7-2B82-4CCD-BB25-B0D8B99223C8}"/>
          </ac:spMkLst>
        </pc:spChg>
        <pc:spChg chg="mod">
          <ac:chgData name="Palit, Tapti" userId="dec6fbcd-7598-406a-8cbf-504d4a3bac15" providerId="ADAL" clId="{65104DF2-1B45-4C36-9E2A-F89658839DCF}" dt="2024-01-15T19:29:08.932" v="635" actId="108"/>
          <ac:spMkLst>
            <pc:docMk/>
            <pc:sldMk cId="2626438807" sldId="475"/>
            <ac:spMk id="6" creationId="{D6E7A7AB-D626-4FD5-AB23-3EBF346B90C3}"/>
          </ac:spMkLst>
        </pc:spChg>
        <pc:spChg chg="mod">
          <ac:chgData name="Palit, Tapti" userId="dec6fbcd-7598-406a-8cbf-504d4a3bac15" providerId="ADAL" clId="{65104DF2-1B45-4C36-9E2A-F89658839DCF}" dt="2024-01-15T19:38:14.260" v="725" actId="113"/>
          <ac:spMkLst>
            <pc:docMk/>
            <pc:sldMk cId="2626438807" sldId="475"/>
            <ac:spMk id="21" creationId="{C002CB50-FFF4-441D-8367-A795E26CAACA}"/>
          </ac:spMkLst>
        </pc:spChg>
        <pc:spChg chg="mod">
          <ac:chgData name="Palit, Tapti" userId="dec6fbcd-7598-406a-8cbf-504d4a3bac15" providerId="ADAL" clId="{65104DF2-1B45-4C36-9E2A-F89658839DCF}" dt="2024-01-15T19:29:36.983" v="641" actId="255"/>
          <ac:spMkLst>
            <pc:docMk/>
            <pc:sldMk cId="2626438807" sldId="475"/>
            <ac:spMk id="24" creationId="{0C7431CC-9ABE-4770-B145-AC2766FD7A0E}"/>
          </ac:spMkLst>
        </pc:spChg>
        <pc:spChg chg="mod">
          <ac:chgData name="Palit, Tapti" userId="dec6fbcd-7598-406a-8cbf-504d4a3bac15" providerId="ADAL" clId="{65104DF2-1B45-4C36-9E2A-F89658839DCF}" dt="2024-01-15T19:29:31.900" v="640" actId="255"/>
          <ac:spMkLst>
            <pc:docMk/>
            <pc:sldMk cId="2626438807" sldId="475"/>
            <ac:spMk id="41" creationId="{21F97398-A0DE-4EC6-AEA5-1E87C05FE65B}"/>
          </ac:spMkLst>
        </pc:spChg>
        <pc:spChg chg="mod">
          <ac:chgData name="Palit, Tapti" userId="dec6fbcd-7598-406a-8cbf-504d4a3bac15" providerId="ADAL" clId="{65104DF2-1B45-4C36-9E2A-F89658839DCF}" dt="2024-01-15T19:37:59.545" v="720" actId="113"/>
          <ac:spMkLst>
            <pc:docMk/>
            <pc:sldMk cId="2626438807" sldId="475"/>
            <ac:spMk id="44" creationId="{1865E06F-4701-4A03-8F26-806EB926D33A}"/>
          </ac:spMkLst>
        </pc:spChg>
        <pc:spChg chg="mod">
          <ac:chgData name="Palit, Tapti" userId="dec6fbcd-7598-406a-8cbf-504d4a3bac15" providerId="ADAL" clId="{65104DF2-1B45-4C36-9E2A-F89658839DCF}" dt="2024-01-15T19:38:23.905" v="727" actId="255"/>
          <ac:spMkLst>
            <pc:docMk/>
            <pc:sldMk cId="2626438807" sldId="475"/>
            <ac:spMk id="45" creationId="{8CFDC509-7B4F-455B-9524-DEC143CA2728}"/>
          </ac:spMkLst>
        </pc:spChg>
        <pc:spChg chg="mod">
          <ac:chgData name="Palit, Tapti" userId="dec6fbcd-7598-406a-8cbf-504d4a3bac15" providerId="ADAL" clId="{65104DF2-1B45-4C36-9E2A-F89658839DCF}" dt="2024-01-15T17:57:41.817" v="26"/>
          <ac:spMkLst>
            <pc:docMk/>
            <pc:sldMk cId="2626438807" sldId="475"/>
            <ac:spMk id="58" creationId="{D66BCB38-2C9F-434F-A99C-DED3B22A3274}"/>
          </ac:spMkLst>
        </pc:spChg>
        <pc:spChg chg="mod">
          <ac:chgData name="Palit, Tapti" userId="dec6fbcd-7598-406a-8cbf-504d4a3bac15" providerId="ADAL" clId="{65104DF2-1B45-4C36-9E2A-F89658839DCF}" dt="2024-01-15T19:31:09.937" v="661" actId="255"/>
          <ac:spMkLst>
            <pc:docMk/>
            <pc:sldMk cId="2626438807" sldId="475"/>
            <ac:spMk id="59" creationId="{9244040A-0AEF-4D13-B19F-4F8F4AC150BD}"/>
          </ac:spMkLst>
        </pc:spChg>
        <pc:spChg chg="mod">
          <ac:chgData name="Palit, Tapti" userId="dec6fbcd-7598-406a-8cbf-504d4a3bac15" providerId="ADAL" clId="{65104DF2-1B45-4C36-9E2A-F89658839DCF}" dt="2024-01-15T19:31:15.172" v="663" actId="255"/>
          <ac:spMkLst>
            <pc:docMk/>
            <pc:sldMk cId="2626438807" sldId="475"/>
            <ac:spMk id="61" creationId="{22050323-B2C6-426C-8544-BCBB09BF87CF}"/>
          </ac:spMkLst>
        </pc:spChg>
        <pc:cxnChg chg="mod">
          <ac:chgData name="Palit, Tapti" userId="dec6fbcd-7598-406a-8cbf-504d4a3bac15" providerId="ADAL" clId="{65104DF2-1B45-4C36-9E2A-F89658839DCF}" dt="2024-01-15T19:30:48.299" v="657" actId="692"/>
          <ac:cxnSpMkLst>
            <pc:docMk/>
            <pc:sldMk cId="2626438807" sldId="475"/>
            <ac:cxnSpMk id="14" creationId="{4E2D8B7B-DADD-4291-986A-A38DA91B70B9}"/>
          </ac:cxnSpMkLst>
        </pc:cxnChg>
        <pc:cxnChg chg="mod">
          <ac:chgData name="Palit, Tapti" userId="dec6fbcd-7598-406a-8cbf-504d4a3bac15" providerId="ADAL" clId="{65104DF2-1B45-4C36-9E2A-F89658839DCF}" dt="2024-01-15T19:30:48.299" v="657" actId="692"/>
          <ac:cxnSpMkLst>
            <pc:docMk/>
            <pc:sldMk cId="2626438807" sldId="475"/>
            <ac:cxnSpMk id="39" creationId="{E21A7DA2-06E1-4960-8F3F-A0E5D95C018A}"/>
          </ac:cxnSpMkLst>
        </pc:cxnChg>
        <pc:cxnChg chg="mod">
          <ac:chgData name="Palit, Tapti" userId="dec6fbcd-7598-406a-8cbf-504d4a3bac15" providerId="ADAL" clId="{65104DF2-1B45-4C36-9E2A-F89658839DCF}" dt="2024-01-15T19:30:48.299" v="657" actId="692"/>
          <ac:cxnSpMkLst>
            <pc:docMk/>
            <pc:sldMk cId="2626438807" sldId="475"/>
            <ac:cxnSpMk id="43" creationId="{B25A535B-FC0A-4F63-B819-40C5C07495B3}"/>
          </ac:cxnSpMkLst>
        </pc:cxnChg>
        <pc:extLst>
          <p:ext xmlns:p="http://schemas.openxmlformats.org/presentationml/2006/main" uri="{D6D511B9-2390-475A-947B-AFAB55BFBCF1}">
            <pc226:cmChg xmlns:pc226="http://schemas.microsoft.com/office/powerpoint/2022/06/main/command" chg="">
              <pc226:chgData name="Palit, Tapti" userId="dec6fbcd-7598-406a-8cbf-504d4a3bac15" providerId="ADAL" clId="{65104DF2-1B45-4C36-9E2A-F89658839DCF}" dt="2024-01-15T20:30:08.269" v="1070"/>
              <pc2:cmMkLst xmlns:pc2="http://schemas.microsoft.com/office/powerpoint/2019/9/main/command">
                <pc:docMk/>
                <pc:sldMk cId="2626438807" sldId="475"/>
                <pc2:cmMk id="{45D5EDE1-8ABD-462C-B89E-EA62B27C0418}"/>
              </pc2:cmMkLst>
              <pc226:cmRplyChg chg="add">
                <pc226:chgData name="Palit, Tapti" userId="dec6fbcd-7598-406a-8cbf-504d4a3bac15" providerId="ADAL" clId="{65104DF2-1B45-4C36-9E2A-F89658839DCF}" dt="2024-01-15T20:30:08.269" v="1070"/>
                <pc2:cmRplyMkLst xmlns:pc2="http://schemas.microsoft.com/office/powerpoint/2019/9/main/command">
                  <pc:docMk/>
                  <pc:sldMk cId="2626438807" sldId="475"/>
                  <pc2:cmMk id="{45D5EDE1-8ABD-462C-B89E-EA62B27C0418}"/>
                  <pc2:cmRplyMk id="{B738B8B6-85FE-43BA-858D-9A42A03DD5B9}"/>
                </pc2:cmRplyMkLst>
              </pc226:cmRplyChg>
              <pc226:cmRplyChg chg="add">
                <pc226:chgData name="Palit, Tapti" userId="dec6fbcd-7598-406a-8cbf-504d4a3bac15" providerId="ADAL" clId="{65104DF2-1B45-4C36-9E2A-F89658839DCF}" dt="2024-01-15T20:28:39.696" v="1069"/>
                <pc2:cmRplyMkLst xmlns:pc2="http://schemas.microsoft.com/office/powerpoint/2019/9/main/command">
                  <pc:docMk/>
                  <pc:sldMk cId="2626438807" sldId="475"/>
                  <pc2:cmMk id="{45D5EDE1-8ABD-462C-B89E-EA62B27C0418}"/>
                  <pc2:cmRplyMk id="{76A4CEB9-3AFD-40A1-AE7F-F2FE672FFBC6}"/>
                </pc2:cmRplyMkLst>
              </pc226:cmRplyChg>
              <pc226:cmRplyChg chg="add">
                <pc226:chgData name="Palit, Tapti" userId="dec6fbcd-7598-406a-8cbf-504d4a3bac15" providerId="ADAL" clId="{65104DF2-1B45-4C36-9E2A-F89658839DCF}" dt="2024-01-15T20:28:22.817" v="1068"/>
                <pc2:cmRplyMkLst xmlns:pc2="http://schemas.microsoft.com/office/powerpoint/2019/9/main/command">
                  <pc:docMk/>
                  <pc:sldMk cId="2626438807" sldId="475"/>
                  <pc2:cmMk id="{45D5EDE1-8ABD-462C-B89E-EA62B27C0418}"/>
                  <pc2:cmRplyMk id="{FE630CEB-82FE-4AF9-883C-F62BEB3344D5}"/>
                </pc2:cmRplyMkLst>
              </pc226:cmRplyChg>
            </pc226:cmChg>
          </p:ext>
        </pc:extLst>
      </pc:sldChg>
      <pc:sldChg chg="addSp delSp modSp mod chgLayout">
        <pc:chgData name="Palit, Tapti" userId="dec6fbcd-7598-406a-8cbf-504d4a3bac15" providerId="ADAL" clId="{65104DF2-1B45-4C36-9E2A-F89658839DCF}" dt="2024-01-15T18:31:39.227" v="281" actId="20577"/>
        <pc:sldMkLst>
          <pc:docMk/>
          <pc:sldMk cId="4098474423" sldId="476"/>
        </pc:sldMkLst>
        <pc:spChg chg="mod ord">
          <ac:chgData name="Palit, Tapti" userId="dec6fbcd-7598-406a-8cbf-504d4a3bac15" providerId="ADAL" clId="{65104DF2-1B45-4C36-9E2A-F89658839DCF}" dt="2024-01-15T18:31:39.227" v="281" actId="20577"/>
          <ac:spMkLst>
            <pc:docMk/>
            <pc:sldMk cId="4098474423" sldId="476"/>
            <ac:spMk id="2" creationId="{CA168A6A-A674-44A5-AC65-6B0362CD0AB6}"/>
          </ac:spMkLst>
        </pc:spChg>
        <pc:spChg chg="add del mod ord">
          <ac:chgData name="Palit, Tapti" userId="dec6fbcd-7598-406a-8cbf-504d4a3bac15" providerId="ADAL" clId="{65104DF2-1B45-4C36-9E2A-F89658839DCF}" dt="2024-01-15T18:31:35.744" v="280" actId="478"/>
          <ac:spMkLst>
            <pc:docMk/>
            <pc:sldMk cId="4098474423" sldId="476"/>
            <ac:spMk id="3" creationId="{48145B3C-EEB5-079A-318C-AC8A1C248274}"/>
          </ac:spMkLst>
        </pc:spChg>
        <pc:spChg chg="mod ord">
          <ac:chgData name="Palit, Tapti" userId="dec6fbcd-7598-406a-8cbf-504d4a3bac15" providerId="ADAL" clId="{65104DF2-1B45-4C36-9E2A-F89658839DCF}" dt="2024-01-15T18:02:53.069" v="52" actId="700"/>
          <ac:spMkLst>
            <pc:docMk/>
            <pc:sldMk cId="4098474423" sldId="476"/>
            <ac:spMk id="4" creationId="{1984492D-5621-4DFF-A13F-7F893A2A116E}"/>
          </ac:spMkLst>
        </pc:spChg>
      </pc:sldChg>
      <pc:sldChg chg="modSp">
        <pc:chgData name="Palit, Tapti" userId="dec6fbcd-7598-406a-8cbf-504d4a3bac15" providerId="ADAL" clId="{65104DF2-1B45-4C36-9E2A-F89658839DCF}" dt="2024-01-15T17:57:41.817" v="26"/>
        <pc:sldMkLst>
          <pc:docMk/>
          <pc:sldMk cId="1115464288" sldId="477"/>
        </pc:sldMkLst>
        <pc:spChg chg="mod">
          <ac:chgData name="Palit, Tapti" userId="dec6fbcd-7598-406a-8cbf-504d4a3bac15" providerId="ADAL" clId="{65104DF2-1B45-4C36-9E2A-F89658839DCF}" dt="2024-01-15T17:57:41.817" v="26"/>
          <ac:spMkLst>
            <pc:docMk/>
            <pc:sldMk cId="1115464288" sldId="477"/>
            <ac:spMk id="2" creationId="{803650A6-D090-4F49-89FC-6E7ECF8BED37}"/>
          </ac:spMkLst>
        </pc:spChg>
        <pc:spChg chg="mod">
          <ac:chgData name="Palit, Tapti" userId="dec6fbcd-7598-406a-8cbf-504d4a3bac15" providerId="ADAL" clId="{65104DF2-1B45-4C36-9E2A-F89658839DCF}" dt="2024-01-15T17:57:41.817" v="26"/>
          <ac:spMkLst>
            <pc:docMk/>
            <pc:sldMk cId="1115464288" sldId="477"/>
            <ac:spMk id="4" creationId="{3CFC0458-353F-49C6-A1F4-5BF22C6A25F4}"/>
          </ac:spMkLst>
        </pc:spChg>
      </pc:sldChg>
      <pc:sldChg chg="modSp mod">
        <pc:chgData name="Palit, Tapti" userId="dec6fbcd-7598-406a-8cbf-504d4a3bac15" providerId="ADAL" clId="{65104DF2-1B45-4C36-9E2A-F89658839DCF}" dt="2024-01-15T18:01:57.421" v="48" actId="27636"/>
        <pc:sldMkLst>
          <pc:docMk/>
          <pc:sldMk cId="3509378371" sldId="753"/>
        </pc:sldMkLst>
        <pc:spChg chg="mod">
          <ac:chgData name="Palit, Tapti" userId="dec6fbcd-7598-406a-8cbf-504d4a3bac15" providerId="ADAL" clId="{65104DF2-1B45-4C36-9E2A-F89658839DCF}" dt="2024-01-15T18:01:57.421" v="48" actId="27636"/>
          <ac:spMkLst>
            <pc:docMk/>
            <pc:sldMk cId="3509378371" sldId="753"/>
            <ac:spMk id="2" creationId="{5510985D-2477-455A-A3CB-96DAE9FDD982}"/>
          </ac:spMkLst>
        </pc:spChg>
        <pc:spChg chg="mod">
          <ac:chgData name="Palit, Tapti" userId="dec6fbcd-7598-406a-8cbf-504d4a3bac15" providerId="ADAL" clId="{65104DF2-1B45-4C36-9E2A-F89658839DCF}" dt="2024-01-15T17:57:41.817" v="26"/>
          <ac:spMkLst>
            <pc:docMk/>
            <pc:sldMk cId="3509378371" sldId="753"/>
            <ac:spMk id="3" creationId="{2DED0A3C-2800-4695-A0F2-7E7D4FF6FB80}"/>
          </ac:spMkLst>
        </pc:spChg>
        <pc:spChg chg="mod">
          <ac:chgData name="Palit, Tapti" userId="dec6fbcd-7598-406a-8cbf-504d4a3bac15" providerId="ADAL" clId="{65104DF2-1B45-4C36-9E2A-F89658839DCF}" dt="2024-01-15T17:57:41.817" v="26"/>
          <ac:spMkLst>
            <pc:docMk/>
            <pc:sldMk cId="3509378371" sldId="753"/>
            <ac:spMk id="4" creationId="{52C5D24A-7BA7-4124-9EA5-F0C4372FD74C}"/>
          </ac:spMkLst>
        </pc:spChg>
      </pc:sldChg>
      <pc:sldChg chg="addSp delSp modSp mod chgLayout">
        <pc:chgData name="Palit, Tapti" userId="dec6fbcd-7598-406a-8cbf-504d4a3bac15" providerId="ADAL" clId="{65104DF2-1B45-4C36-9E2A-F89658839DCF}" dt="2024-01-15T18:02:53.069" v="52" actId="700"/>
        <pc:sldMkLst>
          <pc:docMk/>
          <pc:sldMk cId="3152190271" sldId="754"/>
        </pc:sldMkLst>
        <pc:spChg chg="del mod">
          <ac:chgData name="Palit, Tapti" userId="dec6fbcd-7598-406a-8cbf-504d4a3bac15" providerId="ADAL" clId="{65104DF2-1B45-4C36-9E2A-F89658839DCF}" dt="2024-01-15T18:02:53.069" v="52" actId="700"/>
          <ac:spMkLst>
            <pc:docMk/>
            <pc:sldMk cId="3152190271" sldId="754"/>
            <ac:spMk id="2" creationId="{2A9BF5D1-B61D-461B-A6E7-6AC87AFE724D}"/>
          </ac:spMkLst>
        </pc:spChg>
        <pc:spChg chg="add mod ord">
          <ac:chgData name="Palit, Tapti" userId="dec6fbcd-7598-406a-8cbf-504d4a3bac15" providerId="ADAL" clId="{65104DF2-1B45-4C36-9E2A-F89658839DCF}" dt="2024-01-15T18:02:53.069" v="52" actId="700"/>
          <ac:spMkLst>
            <pc:docMk/>
            <pc:sldMk cId="3152190271" sldId="754"/>
            <ac:spMk id="3" creationId="{C7FE8E33-492E-4DE0-3E5B-D96F7F51F2AF}"/>
          </ac:spMkLst>
        </pc:spChg>
        <pc:spChg chg="mod ord">
          <ac:chgData name="Palit, Tapti" userId="dec6fbcd-7598-406a-8cbf-504d4a3bac15" providerId="ADAL" clId="{65104DF2-1B45-4C36-9E2A-F89658839DCF}" dt="2024-01-15T18:02:53.069" v="52" actId="700"/>
          <ac:spMkLst>
            <pc:docMk/>
            <pc:sldMk cId="3152190271" sldId="754"/>
            <ac:spMk id="4" creationId="{8915FFE3-A260-4192-84A4-F4A3539C2558}"/>
          </ac:spMkLst>
        </pc:spChg>
        <pc:spChg chg="add mod ord">
          <ac:chgData name="Palit, Tapti" userId="dec6fbcd-7598-406a-8cbf-504d4a3bac15" providerId="ADAL" clId="{65104DF2-1B45-4C36-9E2A-F89658839DCF}" dt="2024-01-15T18:02:53.069" v="52" actId="700"/>
          <ac:spMkLst>
            <pc:docMk/>
            <pc:sldMk cId="3152190271" sldId="754"/>
            <ac:spMk id="6" creationId="{32904AA1-05AE-7819-3096-8C326379931C}"/>
          </ac:spMkLst>
        </pc:spChg>
      </pc:sldChg>
      <pc:sldChg chg="addSp modSp mod chgLayout modNotesTx">
        <pc:chgData name="Palit, Tapti" userId="dec6fbcd-7598-406a-8cbf-504d4a3bac15" providerId="ADAL" clId="{65104DF2-1B45-4C36-9E2A-F89658839DCF}" dt="2024-01-24T17:50:33.715" v="9176" actId="20577"/>
        <pc:sldMkLst>
          <pc:docMk/>
          <pc:sldMk cId="475089128" sldId="755"/>
        </pc:sldMkLst>
        <pc:spChg chg="add mod ord">
          <ac:chgData name="Palit, Tapti" userId="dec6fbcd-7598-406a-8cbf-504d4a3bac15" providerId="ADAL" clId="{65104DF2-1B45-4C36-9E2A-F89658839DCF}" dt="2024-01-15T18:02:53.069" v="52" actId="700"/>
          <ac:spMkLst>
            <pc:docMk/>
            <pc:sldMk cId="475089128" sldId="755"/>
            <ac:spMk id="2" creationId="{B3081949-5183-2FF9-CE17-74455245C729}"/>
          </ac:spMkLst>
        </pc:spChg>
        <pc:spChg chg="mod ord">
          <ac:chgData name="Palit, Tapti" userId="dec6fbcd-7598-406a-8cbf-504d4a3bac15" providerId="ADAL" clId="{65104DF2-1B45-4C36-9E2A-F89658839DCF}" dt="2024-01-15T18:26:58.439" v="215" actId="207"/>
          <ac:spMkLst>
            <pc:docMk/>
            <pc:sldMk cId="475089128" sldId="755"/>
            <ac:spMk id="3" creationId="{447D293D-7127-C791-DD9C-F2890664744A}"/>
          </ac:spMkLst>
        </pc:spChg>
        <pc:spChg chg="mod ord">
          <ac:chgData name="Palit, Tapti" userId="dec6fbcd-7598-406a-8cbf-504d4a3bac15" providerId="ADAL" clId="{65104DF2-1B45-4C36-9E2A-F89658839DCF}" dt="2024-01-15T18:02:53.069" v="52" actId="700"/>
          <ac:spMkLst>
            <pc:docMk/>
            <pc:sldMk cId="475089128" sldId="755"/>
            <ac:spMk id="4" creationId="{CCDABEDB-ED5F-FE78-A359-9E6D6A5291CB}"/>
          </ac:spMkLst>
        </pc:spChg>
        <pc:spChg chg="mod">
          <ac:chgData name="Palit, Tapti" userId="dec6fbcd-7598-406a-8cbf-504d4a3bac15" providerId="ADAL" clId="{65104DF2-1B45-4C36-9E2A-F89658839DCF}" dt="2024-01-24T17:50:11.568" v="9097" actId="20577"/>
          <ac:spMkLst>
            <pc:docMk/>
            <pc:sldMk cId="475089128" sldId="755"/>
            <ac:spMk id="5" creationId="{E43C3F49-DBD6-FACA-9BD7-108F0433B867}"/>
          </ac:spMkLst>
        </pc:spChg>
      </pc:sldChg>
      <pc:sldChg chg="addSp delSp modSp mod modClrScheme addCm chgLayout">
        <pc:chgData name="Palit, Tapti" userId="dec6fbcd-7598-406a-8cbf-504d4a3bac15" providerId="ADAL" clId="{65104DF2-1B45-4C36-9E2A-F89658839DCF}" dt="2024-01-15T19:43:02.123" v="797" actId="20577"/>
        <pc:sldMkLst>
          <pc:docMk/>
          <pc:sldMk cId="695655142" sldId="758"/>
        </pc:sldMkLst>
        <pc:spChg chg="mod ord">
          <ac:chgData name="Palit, Tapti" userId="dec6fbcd-7598-406a-8cbf-504d4a3bac15" providerId="ADAL" clId="{65104DF2-1B45-4C36-9E2A-F89658839DCF}" dt="2024-01-15T19:43:02.123" v="797" actId="20577"/>
          <ac:spMkLst>
            <pc:docMk/>
            <pc:sldMk cId="695655142" sldId="758"/>
            <ac:spMk id="2" creationId="{8229BDFF-E1CE-F57B-F8D8-308A800B8A01}"/>
          </ac:spMkLst>
        </pc:spChg>
        <pc:spChg chg="add del mod ord">
          <ac:chgData name="Palit, Tapti" userId="dec6fbcd-7598-406a-8cbf-504d4a3bac15" providerId="ADAL" clId="{65104DF2-1B45-4C36-9E2A-F89658839DCF}" dt="2024-01-15T18:13:00.081" v="87" actId="478"/>
          <ac:spMkLst>
            <pc:docMk/>
            <pc:sldMk cId="695655142" sldId="758"/>
            <ac:spMk id="3" creationId="{53A3EAF9-9AB2-5C07-E951-5B10D8702686}"/>
          </ac:spMkLst>
        </pc:spChg>
        <pc:spChg chg="add del mod ord">
          <ac:chgData name="Palit, Tapti" userId="dec6fbcd-7598-406a-8cbf-504d4a3bac15" providerId="ADAL" clId="{65104DF2-1B45-4C36-9E2A-F89658839DCF}" dt="2024-01-15T19:09:31.838" v="443" actId="700"/>
          <ac:spMkLst>
            <pc:docMk/>
            <pc:sldMk cId="695655142" sldId="758"/>
            <ac:spMk id="3" creationId="{B3ED0090-7725-869A-E78D-8838F9D6DBF5}"/>
          </ac:spMkLst>
        </pc:spChg>
        <pc:spChg chg="mod ord">
          <ac:chgData name="Palit, Tapti" userId="dec6fbcd-7598-406a-8cbf-504d4a3bac15" providerId="ADAL" clId="{65104DF2-1B45-4C36-9E2A-F89658839DCF}" dt="2024-01-15T19:15:59.324" v="525" actId="6264"/>
          <ac:spMkLst>
            <pc:docMk/>
            <pc:sldMk cId="695655142" sldId="758"/>
            <ac:spMk id="4" creationId="{2EA4B841-1774-F5A0-07E2-86E26A512403}"/>
          </ac:spMkLst>
        </pc:spChg>
        <pc:spChg chg="add del mod ord">
          <ac:chgData name="Palit, Tapti" userId="dec6fbcd-7598-406a-8cbf-504d4a3bac15" providerId="ADAL" clId="{65104DF2-1B45-4C36-9E2A-F89658839DCF}" dt="2024-01-15T19:09:28.867" v="442" actId="700"/>
          <ac:spMkLst>
            <pc:docMk/>
            <pc:sldMk cId="695655142" sldId="758"/>
            <ac:spMk id="5" creationId="{A877F316-B59F-F9D9-3C30-05B0A2BE5DC9}"/>
          </ac:spMkLst>
        </pc:spChg>
        <pc:spChg chg="add del mod ord">
          <ac:chgData name="Palit, Tapti" userId="dec6fbcd-7598-406a-8cbf-504d4a3bac15" providerId="ADAL" clId="{65104DF2-1B45-4C36-9E2A-F89658839DCF}" dt="2024-01-15T19:09:35.708" v="444" actId="700"/>
          <ac:spMkLst>
            <pc:docMk/>
            <pc:sldMk cId="695655142" sldId="758"/>
            <ac:spMk id="7" creationId="{59DBA67A-90B2-C162-EBDF-6A983EB2356A}"/>
          </ac:spMkLst>
        </pc:spChg>
        <pc:spChg chg="add del mod ord">
          <ac:chgData name="Palit, Tapti" userId="dec6fbcd-7598-406a-8cbf-504d4a3bac15" providerId="ADAL" clId="{65104DF2-1B45-4C36-9E2A-F89658839DCF}" dt="2024-01-15T19:09:38.611" v="445" actId="6264"/>
          <ac:spMkLst>
            <pc:docMk/>
            <pc:sldMk cId="695655142" sldId="758"/>
            <ac:spMk id="9" creationId="{2A131D88-0361-4770-332E-D9ADD206D60A}"/>
          </ac:spMkLst>
        </pc:spChg>
        <pc:spChg chg="add del mod">
          <ac:chgData name="Palit, Tapti" userId="dec6fbcd-7598-406a-8cbf-504d4a3bac15" providerId="ADAL" clId="{65104DF2-1B45-4C36-9E2A-F89658839DCF}" dt="2024-01-15T19:09:38.611" v="445" actId="6264"/>
          <ac:spMkLst>
            <pc:docMk/>
            <pc:sldMk cId="695655142" sldId="758"/>
            <ac:spMk id="10" creationId="{6392D3AD-7D6A-F124-7B99-A5D76884AA1D}"/>
          </ac:spMkLst>
        </pc:spChg>
        <pc:spChg chg="add del mod">
          <ac:chgData name="Palit, Tapti" userId="dec6fbcd-7598-406a-8cbf-504d4a3bac15" providerId="ADAL" clId="{65104DF2-1B45-4C36-9E2A-F89658839DCF}" dt="2024-01-15T19:09:38.611" v="445" actId="6264"/>
          <ac:spMkLst>
            <pc:docMk/>
            <pc:sldMk cId="695655142" sldId="758"/>
            <ac:spMk id="11" creationId="{A7722280-8207-1EA7-67D7-4DBFE14C1AC6}"/>
          </ac:spMkLst>
        </pc:spChg>
        <pc:spChg chg="add del mod ord">
          <ac:chgData name="Palit, Tapti" userId="dec6fbcd-7598-406a-8cbf-504d4a3bac15" providerId="ADAL" clId="{65104DF2-1B45-4C36-9E2A-F89658839DCF}" dt="2024-01-15T19:15:59.324" v="525" actId="6264"/>
          <ac:spMkLst>
            <pc:docMk/>
            <pc:sldMk cId="695655142" sldId="758"/>
            <ac:spMk id="12" creationId="{B3CBC444-0247-74E6-FA4C-E07444B3770C}"/>
          </ac:spMkLst>
        </pc:spChg>
        <pc:spChg chg="add del mod">
          <ac:chgData name="Palit, Tapti" userId="dec6fbcd-7598-406a-8cbf-504d4a3bac15" providerId="ADAL" clId="{65104DF2-1B45-4C36-9E2A-F89658839DCF}" dt="2024-01-15T19:15:59.324" v="525" actId="6264"/>
          <ac:spMkLst>
            <pc:docMk/>
            <pc:sldMk cId="695655142" sldId="758"/>
            <ac:spMk id="13" creationId="{E37018BA-5F02-9F10-658E-6F1AC4634DDD}"/>
          </ac:spMkLst>
        </pc:spChg>
        <pc:spChg chg="add del mod">
          <ac:chgData name="Palit, Tapti" userId="dec6fbcd-7598-406a-8cbf-504d4a3bac15" providerId="ADAL" clId="{65104DF2-1B45-4C36-9E2A-F89658839DCF}" dt="2024-01-15T19:15:59.324" v="525" actId="6264"/>
          <ac:spMkLst>
            <pc:docMk/>
            <pc:sldMk cId="695655142" sldId="758"/>
            <ac:spMk id="14" creationId="{42F92D84-8092-BDE8-07E0-6B223D56DD58}"/>
          </ac:spMkLst>
        </pc:spChg>
        <pc:spChg chg="add del mod ord">
          <ac:chgData name="Palit, Tapti" userId="dec6fbcd-7598-406a-8cbf-504d4a3bac15" providerId="ADAL" clId="{65104DF2-1B45-4C36-9E2A-F89658839DCF}" dt="2024-01-15T19:16:10.332" v="529" actId="478"/>
          <ac:spMkLst>
            <pc:docMk/>
            <pc:sldMk cId="695655142" sldId="758"/>
            <ac:spMk id="16" creationId="{274A3981-A1A8-0C45-9E3B-C52906715C82}"/>
          </ac:spMkLst>
        </pc:spChg>
        <pc:spChg chg="add mod ord">
          <ac:chgData name="Palit, Tapti" userId="dec6fbcd-7598-406a-8cbf-504d4a3bac15" providerId="ADAL" clId="{65104DF2-1B45-4C36-9E2A-F89658839DCF}" dt="2024-01-15T19:16:04.219" v="527"/>
          <ac:spMkLst>
            <pc:docMk/>
            <pc:sldMk cId="695655142" sldId="758"/>
            <ac:spMk id="17" creationId="{BD383F5C-A43F-3603-F072-667275C46E4E}"/>
          </ac:spMkLst>
        </pc:spChg>
        <pc:spChg chg="add del mod">
          <ac:chgData name="Palit, Tapti" userId="dec6fbcd-7598-406a-8cbf-504d4a3bac15" providerId="ADAL" clId="{65104DF2-1B45-4C36-9E2A-F89658839DCF}" dt="2024-01-15T19:16:05.719" v="528" actId="478"/>
          <ac:spMkLst>
            <pc:docMk/>
            <pc:sldMk cId="695655142" sldId="758"/>
            <ac:spMk id="21" creationId="{56844122-7D25-7E0A-BD4C-410A5FA3C81F}"/>
          </ac:spMkLst>
        </pc:sp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65104DF2-1B45-4C36-9E2A-F89658839DCF}" dt="2024-01-15T18:19:02.398" v="120"/>
              <pc2:cmMkLst xmlns:pc2="http://schemas.microsoft.com/office/powerpoint/2019/9/main/command">
                <pc:docMk/>
                <pc:sldMk cId="695655142" sldId="758"/>
                <pc2:cmMk id="{C95B8899-924C-4A7F-8C15-EF096EA6C65D}"/>
              </pc2:cmMkLst>
            </pc226:cmChg>
          </p:ext>
        </pc:extLst>
      </pc:sldChg>
      <pc:sldChg chg="modSp del mod chgLayout">
        <pc:chgData name="Palit, Tapti" userId="dec6fbcd-7598-406a-8cbf-504d4a3bac15" providerId="ADAL" clId="{65104DF2-1B45-4C36-9E2A-F89658839DCF}" dt="2024-01-25T17:18:42.201" v="20753" actId="47"/>
        <pc:sldMkLst>
          <pc:docMk/>
          <pc:sldMk cId="985481160" sldId="759"/>
        </pc:sldMkLst>
        <pc:spChg chg="mod ord">
          <ac:chgData name="Palit, Tapti" userId="dec6fbcd-7598-406a-8cbf-504d4a3bac15" providerId="ADAL" clId="{65104DF2-1B45-4C36-9E2A-F89658839DCF}" dt="2024-01-15T18:02:53.069" v="52" actId="700"/>
          <ac:spMkLst>
            <pc:docMk/>
            <pc:sldMk cId="985481160" sldId="759"/>
            <ac:spMk id="2" creationId="{9172D11A-0F01-2059-B19E-0DB3157F9A74}"/>
          </ac:spMkLst>
        </pc:spChg>
        <pc:spChg chg="mod ord">
          <ac:chgData name="Palit, Tapti" userId="dec6fbcd-7598-406a-8cbf-504d4a3bac15" providerId="ADAL" clId="{65104DF2-1B45-4C36-9E2A-F89658839DCF}" dt="2024-01-15T18:27:16.250" v="219" actId="207"/>
          <ac:spMkLst>
            <pc:docMk/>
            <pc:sldMk cId="985481160" sldId="759"/>
            <ac:spMk id="3" creationId="{1DE32838-0EFD-ED43-CD51-D5E95C26D3D4}"/>
          </ac:spMkLst>
        </pc:spChg>
        <pc:spChg chg="mod ord">
          <ac:chgData name="Palit, Tapti" userId="dec6fbcd-7598-406a-8cbf-504d4a3bac15" providerId="ADAL" clId="{65104DF2-1B45-4C36-9E2A-F89658839DCF}" dt="2024-01-15T18:02:53.069" v="52" actId="700"/>
          <ac:spMkLst>
            <pc:docMk/>
            <pc:sldMk cId="985481160" sldId="759"/>
            <ac:spMk id="4" creationId="{56815426-21FE-8B6F-A5B1-995FFEEA61BD}"/>
          </ac:spMkLst>
        </pc:spChg>
      </pc:sldChg>
      <pc:sldChg chg="addSp delSp modSp add mod addAnim delAnim modAnim modNotesTx">
        <pc:chgData name="Palit, Tapti" userId="dec6fbcd-7598-406a-8cbf-504d4a3bac15" providerId="ADAL" clId="{65104DF2-1B45-4C36-9E2A-F89658839DCF}" dt="2024-01-24T17:17:22.707" v="8727" actId="20577"/>
        <pc:sldMkLst>
          <pc:docMk/>
          <pc:sldMk cId="899327028" sldId="760"/>
        </pc:sldMkLst>
        <pc:spChg chg="mod">
          <ac:chgData name="Palit, Tapti" userId="dec6fbcd-7598-406a-8cbf-504d4a3bac15" providerId="ADAL" clId="{65104DF2-1B45-4C36-9E2A-F89658839DCF}" dt="2024-01-24T17:17:22.707" v="8727" actId="20577"/>
          <ac:spMkLst>
            <pc:docMk/>
            <pc:sldMk cId="899327028" sldId="760"/>
            <ac:spMk id="2" creationId="{DF81ABB8-1B14-A1DB-FEB4-C89048CF950D}"/>
          </ac:spMkLst>
        </pc:spChg>
        <pc:spChg chg="add del">
          <ac:chgData name="Palit, Tapti" userId="dec6fbcd-7598-406a-8cbf-504d4a3bac15" providerId="ADAL" clId="{65104DF2-1B45-4C36-9E2A-F89658839DCF}" dt="2024-01-24T17:16:18.730" v="8719" actId="478"/>
          <ac:spMkLst>
            <pc:docMk/>
            <pc:sldMk cId="899327028" sldId="760"/>
            <ac:spMk id="3" creationId="{3003B47F-0A69-20DA-19B7-D9616A16CAD4}"/>
          </ac:spMkLst>
        </pc:spChg>
      </pc:sldChg>
      <pc:sldChg chg="addSp delSp modSp del mod chgLayout">
        <pc:chgData name="Palit, Tapti" userId="dec6fbcd-7598-406a-8cbf-504d4a3bac15" providerId="ADAL" clId="{65104DF2-1B45-4C36-9E2A-F89658839DCF}" dt="2024-01-24T15:53:15.429" v="2996" actId="2696"/>
        <pc:sldMkLst>
          <pc:docMk/>
          <pc:sldMk cId="2315818862" sldId="760"/>
        </pc:sldMkLst>
        <pc:spChg chg="mod ord">
          <ac:chgData name="Palit, Tapti" userId="dec6fbcd-7598-406a-8cbf-504d4a3bac15" providerId="ADAL" clId="{65104DF2-1B45-4C36-9E2A-F89658839DCF}" dt="2024-01-15T18:02:53.069" v="52" actId="700"/>
          <ac:spMkLst>
            <pc:docMk/>
            <pc:sldMk cId="2315818862" sldId="760"/>
            <ac:spMk id="2" creationId="{DF81ABB8-1B14-A1DB-FEB4-C89048CF950D}"/>
          </ac:spMkLst>
        </pc:spChg>
        <pc:spChg chg="mod">
          <ac:chgData name="Palit, Tapti" userId="dec6fbcd-7598-406a-8cbf-504d4a3bac15" providerId="ADAL" clId="{65104DF2-1B45-4C36-9E2A-F89658839DCF}" dt="2024-01-15T20:06:33.046" v="820" actId="692"/>
          <ac:spMkLst>
            <pc:docMk/>
            <pc:sldMk cId="2315818862" sldId="760"/>
            <ac:spMk id="3" creationId="{3003B47F-0A69-20DA-19B7-D9616A16CAD4}"/>
          </ac:spMkLst>
        </pc:spChg>
        <pc:spChg chg="mod ord">
          <ac:chgData name="Palit, Tapti" userId="dec6fbcd-7598-406a-8cbf-504d4a3bac15" providerId="ADAL" clId="{65104DF2-1B45-4C36-9E2A-F89658839DCF}" dt="2024-01-15T18:02:53.069" v="52" actId="700"/>
          <ac:spMkLst>
            <pc:docMk/>
            <pc:sldMk cId="2315818862" sldId="760"/>
            <ac:spMk id="4" creationId="{B4D0B73C-77E4-ECD1-49A1-4EB846159D8F}"/>
          </ac:spMkLst>
        </pc:spChg>
        <pc:spChg chg="mod">
          <ac:chgData name="Palit, Tapti" userId="dec6fbcd-7598-406a-8cbf-504d4a3bac15" providerId="ADAL" clId="{65104DF2-1B45-4C36-9E2A-F89658839DCF}" dt="2024-01-15T20:20:59.164" v="1051" actId="1076"/>
          <ac:spMkLst>
            <pc:docMk/>
            <pc:sldMk cId="2315818862" sldId="760"/>
            <ac:spMk id="5" creationId="{F5325E51-9A03-34B3-70C8-A9DD4DCF2733}"/>
          </ac:spMkLst>
        </pc:spChg>
        <pc:spChg chg="mod">
          <ac:chgData name="Palit, Tapti" userId="dec6fbcd-7598-406a-8cbf-504d4a3bac15" providerId="ADAL" clId="{65104DF2-1B45-4C36-9E2A-F89658839DCF}" dt="2024-01-15T20:21:10.061" v="1052" actId="2711"/>
          <ac:spMkLst>
            <pc:docMk/>
            <pc:sldMk cId="2315818862" sldId="760"/>
            <ac:spMk id="7" creationId="{B0D5B52E-F89C-1B4E-FFC2-FC6C57CC7218}"/>
          </ac:spMkLst>
        </pc:spChg>
        <pc:spChg chg="mod">
          <ac:chgData name="Palit, Tapti" userId="dec6fbcd-7598-406a-8cbf-504d4a3bac15" providerId="ADAL" clId="{65104DF2-1B45-4C36-9E2A-F89658839DCF}" dt="2024-01-15T20:21:10.061" v="1052" actId="2711"/>
          <ac:spMkLst>
            <pc:docMk/>
            <pc:sldMk cId="2315818862" sldId="760"/>
            <ac:spMk id="8" creationId="{4C34F45F-C406-B79A-70E5-77FF2A2CEE10}"/>
          </ac:spMkLst>
        </pc:spChg>
        <pc:spChg chg="mod">
          <ac:chgData name="Palit, Tapti" userId="dec6fbcd-7598-406a-8cbf-504d4a3bac15" providerId="ADAL" clId="{65104DF2-1B45-4C36-9E2A-F89658839DCF}" dt="2024-01-15T20:06:46.283" v="821" actId="207"/>
          <ac:spMkLst>
            <pc:docMk/>
            <pc:sldMk cId="2315818862" sldId="760"/>
            <ac:spMk id="10" creationId="{B0D632D0-8933-EBC4-01CA-9ACCF59688AA}"/>
          </ac:spMkLst>
        </pc:spChg>
        <pc:spChg chg="add del mod ord">
          <ac:chgData name="Palit, Tapti" userId="dec6fbcd-7598-406a-8cbf-504d4a3bac15" providerId="ADAL" clId="{65104DF2-1B45-4C36-9E2A-F89658839DCF}" dt="2024-01-15T18:20:01.446" v="153" actId="478"/>
          <ac:spMkLst>
            <pc:docMk/>
            <pc:sldMk cId="2315818862" sldId="760"/>
            <ac:spMk id="11" creationId="{2312A6B0-FDAC-2240-0CF0-34FFD9427C3B}"/>
          </ac:spMkLst>
        </pc:spChg>
        <pc:spChg chg="mod">
          <ac:chgData name="Palit, Tapti" userId="dec6fbcd-7598-406a-8cbf-504d4a3bac15" providerId="ADAL" clId="{65104DF2-1B45-4C36-9E2A-F89658839DCF}" dt="2024-01-15T20:21:10.061" v="1052" actId="2711"/>
          <ac:spMkLst>
            <pc:docMk/>
            <pc:sldMk cId="2315818862" sldId="760"/>
            <ac:spMk id="27" creationId="{9D8244E9-5278-3F65-B6C3-9F1D20EE80C4}"/>
          </ac:spMkLst>
        </pc:spChg>
        <pc:spChg chg="mod">
          <ac:chgData name="Palit, Tapti" userId="dec6fbcd-7598-406a-8cbf-504d4a3bac15" providerId="ADAL" clId="{65104DF2-1B45-4C36-9E2A-F89658839DCF}" dt="2024-01-15T20:21:14.229" v="1053" actId="2711"/>
          <ac:spMkLst>
            <pc:docMk/>
            <pc:sldMk cId="2315818862" sldId="760"/>
            <ac:spMk id="37" creationId="{AED8CC3B-88CA-91AD-E51F-3A59BEE7580F}"/>
          </ac:spMkLst>
        </pc:spChg>
        <pc:spChg chg="mod">
          <ac:chgData name="Palit, Tapti" userId="dec6fbcd-7598-406a-8cbf-504d4a3bac15" providerId="ADAL" clId="{65104DF2-1B45-4C36-9E2A-F89658839DCF}" dt="2024-01-15T20:09:55.907" v="862" actId="20577"/>
          <ac:spMkLst>
            <pc:docMk/>
            <pc:sldMk cId="2315818862" sldId="760"/>
            <ac:spMk id="45" creationId="{16BAF015-D4A6-06D0-ED1E-D4E1704538DD}"/>
          </ac:spMkLst>
        </pc:spChg>
        <pc:spChg chg="mod">
          <ac:chgData name="Palit, Tapti" userId="dec6fbcd-7598-406a-8cbf-504d4a3bac15" providerId="ADAL" clId="{65104DF2-1B45-4C36-9E2A-F89658839DCF}" dt="2024-01-15T20:21:18.224" v="1054" actId="2711"/>
          <ac:spMkLst>
            <pc:docMk/>
            <pc:sldMk cId="2315818862" sldId="760"/>
            <ac:spMk id="50" creationId="{6D7BADB0-6F43-63E7-FDFB-9C131041A0F2}"/>
          </ac:spMkLst>
        </pc:spChg>
        <pc:spChg chg="mod">
          <ac:chgData name="Palit, Tapti" userId="dec6fbcd-7598-406a-8cbf-504d4a3bac15" providerId="ADAL" clId="{65104DF2-1B45-4C36-9E2A-F89658839DCF}" dt="2024-01-15T18:27:05.504" v="217" actId="207"/>
          <ac:spMkLst>
            <pc:docMk/>
            <pc:sldMk cId="2315818862" sldId="760"/>
            <ac:spMk id="71" creationId="{043021E4-D058-5CFF-2933-21622F58B066}"/>
          </ac:spMkLst>
        </pc:spChg>
        <pc:spChg chg="mod">
          <ac:chgData name="Palit, Tapti" userId="dec6fbcd-7598-406a-8cbf-504d4a3bac15" providerId="ADAL" clId="{65104DF2-1B45-4C36-9E2A-F89658839DCF}" dt="2024-01-15T18:27:09.379" v="218" actId="207"/>
          <ac:spMkLst>
            <pc:docMk/>
            <pc:sldMk cId="2315818862" sldId="760"/>
            <ac:spMk id="72" creationId="{BD32449A-B6A2-4E00-2363-750955D3273C}"/>
          </ac:spMkLst>
        </pc:spChg>
        <pc:spChg chg="mod">
          <ac:chgData name="Palit, Tapti" userId="dec6fbcd-7598-406a-8cbf-504d4a3bac15" providerId="ADAL" clId="{65104DF2-1B45-4C36-9E2A-F89658839DCF}" dt="2024-01-15T20:21:22.124" v="1055" actId="2711"/>
          <ac:spMkLst>
            <pc:docMk/>
            <pc:sldMk cId="2315818862" sldId="760"/>
            <ac:spMk id="73" creationId="{800523CF-AF1D-AB7F-A449-2D1CAD9DAC14}"/>
          </ac:spMkLst>
        </pc:spChg>
        <pc:spChg chg="mod">
          <ac:chgData name="Palit, Tapti" userId="dec6fbcd-7598-406a-8cbf-504d4a3bac15" providerId="ADAL" clId="{65104DF2-1B45-4C36-9E2A-F89658839DCF}" dt="2024-01-15T20:21:25.864" v="1056" actId="2711"/>
          <ac:spMkLst>
            <pc:docMk/>
            <pc:sldMk cId="2315818862" sldId="760"/>
            <ac:spMk id="74" creationId="{DA1B70A0-1179-BDDA-CDA2-F6A2F2662A5C}"/>
          </ac:spMkLst>
        </pc:spChg>
      </pc:sldChg>
      <pc:sldChg chg="addSp delSp modSp del mod addCm chgLayout">
        <pc:chgData name="Palit, Tapti" userId="dec6fbcd-7598-406a-8cbf-504d4a3bac15" providerId="ADAL" clId="{65104DF2-1B45-4C36-9E2A-F89658839DCF}" dt="2024-01-25T17:01:45.043" v="20086" actId="47"/>
        <pc:sldMkLst>
          <pc:docMk/>
          <pc:sldMk cId="2217327378" sldId="761"/>
        </pc:sldMkLst>
        <pc:spChg chg="mod ord">
          <ac:chgData name="Palit, Tapti" userId="dec6fbcd-7598-406a-8cbf-504d4a3bac15" providerId="ADAL" clId="{65104DF2-1B45-4C36-9E2A-F89658839DCF}" dt="2024-01-15T20:02:57.709" v="816" actId="20577"/>
          <ac:spMkLst>
            <pc:docMk/>
            <pc:sldMk cId="2217327378" sldId="761"/>
            <ac:spMk id="2" creationId="{F8B8D02F-DFDB-4EB1-8C2E-1677EEE15BF7}"/>
          </ac:spMkLst>
        </pc:spChg>
        <pc:spChg chg="add del mod ord">
          <ac:chgData name="Palit, Tapti" userId="dec6fbcd-7598-406a-8cbf-504d4a3bac15" providerId="ADAL" clId="{65104DF2-1B45-4C36-9E2A-F89658839DCF}" dt="2024-01-15T18:12:52.939" v="86" actId="478"/>
          <ac:spMkLst>
            <pc:docMk/>
            <pc:sldMk cId="2217327378" sldId="761"/>
            <ac:spMk id="3" creationId="{6F0AE17F-D6A4-6E3C-E073-8787E223F151}"/>
          </ac:spMkLst>
        </pc:spChg>
        <pc:spChg chg="mod ord">
          <ac:chgData name="Palit, Tapti" userId="dec6fbcd-7598-406a-8cbf-504d4a3bac15" providerId="ADAL" clId="{65104DF2-1B45-4C36-9E2A-F89658839DCF}" dt="2024-01-15T18:02:53.069" v="52" actId="700"/>
          <ac:spMkLst>
            <pc:docMk/>
            <pc:sldMk cId="2217327378" sldId="761"/>
            <ac:spMk id="4" creationId="{6B1F8454-81B1-434A-AEB0-0FF8F15F1F73}"/>
          </ac:spMkLst>
        </pc:sp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65104DF2-1B45-4C36-9E2A-F89658839DCF}" dt="2024-01-15T20:32:59.449" v="1075"/>
              <pc2:cmMkLst xmlns:pc2="http://schemas.microsoft.com/office/powerpoint/2019/9/main/command">
                <pc:docMk/>
                <pc:sldMk cId="2217327378" sldId="761"/>
                <pc2:cmMk id="{A5E459B2-AB8D-4925-BCE9-A5345E20183A}"/>
              </pc2:cmMkLst>
            </pc226:cmChg>
          </p:ext>
        </pc:extLst>
      </pc:sldChg>
      <pc:sldChg chg="modSp mod">
        <pc:chgData name="Palit, Tapti" userId="dec6fbcd-7598-406a-8cbf-504d4a3bac15" providerId="ADAL" clId="{65104DF2-1B45-4C36-9E2A-F89658839DCF}" dt="2024-01-15T18:01:57.416" v="47" actId="27636"/>
        <pc:sldMkLst>
          <pc:docMk/>
          <pc:sldMk cId="512239654" sldId="763"/>
        </pc:sldMkLst>
        <pc:spChg chg="mod">
          <ac:chgData name="Palit, Tapti" userId="dec6fbcd-7598-406a-8cbf-504d4a3bac15" providerId="ADAL" clId="{65104DF2-1B45-4C36-9E2A-F89658839DCF}" dt="2024-01-15T18:01:57.416" v="47" actId="27636"/>
          <ac:spMkLst>
            <pc:docMk/>
            <pc:sldMk cId="512239654" sldId="763"/>
            <ac:spMk id="2" creationId="{5510985D-2477-455A-A3CB-96DAE9FDD982}"/>
          </ac:spMkLst>
        </pc:spChg>
        <pc:spChg chg="mod">
          <ac:chgData name="Palit, Tapti" userId="dec6fbcd-7598-406a-8cbf-504d4a3bac15" providerId="ADAL" clId="{65104DF2-1B45-4C36-9E2A-F89658839DCF}" dt="2024-01-15T17:57:41.817" v="26"/>
          <ac:spMkLst>
            <pc:docMk/>
            <pc:sldMk cId="512239654" sldId="763"/>
            <ac:spMk id="4" creationId="{52C5D24A-7BA7-4124-9EA5-F0C4372FD74C}"/>
          </ac:spMkLst>
        </pc:spChg>
      </pc:sldChg>
      <pc:sldChg chg="modSp">
        <pc:chgData name="Palit, Tapti" userId="dec6fbcd-7598-406a-8cbf-504d4a3bac15" providerId="ADAL" clId="{65104DF2-1B45-4C36-9E2A-F89658839DCF}" dt="2024-01-15T17:57:41.817" v="26"/>
        <pc:sldMkLst>
          <pc:docMk/>
          <pc:sldMk cId="73856874" sldId="764"/>
        </pc:sldMkLst>
        <pc:spChg chg="mod">
          <ac:chgData name="Palit, Tapti" userId="dec6fbcd-7598-406a-8cbf-504d4a3bac15" providerId="ADAL" clId="{65104DF2-1B45-4C36-9E2A-F89658839DCF}" dt="2024-01-15T17:57:41.817" v="26"/>
          <ac:spMkLst>
            <pc:docMk/>
            <pc:sldMk cId="73856874" sldId="764"/>
            <ac:spMk id="2" creationId="{5A5DD8AF-62EA-CF2A-7851-701065D27799}"/>
          </ac:spMkLst>
        </pc:spChg>
        <pc:spChg chg="mod">
          <ac:chgData name="Palit, Tapti" userId="dec6fbcd-7598-406a-8cbf-504d4a3bac15" providerId="ADAL" clId="{65104DF2-1B45-4C36-9E2A-F89658839DCF}" dt="2024-01-15T17:57:41.817" v="26"/>
          <ac:spMkLst>
            <pc:docMk/>
            <pc:sldMk cId="73856874" sldId="764"/>
            <ac:spMk id="4" creationId="{7AE7F40A-9DC6-75F6-B3AF-60B69EB53A94}"/>
          </ac:spMkLst>
        </pc:spChg>
      </pc:sldChg>
      <pc:sldChg chg="modSp mod chgLayout">
        <pc:chgData name="Palit, Tapti" userId="dec6fbcd-7598-406a-8cbf-504d4a3bac15" providerId="ADAL" clId="{65104DF2-1B45-4C36-9E2A-F89658839DCF}" dt="2024-01-15T18:02:53.069" v="52" actId="700"/>
        <pc:sldMkLst>
          <pc:docMk/>
          <pc:sldMk cId="1489884793" sldId="766"/>
        </pc:sldMkLst>
        <pc:spChg chg="mod ord">
          <ac:chgData name="Palit, Tapti" userId="dec6fbcd-7598-406a-8cbf-504d4a3bac15" providerId="ADAL" clId="{65104DF2-1B45-4C36-9E2A-F89658839DCF}" dt="2024-01-15T18:02:53.069" v="52" actId="700"/>
          <ac:spMkLst>
            <pc:docMk/>
            <pc:sldMk cId="1489884793" sldId="766"/>
            <ac:spMk id="2" creationId="{9172D11A-0F01-2059-B19E-0DB3157F9A74}"/>
          </ac:spMkLst>
        </pc:spChg>
        <pc:spChg chg="mod ord">
          <ac:chgData name="Palit, Tapti" userId="dec6fbcd-7598-406a-8cbf-504d4a3bac15" providerId="ADAL" clId="{65104DF2-1B45-4C36-9E2A-F89658839DCF}" dt="2024-01-15T18:02:53.069" v="52" actId="700"/>
          <ac:spMkLst>
            <pc:docMk/>
            <pc:sldMk cId="1489884793" sldId="766"/>
            <ac:spMk id="3" creationId="{1DE32838-0EFD-ED43-CD51-D5E95C26D3D4}"/>
          </ac:spMkLst>
        </pc:spChg>
        <pc:spChg chg="mod ord">
          <ac:chgData name="Palit, Tapti" userId="dec6fbcd-7598-406a-8cbf-504d4a3bac15" providerId="ADAL" clId="{65104DF2-1B45-4C36-9E2A-F89658839DCF}" dt="2024-01-15T18:02:53.069" v="52" actId="700"/>
          <ac:spMkLst>
            <pc:docMk/>
            <pc:sldMk cId="1489884793" sldId="766"/>
            <ac:spMk id="4" creationId="{56815426-21FE-8B6F-A5B1-995FFEEA61BD}"/>
          </ac:spMkLst>
        </pc:spChg>
      </pc:sldChg>
      <pc:sldChg chg="modSp del mod chgLayout modNotesTx">
        <pc:chgData name="Palit, Tapti" userId="dec6fbcd-7598-406a-8cbf-504d4a3bac15" providerId="ADAL" clId="{65104DF2-1B45-4C36-9E2A-F89658839DCF}" dt="2024-02-06T19:58:07.760" v="26865" actId="47"/>
        <pc:sldMkLst>
          <pc:docMk/>
          <pc:sldMk cId="3143179597" sldId="767"/>
        </pc:sldMkLst>
        <pc:spChg chg="mod ord">
          <ac:chgData name="Palit, Tapti" userId="dec6fbcd-7598-406a-8cbf-504d4a3bac15" providerId="ADAL" clId="{65104DF2-1B45-4C36-9E2A-F89658839DCF}" dt="2024-02-06T19:23:48.179" v="26604" actId="20577"/>
          <ac:spMkLst>
            <pc:docMk/>
            <pc:sldMk cId="3143179597" sldId="767"/>
            <ac:spMk id="2" creationId="{DF11CC87-4AAD-3012-5E40-5FE127F284B9}"/>
          </ac:spMkLst>
        </pc:spChg>
        <pc:spChg chg="mod ord">
          <ac:chgData name="Palit, Tapti" userId="dec6fbcd-7598-406a-8cbf-504d4a3bac15" providerId="ADAL" clId="{65104DF2-1B45-4C36-9E2A-F89658839DCF}" dt="2024-01-15T18:02:53.069" v="52" actId="700"/>
          <ac:spMkLst>
            <pc:docMk/>
            <pc:sldMk cId="3143179597" sldId="767"/>
            <ac:spMk id="3" creationId="{F864FEFB-02CD-3530-1407-456878CB7C5C}"/>
          </ac:spMkLst>
        </pc:spChg>
        <pc:spChg chg="mod ord">
          <ac:chgData name="Palit, Tapti" userId="dec6fbcd-7598-406a-8cbf-504d4a3bac15" providerId="ADAL" clId="{65104DF2-1B45-4C36-9E2A-F89658839DCF}" dt="2024-01-15T18:02:53.069" v="52" actId="700"/>
          <ac:spMkLst>
            <pc:docMk/>
            <pc:sldMk cId="3143179597" sldId="767"/>
            <ac:spMk id="4" creationId="{85DDFC63-3BFC-EF3C-25BC-59FD0C0FB368}"/>
          </ac:spMkLst>
        </pc:spChg>
        <pc:spChg chg="mod">
          <ac:chgData name="Palit, Tapti" userId="dec6fbcd-7598-406a-8cbf-504d4a3bac15" providerId="ADAL" clId="{65104DF2-1B45-4C36-9E2A-F89658839DCF}" dt="2024-02-06T19:55:30.307" v="26842" actId="1076"/>
          <ac:spMkLst>
            <pc:docMk/>
            <pc:sldMk cId="3143179597" sldId="767"/>
            <ac:spMk id="17" creationId="{44BF2813-A3B5-B3E7-51DF-4243D38A3C57}"/>
          </ac:spMkLst>
        </pc:spChg>
        <pc:picChg chg="mod">
          <ac:chgData name="Palit, Tapti" userId="dec6fbcd-7598-406a-8cbf-504d4a3bac15" providerId="ADAL" clId="{65104DF2-1B45-4C36-9E2A-F89658839DCF}" dt="2024-02-06T19:55:30.307" v="26842" actId="1076"/>
          <ac:picMkLst>
            <pc:docMk/>
            <pc:sldMk cId="3143179597" sldId="767"/>
            <ac:picMk id="6" creationId="{2C64309F-5B6E-D150-ED3C-F4D779E48D86}"/>
          </ac:picMkLst>
        </pc:picChg>
        <pc:picChg chg="mod">
          <ac:chgData name="Palit, Tapti" userId="dec6fbcd-7598-406a-8cbf-504d4a3bac15" providerId="ADAL" clId="{65104DF2-1B45-4C36-9E2A-F89658839DCF}" dt="2024-02-06T19:55:11.608" v="26836" actId="1076"/>
          <ac:picMkLst>
            <pc:docMk/>
            <pc:sldMk cId="3143179597" sldId="767"/>
            <ac:picMk id="4098" creationId="{92C4798C-820F-CB9D-95B7-B09FFE4F0500}"/>
          </ac:picMkLst>
        </pc:picChg>
      </pc:sldChg>
      <pc:sldChg chg="modSp mod chgLayout">
        <pc:chgData name="Palit, Tapti" userId="dec6fbcd-7598-406a-8cbf-504d4a3bac15" providerId="ADAL" clId="{65104DF2-1B45-4C36-9E2A-F89658839DCF}" dt="2024-01-15T18:02:53.069" v="52" actId="700"/>
        <pc:sldMkLst>
          <pc:docMk/>
          <pc:sldMk cId="918079519" sldId="769"/>
        </pc:sldMkLst>
        <pc:spChg chg="mod ord">
          <ac:chgData name="Palit, Tapti" userId="dec6fbcd-7598-406a-8cbf-504d4a3bac15" providerId="ADAL" clId="{65104DF2-1B45-4C36-9E2A-F89658839DCF}" dt="2024-01-15T18:02:53.069" v="52" actId="700"/>
          <ac:spMkLst>
            <pc:docMk/>
            <pc:sldMk cId="918079519" sldId="769"/>
            <ac:spMk id="2" creationId="{59240995-ED89-086D-83DF-F01344A66D93}"/>
          </ac:spMkLst>
        </pc:spChg>
        <pc:spChg chg="mod ord">
          <ac:chgData name="Palit, Tapti" userId="dec6fbcd-7598-406a-8cbf-504d4a3bac15" providerId="ADAL" clId="{65104DF2-1B45-4C36-9E2A-F89658839DCF}" dt="2024-01-15T18:02:53.069" v="52" actId="700"/>
          <ac:spMkLst>
            <pc:docMk/>
            <pc:sldMk cId="918079519" sldId="769"/>
            <ac:spMk id="3" creationId="{8CD75A24-A922-707C-FFA9-97286CC05500}"/>
          </ac:spMkLst>
        </pc:spChg>
        <pc:spChg chg="mod ord">
          <ac:chgData name="Palit, Tapti" userId="dec6fbcd-7598-406a-8cbf-504d4a3bac15" providerId="ADAL" clId="{65104DF2-1B45-4C36-9E2A-F89658839DCF}" dt="2024-01-15T18:02:53.069" v="52" actId="700"/>
          <ac:spMkLst>
            <pc:docMk/>
            <pc:sldMk cId="918079519" sldId="769"/>
            <ac:spMk id="4" creationId="{70ACB5D1-10EA-7E1E-6469-346D0A3410BD}"/>
          </ac:spMkLst>
        </pc:spChg>
      </pc:sldChg>
      <pc:sldChg chg="modSp mod">
        <pc:chgData name="Palit, Tapti" userId="dec6fbcd-7598-406a-8cbf-504d4a3bac15" providerId="ADAL" clId="{65104DF2-1B45-4C36-9E2A-F89658839DCF}" dt="2024-01-15T17:57:41.817" v="26"/>
        <pc:sldMkLst>
          <pc:docMk/>
          <pc:sldMk cId="2452157973" sldId="770"/>
        </pc:sldMkLst>
        <pc:spChg chg="mod">
          <ac:chgData name="Palit, Tapti" userId="dec6fbcd-7598-406a-8cbf-504d4a3bac15" providerId="ADAL" clId="{65104DF2-1B45-4C36-9E2A-F89658839DCF}" dt="2024-01-15T17:57:41.817" v="26"/>
          <ac:spMkLst>
            <pc:docMk/>
            <pc:sldMk cId="2452157973" sldId="770"/>
            <ac:spMk id="2" creationId="{A5E3232D-B87E-42BA-972C-632428946443}"/>
          </ac:spMkLst>
        </pc:spChg>
        <pc:spChg chg="mod">
          <ac:chgData name="Palit, Tapti" userId="dec6fbcd-7598-406a-8cbf-504d4a3bac15" providerId="ADAL" clId="{65104DF2-1B45-4C36-9E2A-F89658839DCF}" dt="2024-01-15T17:57:41.817" v="26"/>
          <ac:spMkLst>
            <pc:docMk/>
            <pc:sldMk cId="2452157973" sldId="770"/>
            <ac:spMk id="4" creationId="{0359AC02-F8AB-4379-AD04-D4963EA2C83C}"/>
          </ac:spMkLst>
        </pc:spChg>
        <pc:spChg chg="mod">
          <ac:chgData name="Palit, Tapti" userId="dec6fbcd-7598-406a-8cbf-504d4a3bac15" providerId="ADAL" clId="{65104DF2-1B45-4C36-9E2A-F89658839DCF}" dt="2024-01-15T17:57:41.817" v="26"/>
          <ac:spMkLst>
            <pc:docMk/>
            <pc:sldMk cId="2452157973" sldId="770"/>
            <ac:spMk id="10" creationId="{F528DC4F-82EB-D63E-F143-B7BDD03165B6}"/>
          </ac:spMkLst>
        </pc:spChg>
      </pc:sldChg>
      <pc:sldChg chg="addSp delSp modSp mod chgLayout">
        <pc:chgData name="Palit, Tapti" userId="dec6fbcd-7598-406a-8cbf-504d4a3bac15" providerId="ADAL" clId="{65104DF2-1B45-4C36-9E2A-F89658839DCF}" dt="2024-01-24T17:05:50.605" v="7905" actId="478"/>
        <pc:sldMkLst>
          <pc:docMk/>
          <pc:sldMk cId="2114364364" sldId="771"/>
        </pc:sldMkLst>
        <pc:spChg chg="mod ord">
          <ac:chgData name="Palit, Tapti" userId="dec6fbcd-7598-406a-8cbf-504d4a3bac15" providerId="ADAL" clId="{65104DF2-1B45-4C36-9E2A-F89658839DCF}" dt="2024-01-15T18:02:53.069" v="52" actId="700"/>
          <ac:spMkLst>
            <pc:docMk/>
            <pc:sldMk cId="2114364364" sldId="771"/>
            <ac:spMk id="2" creationId="{67913D4B-D159-348D-2DEC-0782AB049833}"/>
          </ac:spMkLst>
        </pc:spChg>
        <pc:spChg chg="add mod ord">
          <ac:chgData name="Palit, Tapti" userId="dec6fbcd-7598-406a-8cbf-504d4a3bac15" providerId="ADAL" clId="{65104DF2-1B45-4C36-9E2A-F89658839DCF}" dt="2024-01-15T18:02:53.069" v="52" actId="700"/>
          <ac:spMkLst>
            <pc:docMk/>
            <pc:sldMk cId="2114364364" sldId="771"/>
            <ac:spMk id="3" creationId="{A260C2DC-1E49-D6C6-B23E-F0CA448BC19C}"/>
          </ac:spMkLst>
        </pc:spChg>
        <pc:spChg chg="mod ord">
          <ac:chgData name="Palit, Tapti" userId="dec6fbcd-7598-406a-8cbf-504d4a3bac15" providerId="ADAL" clId="{65104DF2-1B45-4C36-9E2A-F89658839DCF}" dt="2024-01-15T18:02:53.069" v="52" actId="700"/>
          <ac:spMkLst>
            <pc:docMk/>
            <pc:sldMk cId="2114364364" sldId="771"/>
            <ac:spMk id="4" creationId="{02B82448-FF17-28F4-8BEC-0D94A1686C22}"/>
          </ac:spMkLst>
        </pc:spChg>
        <pc:grpChg chg="del">
          <ac:chgData name="Palit, Tapti" userId="dec6fbcd-7598-406a-8cbf-504d4a3bac15" providerId="ADAL" clId="{65104DF2-1B45-4C36-9E2A-F89658839DCF}" dt="2024-01-24T17:05:50.605" v="7905" actId="478"/>
          <ac:grpSpMkLst>
            <pc:docMk/>
            <pc:sldMk cId="2114364364" sldId="771"/>
            <ac:grpSpMk id="18" creationId="{31AE9A55-CE7A-23EA-3DFA-C629B745ACBB}"/>
          </ac:grpSpMkLst>
        </pc:grpChg>
      </pc:sldChg>
      <pc:sldChg chg="delSp modSp del mod ord chgLayout">
        <pc:chgData name="Palit, Tapti" userId="dec6fbcd-7598-406a-8cbf-504d4a3bac15" providerId="ADAL" clId="{65104DF2-1B45-4C36-9E2A-F89658839DCF}" dt="2024-02-06T19:52:02.475" v="26830" actId="47"/>
        <pc:sldMkLst>
          <pc:docMk/>
          <pc:sldMk cId="1723918552" sldId="773"/>
        </pc:sldMkLst>
        <pc:spChg chg="mod ord">
          <ac:chgData name="Palit, Tapti" userId="dec6fbcd-7598-406a-8cbf-504d4a3bac15" providerId="ADAL" clId="{65104DF2-1B45-4C36-9E2A-F89658839DCF}" dt="2024-01-15T18:02:53.069" v="52" actId="700"/>
          <ac:spMkLst>
            <pc:docMk/>
            <pc:sldMk cId="1723918552" sldId="773"/>
            <ac:spMk id="2" creationId="{DF11CC87-4AAD-3012-5E40-5FE127F284B9}"/>
          </ac:spMkLst>
        </pc:spChg>
        <pc:spChg chg="mod ord">
          <ac:chgData name="Palit, Tapti" userId="dec6fbcd-7598-406a-8cbf-504d4a3bac15" providerId="ADAL" clId="{65104DF2-1B45-4C36-9E2A-F89658839DCF}" dt="2024-01-15T18:02:53.069" v="52" actId="700"/>
          <ac:spMkLst>
            <pc:docMk/>
            <pc:sldMk cId="1723918552" sldId="773"/>
            <ac:spMk id="3" creationId="{F864FEFB-02CD-3530-1407-456878CB7C5C}"/>
          </ac:spMkLst>
        </pc:spChg>
        <pc:spChg chg="mod ord">
          <ac:chgData name="Palit, Tapti" userId="dec6fbcd-7598-406a-8cbf-504d4a3bac15" providerId="ADAL" clId="{65104DF2-1B45-4C36-9E2A-F89658839DCF}" dt="2024-01-15T18:02:53.069" v="52" actId="700"/>
          <ac:spMkLst>
            <pc:docMk/>
            <pc:sldMk cId="1723918552" sldId="773"/>
            <ac:spMk id="4" creationId="{85DDFC63-3BFC-EF3C-25BC-59FD0C0FB368}"/>
          </ac:spMkLst>
        </pc:spChg>
        <pc:picChg chg="del">
          <ac:chgData name="Palit, Tapti" userId="dec6fbcd-7598-406a-8cbf-504d4a3bac15" providerId="ADAL" clId="{65104DF2-1B45-4C36-9E2A-F89658839DCF}" dt="2024-02-06T19:44:15.916" v="26688" actId="478"/>
          <ac:picMkLst>
            <pc:docMk/>
            <pc:sldMk cId="1723918552" sldId="773"/>
            <ac:picMk id="8" creationId="{86B4FD76-72E2-9AA1-869D-0F421DF9D71A}"/>
          </ac:picMkLst>
        </pc:picChg>
      </pc:sldChg>
      <pc:sldChg chg="modSp mod ord chgLayout">
        <pc:chgData name="Palit, Tapti" userId="dec6fbcd-7598-406a-8cbf-504d4a3bac15" providerId="ADAL" clId="{65104DF2-1B45-4C36-9E2A-F89658839DCF}" dt="2024-01-25T17:52:48.126" v="22001"/>
        <pc:sldMkLst>
          <pc:docMk/>
          <pc:sldMk cId="3812040559" sldId="774"/>
        </pc:sldMkLst>
        <pc:spChg chg="mod ord">
          <ac:chgData name="Palit, Tapti" userId="dec6fbcd-7598-406a-8cbf-504d4a3bac15" providerId="ADAL" clId="{65104DF2-1B45-4C36-9E2A-F89658839DCF}" dt="2024-01-15T18:02:53.069" v="52" actId="700"/>
          <ac:spMkLst>
            <pc:docMk/>
            <pc:sldMk cId="3812040559" sldId="774"/>
            <ac:spMk id="2" creationId="{DF11CC87-4AAD-3012-5E40-5FE127F284B9}"/>
          </ac:spMkLst>
        </pc:spChg>
        <pc:spChg chg="mod ord">
          <ac:chgData name="Palit, Tapti" userId="dec6fbcd-7598-406a-8cbf-504d4a3bac15" providerId="ADAL" clId="{65104DF2-1B45-4C36-9E2A-F89658839DCF}" dt="2024-01-15T18:02:53.069" v="52" actId="700"/>
          <ac:spMkLst>
            <pc:docMk/>
            <pc:sldMk cId="3812040559" sldId="774"/>
            <ac:spMk id="3" creationId="{F864FEFB-02CD-3530-1407-456878CB7C5C}"/>
          </ac:spMkLst>
        </pc:spChg>
        <pc:spChg chg="mod ord">
          <ac:chgData name="Palit, Tapti" userId="dec6fbcd-7598-406a-8cbf-504d4a3bac15" providerId="ADAL" clId="{65104DF2-1B45-4C36-9E2A-F89658839DCF}" dt="2024-01-15T18:02:53.069" v="52" actId="700"/>
          <ac:spMkLst>
            <pc:docMk/>
            <pc:sldMk cId="3812040559" sldId="774"/>
            <ac:spMk id="4" creationId="{85DDFC63-3BFC-EF3C-25BC-59FD0C0FB368}"/>
          </ac:spMkLst>
        </pc:spChg>
      </pc:sldChg>
      <pc:sldChg chg="addSp modSp mod chgLayout">
        <pc:chgData name="Palit, Tapti" userId="dec6fbcd-7598-406a-8cbf-504d4a3bac15" providerId="ADAL" clId="{65104DF2-1B45-4C36-9E2A-F89658839DCF}" dt="2024-01-15T18:02:53.069" v="52" actId="700"/>
        <pc:sldMkLst>
          <pc:docMk/>
          <pc:sldMk cId="3960177231" sldId="781"/>
        </pc:sldMkLst>
        <pc:spChg chg="mod ord">
          <ac:chgData name="Palit, Tapti" userId="dec6fbcd-7598-406a-8cbf-504d4a3bac15" providerId="ADAL" clId="{65104DF2-1B45-4C36-9E2A-F89658839DCF}" dt="2024-01-15T18:02:53.069" v="52" actId="700"/>
          <ac:spMkLst>
            <pc:docMk/>
            <pc:sldMk cId="3960177231" sldId="781"/>
            <ac:spMk id="2" creationId="{0E56523D-E620-C3B9-37B8-C28EC8778124}"/>
          </ac:spMkLst>
        </pc:spChg>
        <pc:spChg chg="add mod ord">
          <ac:chgData name="Palit, Tapti" userId="dec6fbcd-7598-406a-8cbf-504d4a3bac15" providerId="ADAL" clId="{65104DF2-1B45-4C36-9E2A-F89658839DCF}" dt="2024-01-15T18:02:53.069" v="52" actId="700"/>
          <ac:spMkLst>
            <pc:docMk/>
            <pc:sldMk cId="3960177231" sldId="781"/>
            <ac:spMk id="3" creationId="{57CF0905-F53A-A526-4D79-74B843D6393F}"/>
          </ac:spMkLst>
        </pc:spChg>
        <pc:spChg chg="mod ord">
          <ac:chgData name="Palit, Tapti" userId="dec6fbcd-7598-406a-8cbf-504d4a3bac15" providerId="ADAL" clId="{65104DF2-1B45-4C36-9E2A-F89658839DCF}" dt="2024-01-15T18:02:53.069" v="52" actId="700"/>
          <ac:spMkLst>
            <pc:docMk/>
            <pc:sldMk cId="3960177231" sldId="781"/>
            <ac:spMk id="4" creationId="{1CB6394E-5666-733F-B4AE-68E42A12D239}"/>
          </ac:spMkLst>
        </pc:spChg>
      </pc:sldChg>
      <pc:sldChg chg="addSp modSp mod chgLayout">
        <pc:chgData name="Palit, Tapti" userId="dec6fbcd-7598-406a-8cbf-504d4a3bac15" providerId="ADAL" clId="{65104DF2-1B45-4C36-9E2A-F89658839DCF}" dt="2024-01-15T18:02:53.069" v="52" actId="700"/>
        <pc:sldMkLst>
          <pc:docMk/>
          <pc:sldMk cId="4285834830" sldId="783"/>
        </pc:sldMkLst>
        <pc:spChg chg="mod ord">
          <ac:chgData name="Palit, Tapti" userId="dec6fbcd-7598-406a-8cbf-504d4a3bac15" providerId="ADAL" clId="{65104DF2-1B45-4C36-9E2A-F89658839DCF}" dt="2024-01-15T18:02:53.069" v="52" actId="700"/>
          <ac:spMkLst>
            <pc:docMk/>
            <pc:sldMk cId="4285834830" sldId="783"/>
            <ac:spMk id="2" creationId="{019DE008-EBB0-079A-3BD4-52F072D452E0}"/>
          </ac:spMkLst>
        </pc:spChg>
        <pc:spChg chg="add mod ord">
          <ac:chgData name="Palit, Tapti" userId="dec6fbcd-7598-406a-8cbf-504d4a3bac15" providerId="ADAL" clId="{65104DF2-1B45-4C36-9E2A-F89658839DCF}" dt="2024-01-15T18:02:53.069" v="52" actId="700"/>
          <ac:spMkLst>
            <pc:docMk/>
            <pc:sldMk cId="4285834830" sldId="783"/>
            <ac:spMk id="3" creationId="{C9CF749A-B261-2CB5-45BF-1225F3AF0EEA}"/>
          </ac:spMkLst>
        </pc:spChg>
        <pc:spChg chg="mod ord">
          <ac:chgData name="Palit, Tapti" userId="dec6fbcd-7598-406a-8cbf-504d4a3bac15" providerId="ADAL" clId="{65104DF2-1B45-4C36-9E2A-F89658839DCF}" dt="2024-01-15T18:02:53.069" v="52" actId="700"/>
          <ac:spMkLst>
            <pc:docMk/>
            <pc:sldMk cId="4285834830" sldId="783"/>
            <ac:spMk id="4" creationId="{CEDBD7CD-9EFB-B029-941A-DF92AA6157EC}"/>
          </ac:spMkLst>
        </pc:spChg>
      </pc:sldChg>
      <pc:sldChg chg="addSp modSp mod chgLayout">
        <pc:chgData name="Palit, Tapti" userId="dec6fbcd-7598-406a-8cbf-504d4a3bac15" providerId="ADAL" clId="{65104DF2-1B45-4C36-9E2A-F89658839DCF}" dt="2024-01-15T18:02:53.069" v="52" actId="700"/>
        <pc:sldMkLst>
          <pc:docMk/>
          <pc:sldMk cId="546818983" sldId="785"/>
        </pc:sldMkLst>
        <pc:spChg chg="mod ord">
          <ac:chgData name="Palit, Tapti" userId="dec6fbcd-7598-406a-8cbf-504d4a3bac15" providerId="ADAL" clId="{65104DF2-1B45-4C36-9E2A-F89658839DCF}" dt="2024-01-15T18:02:53.069" v="52" actId="700"/>
          <ac:spMkLst>
            <pc:docMk/>
            <pc:sldMk cId="546818983" sldId="785"/>
            <ac:spMk id="2" creationId="{2E03E387-85FC-1C57-1069-3BDE2A1725A9}"/>
          </ac:spMkLst>
        </pc:spChg>
        <pc:spChg chg="add mod ord">
          <ac:chgData name="Palit, Tapti" userId="dec6fbcd-7598-406a-8cbf-504d4a3bac15" providerId="ADAL" clId="{65104DF2-1B45-4C36-9E2A-F89658839DCF}" dt="2024-01-15T18:02:53.069" v="52" actId="700"/>
          <ac:spMkLst>
            <pc:docMk/>
            <pc:sldMk cId="546818983" sldId="785"/>
            <ac:spMk id="3" creationId="{76C190D1-20B2-099F-E518-95C8D5FEBB08}"/>
          </ac:spMkLst>
        </pc:spChg>
        <pc:spChg chg="mod ord">
          <ac:chgData name="Palit, Tapti" userId="dec6fbcd-7598-406a-8cbf-504d4a3bac15" providerId="ADAL" clId="{65104DF2-1B45-4C36-9E2A-F89658839DCF}" dt="2024-01-15T18:02:53.069" v="52" actId="700"/>
          <ac:spMkLst>
            <pc:docMk/>
            <pc:sldMk cId="546818983" sldId="785"/>
            <ac:spMk id="4" creationId="{210075F3-86EF-D9A2-96FD-472D7AB0B687}"/>
          </ac:spMkLst>
        </pc:spChg>
      </pc:sldChg>
      <pc:sldChg chg="modSp mod chgLayout">
        <pc:chgData name="Palit, Tapti" userId="dec6fbcd-7598-406a-8cbf-504d4a3bac15" providerId="ADAL" clId="{65104DF2-1B45-4C36-9E2A-F89658839DCF}" dt="2024-01-15T18:02:53.069" v="52" actId="700"/>
        <pc:sldMkLst>
          <pc:docMk/>
          <pc:sldMk cId="4219876786" sldId="788"/>
        </pc:sldMkLst>
        <pc:spChg chg="mod ord">
          <ac:chgData name="Palit, Tapti" userId="dec6fbcd-7598-406a-8cbf-504d4a3bac15" providerId="ADAL" clId="{65104DF2-1B45-4C36-9E2A-F89658839DCF}" dt="2024-01-15T18:02:53.069" v="52" actId="700"/>
          <ac:spMkLst>
            <pc:docMk/>
            <pc:sldMk cId="4219876786" sldId="788"/>
            <ac:spMk id="2" creationId="{80ACFC51-CA2B-1477-DFCF-8A384F61F51C}"/>
          </ac:spMkLst>
        </pc:spChg>
        <pc:spChg chg="mod ord">
          <ac:chgData name="Palit, Tapti" userId="dec6fbcd-7598-406a-8cbf-504d4a3bac15" providerId="ADAL" clId="{65104DF2-1B45-4C36-9E2A-F89658839DCF}" dt="2024-01-15T18:02:53.069" v="52" actId="700"/>
          <ac:spMkLst>
            <pc:docMk/>
            <pc:sldMk cId="4219876786" sldId="788"/>
            <ac:spMk id="3" creationId="{8D1C862C-042B-A7A5-8E88-1EBEA7AF6498}"/>
          </ac:spMkLst>
        </pc:spChg>
        <pc:spChg chg="mod ord">
          <ac:chgData name="Palit, Tapti" userId="dec6fbcd-7598-406a-8cbf-504d4a3bac15" providerId="ADAL" clId="{65104DF2-1B45-4C36-9E2A-F89658839DCF}" dt="2024-01-15T18:02:53.069" v="52" actId="700"/>
          <ac:spMkLst>
            <pc:docMk/>
            <pc:sldMk cId="4219876786" sldId="788"/>
            <ac:spMk id="4" creationId="{82D601BB-FEA5-65C1-40EB-B181A1A5BE9A}"/>
          </ac:spMkLst>
        </pc:spChg>
      </pc:sldChg>
      <pc:sldChg chg="addSp modSp mod chgLayout">
        <pc:chgData name="Palit, Tapti" userId="dec6fbcd-7598-406a-8cbf-504d4a3bac15" providerId="ADAL" clId="{65104DF2-1B45-4C36-9E2A-F89658839DCF}" dt="2024-01-15T18:02:53.069" v="52" actId="700"/>
        <pc:sldMkLst>
          <pc:docMk/>
          <pc:sldMk cId="1090611007" sldId="790"/>
        </pc:sldMkLst>
        <pc:spChg chg="mod ord">
          <ac:chgData name="Palit, Tapti" userId="dec6fbcd-7598-406a-8cbf-504d4a3bac15" providerId="ADAL" clId="{65104DF2-1B45-4C36-9E2A-F89658839DCF}" dt="2024-01-15T18:02:53.069" v="52" actId="700"/>
          <ac:spMkLst>
            <pc:docMk/>
            <pc:sldMk cId="1090611007" sldId="790"/>
            <ac:spMk id="2" creationId="{803650A6-D090-4F49-89FC-6E7ECF8BED37}"/>
          </ac:spMkLst>
        </pc:spChg>
        <pc:spChg chg="add mod ord">
          <ac:chgData name="Palit, Tapti" userId="dec6fbcd-7598-406a-8cbf-504d4a3bac15" providerId="ADAL" clId="{65104DF2-1B45-4C36-9E2A-F89658839DCF}" dt="2024-01-15T18:02:53.069" v="52" actId="700"/>
          <ac:spMkLst>
            <pc:docMk/>
            <pc:sldMk cId="1090611007" sldId="790"/>
            <ac:spMk id="3" creationId="{B03BE153-053E-1797-1BA4-86385B2F346B}"/>
          </ac:spMkLst>
        </pc:spChg>
        <pc:spChg chg="mod ord">
          <ac:chgData name="Palit, Tapti" userId="dec6fbcd-7598-406a-8cbf-504d4a3bac15" providerId="ADAL" clId="{65104DF2-1B45-4C36-9E2A-F89658839DCF}" dt="2024-01-15T18:02:53.069" v="52" actId="700"/>
          <ac:spMkLst>
            <pc:docMk/>
            <pc:sldMk cId="1090611007" sldId="790"/>
            <ac:spMk id="4" creationId="{3CFC0458-353F-49C6-A1F4-5BF22C6A25F4}"/>
          </ac:spMkLst>
        </pc:spChg>
      </pc:sldChg>
      <pc:sldChg chg="modSp">
        <pc:chgData name="Palit, Tapti" userId="dec6fbcd-7598-406a-8cbf-504d4a3bac15" providerId="ADAL" clId="{65104DF2-1B45-4C36-9E2A-F89658839DCF}" dt="2024-01-15T17:57:41.817" v="26"/>
        <pc:sldMkLst>
          <pc:docMk/>
          <pc:sldMk cId="3124457515" sldId="792"/>
        </pc:sldMkLst>
        <pc:spChg chg="mod">
          <ac:chgData name="Palit, Tapti" userId="dec6fbcd-7598-406a-8cbf-504d4a3bac15" providerId="ADAL" clId="{65104DF2-1B45-4C36-9E2A-F89658839DCF}" dt="2024-01-15T17:57:41.817" v="26"/>
          <ac:spMkLst>
            <pc:docMk/>
            <pc:sldMk cId="3124457515" sldId="792"/>
            <ac:spMk id="2" creationId="{803650A6-D090-4F49-89FC-6E7ECF8BED37}"/>
          </ac:spMkLst>
        </pc:spChg>
        <pc:spChg chg="mod">
          <ac:chgData name="Palit, Tapti" userId="dec6fbcd-7598-406a-8cbf-504d4a3bac15" providerId="ADAL" clId="{65104DF2-1B45-4C36-9E2A-F89658839DCF}" dt="2024-01-15T17:57:41.817" v="26"/>
          <ac:spMkLst>
            <pc:docMk/>
            <pc:sldMk cId="3124457515" sldId="792"/>
            <ac:spMk id="3" creationId="{9DF37E32-E849-43FD-AE75-95E334786AB7}"/>
          </ac:spMkLst>
        </pc:spChg>
        <pc:spChg chg="mod">
          <ac:chgData name="Palit, Tapti" userId="dec6fbcd-7598-406a-8cbf-504d4a3bac15" providerId="ADAL" clId="{65104DF2-1B45-4C36-9E2A-F89658839DCF}" dt="2024-01-15T17:57:41.817" v="26"/>
          <ac:spMkLst>
            <pc:docMk/>
            <pc:sldMk cId="3124457515" sldId="792"/>
            <ac:spMk id="4" creationId="{3CFC0458-353F-49C6-A1F4-5BF22C6A25F4}"/>
          </ac:spMkLst>
        </pc:spChg>
      </pc:sldChg>
      <pc:sldChg chg="modSp">
        <pc:chgData name="Palit, Tapti" userId="dec6fbcd-7598-406a-8cbf-504d4a3bac15" providerId="ADAL" clId="{65104DF2-1B45-4C36-9E2A-F89658839DCF}" dt="2024-01-15T17:57:41.817" v="26"/>
        <pc:sldMkLst>
          <pc:docMk/>
          <pc:sldMk cId="1317362939" sldId="793"/>
        </pc:sldMkLst>
        <pc:spChg chg="mod">
          <ac:chgData name="Palit, Tapti" userId="dec6fbcd-7598-406a-8cbf-504d4a3bac15" providerId="ADAL" clId="{65104DF2-1B45-4C36-9E2A-F89658839DCF}" dt="2024-01-15T17:57:41.817" v="26"/>
          <ac:spMkLst>
            <pc:docMk/>
            <pc:sldMk cId="1317362939" sldId="793"/>
            <ac:spMk id="2" creationId="{803650A6-D090-4F49-89FC-6E7ECF8BED37}"/>
          </ac:spMkLst>
        </pc:spChg>
        <pc:spChg chg="mod">
          <ac:chgData name="Palit, Tapti" userId="dec6fbcd-7598-406a-8cbf-504d4a3bac15" providerId="ADAL" clId="{65104DF2-1B45-4C36-9E2A-F89658839DCF}" dt="2024-01-15T17:57:41.817" v="26"/>
          <ac:spMkLst>
            <pc:docMk/>
            <pc:sldMk cId="1317362939" sldId="793"/>
            <ac:spMk id="3" creationId="{9DF37E32-E849-43FD-AE75-95E334786AB7}"/>
          </ac:spMkLst>
        </pc:spChg>
        <pc:spChg chg="mod">
          <ac:chgData name="Palit, Tapti" userId="dec6fbcd-7598-406a-8cbf-504d4a3bac15" providerId="ADAL" clId="{65104DF2-1B45-4C36-9E2A-F89658839DCF}" dt="2024-01-15T17:57:41.817" v="26"/>
          <ac:spMkLst>
            <pc:docMk/>
            <pc:sldMk cId="1317362939" sldId="793"/>
            <ac:spMk id="4" creationId="{3CFC0458-353F-49C6-A1F4-5BF22C6A25F4}"/>
          </ac:spMkLst>
        </pc:spChg>
      </pc:sldChg>
      <pc:sldChg chg="modSp">
        <pc:chgData name="Palit, Tapti" userId="dec6fbcd-7598-406a-8cbf-504d4a3bac15" providerId="ADAL" clId="{65104DF2-1B45-4C36-9E2A-F89658839DCF}" dt="2024-01-15T17:57:41.817" v="26"/>
        <pc:sldMkLst>
          <pc:docMk/>
          <pc:sldMk cId="2052124241" sldId="794"/>
        </pc:sldMkLst>
        <pc:spChg chg="mod">
          <ac:chgData name="Palit, Tapti" userId="dec6fbcd-7598-406a-8cbf-504d4a3bac15" providerId="ADAL" clId="{65104DF2-1B45-4C36-9E2A-F89658839DCF}" dt="2024-01-15T17:57:41.817" v="26"/>
          <ac:spMkLst>
            <pc:docMk/>
            <pc:sldMk cId="2052124241" sldId="794"/>
            <ac:spMk id="2" creationId="{803650A6-D090-4F49-89FC-6E7ECF8BED37}"/>
          </ac:spMkLst>
        </pc:spChg>
        <pc:spChg chg="mod">
          <ac:chgData name="Palit, Tapti" userId="dec6fbcd-7598-406a-8cbf-504d4a3bac15" providerId="ADAL" clId="{65104DF2-1B45-4C36-9E2A-F89658839DCF}" dt="2024-01-15T17:57:41.817" v="26"/>
          <ac:spMkLst>
            <pc:docMk/>
            <pc:sldMk cId="2052124241" sldId="794"/>
            <ac:spMk id="3" creationId="{9DF37E32-E849-43FD-AE75-95E334786AB7}"/>
          </ac:spMkLst>
        </pc:spChg>
        <pc:spChg chg="mod">
          <ac:chgData name="Palit, Tapti" userId="dec6fbcd-7598-406a-8cbf-504d4a3bac15" providerId="ADAL" clId="{65104DF2-1B45-4C36-9E2A-F89658839DCF}" dt="2024-01-15T17:57:41.817" v="26"/>
          <ac:spMkLst>
            <pc:docMk/>
            <pc:sldMk cId="2052124241" sldId="794"/>
            <ac:spMk id="4" creationId="{3CFC0458-353F-49C6-A1F4-5BF22C6A25F4}"/>
          </ac:spMkLst>
        </pc:spChg>
      </pc:sldChg>
      <pc:sldChg chg="modSp">
        <pc:chgData name="Palit, Tapti" userId="dec6fbcd-7598-406a-8cbf-504d4a3bac15" providerId="ADAL" clId="{65104DF2-1B45-4C36-9E2A-F89658839DCF}" dt="2024-01-15T17:57:41.817" v="26"/>
        <pc:sldMkLst>
          <pc:docMk/>
          <pc:sldMk cId="3615461960" sldId="795"/>
        </pc:sldMkLst>
        <pc:spChg chg="mod">
          <ac:chgData name="Palit, Tapti" userId="dec6fbcd-7598-406a-8cbf-504d4a3bac15" providerId="ADAL" clId="{65104DF2-1B45-4C36-9E2A-F89658839DCF}" dt="2024-01-15T17:57:41.817" v="26"/>
          <ac:spMkLst>
            <pc:docMk/>
            <pc:sldMk cId="3615461960" sldId="795"/>
            <ac:spMk id="2" creationId="{803650A6-D090-4F49-89FC-6E7ECF8BED37}"/>
          </ac:spMkLst>
        </pc:spChg>
        <pc:spChg chg="mod">
          <ac:chgData name="Palit, Tapti" userId="dec6fbcd-7598-406a-8cbf-504d4a3bac15" providerId="ADAL" clId="{65104DF2-1B45-4C36-9E2A-F89658839DCF}" dt="2024-01-15T17:57:41.817" v="26"/>
          <ac:spMkLst>
            <pc:docMk/>
            <pc:sldMk cId="3615461960" sldId="795"/>
            <ac:spMk id="3" creationId="{9DF37E32-E849-43FD-AE75-95E334786AB7}"/>
          </ac:spMkLst>
        </pc:spChg>
        <pc:spChg chg="mod">
          <ac:chgData name="Palit, Tapti" userId="dec6fbcd-7598-406a-8cbf-504d4a3bac15" providerId="ADAL" clId="{65104DF2-1B45-4C36-9E2A-F89658839DCF}" dt="2024-01-15T17:57:41.817" v="26"/>
          <ac:spMkLst>
            <pc:docMk/>
            <pc:sldMk cId="3615461960" sldId="795"/>
            <ac:spMk id="4" creationId="{3CFC0458-353F-49C6-A1F4-5BF22C6A25F4}"/>
          </ac:spMkLst>
        </pc:spChg>
      </pc:sldChg>
      <pc:sldChg chg="addSp modSp mod chgLayout">
        <pc:chgData name="Palit, Tapti" userId="dec6fbcd-7598-406a-8cbf-504d4a3bac15" providerId="ADAL" clId="{65104DF2-1B45-4C36-9E2A-F89658839DCF}" dt="2024-01-15T18:02:53.069" v="52" actId="700"/>
        <pc:sldMkLst>
          <pc:docMk/>
          <pc:sldMk cId="1995810849" sldId="796"/>
        </pc:sldMkLst>
        <pc:spChg chg="mod ord">
          <ac:chgData name="Palit, Tapti" userId="dec6fbcd-7598-406a-8cbf-504d4a3bac15" providerId="ADAL" clId="{65104DF2-1B45-4C36-9E2A-F89658839DCF}" dt="2024-01-15T18:02:53.069" v="52" actId="700"/>
          <ac:spMkLst>
            <pc:docMk/>
            <pc:sldMk cId="1995810849" sldId="796"/>
            <ac:spMk id="2" creationId="{2E03E387-85FC-1C57-1069-3BDE2A1725A9}"/>
          </ac:spMkLst>
        </pc:spChg>
        <pc:spChg chg="add mod ord">
          <ac:chgData name="Palit, Tapti" userId="dec6fbcd-7598-406a-8cbf-504d4a3bac15" providerId="ADAL" clId="{65104DF2-1B45-4C36-9E2A-F89658839DCF}" dt="2024-01-15T18:02:53.069" v="52" actId="700"/>
          <ac:spMkLst>
            <pc:docMk/>
            <pc:sldMk cId="1995810849" sldId="796"/>
            <ac:spMk id="3" creationId="{2A49C22D-09D1-7881-65D8-B596239F0129}"/>
          </ac:spMkLst>
        </pc:spChg>
        <pc:spChg chg="mod ord">
          <ac:chgData name="Palit, Tapti" userId="dec6fbcd-7598-406a-8cbf-504d4a3bac15" providerId="ADAL" clId="{65104DF2-1B45-4C36-9E2A-F89658839DCF}" dt="2024-01-15T18:02:53.069" v="52" actId="700"/>
          <ac:spMkLst>
            <pc:docMk/>
            <pc:sldMk cId="1995810849" sldId="796"/>
            <ac:spMk id="4" creationId="{210075F3-86EF-D9A2-96FD-472D7AB0B687}"/>
          </ac:spMkLst>
        </pc:spChg>
      </pc:sldChg>
      <pc:sldChg chg="modSp">
        <pc:chgData name="Palit, Tapti" userId="dec6fbcd-7598-406a-8cbf-504d4a3bac15" providerId="ADAL" clId="{65104DF2-1B45-4C36-9E2A-F89658839DCF}" dt="2024-01-15T17:57:41.817" v="26"/>
        <pc:sldMkLst>
          <pc:docMk/>
          <pc:sldMk cId="1485322317" sldId="797"/>
        </pc:sldMkLst>
        <pc:spChg chg="mod">
          <ac:chgData name="Palit, Tapti" userId="dec6fbcd-7598-406a-8cbf-504d4a3bac15" providerId="ADAL" clId="{65104DF2-1B45-4C36-9E2A-F89658839DCF}" dt="2024-01-15T17:57:41.817" v="26"/>
          <ac:spMkLst>
            <pc:docMk/>
            <pc:sldMk cId="1485322317" sldId="797"/>
            <ac:spMk id="2" creationId="{019DE008-EBB0-079A-3BD4-52F072D452E0}"/>
          </ac:spMkLst>
        </pc:spChg>
        <pc:spChg chg="mod">
          <ac:chgData name="Palit, Tapti" userId="dec6fbcd-7598-406a-8cbf-504d4a3bac15" providerId="ADAL" clId="{65104DF2-1B45-4C36-9E2A-F89658839DCF}" dt="2024-01-15T17:57:41.817" v="26"/>
          <ac:spMkLst>
            <pc:docMk/>
            <pc:sldMk cId="1485322317" sldId="797"/>
            <ac:spMk id="4" creationId="{CEDBD7CD-9EFB-B029-941A-DF92AA6157EC}"/>
          </ac:spMkLst>
        </pc:spChg>
      </pc:sldChg>
      <pc:sldChg chg="addSp modSp mod chgLayout">
        <pc:chgData name="Palit, Tapti" userId="dec6fbcd-7598-406a-8cbf-504d4a3bac15" providerId="ADAL" clId="{65104DF2-1B45-4C36-9E2A-F89658839DCF}" dt="2024-01-15T18:02:53.069" v="52" actId="700"/>
        <pc:sldMkLst>
          <pc:docMk/>
          <pc:sldMk cId="2243183271" sldId="798"/>
        </pc:sldMkLst>
        <pc:spChg chg="mod ord">
          <ac:chgData name="Palit, Tapti" userId="dec6fbcd-7598-406a-8cbf-504d4a3bac15" providerId="ADAL" clId="{65104DF2-1B45-4C36-9E2A-F89658839DCF}" dt="2024-01-15T18:02:53.069" v="52" actId="700"/>
          <ac:spMkLst>
            <pc:docMk/>
            <pc:sldMk cId="2243183271" sldId="798"/>
            <ac:spMk id="2" creationId="{019DE008-EBB0-079A-3BD4-52F072D452E0}"/>
          </ac:spMkLst>
        </pc:spChg>
        <pc:spChg chg="add mod ord">
          <ac:chgData name="Palit, Tapti" userId="dec6fbcd-7598-406a-8cbf-504d4a3bac15" providerId="ADAL" clId="{65104DF2-1B45-4C36-9E2A-F89658839DCF}" dt="2024-01-15T18:02:53.069" v="52" actId="700"/>
          <ac:spMkLst>
            <pc:docMk/>
            <pc:sldMk cId="2243183271" sldId="798"/>
            <ac:spMk id="3" creationId="{8984576D-BB24-53E8-B198-E2A7C4F7E0A7}"/>
          </ac:spMkLst>
        </pc:spChg>
        <pc:spChg chg="mod ord">
          <ac:chgData name="Palit, Tapti" userId="dec6fbcd-7598-406a-8cbf-504d4a3bac15" providerId="ADAL" clId="{65104DF2-1B45-4C36-9E2A-F89658839DCF}" dt="2024-01-15T18:02:53.069" v="52" actId="700"/>
          <ac:spMkLst>
            <pc:docMk/>
            <pc:sldMk cId="2243183271" sldId="798"/>
            <ac:spMk id="4" creationId="{CEDBD7CD-9EFB-B029-941A-DF92AA6157EC}"/>
          </ac:spMkLst>
        </pc:spChg>
      </pc:sldChg>
      <pc:sldChg chg="addSp modSp mod modCm chgLayout modNotesTx">
        <pc:chgData name="Palit, Tapti" userId="dec6fbcd-7598-406a-8cbf-504d4a3bac15" providerId="ADAL" clId="{65104DF2-1B45-4C36-9E2A-F89658839DCF}" dt="2024-01-24T19:06:15.432" v="17881" actId="20577"/>
        <pc:sldMkLst>
          <pc:docMk/>
          <pc:sldMk cId="1834629704" sldId="801"/>
        </pc:sldMkLst>
        <pc:spChg chg="mod ord">
          <ac:chgData name="Palit, Tapti" userId="dec6fbcd-7598-406a-8cbf-504d4a3bac15" providerId="ADAL" clId="{65104DF2-1B45-4C36-9E2A-F89658839DCF}" dt="2024-01-15T18:02:53.069" v="52" actId="700"/>
          <ac:spMkLst>
            <pc:docMk/>
            <pc:sldMk cId="1834629704" sldId="801"/>
            <ac:spMk id="2" creationId="{40DFA5DC-A829-B052-17BC-8F0762F4FE5A}"/>
          </ac:spMkLst>
        </pc:spChg>
        <pc:spChg chg="add mod ord">
          <ac:chgData name="Palit, Tapti" userId="dec6fbcd-7598-406a-8cbf-504d4a3bac15" providerId="ADAL" clId="{65104DF2-1B45-4C36-9E2A-F89658839DCF}" dt="2024-01-15T18:02:53.069" v="52" actId="700"/>
          <ac:spMkLst>
            <pc:docMk/>
            <pc:sldMk cId="1834629704" sldId="801"/>
            <ac:spMk id="3" creationId="{78659146-E98C-07B2-BA46-6ADC0E045CF7}"/>
          </ac:spMkLst>
        </pc:spChg>
        <pc:spChg chg="mod ord">
          <ac:chgData name="Palit, Tapti" userId="dec6fbcd-7598-406a-8cbf-504d4a3bac15" providerId="ADAL" clId="{65104DF2-1B45-4C36-9E2A-F89658839DCF}" dt="2024-01-15T18:02:53.069" v="52" actId="700"/>
          <ac:spMkLst>
            <pc:docMk/>
            <pc:sldMk cId="1834629704" sldId="801"/>
            <ac:spMk id="4" creationId="{6F8F59D9-18A7-C198-82D9-1D80BF9279D4}"/>
          </ac:spMkLst>
        </pc:spChg>
        <pc:spChg chg="mod">
          <ac:chgData name="Palit, Tapti" userId="dec6fbcd-7598-406a-8cbf-504d4a3bac15" providerId="ADAL" clId="{65104DF2-1B45-4C36-9E2A-F89658839DCF}" dt="2024-01-24T17:18:02.839" v="8731" actId="14100"/>
          <ac:spMkLst>
            <pc:docMk/>
            <pc:sldMk cId="1834629704" sldId="801"/>
            <ac:spMk id="6" creationId="{735C9574-0EA7-E314-C35D-BFF3AF23E485}"/>
          </ac:spMkLst>
        </pc:spChg>
        <pc:extLst>
          <p:ext xmlns:p="http://schemas.openxmlformats.org/presentationml/2006/main" uri="{D6D511B9-2390-475A-947B-AFAB55BFBCF1}">
            <pc226:cmChg xmlns:pc226="http://schemas.microsoft.com/office/powerpoint/2022/06/main/command" chg="mod">
              <pc226:chgData name="Palit, Tapti" userId="dec6fbcd-7598-406a-8cbf-504d4a3bac15" providerId="ADAL" clId="{65104DF2-1B45-4C36-9E2A-F89658839DCF}" dt="2024-01-24T19:04:45.109" v="17631"/>
              <pc2:cmMkLst xmlns:pc2="http://schemas.microsoft.com/office/powerpoint/2019/9/main/command">
                <pc:docMk/>
                <pc:sldMk cId="1834629704" sldId="801"/>
                <pc2:cmMk id="{F758F06B-B498-4630-9EA1-03093B69330A}"/>
              </pc2:cmMkLst>
            </pc226:cmChg>
          </p:ext>
        </pc:extLst>
      </pc:sldChg>
      <pc:sldChg chg="modSp mod chgLayout">
        <pc:chgData name="Palit, Tapti" userId="dec6fbcd-7598-406a-8cbf-504d4a3bac15" providerId="ADAL" clId="{65104DF2-1B45-4C36-9E2A-F89658839DCF}" dt="2024-01-15T18:02:53.069" v="52" actId="700"/>
        <pc:sldMkLst>
          <pc:docMk/>
          <pc:sldMk cId="1897251263" sldId="803"/>
        </pc:sldMkLst>
        <pc:spChg chg="mod ord">
          <ac:chgData name="Palit, Tapti" userId="dec6fbcd-7598-406a-8cbf-504d4a3bac15" providerId="ADAL" clId="{65104DF2-1B45-4C36-9E2A-F89658839DCF}" dt="2024-01-15T18:02:53.069" v="52" actId="700"/>
          <ac:spMkLst>
            <pc:docMk/>
            <pc:sldMk cId="1897251263" sldId="803"/>
            <ac:spMk id="2" creationId="{80ACFC51-CA2B-1477-DFCF-8A384F61F51C}"/>
          </ac:spMkLst>
        </pc:spChg>
        <pc:spChg chg="mod ord">
          <ac:chgData name="Palit, Tapti" userId="dec6fbcd-7598-406a-8cbf-504d4a3bac15" providerId="ADAL" clId="{65104DF2-1B45-4C36-9E2A-F89658839DCF}" dt="2024-01-15T18:02:53.069" v="52" actId="700"/>
          <ac:spMkLst>
            <pc:docMk/>
            <pc:sldMk cId="1897251263" sldId="803"/>
            <ac:spMk id="3" creationId="{8D1C862C-042B-A7A5-8E88-1EBEA7AF6498}"/>
          </ac:spMkLst>
        </pc:spChg>
        <pc:spChg chg="mod ord">
          <ac:chgData name="Palit, Tapti" userId="dec6fbcd-7598-406a-8cbf-504d4a3bac15" providerId="ADAL" clId="{65104DF2-1B45-4C36-9E2A-F89658839DCF}" dt="2024-01-15T18:02:53.069" v="52" actId="700"/>
          <ac:spMkLst>
            <pc:docMk/>
            <pc:sldMk cId="1897251263" sldId="803"/>
            <ac:spMk id="4" creationId="{82D601BB-FEA5-65C1-40EB-B181A1A5BE9A}"/>
          </ac:spMkLst>
        </pc:spChg>
      </pc:sldChg>
      <pc:sldChg chg="modSp new mod addCm">
        <pc:chgData name="Palit, Tapti" userId="dec6fbcd-7598-406a-8cbf-504d4a3bac15" providerId="ADAL" clId="{65104DF2-1B45-4C36-9E2A-F89658839DCF}" dt="2024-01-15T20:20:28.808" v="1049"/>
        <pc:sldMkLst>
          <pc:docMk/>
          <pc:sldMk cId="3046091993" sldId="804"/>
        </pc:sldMkLst>
        <pc:spChg chg="mod">
          <ac:chgData name="Palit, Tapti" userId="dec6fbcd-7598-406a-8cbf-504d4a3bac15" providerId="ADAL" clId="{65104DF2-1B45-4C36-9E2A-F89658839DCF}" dt="2024-01-15T18:19:42.854" v="152" actId="20577"/>
          <ac:spMkLst>
            <pc:docMk/>
            <pc:sldMk cId="3046091993" sldId="804"/>
            <ac:spMk id="2" creationId="{893F1925-3217-9B8B-4AA0-5E2C44D00568}"/>
          </ac:spMkLst>
        </pc:sp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65104DF2-1B45-4C36-9E2A-F89658839DCF}" dt="2024-01-15T20:20:28.808" v="1049"/>
              <pc2:cmMkLst xmlns:pc2="http://schemas.microsoft.com/office/powerpoint/2019/9/main/command">
                <pc:docMk/>
                <pc:sldMk cId="3046091993" sldId="804"/>
                <pc2:cmMk id="{A8B9F607-927E-46C3-B150-D8ABB2E91E5A}"/>
              </pc2:cmMkLst>
            </pc226:cmChg>
          </p:ext>
        </pc:extLst>
      </pc:sldChg>
      <pc:sldChg chg="modSp add del mod">
        <pc:chgData name="Palit, Tapti" userId="dec6fbcd-7598-406a-8cbf-504d4a3bac15" providerId="ADAL" clId="{65104DF2-1B45-4C36-9E2A-F89658839DCF}" dt="2024-01-15T20:23:27.628" v="1065" actId="47"/>
        <pc:sldMkLst>
          <pc:docMk/>
          <pc:sldMk cId="2342423746" sldId="805"/>
        </pc:sldMkLst>
        <pc:spChg chg="mod">
          <ac:chgData name="Palit, Tapti" userId="dec6fbcd-7598-406a-8cbf-504d4a3bac15" providerId="ADAL" clId="{65104DF2-1B45-4C36-9E2A-F89658839DCF}" dt="2024-01-15T19:20:39.670" v="567"/>
          <ac:spMkLst>
            <pc:docMk/>
            <pc:sldMk cId="2342423746" sldId="805"/>
            <ac:spMk id="3" creationId="{E72186F9-FE3D-CA26-20F7-94C0AD1DBE3D}"/>
          </ac:spMkLst>
        </pc:spChg>
      </pc:sldChg>
      <pc:sldChg chg="add del">
        <pc:chgData name="Palit, Tapti" userId="dec6fbcd-7598-406a-8cbf-504d4a3bac15" providerId="ADAL" clId="{65104DF2-1B45-4C36-9E2A-F89658839DCF}" dt="2024-01-15T18:36:02.956" v="339" actId="2890"/>
        <pc:sldMkLst>
          <pc:docMk/>
          <pc:sldMk cId="3114780072" sldId="805"/>
        </pc:sldMkLst>
      </pc:sldChg>
      <pc:sldChg chg="modSp new mod">
        <pc:chgData name="Palit, Tapti" userId="dec6fbcd-7598-406a-8cbf-504d4a3bac15" providerId="ADAL" clId="{65104DF2-1B45-4C36-9E2A-F89658839DCF}" dt="2024-01-15T20:16:03.127" v="998" actId="20577"/>
        <pc:sldMkLst>
          <pc:docMk/>
          <pc:sldMk cId="381301021" sldId="806"/>
        </pc:sldMkLst>
        <pc:spChg chg="mod">
          <ac:chgData name="Palit, Tapti" userId="dec6fbcd-7598-406a-8cbf-504d4a3bac15" providerId="ADAL" clId="{65104DF2-1B45-4C36-9E2A-F89658839DCF}" dt="2024-01-15T20:16:03.127" v="998" actId="20577"/>
          <ac:spMkLst>
            <pc:docMk/>
            <pc:sldMk cId="381301021" sldId="806"/>
            <ac:spMk id="3" creationId="{3166012F-B34C-CB3F-71B0-304679E32D50}"/>
          </ac:spMkLst>
        </pc:spChg>
      </pc:sldChg>
      <pc:sldChg chg="add del replId">
        <pc:chgData name="Palit, Tapti" userId="dec6fbcd-7598-406a-8cbf-504d4a3bac15" providerId="ADAL" clId="{65104DF2-1B45-4C36-9E2A-F89658839DCF}" dt="2024-01-15T18:36:02.956" v="339" actId="2890"/>
        <pc:sldMkLst>
          <pc:docMk/>
          <pc:sldMk cId="2604878197" sldId="806"/>
        </pc:sldMkLst>
      </pc:sldChg>
      <pc:sldChg chg="add del">
        <pc:chgData name="Palit, Tapti" userId="dec6fbcd-7598-406a-8cbf-504d4a3bac15" providerId="ADAL" clId="{65104DF2-1B45-4C36-9E2A-F89658839DCF}" dt="2024-01-15T21:16:39.779" v="1093" actId="47"/>
        <pc:sldMkLst>
          <pc:docMk/>
          <pc:sldMk cId="782693998" sldId="807"/>
        </pc:sldMkLst>
      </pc:sldChg>
      <pc:sldChg chg="addSp delSp modSp new del mod">
        <pc:chgData name="Palit, Tapti" userId="dec6fbcd-7598-406a-8cbf-504d4a3bac15" providerId="ADAL" clId="{65104DF2-1B45-4C36-9E2A-F89658839DCF}" dt="2024-01-15T21:28:18.810" v="1119" actId="2696"/>
        <pc:sldMkLst>
          <pc:docMk/>
          <pc:sldMk cId="3129121082" sldId="807"/>
        </pc:sldMkLst>
        <pc:spChg chg="del">
          <ac:chgData name="Palit, Tapti" userId="dec6fbcd-7598-406a-8cbf-504d4a3bac15" providerId="ADAL" clId="{65104DF2-1B45-4C36-9E2A-F89658839DCF}" dt="2024-01-15T21:17:19.440" v="1101"/>
          <ac:spMkLst>
            <pc:docMk/>
            <pc:sldMk cId="3129121082" sldId="807"/>
            <ac:spMk id="2" creationId="{7D68063D-C3E9-D19E-6132-077435D3FB89}"/>
          </ac:spMkLst>
        </pc:spChg>
        <pc:spChg chg="add">
          <ac:chgData name="Palit, Tapti" userId="dec6fbcd-7598-406a-8cbf-504d4a3bac15" providerId="ADAL" clId="{65104DF2-1B45-4C36-9E2A-F89658839DCF}" dt="2024-01-15T21:16:43.240" v="1095"/>
          <ac:spMkLst>
            <pc:docMk/>
            <pc:sldMk cId="3129121082" sldId="807"/>
            <ac:spMk id="6" creationId="{51CB0897-6513-201F-CB1C-32A69D1726AF}"/>
          </ac:spMkLst>
        </pc:spChg>
        <pc:spChg chg="add mod">
          <ac:chgData name="Palit, Tapti" userId="dec6fbcd-7598-406a-8cbf-504d4a3bac15" providerId="ADAL" clId="{65104DF2-1B45-4C36-9E2A-F89658839DCF}" dt="2024-01-15T21:16:57.507" v="1100" actId="14100"/>
          <ac:spMkLst>
            <pc:docMk/>
            <pc:sldMk cId="3129121082" sldId="807"/>
            <ac:spMk id="7" creationId="{AC1B7390-F129-1F10-C315-6EFBDE2F6119}"/>
          </ac:spMkLst>
        </pc:spChg>
        <pc:spChg chg="add del">
          <ac:chgData name="Palit, Tapti" userId="dec6fbcd-7598-406a-8cbf-504d4a3bac15" providerId="ADAL" clId="{65104DF2-1B45-4C36-9E2A-F89658839DCF}" dt="2024-01-15T21:19:42.016" v="1108" actId="478"/>
          <ac:spMkLst>
            <pc:docMk/>
            <pc:sldMk cId="3129121082" sldId="807"/>
            <ac:spMk id="10" creationId="{BCA0B5E4-E4F6-B1AB-137C-D2E74F49BD59}"/>
          </ac:spMkLst>
        </pc:spChg>
        <pc:spChg chg="add mod">
          <ac:chgData name="Palit, Tapti" userId="dec6fbcd-7598-406a-8cbf-504d4a3bac15" providerId="ADAL" clId="{65104DF2-1B45-4C36-9E2A-F89658839DCF}" dt="2024-01-15T21:28:10.870" v="1118" actId="478"/>
          <ac:spMkLst>
            <pc:docMk/>
            <pc:sldMk cId="3129121082" sldId="807"/>
            <ac:spMk id="14" creationId="{BB159FF8-08FF-479B-73F1-EEEC6410AFAD}"/>
          </ac:spMkLst>
        </pc:spChg>
        <pc:picChg chg="add del mod">
          <ac:chgData name="Palit, Tapti" userId="dec6fbcd-7598-406a-8cbf-504d4a3bac15" providerId="ADAL" clId="{65104DF2-1B45-4C36-9E2A-F89658839DCF}" dt="2024-01-15T21:28:10.870" v="1118" actId="478"/>
          <ac:picMkLst>
            <pc:docMk/>
            <pc:sldMk cId="3129121082" sldId="807"/>
            <ac:picMk id="9" creationId="{71DD31E0-E649-2F5B-E12A-C1DF775EC5EE}"/>
          </ac:picMkLst>
        </pc:picChg>
        <pc:picChg chg="add mod">
          <ac:chgData name="Palit, Tapti" userId="dec6fbcd-7598-406a-8cbf-504d4a3bac15" providerId="ADAL" clId="{65104DF2-1B45-4C36-9E2A-F89658839DCF}" dt="2024-01-15T21:20:45.313" v="1115" actId="1076"/>
          <ac:picMkLst>
            <pc:docMk/>
            <pc:sldMk cId="3129121082" sldId="807"/>
            <ac:picMk id="12" creationId="{E86083E0-2DBF-9FF8-3762-071CFB9900A7}"/>
          </ac:picMkLst>
        </pc:picChg>
      </pc:sldChg>
      <pc:sldChg chg="addSp delSp modSp new mod ord delAnim modAnim">
        <pc:chgData name="Palit, Tapti" userId="dec6fbcd-7598-406a-8cbf-504d4a3bac15" providerId="ADAL" clId="{65104DF2-1B45-4C36-9E2A-F89658839DCF}" dt="2024-01-15T23:17:35.495" v="1424" actId="1076"/>
        <pc:sldMkLst>
          <pc:docMk/>
          <pc:sldMk cId="3211954135" sldId="807"/>
        </pc:sldMkLst>
        <pc:spChg chg="del">
          <ac:chgData name="Palit, Tapti" userId="dec6fbcd-7598-406a-8cbf-504d4a3bac15" providerId="ADAL" clId="{65104DF2-1B45-4C36-9E2A-F89658839DCF}" dt="2024-01-15T21:28:24.658" v="1122" actId="478"/>
          <ac:spMkLst>
            <pc:docMk/>
            <pc:sldMk cId="3211954135" sldId="807"/>
            <ac:spMk id="2" creationId="{C791CF6D-4E4B-80BB-F9B9-3038D42F5095}"/>
          </ac:spMkLst>
        </pc:spChg>
        <pc:spChg chg="mod">
          <ac:chgData name="Palit, Tapti" userId="dec6fbcd-7598-406a-8cbf-504d4a3bac15" providerId="ADAL" clId="{65104DF2-1B45-4C36-9E2A-F89658839DCF}" dt="2024-01-15T21:50:25.975" v="1279" actId="20577"/>
          <ac:spMkLst>
            <pc:docMk/>
            <pc:sldMk cId="3211954135" sldId="807"/>
            <ac:spMk id="3" creationId="{A22A8A20-BA3C-FD6F-2BA9-FEAE105E094E}"/>
          </ac:spMkLst>
        </pc:spChg>
        <pc:spChg chg="del mod">
          <ac:chgData name="Palit, Tapti" userId="dec6fbcd-7598-406a-8cbf-504d4a3bac15" providerId="ADAL" clId="{65104DF2-1B45-4C36-9E2A-F89658839DCF}" dt="2024-01-15T21:54:33.468" v="1328" actId="478"/>
          <ac:spMkLst>
            <pc:docMk/>
            <pc:sldMk cId="3211954135" sldId="807"/>
            <ac:spMk id="5" creationId="{D621A56E-E01A-A9A3-28C7-CA6E06DBA4AB}"/>
          </ac:spMkLst>
        </pc:spChg>
        <pc:spChg chg="add mod">
          <ac:chgData name="Palit, Tapti" userId="dec6fbcd-7598-406a-8cbf-504d4a3bac15" providerId="ADAL" clId="{65104DF2-1B45-4C36-9E2A-F89658839DCF}" dt="2024-01-15T21:45:05.893" v="1156" actId="164"/>
          <ac:spMkLst>
            <pc:docMk/>
            <pc:sldMk cId="3211954135" sldId="807"/>
            <ac:spMk id="8" creationId="{7A7F74C6-6D63-F755-4E5C-DB73015D1210}"/>
          </ac:spMkLst>
        </pc:spChg>
        <pc:spChg chg="add mod">
          <ac:chgData name="Palit, Tapti" userId="dec6fbcd-7598-406a-8cbf-504d4a3bac15" providerId="ADAL" clId="{65104DF2-1B45-4C36-9E2A-F89658839DCF}" dt="2024-01-15T21:54:10.154" v="1324" actId="164"/>
          <ac:spMkLst>
            <pc:docMk/>
            <pc:sldMk cId="3211954135" sldId="807"/>
            <ac:spMk id="16" creationId="{2AEB0AD9-2B51-C816-7A85-2F8CFC66DD2F}"/>
          </ac:spMkLst>
        </pc:spChg>
        <pc:spChg chg="add mod">
          <ac:chgData name="Palit, Tapti" userId="dec6fbcd-7598-406a-8cbf-504d4a3bac15" providerId="ADAL" clId="{65104DF2-1B45-4C36-9E2A-F89658839DCF}" dt="2024-01-15T21:57:33.191" v="1414" actId="1076"/>
          <ac:spMkLst>
            <pc:docMk/>
            <pc:sldMk cId="3211954135" sldId="807"/>
            <ac:spMk id="19" creationId="{141111AC-66C7-3C7F-7E97-4202926B9333}"/>
          </ac:spMkLst>
        </pc:spChg>
        <pc:spChg chg="add mod">
          <ac:chgData name="Palit, Tapti" userId="dec6fbcd-7598-406a-8cbf-504d4a3bac15" providerId="ADAL" clId="{65104DF2-1B45-4C36-9E2A-F89658839DCF}" dt="2024-01-15T21:57:33.191" v="1414" actId="1076"/>
          <ac:spMkLst>
            <pc:docMk/>
            <pc:sldMk cId="3211954135" sldId="807"/>
            <ac:spMk id="21" creationId="{1AD7E292-12F9-70BA-138E-D4591C5CE1BC}"/>
          </ac:spMkLst>
        </pc:spChg>
        <pc:spChg chg="add mod">
          <ac:chgData name="Palit, Tapti" userId="dec6fbcd-7598-406a-8cbf-504d4a3bac15" providerId="ADAL" clId="{65104DF2-1B45-4C36-9E2A-F89658839DCF}" dt="2024-01-15T21:57:33.191" v="1414" actId="1076"/>
          <ac:spMkLst>
            <pc:docMk/>
            <pc:sldMk cId="3211954135" sldId="807"/>
            <ac:spMk id="23" creationId="{6B4AD100-3094-3340-5320-DBEEFB200606}"/>
          </ac:spMkLst>
        </pc:spChg>
        <pc:spChg chg="add mod">
          <ac:chgData name="Palit, Tapti" userId="dec6fbcd-7598-406a-8cbf-504d4a3bac15" providerId="ADAL" clId="{65104DF2-1B45-4C36-9E2A-F89658839DCF}" dt="2024-01-15T21:53:03.596" v="1316"/>
          <ac:spMkLst>
            <pc:docMk/>
            <pc:sldMk cId="3211954135" sldId="807"/>
            <ac:spMk id="33" creationId="{38BD764A-80FE-5DFB-B9F6-95F90B01830C}"/>
          </ac:spMkLst>
        </pc:spChg>
        <pc:spChg chg="add mod">
          <ac:chgData name="Palit, Tapti" userId="dec6fbcd-7598-406a-8cbf-504d4a3bac15" providerId="ADAL" clId="{65104DF2-1B45-4C36-9E2A-F89658839DCF}" dt="2024-01-15T21:57:33.191" v="1414" actId="1076"/>
          <ac:spMkLst>
            <pc:docMk/>
            <pc:sldMk cId="3211954135" sldId="807"/>
            <ac:spMk id="33" creationId="{ECB87601-A94D-31F5-8525-424AA435578D}"/>
          </ac:spMkLst>
        </pc:spChg>
        <pc:spChg chg="add mod">
          <ac:chgData name="Palit, Tapti" userId="dec6fbcd-7598-406a-8cbf-504d4a3bac15" providerId="ADAL" clId="{65104DF2-1B45-4C36-9E2A-F89658839DCF}" dt="2024-01-15T21:54:36.788" v="1330" actId="20577"/>
          <ac:spMkLst>
            <pc:docMk/>
            <pc:sldMk cId="3211954135" sldId="807"/>
            <ac:spMk id="37" creationId="{DF359660-B139-24B0-40D3-63C8D7B27ECE}"/>
          </ac:spMkLst>
        </pc:spChg>
        <pc:spChg chg="add mod">
          <ac:chgData name="Palit, Tapti" userId="dec6fbcd-7598-406a-8cbf-504d4a3bac15" providerId="ADAL" clId="{65104DF2-1B45-4C36-9E2A-F89658839DCF}" dt="2024-01-15T21:57:33.191" v="1414" actId="1076"/>
          <ac:spMkLst>
            <pc:docMk/>
            <pc:sldMk cId="3211954135" sldId="807"/>
            <ac:spMk id="41" creationId="{2A25E4C0-1D80-FF90-A744-1847F33454DD}"/>
          </ac:spMkLst>
        </pc:spChg>
        <pc:spChg chg="add del mod">
          <ac:chgData name="Palit, Tapti" userId="dec6fbcd-7598-406a-8cbf-504d4a3bac15" providerId="ADAL" clId="{65104DF2-1B45-4C36-9E2A-F89658839DCF}" dt="2024-01-15T21:58:15.735" v="1422" actId="478"/>
          <ac:spMkLst>
            <pc:docMk/>
            <pc:sldMk cId="3211954135" sldId="807"/>
            <ac:spMk id="51" creationId="{D58DA96D-69B5-61C1-7591-B35F3443D123}"/>
          </ac:spMkLst>
        </pc:spChg>
        <pc:spChg chg="add mod">
          <ac:chgData name="Palit, Tapti" userId="dec6fbcd-7598-406a-8cbf-504d4a3bac15" providerId="ADAL" clId="{65104DF2-1B45-4C36-9E2A-F89658839DCF}" dt="2024-01-15T23:17:27.392" v="1423" actId="1076"/>
          <ac:spMkLst>
            <pc:docMk/>
            <pc:sldMk cId="3211954135" sldId="807"/>
            <ac:spMk id="52" creationId="{B814EDF3-5581-A3BA-092C-34B899022121}"/>
          </ac:spMkLst>
        </pc:spChg>
        <pc:spChg chg="add mod">
          <ac:chgData name="Palit, Tapti" userId="dec6fbcd-7598-406a-8cbf-504d4a3bac15" providerId="ADAL" clId="{65104DF2-1B45-4C36-9E2A-F89658839DCF}" dt="2024-01-15T23:17:35.495" v="1424" actId="1076"/>
          <ac:spMkLst>
            <pc:docMk/>
            <pc:sldMk cId="3211954135" sldId="807"/>
            <ac:spMk id="53" creationId="{01BF476B-5986-AD9F-9F44-62EC6CE78559}"/>
          </ac:spMkLst>
        </pc:spChg>
        <pc:grpChg chg="add mod">
          <ac:chgData name="Palit, Tapti" userId="dec6fbcd-7598-406a-8cbf-504d4a3bac15" providerId="ADAL" clId="{65104DF2-1B45-4C36-9E2A-F89658839DCF}" dt="2024-01-15T21:56:01.586" v="1364" actId="1076"/>
          <ac:grpSpMkLst>
            <pc:docMk/>
            <pc:sldMk cId="3211954135" sldId="807"/>
            <ac:grpSpMk id="10" creationId="{DC3B3740-6EBD-17F2-D84B-F9D734BB7DC4}"/>
          </ac:grpSpMkLst>
        </pc:grpChg>
        <pc:grpChg chg="add del mod">
          <ac:chgData name="Palit, Tapti" userId="dec6fbcd-7598-406a-8cbf-504d4a3bac15" providerId="ADAL" clId="{65104DF2-1B45-4C36-9E2A-F89658839DCF}" dt="2024-01-15T21:49:19.636" v="1242" actId="478"/>
          <ac:grpSpMkLst>
            <pc:docMk/>
            <pc:sldMk cId="3211954135" sldId="807"/>
            <ac:grpSpMk id="15" creationId="{4602F1BF-F21A-F1B2-9AFF-D5C6575D6339}"/>
          </ac:grpSpMkLst>
        </pc:grpChg>
        <pc:grpChg chg="add mod">
          <ac:chgData name="Palit, Tapti" userId="dec6fbcd-7598-406a-8cbf-504d4a3bac15" providerId="ADAL" clId="{65104DF2-1B45-4C36-9E2A-F89658839DCF}" dt="2024-01-15T21:55:30.053" v="1341" actId="1038"/>
          <ac:grpSpMkLst>
            <pc:docMk/>
            <pc:sldMk cId="3211954135" sldId="807"/>
            <ac:grpSpMk id="17" creationId="{04068B56-3E37-EE9E-1064-270D7FB1B786}"/>
          </ac:grpSpMkLst>
        </pc:grpChg>
        <pc:grpChg chg="add mod">
          <ac:chgData name="Palit, Tapti" userId="dec6fbcd-7598-406a-8cbf-504d4a3bac15" providerId="ADAL" clId="{65104DF2-1B45-4C36-9E2A-F89658839DCF}" dt="2024-01-15T21:57:33.191" v="1414" actId="1076"/>
          <ac:grpSpMkLst>
            <pc:docMk/>
            <pc:sldMk cId="3211954135" sldId="807"/>
            <ac:grpSpMk id="20" creationId="{EACA76C0-B4BE-EC44-CC48-B3B3EB4E7E00}"/>
          </ac:grpSpMkLst>
        </pc:grpChg>
        <pc:grpChg chg="add mod">
          <ac:chgData name="Palit, Tapti" userId="dec6fbcd-7598-406a-8cbf-504d4a3bac15" providerId="ADAL" clId="{65104DF2-1B45-4C36-9E2A-F89658839DCF}" dt="2024-01-15T21:57:33.191" v="1414" actId="1076"/>
          <ac:grpSpMkLst>
            <pc:docMk/>
            <pc:sldMk cId="3211954135" sldId="807"/>
            <ac:grpSpMk id="39" creationId="{DC5F079B-F4E0-5687-FC0A-0C7AB4E780FD}"/>
          </ac:grpSpMkLst>
        </pc:grpChg>
        <pc:picChg chg="add mod">
          <ac:chgData name="Palit, Tapti" userId="dec6fbcd-7598-406a-8cbf-504d4a3bac15" providerId="ADAL" clId="{65104DF2-1B45-4C36-9E2A-F89658839DCF}" dt="2024-01-15T21:56:03.991" v="1369" actId="1036"/>
          <ac:picMkLst>
            <pc:docMk/>
            <pc:sldMk cId="3211954135" sldId="807"/>
            <ac:picMk id="2" creationId="{7B2EBE0E-577F-559E-19A1-66CC17F4A921}"/>
          </ac:picMkLst>
        </pc:picChg>
        <pc:picChg chg="add mod">
          <ac:chgData name="Palit, Tapti" userId="dec6fbcd-7598-406a-8cbf-504d4a3bac15" providerId="ADAL" clId="{65104DF2-1B45-4C36-9E2A-F89658839DCF}" dt="2024-01-15T21:43:37.399" v="1149" actId="1076"/>
          <ac:picMkLst>
            <pc:docMk/>
            <pc:sldMk cId="3211954135" sldId="807"/>
            <ac:picMk id="9" creationId="{123A2471-3C2A-5250-5326-CBC7C0635000}"/>
          </ac:picMkLst>
        </pc:picChg>
        <pc:picChg chg="mod">
          <ac:chgData name="Palit, Tapti" userId="dec6fbcd-7598-406a-8cbf-504d4a3bac15" providerId="ADAL" clId="{65104DF2-1B45-4C36-9E2A-F89658839DCF}" dt="2024-01-15T21:46:18.296" v="1172" actId="1035"/>
          <ac:picMkLst>
            <pc:docMk/>
            <pc:sldMk cId="3211954135" sldId="807"/>
            <ac:picMk id="16" creationId="{8B250D7D-49C2-01DE-05A2-06C7C551A92C}"/>
          </ac:picMkLst>
        </pc:picChg>
        <pc:picChg chg="mod">
          <ac:chgData name="Palit, Tapti" userId="dec6fbcd-7598-406a-8cbf-504d4a3bac15" providerId="ADAL" clId="{65104DF2-1B45-4C36-9E2A-F89658839DCF}" dt="2024-01-15T21:46:21.182" v="1174" actId="1036"/>
          <ac:picMkLst>
            <pc:docMk/>
            <pc:sldMk cId="3211954135" sldId="807"/>
            <ac:picMk id="17" creationId="{F07C10E8-5CBD-D3C6-C87F-5D084A38046A}"/>
          </ac:picMkLst>
        </pc:picChg>
        <pc:picChg chg="mod">
          <ac:chgData name="Palit, Tapti" userId="dec6fbcd-7598-406a-8cbf-504d4a3bac15" providerId="ADAL" clId="{65104DF2-1B45-4C36-9E2A-F89658839DCF}" dt="2024-01-15T21:46:25.083" v="1176" actId="1035"/>
          <ac:picMkLst>
            <pc:docMk/>
            <pc:sldMk cId="3211954135" sldId="807"/>
            <ac:picMk id="18" creationId="{8EF701F3-470D-9A9B-AC9B-A46FDFC993A5}"/>
          </ac:picMkLst>
        </pc:picChg>
        <pc:picChg chg="add mod">
          <ac:chgData name="Palit, Tapti" userId="dec6fbcd-7598-406a-8cbf-504d4a3bac15" providerId="ADAL" clId="{65104DF2-1B45-4C36-9E2A-F89658839DCF}" dt="2024-01-15T21:54:10.154" v="1324" actId="164"/>
          <ac:picMkLst>
            <pc:docMk/>
            <pc:sldMk cId="3211954135" sldId="807"/>
            <ac:picMk id="18" creationId="{BBD9D820-7350-CBAE-D10C-C4A2374EA549}"/>
          </ac:picMkLst>
        </pc:picChg>
        <pc:picChg chg="mod">
          <ac:chgData name="Palit, Tapti" userId="dec6fbcd-7598-406a-8cbf-504d4a3bac15" providerId="ADAL" clId="{65104DF2-1B45-4C36-9E2A-F89658839DCF}" dt="2024-01-15T21:47:48.822" v="1238" actId="1036"/>
          <ac:picMkLst>
            <pc:docMk/>
            <pc:sldMk cId="3211954135" sldId="807"/>
            <ac:picMk id="19" creationId="{15FB8417-60AB-78DF-183F-6B7B5F3C750C}"/>
          </ac:picMkLst>
        </pc:picChg>
        <pc:picChg chg="add mod">
          <ac:chgData name="Palit, Tapti" userId="dec6fbcd-7598-406a-8cbf-504d4a3bac15" providerId="ADAL" clId="{65104DF2-1B45-4C36-9E2A-F89658839DCF}" dt="2024-01-15T21:57:33.191" v="1414" actId="1076"/>
          <ac:picMkLst>
            <pc:docMk/>
            <pc:sldMk cId="3211954135" sldId="807"/>
            <ac:picMk id="22" creationId="{353022AE-1A4D-3B81-DFAD-F947866E936B}"/>
          </ac:picMkLst>
        </pc:picChg>
        <pc:picChg chg="add mod">
          <ac:chgData name="Palit, Tapti" userId="dec6fbcd-7598-406a-8cbf-504d4a3bac15" providerId="ADAL" clId="{65104DF2-1B45-4C36-9E2A-F89658839DCF}" dt="2024-01-15T21:57:33.191" v="1414" actId="1076"/>
          <ac:picMkLst>
            <pc:docMk/>
            <pc:sldMk cId="3211954135" sldId="807"/>
            <ac:picMk id="24" creationId="{050C29C4-D109-F410-B500-68D045F20588}"/>
          </ac:picMkLst>
        </pc:picChg>
        <pc:picChg chg="add mod">
          <ac:chgData name="Palit, Tapti" userId="dec6fbcd-7598-406a-8cbf-504d4a3bac15" providerId="ADAL" clId="{65104DF2-1B45-4C36-9E2A-F89658839DCF}" dt="2024-01-15T21:57:33.191" v="1414" actId="1076"/>
          <ac:picMkLst>
            <pc:docMk/>
            <pc:sldMk cId="3211954135" sldId="807"/>
            <ac:picMk id="36" creationId="{4816B57E-6E77-F0C5-CE3B-CD9FC1C485F2}"/>
          </ac:picMkLst>
        </pc:picChg>
        <pc:picChg chg="add mod">
          <ac:chgData name="Palit, Tapti" userId="dec6fbcd-7598-406a-8cbf-504d4a3bac15" providerId="ADAL" clId="{65104DF2-1B45-4C36-9E2A-F89658839DCF}" dt="2024-01-15T21:57:33.191" v="1414" actId="1076"/>
          <ac:picMkLst>
            <pc:docMk/>
            <pc:sldMk cId="3211954135" sldId="807"/>
            <ac:picMk id="40" creationId="{E98B65B2-D51D-6824-AC63-041739BDC33C}"/>
          </ac:picMkLst>
        </pc:picChg>
        <pc:picChg chg="add del mod">
          <ac:chgData name="Palit, Tapti" userId="dec6fbcd-7598-406a-8cbf-504d4a3bac15" providerId="ADAL" clId="{65104DF2-1B45-4C36-9E2A-F89658839DCF}" dt="2024-01-15T21:33:41.696" v="1131" actId="478"/>
          <ac:picMkLst>
            <pc:docMk/>
            <pc:sldMk cId="3211954135" sldId="807"/>
            <ac:picMk id="3074" creationId="{25716F0D-B9C9-8F45-D3FD-35B33F98624D}"/>
          </ac:picMkLst>
        </pc:picChg>
        <pc:cxnChg chg="mod">
          <ac:chgData name="Palit, Tapti" userId="dec6fbcd-7598-406a-8cbf-504d4a3bac15" providerId="ADAL" clId="{65104DF2-1B45-4C36-9E2A-F89658839DCF}" dt="2024-01-15T21:46:01.508" v="1167"/>
          <ac:cxnSpMkLst>
            <pc:docMk/>
            <pc:sldMk cId="3211954135" sldId="807"/>
            <ac:cxnSpMk id="20" creationId="{BDA7CBD9-5B0D-1835-CCE4-8DD353DA70FC}"/>
          </ac:cxnSpMkLst>
        </pc:cxnChg>
        <pc:cxnChg chg="mod">
          <ac:chgData name="Palit, Tapti" userId="dec6fbcd-7598-406a-8cbf-504d4a3bac15" providerId="ADAL" clId="{65104DF2-1B45-4C36-9E2A-F89658839DCF}" dt="2024-01-15T21:46:01.508" v="1167"/>
          <ac:cxnSpMkLst>
            <pc:docMk/>
            <pc:sldMk cId="3211954135" sldId="807"/>
            <ac:cxnSpMk id="21" creationId="{A64EFA73-7D67-7907-3DD0-16639C39EEF0}"/>
          </ac:cxnSpMkLst>
        </pc:cxnChg>
        <pc:cxnChg chg="mod">
          <ac:chgData name="Palit, Tapti" userId="dec6fbcd-7598-406a-8cbf-504d4a3bac15" providerId="ADAL" clId="{65104DF2-1B45-4C36-9E2A-F89658839DCF}" dt="2024-01-15T21:46:49.011" v="1226" actId="1035"/>
          <ac:cxnSpMkLst>
            <pc:docMk/>
            <pc:sldMk cId="3211954135" sldId="807"/>
            <ac:cxnSpMk id="22" creationId="{B8693ABE-97BA-F46B-53D3-792FCBC6230E}"/>
          </ac:cxnSpMkLst>
        </pc:cxnChg>
        <pc:cxnChg chg="mod">
          <ac:chgData name="Palit, Tapti" userId="dec6fbcd-7598-406a-8cbf-504d4a3bac15" providerId="ADAL" clId="{65104DF2-1B45-4C36-9E2A-F89658839DCF}" dt="2024-01-15T21:47:24.103" v="1235" actId="692"/>
          <ac:cxnSpMkLst>
            <pc:docMk/>
            <pc:sldMk cId="3211954135" sldId="807"/>
            <ac:cxnSpMk id="23" creationId="{6D77414A-76A2-9195-1347-8762046DA8B7}"/>
          </ac:cxnSpMkLst>
        </pc:cxnChg>
        <pc:cxnChg chg="mod">
          <ac:chgData name="Palit, Tapti" userId="dec6fbcd-7598-406a-8cbf-504d4a3bac15" providerId="ADAL" clId="{65104DF2-1B45-4C36-9E2A-F89658839DCF}" dt="2024-01-15T21:47:54.789" v="1239" actId="1036"/>
          <ac:cxnSpMkLst>
            <pc:docMk/>
            <pc:sldMk cId="3211954135" sldId="807"/>
            <ac:cxnSpMk id="24" creationId="{2F8AB301-C97E-EDAE-CB54-03CEFBF7E198}"/>
          </ac:cxnSpMkLst>
        </pc:cxnChg>
        <pc:cxnChg chg="add mod">
          <ac:chgData name="Palit, Tapti" userId="dec6fbcd-7598-406a-8cbf-504d4a3bac15" providerId="ADAL" clId="{65104DF2-1B45-4C36-9E2A-F89658839DCF}" dt="2024-01-15T21:57:07.864" v="1410" actId="14861"/>
          <ac:cxnSpMkLst>
            <pc:docMk/>
            <pc:sldMk cId="3211954135" sldId="807"/>
            <ac:cxnSpMk id="38" creationId="{C5D73883-6E04-10EE-F910-F49FA2AA4106}"/>
          </ac:cxnSpMkLst>
        </pc:cxnChg>
        <pc:cxnChg chg="add mod">
          <ac:chgData name="Palit, Tapti" userId="dec6fbcd-7598-406a-8cbf-504d4a3bac15" providerId="ADAL" clId="{65104DF2-1B45-4C36-9E2A-F89658839DCF}" dt="2024-01-15T21:55:48.945" v="1359"/>
          <ac:cxnSpMkLst>
            <pc:docMk/>
            <pc:sldMk cId="3211954135" sldId="807"/>
            <ac:cxnSpMk id="41" creationId="{627BBDB7-4787-6CF9-33AC-8646A2B2CF01}"/>
          </ac:cxnSpMkLst>
        </pc:cxnChg>
        <pc:cxnChg chg="add mod">
          <ac:chgData name="Palit, Tapti" userId="dec6fbcd-7598-406a-8cbf-504d4a3bac15" providerId="ADAL" clId="{65104DF2-1B45-4C36-9E2A-F89658839DCF}" dt="2024-01-15T21:57:07.864" v="1410" actId="14861"/>
          <ac:cxnSpMkLst>
            <pc:docMk/>
            <pc:sldMk cId="3211954135" sldId="807"/>
            <ac:cxnSpMk id="42" creationId="{D1AB07C2-1688-9BA9-7317-3B523ED12376}"/>
          </ac:cxnSpMkLst>
        </pc:cxnChg>
        <pc:cxnChg chg="add mod">
          <ac:chgData name="Palit, Tapti" userId="dec6fbcd-7598-406a-8cbf-504d4a3bac15" providerId="ADAL" clId="{65104DF2-1B45-4C36-9E2A-F89658839DCF}" dt="2024-01-15T21:57:48.090" v="1417" actId="14100"/>
          <ac:cxnSpMkLst>
            <pc:docMk/>
            <pc:sldMk cId="3211954135" sldId="807"/>
            <ac:cxnSpMk id="48" creationId="{AFAADC5D-5E59-A394-DBED-D07F0B96F89F}"/>
          </ac:cxnSpMkLst>
        </pc:cxnChg>
      </pc:sldChg>
      <pc:sldChg chg="modSp mod modNotesTx">
        <pc:chgData name="Palit, Tapti" userId="dec6fbcd-7598-406a-8cbf-504d4a3bac15" providerId="ADAL" clId="{65104DF2-1B45-4C36-9E2A-F89658839DCF}" dt="2024-01-25T17:43:57.335" v="21799" actId="20577"/>
        <pc:sldMkLst>
          <pc:docMk/>
          <pc:sldMk cId="860376470" sldId="808"/>
        </pc:sldMkLst>
        <pc:spChg chg="mod">
          <ac:chgData name="Palit, Tapti" userId="dec6fbcd-7598-406a-8cbf-504d4a3bac15" providerId="ADAL" clId="{65104DF2-1B45-4C36-9E2A-F89658839DCF}" dt="2024-01-25T17:43:57.335" v="21799" actId="20577"/>
          <ac:spMkLst>
            <pc:docMk/>
            <pc:sldMk cId="860376470" sldId="808"/>
            <ac:spMk id="3" creationId="{A22A8A20-BA3C-FD6F-2BA9-FEAE105E094E}"/>
          </ac:spMkLst>
        </pc:spChg>
      </pc:sldChg>
      <pc:sldChg chg="modSp del modAnim">
        <pc:chgData name="Palit, Tapti" userId="dec6fbcd-7598-406a-8cbf-504d4a3bac15" providerId="ADAL" clId="{65104DF2-1B45-4C36-9E2A-F89658839DCF}" dt="2024-01-25T15:46:47.911" v="18895" actId="47"/>
        <pc:sldMkLst>
          <pc:docMk/>
          <pc:sldMk cId="313389186" sldId="811"/>
        </pc:sldMkLst>
        <pc:spChg chg="mod">
          <ac:chgData name="Palit, Tapti" userId="dec6fbcd-7598-406a-8cbf-504d4a3bac15" providerId="ADAL" clId="{65104DF2-1B45-4C36-9E2A-F89658839DCF}" dt="2024-01-24T17:57:19.425" v="9758" actId="20577"/>
          <ac:spMkLst>
            <pc:docMk/>
            <pc:sldMk cId="313389186" sldId="811"/>
            <ac:spMk id="10" creationId="{3F3BBC86-B477-9ACF-23EF-1180913B7C35}"/>
          </ac:spMkLst>
        </pc:spChg>
      </pc:sldChg>
      <pc:sldChg chg="add mod modShow">
        <pc:chgData name="Palit, Tapti" userId="dec6fbcd-7598-406a-8cbf-504d4a3bac15" providerId="ADAL" clId="{65104DF2-1B45-4C36-9E2A-F89658839DCF}" dt="2024-01-25T18:14:34.781" v="22589" actId="729"/>
        <pc:sldMkLst>
          <pc:docMk/>
          <pc:sldMk cId="875307279" sldId="830"/>
        </pc:sldMkLst>
      </pc:sldChg>
      <pc:sldChg chg="add del">
        <pc:chgData name="Palit, Tapti" userId="dec6fbcd-7598-406a-8cbf-504d4a3bac15" providerId="ADAL" clId="{65104DF2-1B45-4C36-9E2A-F89658839DCF}" dt="2024-01-25T18:14:25.477" v="22587" actId="2696"/>
        <pc:sldMkLst>
          <pc:docMk/>
          <pc:sldMk cId="2679725324" sldId="830"/>
        </pc:sldMkLst>
      </pc:sldChg>
      <pc:sldChg chg="modNotesTx">
        <pc:chgData name="Palit, Tapti" userId="dec6fbcd-7598-406a-8cbf-504d4a3bac15" providerId="ADAL" clId="{65104DF2-1B45-4C36-9E2A-F89658839DCF}" dt="2024-01-25T15:44:59.510" v="18894" actId="20577"/>
        <pc:sldMkLst>
          <pc:docMk/>
          <pc:sldMk cId="3814629529" sldId="840"/>
        </pc:sldMkLst>
      </pc:sldChg>
      <pc:sldChg chg="add mod modShow">
        <pc:chgData name="Palit, Tapti" userId="dec6fbcd-7598-406a-8cbf-504d4a3bac15" providerId="ADAL" clId="{65104DF2-1B45-4C36-9E2A-F89658839DCF}" dt="2024-01-25T17:39:09.095" v="21680" actId="729"/>
        <pc:sldMkLst>
          <pc:docMk/>
          <pc:sldMk cId="1781124350" sldId="850"/>
        </pc:sldMkLst>
      </pc:sldChg>
      <pc:sldChg chg="del">
        <pc:chgData name="Palit, Tapti" userId="dec6fbcd-7598-406a-8cbf-504d4a3bac15" providerId="ADAL" clId="{65104DF2-1B45-4C36-9E2A-F89658839DCF}" dt="2024-01-25T17:39:03.179" v="21678" actId="2696"/>
        <pc:sldMkLst>
          <pc:docMk/>
          <pc:sldMk cId="1798398953" sldId="850"/>
        </pc:sldMkLst>
      </pc:sldChg>
      <pc:sldChg chg="addSp modSp mod modAnim modNotesTx">
        <pc:chgData name="Palit, Tapti" userId="dec6fbcd-7598-406a-8cbf-504d4a3bac15" providerId="ADAL" clId="{65104DF2-1B45-4C36-9E2A-F89658839DCF}" dt="2024-01-25T15:51:47.881" v="19072" actId="20577"/>
        <pc:sldMkLst>
          <pc:docMk/>
          <pc:sldMk cId="2532380705" sldId="856"/>
        </pc:sldMkLst>
        <pc:spChg chg="mod">
          <ac:chgData name="Palit, Tapti" userId="dec6fbcd-7598-406a-8cbf-504d4a3bac15" providerId="ADAL" clId="{65104DF2-1B45-4C36-9E2A-F89658839DCF}" dt="2024-01-24T18:00:05.335" v="10015" actId="20577"/>
          <ac:spMkLst>
            <pc:docMk/>
            <pc:sldMk cId="2532380705" sldId="856"/>
            <ac:spMk id="11" creationId="{9597BA74-48BD-03E7-B370-3F308358DF8F}"/>
          </ac:spMkLst>
        </pc:spChg>
        <pc:spChg chg="mod">
          <ac:chgData name="Palit, Tapti" userId="dec6fbcd-7598-406a-8cbf-504d4a3bac15" providerId="ADAL" clId="{65104DF2-1B45-4C36-9E2A-F89658839DCF}" dt="2024-01-24T17:11:50.615" v="7994" actId="207"/>
          <ac:spMkLst>
            <pc:docMk/>
            <pc:sldMk cId="2532380705" sldId="856"/>
            <ac:spMk id="13" creationId="{29039F13-1E69-E3E1-10A9-B42EBE1BFC3C}"/>
          </ac:spMkLst>
        </pc:spChg>
        <pc:spChg chg="mod">
          <ac:chgData name="Palit, Tapti" userId="dec6fbcd-7598-406a-8cbf-504d4a3bac15" providerId="ADAL" clId="{65104DF2-1B45-4C36-9E2A-F89658839DCF}" dt="2024-01-24T17:11:53.100" v="7995" actId="207"/>
          <ac:spMkLst>
            <pc:docMk/>
            <pc:sldMk cId="2532380705" sldId="856"/>
            <ac:spMk id="14" creationId="{AFD8956A-AAF7-7977-0983-85920EF04007}"/>
          </ac:spMkLst>
        </pc:spChg>
        <pc:spChg chg="mod">
          <ac:chgData name="Palit, Tapti" userId="dec6fbcd-7598-406a-8cbf-504d4a3bac15" providerId="ADAL" clId="{65104DF2-1B45-4C36-9E2A-F89658839DCF}" dt="2024-01-25T15:51:47.881" v="19072" actId="20577"/>
          <ac:spMkLst>
            <pc:docMk/>
            <pc:sldMk cId="2532380705" sldId="856"/>
            <ac:spMk id="15" creationId="{BD24C1F8-9CF9-C8AD-91A2-C65080B1EB3A}"/>
          </ac:spMkLst>
        </pc:spChg>
        <pc:grpChg chg="add mod">
          <ac:chgData name="Palit, Tapti" userId="dec6fbcd-7598-406a-8cbf-504d4a3bac15" providerId="ADAL" clId="{65104DF2-1B45-4C36-9E2A-F89658839DCF}" dt="2024-01-24T17:11:22.160" v="7979" actId="164"/>
          <ac:grpSpMkLst>
            <pc:docMk/>
            <pc:sldMk cId="2532380705" sldId="856"/>
            <ac:grpSpMk id="2" creationId="{B4A76A67-21E9-18A8-BB40-0695243B811C}"/>
          </ac:grpSpMkLst>
        </pc:grpChg>
      </pc:sldChg>
      <pc:sldChg chg="modNotesTx">
        <pc:chgData name="Palit, Tapti" userId="dec6fbcd-7598-406a-8cbf-504d4a3bac15" providerId="ADAL" clId="{65104DF2-1B45-4C36-9E2A-F89658839DCF}" dt="2024-01-24T18:00:37.560" v="10081" actId="20577"/>
        <pc:sldMkLst>
          <pc:docMk/>
          <pc:sldMk cId="1935471849" sldId="857"/>
        </pc:sldMkLst>
      </pc:sldChg>
      <pc:sldChg chg="modNotesTx">
        <pc:chgData name="Palit, Tapti" userId="dec6fbcd-7598-406a-8cbf-504d4a3bac15" providerId="ADAL" clId="{65104DF2-1B45-4C36-9E2A-F89658839DCF}" dt="2024-01-24T17:19:25.660" v="8839" actId="20577"/>
        <pc:sldMkLst>
          <pc:docMk/>
          <pc:sldMk cId="2721316561" sldId="861"/>
        </pc:sldMkLst>
      </pc:sldChg>
      <pc:sldChg chg="del">
        <pc:chgData name="Palit, Tapti" userId="dec6fbcd-7598-406a-8cbf-504d4a3bac15" providerId="ADAL" clId="{65104DF2-1B45-4C36-9E2A-F89658839DCF}" dt="2024-01-24T16:08:15.568" v="3417" actId="47"/>
        <pc:sldMkLst>
          <pc:docMk/>
          <pc:sldMk cId="3018700805" sldId="866"/>
        </pc:sldMkLst>
      </pc:sldChg>
      <pc:sldChg chg="del modNotesTx">
        <pc:chgData name="Palit, Tapti" userId="dec6fbcd-7598-406a-8cbf-504d4a3bac15" providerId="ADAL" clId="{65104DF2-1B45-4C36-9E2A-F89658839DCF}" dt="2024-01-25T17:19:57.673" v="20754" actId="2696"/>
        <pc:sldMkLst>
          <pc:docMk/>
          <pc:sldMk cId="1317513108" sldId="869"/>
        </pc:sldMkLst>
      </pc:sldChg>
      <pc:sldChg chg="add">
        <pc:chgData name="Palit, Tapti" userId="dec6fbcd-7598-406a-8cbf-504d4a3bac15" providerId="ADAL" clId="{65104DF2-1B45-4C36-9E2A-F89658839DCF}" dt="2024-01-25T17:20:11.985" v="20755"/>
        <pc:sldMkLst>
          <pc:docMk/>
          <pc:sldMk cId="3481442751" sldId="869"/>
        </pc:sldMkLst>
      </pc:sldChg>
      <pc:sldChg chg="addSp delSp modSp mod modClrScheme modCm chgLayout">
        <pc:chgData name="Palit, Tapti" userId="dec6fbcd-7598-406a-8cbf-504d4a3bac15" providerId="ADAL" clId="{65104DF2-1B45-4C36-9E2A-F89658839DCF}" dt="2024-01-15T20:19:23.714" v="1022" actId="20577"/>
        <pc:sldMkLst>
          <pc:docMk/>
          <pc:sldMk cId="1699665765" sldId="870"/>
        </pc:sldMkLst>
        <pc:spChg chg="mod ord">
          <ac:chgData name="Palit, Tapti" userId="dec6fbcd-7598-406a-8cbf-504d4a3bac15" providerId="ADAL" clId="{65104DF2-1B45-4C36-9E2A-F89658839DCF}" dt="2024-01-15T19:15:53.377" v="524" actId="6264"/>
          <ac:spMkLst>
            <pc:docMk/>
            <pc:sldMk cId="1699665765" sldId="870"/>
            <ac:spMk id="2" creationId="{164331AB-0F87-2A94-5B10-AF3850EA3C13}"/>
          </ac:spMkLst>
        </pc:spChg>
        <pc:spChg chg="mod">
          <ac:chgData name="Palit, Tapti" userId="dec6fbcd-7598-406a-8cbf-504d4a3bac15" providerId="ADAL" clId="{65104DF2-1B45-4C36-9E2A-F89658839DCF}" dt="2024-01-15T19:12:06.121" v="477" actId="1076"/>
          <ac:spMkLst>
            <pc:docMk/>
            <pc:sldMk cId="1699665765" sldId="870"/>
            <ac:spMk id="3" creationId="{B57250D7-DEE4-A696-93E8-803A82B54AA7}"/>
          </ac:spMkLst>
        </pc:spChg>
        <pc:spChg chg="mod ord">
          <ac:chgData name="Palit, Tapti" userId="dec6fbcd-7598-406a-8cbf-504d4a3bac15" providerId="ADAL" clId="{65104DF2-1B45-4C36-9E2A-F89658839DCF}" dt="2024-01-15T19:15:53.377" v="524" actId="6264"/>
          <ac:spMkLst>
            <pc:docMk/>
            <pc:sldMk cId="1699665765" sldId="870"/>
            <ac:spMk id="4" creationId="{1F3BEE15-F4A0-1FEA-1E93-3B660B9F2971}"/>
          </ac:spMkLst>
        </pc:spChg>
        <pc:spChg chg="mod">
          <ac:chgData name="Palit, Tapti" userId="dec6fbcd-7598-406a-8cbf-504d4a3bac15" providerId="ADAL" clId="{65104DF2-1B45-4C36-9E2A-F89658839DCF}" dt="2024-01-15T19:12:06.121" v="477" actId="1076"/>
          <ac:spMkLst>
            <pc:docMk/>
            <pc:sldMk cId="1699665765" sldId="870"/>
            <ac:spMk id="5" creationId="{68386F80-36FF-7696-B67B-687A28CE50A1}"/>
          </ac:spMkLst>
        </pc:spChg>
        <pc:spChg chg="add mod ord">
          <ac:chgData name="Palit, Tapti" userId="dec6fbcd-7598-406a-8cbf-504d4a3bac15" providerId="ADAL" clId="{65104DF2-1B45-4C36-9E2A-F89658839DCF}" dt="2024-01-15T20:19:23.714" v="1022" actId="20577"/>
          <ac:spMkLst>
            <pc:docMk/>
            <pc:sldMk cId="1699665765" sldId="870"/>
            <ac:spMk id="6" creationId="{997D2B1B-9AEF-3320-B6CA-19601F474B60}"/>
          </ac:spMkLst>
        </pc:spChg>
        <pc:spChg chg="mod">
          <ac:chgData name="Palit, Tapti" userId="dec6fbcd-7598-406a-8cbf-504d4a3bac15" providerId="ADAL" clId="{65104DF2-1B45-4C36-9E2A-F89658839DCF}" dt="2024-01-15T19:12:06.121" v="477" actId="1076"/>
          <ac:spMkLst>
            <pc:docMk/>
            <pc:sldMk cId="1699665765" sldId="870"/>
            <ac:spMk id="7" creationId="{A81D8A86-5728-C67F-0278-3A592D4B8FB9}"/>
          </ac:spMkLst>
        </pc:spChg>
        <pc:spChg chg="add del mod">
          <ac:chgData name="Palit, Tapti" userId="dec6fbcd-7598-406a-8cbf-504d4a3bac15" providerId="ADAL" clId="{65104DF2-1B45-4C36-9E2A-F89658839DCF}" dt="2024-01-15T19:11:53.015" v="476" actId="6264"/>
          <ac:spMkLst>
            <pc:docMk/>
            <pc:sldMk cId="1699665765" sldId="870"/>
            <ac:spMk id="8" creationId="{BF2F8442-C0F6-91BF-4CCE-B36A06CA6474}"/>
          </ac:spMkLst>
        </pc:spChg>
        <pc:spChg chg="add del mod">
          <ac:chgData name="Palit, Tapti" userId="dec6fbcd-7598-406a-8cbf-504d4a3bac15" providerId="ADAL" clId="{65104DF2-1B45-4C36-9E2A-F89658839DCF}" dt="2024-01-15T19:11:53.015" v="476" actId="6264"/>
          <ac:spMkLst>
            <pc:docMk/>
            <pc:sldMk cId="1699665765" sldId="870"/>
            <ac:spMk id="9" creationId="{FBC74576-61EE-4427-A681-66DFBE424972}"/>
          </ac:spMkLst>
        </pc:spChg>
        <pc:spChg chg="add del mod">
          <ac:chgData name="Palit, Tapti" userId="dec6fbcd-7598-406a-8cbf-504d4a3bac15" providerId="ADAL" clId="{65104DF2-1B45-4C36-9E2A-F89658839DCF}" dt="2024-01-15T19:11:53.015" v="476" actId="6264"/>
          <ac:spMkLst>
            <pc:docMk/>
            <pc:sldMk cId="1699665765" sldId="870"/>
            <ac:spMk id="10" creationId="{031AA059-ED3F-6DD8-8778-CDDBF51A4EAD}"/>
          </ac:spMkLst>
        </pc:spChg>
        <pc:spChg chg="add del mod">
          <ac:chgData name="Palit, Tapti" userId="dec6fbcd-7598-406a-8cbf-504d4a3bac15" providerId="ADAL" clId="{65104DF2-1B45-4C36-9E2A-F89658839DCF}" dt="2024-01-15T19:11:53.015" v="476" actId="6264"/>
          <ac:spMkLst>
            <pc:docMk/>
            <pc:sldMk cId="1699665765" sldId="870"/>
            <ac:spMk id="11" creationId="{62ED4CFF-B03E-C825-9B96-07D498A54E82}"/>
          </ac:spMkLst>
        </pc:spChg>
        <pc:spChg chg="add del mod">
          <ac:chgData name="Palit, Tapti" userId="dec6fbcd-7598-406a-8cbf-504d4a3bac15" providerId="ADAL" clId="{65104DF2-1B45-4C36-9E2A-F89658839DCF}" dt="2024-01-15T19:15:53.377" v="524" actId="6264"/>
          <ac:spMkLst>
            <pc:docMk/>
            <pc:sldMk cId="1699665765" sldId="870"/>
            <ac:spMk id="12" creationId="{E51AF6CB-1C9D-EFA8-1DC4-90AE8324F3FA}"/>
          </ac:spMkLst>
        </pc:spChg>
        <pc:spChg chg="add del mod">
          <ac:chgData name="Palit, Tapti" userId="dec6fbcd-7598-406a-8cbf-504d4a3bac15" providerId="ADAL" clId="{65104DF2-1B45-4C36-9E2A-F89658839DCF}" dt="2024-01-15T19:15:53.377" v="524" actId="6264"/>
          <ac:spMkLst>
            <pc:docMk/>
            <pc:sldMk cId="1699665765" sldId="870"/>
            <ac:spMk id="13" creationId="{821EF0AC-8739-E248-99D2-AF54CFA28192}"/>
          </ac:spMkLst>
        </pc:spChg>
        <pc:spChg chg="add del mod">
          <ac:chgData name="Palit, Tapti" userId="dec6fbcd-7598-406a-8cbf-504d4a3bac15" providerId="ADAL" clId="{65104DF2-1B45-4C36-9E2A-F89658839DCF}" dt="2024-01-15T19:15:53.377" v="524" actId="6264"/>
          <ac:spMkLst>
            <pc:docMk/>
            <pc:sldMk cId="1699665765" sldId="870"/>
            <ac:spMk id="14" creationId="{F3199300-CA2E-57DE-4C24-8D3427BCD0CF}"/>
          </ac:spMkLst>
        </pc:spChg>
        <pc:spChg chg="add del mod">
          <ac:chgData name="Palit, Tapti" userId="dec6fbcd-7598-406a-8cbf-504d4a3bac15" providerId="ADAL" clId="{65104DF2-1B45-4C36-9E2A-F89658839DCF}" dt="2024-01-15T19:15:53.377" v="524" actId="6264"/>
          <ac:spMkLst>
            <pc:docMk/>
            <pc:sldMk cId="1699665765" sldId="870"/>
            <ac:spMk id="15" creationId="{384EEC0E-CD9B-D7FB-89F4-100ED03724F7}"/>
          </ac:spMkLst>
        </pc:spChg>
        <pc:spChg chg="del mod">
          <ac:chgData name="Palit, Tapti" userId="dec6fbcd-7598-406a-8cbf-504d4a3bac15" providerId="ADAL" clId="{65104DF2-1B45-4C36-9E2A-F89658839DCF}" dt="2024-01-15T19:11:27.009" v="474"/>
          <ac:spMkLst>
            <pc:docMk/>
            <pc:sldMk cId="1699665765" sldId="870"/>
            <ac:spMk id="32" creationId="{CE5645A5-88BA-920D-64CE-86A11E3CAA5D}"/>
          </ac:spMkLst>
        </pc:spChg>
        <pc:spChg chg="mod">
          <ac:chgData name="Palit, Tapti" userId="dec6fbcd-7598-406a-8cbf-504d4a3bac15" providerId="ADAL" clId="{65104DF2-1B45-4C36-9E2A-F89658839DCF}" dt="2024-01-15T19:12:06.121" v="477" actId="1076"/>
          <ac:spMkLst>
            <pc:docMk/>
            <pc:sldMk cId="1699665765" sldId="870"/>
            <ac:spMk id="34" creationId="{B7F2D972-8F06-5B99-F899-249FFAEBFFEF}"/>
          </ac:spMkLst>
        </pc:spChg>
        <pc:spChg chg="mod ord">
          <ac:chgData name="Palit, Tapti" userId="dec6fbcd-7598-406a-8cbf-504d4a3bac15" providerId="ADAL" clId="{65104DF2-1B45-4C36-9E2A-F89658839DCF}" dt="2024-01-15T19:44:57.030" v="799" actId="5793"/>
          <ac:spMkLst>
            <pc:docMk/>
            <pc:sldMk cId="1699665765" sldId="870"/>
            <ac:spMk id="40" creationId="{36D80653-0A5B-A378-33D8-3C4434B09FC8}"/>
          </ac:spMkLst>
        </pc:spChg>
        <pc:cxnChg chg="mod">
          <ac:chgData name="Palit, Tapti" userId="dec6fbcd-7598-406a-8cbf-504d4a3bac15" providerId="ADAL" clId="{65104DF2-1B45-4C36-9E2A-F89658839DCF}" dt="2024-01-15T19:12:06.121" v="477" actId="1076"/>
          <ac:cxnSpMkLst>
            <pc:docMk/>
            <pc:sldMk cId="1699665765" sldId="870"/>
            <ac:cxnSpMk id="36" creationId="{7E8CC041-3939-5F60-36EB-7FFD78ED3060}"/>
          </ac:cxnSpMkLst>
        </pc:cxnChg>
        <pc:extLst>
          <p:ext xmlns:p="http://schemas.openxmlformats.org/presentationml/2006/main" uri="{D6D511B9-2390-475A-947B-AFAB55BFBCF1}">
            <pc226:cmChg xmlns:pc226="http://schemas.microsoft.com/office/powerpoint/2022/06/main/command" chg="">
              <pc226:chgData name="Palit, Tapti" userId="dec6fbcd-7598-406a-8cbf-504d4a3bac15" providerId="ADAL" clId="{65104DF2-1B45-4C36-9E2A-F89658839DCF}" dt="2024-01-15T20:16:40.818" v="1000"/>
              <pc2:cmMkLst xmlns:pc2="http://schemas.microsoft.com/office/powerpoint/2019/9/main/command">
                <pc:docMk/>
                <pc:sldMk cId="1699665765" sldId="870"/>
                <pc2:cmMk id="{A38E67AF-9CD1-441D-BE08-D0FAABB542E8}"/>
              </pc2:cmMkLst>
              <pc226:cmRplyChg chg="add del">
                <pc226:chgData name="Palit, Tapti" userId="dec6fbcd-7598-406a-8cbf-504d4a3bac15" providerId="ADAL" clId="{65104DF2-1B45-4C36-9E2A-F89658839DCF}" dt="2024-01-15T20:16:40.818" v="1000"/>
                <pc2:cmRplyMkLst xmlns:pc2="http://schemas.microsoft.com/office/powerpoint/2019/9/main/command">
                  <pc:docMk/>
                  <pc:sldMk cId="1699665765" sldId="870"/>
                  <pc2:cmMk id="{A38E67AF-9CD1-441D-BE08-D0FAABB542E8}"/>
                  <pc2:cmRplyMk id="{AE8B3331-808D-4BD9-B3E8-2F6D21332572}"/>
                </pc2:cmRplyMkLst>
              </pc226:cmRplyChg>
              <pc226:cmRplyChg chg="add">
                <pc226:chgData name="Palit, Tapti" userId="dec6fbcd-7598-406a-8cbf-504d4a3bac15" providerId="ADAL" clId="{65104DF2-1B45-4C36-9E2A-F89658839DCF}" dt="2024-01-15T20:04:37.821" v="817"/>
                <pc2:cmRplyMkLst xmlns:pc2="http://schemas.microsoft.com/office/powerpoint/2019/9/main/command">
                  <pc:docMk/>
                  <pc:sldMk cId="1699665765" sldId="870"/>
                  <pc2:cmMk id="{A38E67AF-9CD1-441D-BE08-D0FAABB542E8}"/>
                  <pc2:cmRplyMk id="{41B55239-A2F9-41FC-B004-CE064E8587D5}"/>
                </pc2:cmRplyMkLst>
              </pc226:cmRplyChg>
            </pc226:cmChg>
          </p:ext>
        </pc:extLst>
      </pc:sldChg>
      <pc:sldChg chg="modNotesTx">
        <pc:chgData name="Palit, Tapti" userId="dec6fbcd-7598-406a-8cbf-504d4a3bac15" providerId="ADAL" clId="{65104DF2-1B45-4C36-9E2A-F89658839DCF}" dt="2024-01-24T18:02:43.265" v="10142" actId="20577"/>
        <pc:sldMkLst>
          <pc:docMk/>
          <pc:sldMk cId="3088680036" sldId="870"/>
        </pc:sldMkLst>
      </pc:sldChg>
      <pc:sldChg chg="modSp mod modAnim modNotesTx">
        <pc:chgData name="Palit, Tapti" userId="dec6fbcd-7598-406a-8cbf-504d4a3bac15" providerId="ADAL" clId="{65104DF2-1B45-4C36-9E2A-F89658839DCF}" dt="2024-01-24T18:15:18.712" v="11488"/>
        <pc:sldMkLst>
          <pc:docMk/>
          <pc:sldMk cId="2196532392" sldId="871"/>
        </pc:sldMkLst>
        <pc:spChg chg="mod">
          <ac:chgData name="Palit, Tapti" userId="dec6fbcd-7598-406a-8cbf-504d4a3bac15" providerId="ADAL" clId="{65104DF2-1B45-4C36-9E2A-F89658839DCF}" dt="2024-01-24T17:04:13.481" v="7803" actId="692"/>
          <ac:spMkLst>
            <pc:docMk/>
            <pc:sldMk cId="2196532392" sldId="871"/>
            <ac:spMk id="8" creationId="{84480599-EEBD-045D-5572-6C9D777FCDD4}"/>
          </ac:spMkLst>
        </pc:spChg>
        <pc:spChg chg="mod">
          <ac:chgData name="Palit, Tapti" userId="dec6fbcd-7598-406a-8cbf-504d4a3bac15" providerId="ADAL" clId="{65104DF2-1B45-4C36-9E2A-F89658839DCF}" dt="2024-01-24T17:04:13.481" v="7803" actId="692"/>
          <ac:spMkLst>
            <pc:docMk/>
            <pc:sldMk cId="2196532392" sldId="871"/>
            <ac:spMk id="9" creationId="{10C09A93-3E9A-7246-C5F2-9ABA5AC5E523}"/>
          </ac:spMkLst>
        </pc:spChg>
        <pc:spChg chg="mod">
          <ac:chgData name="Palit, Tapti" userId="dec6fbcd-7598-406a-8cbf-504d4a3bac15" providerId="ADAL" clId="{65104DF2-1B45-4C36-9E2A-F89658839DCF}" dt="2024-01-24T17:04:13.481" v="7803" actId="692"/>
          <ac:spMkLst>
            <pc:docMk/>
            <pc:sldMk cId="2196532392" sldId="871"/>
            <ac:spMk id="13" creationId="{1FE80DE5-E44B-1F1A-C361-3CC162790730}"/>
          </ac:spMkLst>
        </pc:spChg>
        <pc:spChg chg="mod">
          <ac:chgData name="Palit, Tapti" userId="dec6fbcd-7598-406a-8cbf-504d4a3bac15" providerId="ADAL" clId="{65104DF2-1B45-4C36-9E2A-F89658839DCF}" dt="2024-01-24T17:04:13.481" v="7803" actId="692"/>
          <ac:spMkLst>
            <pc:docMk/>
            <pc:sldMk cId="2196532392" sldId="871"/>
            <ac:spMk id="324" creationId="{8E45D870-2CA7-0E76-EA99-50E48B4EFEE4}"/>
          </ac:spMkLst>
        </pc:spChg>
        <pc:spChg chg="mod">
          <ac:chgData name="Palit, Tapti" userId="dec6fbcd-7598-406a-8cbf-504d4a3bac15" providerId="ADAL" clId="{65104DF2-1B45-4C36-9E2A-F89658839DCF}" dt="2024-01-24T17:04:13.481" v="7803" actId="692"/>
          <ac:spMkLst>
            <pc:docMk/>
            <pc:sldMk cId="2196532392" sldId="871"/>
            <ac:spMk id="326" creationId="{5A485784-3A1F-D70F-E030-85D850EF92D0}"/>
          </ac:spMkLst>
        </pc:spChg>
        <pc:spChg chg="mod">
          <ac:chgData name="Palit, Tapti" userId="dec6fbcd-7598-406a-8cbf-504d4a3bac15" providerId="ADAL" clId="{65104DF2-1B45-4C36-9E2A-F89658839DCF}" dt="2024-01-24T17:04:13.481" v="7803" actId="692"/>
          <ac:spMkLst>
            <pc:docMk/>
            <pc:sldMk cId="2196532392" sldId="871"/>
            <ac:spMk id="328" creationId="{CCC37840-0D7D-90CB-6573-ACE6C57C82B3}"/>
          </ac:spMkLst>
        </pc:spChg>
        <pc:spChg chg="mod">
          <ac:chgData name="Palit, Tapti" userId="dec6fbcd-7598-406a-8cbf-504d4a3bac15" providerId="ADAL" clId="{65104DF2-1B45-4C36-9E2A-F89658839DCF}" dt="2024-01-24T17:04:13.481" v="7803" actId="692"/>
          <ac:spMkLst>
            <pc:docMk/>
            <pc:sldMk cId="2196532392" sldId="871"/>
            <ac:spMk id="329" creationId="{54428C34-3209-7770-1159-5E0481671FE7}"/>
          </ac:spMkLst>
        </pc:spChg>
        <pc:spChg chg="mod">
          <ac:chgData name="Palit, Tapti" userId="dec6fbcd-7598-406a-8cbf-504d4a3bac15" providerId="ADAL" clId="{65104DF2-1B45-4C36-9E2A-F89658839DCF}" dt="2024-01-24T17:04:13.481" v="7803" actId="692"/>
          <ac:spMkLst>
            <pc:docMk/>
            <pc:sldMk cId="2196532392" sldId="871"/>
            <ac:spMk id="330" creationId="{1A062BDA-13B0-A09B-C1D5-2959AE2C29A0}"/>
          </ac:spMkLst>
        </pc:spChg>
        <pc:spChg chg="mod">
          <ac:chgData name="Palit, Tapti" userId="dec6fbcd-7598-406a-8cbf-504d4a3bac15" providerId="ADAL" clId="{65104DF2-1B45-4C36-9E2A-F89658839DCF}" dt="2024-01-24T17:04:13.481" v="7803" actId="692"/>
          <ac:spMkLst>
            <pc:docMk/>
            <pc:sldMk cId="2196532392" sldId="871"/>
            <ac:spMk id="331" creationId="{C6CE383C-0085-B4CB-0AC9-82C5ACB2BAB2}"/>
          </ac:spMkLst>
        </pc:spChg>
        <pc:spChg chg="mod">
          <ac:chgData name="Palit, Tapti" userId="dec6fbcd-7598-406a-8cbf-504d4a3bac15" providerId="ADAL" clId="{65104DF2-1B45-4C36-9E2A-F89658839DCF}" dt="2024-01-24T17:04:13.481" v="7803" actId="692"/>
          <ac:spMkLst>
            <pc:docMk/>
            <pc:sldMk cId="2196532392" sldId="871"/>
            <ac:spMk id="332" creationId="{E28F8191-AC18-0251-57E4-912513A16D9C}"/>
          </ac:spMkLst>
        </pc:spChg>
      </pc:sldChg>
      <pc:sldChg chg="addSp delSp modSp mod modClrScheme delAnim modCm chgLayout">
        <pc:chgData name="Palit, Tapti" userId="dec6fbcd-7598-406a-8cbf-504d4a3bac15" providerId="ADAL" clId="{65104DF2-1B45-4C36-9E2A-F89658839DCF}" dt="2024-01-15T20:20:05.950" v="1048"/>
        <pc:sldMkLst>
          <pc:docMk/>
          <pc:sldMk cId="2344574295" sldId="871"/>
        </pc:sldMkLst>
        <pc:spChg chg="mod ord">
          <ac:chgData name="Palit, Tapti" userId="dec6fbcd-7598-406a-8cbf-504d4a3bac15" providerId="ADAL" clId="{65104DF2-1B45-4C36-9E2A-F89658839DCF}" dt="2024-01-15T19:15:19.129" v="508" actId="6264"/>
          <ac:spMkLst>
            <pc:docMk/>
            <pc:sldMk cId="2344574295" sldId="871"/>
            <ac:spMk id="2" creationId="{1270CB34-283C-312C-1268-F346DA3C3FD4}"/>
          </ac:spMkLst>
        </pc:spChg>
        <pc:spChg chg="add del mod ord">
          <ac:chgData name="Palit, Tapti" userId="dec6fbcd-7598-406a-8cbf-504d4a3bac15" providerId="ADAL" clId="{65104DF2-1B45-4C36-9E2A-F89658839DCF}" dt="2024-01-15T19:45:02.900" v="801" actId="5793"/>
          <ac:spMkLst>
            <pc:docMk/>
            <pc:sldMk cId="2344574295" sldId="871"/>
            <ac:spMk id="3" creationId="{61A11287-50C5-EE15-BCAE-7C2C74A30506}"/>
          </ac:spMkLst>
        </pc:spChg>
        <pc:spChg chg="mod ord">
          <ac:chgData name="Palit, Tapti" userId="dec6fbcd-7598-406a-8cbf-504d4a3bac15" providerId="ADAL" clId="{65104DF2-1B45-4C36-9E2A-F89658839DCF}" dt="2024-01-15T19:15:19.129" v="508" actId="6264"/>
          <ac:spMkLst>
            <pc:docMk/>
            <pc:sldMk cId="2344574295" sldId="871"/>
            <ac:spMk id="4" creationId="{B10DDEA6-46DD-7CD1-42EB-F2724E96300A}"/>
          </ac:spMkLst>
        </pc:spChg>
        <pc:spChg chg="del mod">
          <ac:chgData name="Palit, Tapti" userId="dec6fbcd-7598-406a-8cbf-504d4a3bac15" providerId="ADAL" clId="{65104DF2-1B45-4C36-9E2A-F89658839DCF}" dt="2024-01-15T19:12:23.276" v="482" actId="478"/>
          <ac:spMkLst>
            <pc:docMk/>
            <pc:sldMk cId="2344574295" sldId="871"/>
            <ac:spMk id="5" creationId="{11B7E19C-BD72-E756-C643-1284FD9786F5}"/>
          </ac:spMkLst>
        </pc:spChg>
        <pc:spChg chg="mod">
          <ac:chgData name="Palit, Tapti" userId="dec6fbcd-7598-406a-8cbf-504d4a3bac15" providerId="ADAL" clId="{65104DF2-1B45-4C36-9E2A-F89658839DCF}" dt="2024-01-15T19:15:40.603" v="509" actId="1076"/>
          <ac:spMkLst>
            <pc:docMk/>
            <pc:sldMk cId="2344574295" sldId="871"/>
            <ac:spMk id="6" creationId="{0922865B-ECA6-927F-611A-2FED166653EB}"/>
          </ac:spMkLst>
        </pc:spChg>
        <pc:spChg chg="mod">
          <ac:chgData name="Palit, Tapti" userId="dec6fbcd-7598-406a-8cbf-504d4a3bac15" providerId="ADAL" clId="{65104DF2-1B45-4C36-9E2A-F89658839DCF}" dt="2024-01-15T19:15:40.603" v="509" actId="1076"/>
          <ac:spMkLst>
            <pc:docMk/>
            <pc:sldMk cId="2344574295" sldId="871"/>
            <ac:spMk id="9" creationId="{52EA6E7B-E3E7-E8C1-7273-F9AB8FC62D0D}"/>
          </ac:spMkLst>
        </pc:spChg>
        <pc:spChg chg="mod">
          <ac:chgData name="Palit, Tapti" userId="dec6fbcd-7598-406a-8cbf-504d4a3bac15" providerId="ADAL" clId="{65104DF2-1B45-4C36-9E2A-F89658839DCF}" dt="2024-01-15T19:15:40.603" v="509" actId="1076"/>
          <ac:spMkLst>
            <pc:docMk/>
            <pc:sldMk cId="2344574295" sldId="871"/>
            <ac:spMk id="11" creationId="{8F857DF8-0830-A699-1F09-1369314104FB}"/>
          </ac:spMkLst>
        </pc:spChg>
        <pc:spChg chg="mod">
          <ac:chgData name="Palit, Tapti" userId="dec6fbcd-7598-406a-8cbf-504d4a3bac15" providerId="ADAL" clId="{65104DF2-1B45-4C36-9E2A-F89658839DCF}" dt="2024-01-15T19:15:47.273" v="523" actId="1035"/>
          <ac:spMkLst>
            <pc:docMk/>
            <pc:sldMk cId="2344574295" sldId="871"/>
            <ac:spMk id="12" creationId="{33D4592E-6A33-46B1-759F-3AE51A1F9A36}"/>
          </ac:spMkLst>
        </pc:spChg>
        <pc:spChg chg="add del mod">
          <ac:chgData name="Palit, Tapti" userId="dec6fbcd-7598-406a-8cbf-504d4a3bac15" providerId="ADAL" clId="{65104DF2-1B45-4C36-9E2A-F89658839DCF}" dt="2024-01-15T19:12:10.707" v="478" actId="6264"/>
          <ac:spMkLst>
            <pc:docMk/>
            <pc:sldMk cId="2344574295" sldId="871"/>
            <ac:spMk id="14" creationId="{2D2A9875-E0D2-F970-54F6-F16FC5226078}"/>
          </ac:spMkLst>
        </pc:spChg>
        <pc:spChg chg="add del mod">
          <ac:chgData name="Palit, Tapti" userId="dec6fbcd-7598-406a-8cbf-504d4a3bac15" providerId="ADAL" clId="{65104DF2-1B45-4C36-9E2A-F89658839DCF}" dt="2024-01-15T18:21:42.627" v="161" actId="478"/>
          <ac:spMkLst>
            <pc:docMk/>
            <pc:sldMk cId="2344574295" sldId="871"/>
            <ac:spMk id="16" creationId="{1EB0D45E-3FB6-BFC5-58D2-1E7FBC89C052}"/>
          </ac:spMkLst>
        </pc:spChg>
        <pc:spChg chg="add del mod">
          <ac:chgData name="Palit, Tapti" userId="dec6fbcd-7598-406a-8cbf-504d4a3bac15" providerId="ADAL" clId="{65104DF2-1B45-4C36-9E2A-F89658839DCF}" dt="2024-01-15T19:12:10.707" v="478" actId="6264"/>
          <ac:spMkLst>
            <pc:docMk/>
            <pc:sldMk cId="2344574295" sldId="871"/>
            <ac:spMk id="16" creationId="{53D2AD2E-5430-0F7B-9565-F1DE51B76DD0}"/>
          </ac:spMkLst>
        </pc:spChg>
        <pc:spChg chg="add del mod">
          <ac:chgData name="Palit, Tapti" userId="dec6fbcd-7598-406a-8cbf-504d4a3bac15" providerId="ADAL" clId="{65104DF2-1B45-4C36-9E2A-F89658839DCF}" dt="2024-01-15T19:12:10.707" v="478" actId="6264"/>
          <ac:spMkLst>
            <pc:docMk/>
            <pc:sldMk cId="2344574295" sldId="871"/>
            <ac:spMk id="17" creationId="{61E704D3-B42D-77BB-EB6B-F7BCF75EF303}"/>
          </ac:spMkLst>
        </pc:spChg>
        <pc:spChg chg="add mod ord">
          <ac:chgData name="Palit, Tapti" userId="dec6fbcd-7598-406a-8cbf-504d4a3bac15" providerId="ADAL" clId="{65104DF2-1B45-4C36-9E2A-F89658839DCF}" dt="2024-01-15T20:19:34.363" v="1047" actId="20577"/>
          <ac:spMkLst>
            <pc:docMk/>
            <pc:sldMk cId="2344574295" sldId="871"/>
            <ac:spMk id="18" creationId="{CCCBC972-B23B-AC80-C2F2-8CC972D98B50}"/>
          </ac:spMkLst>
        </pc:spChg>
        <pc:spChg chg="mod">
          <ac:chgData name="Palit, Tapti" userId="dec6fbcd-7598-406a-8cbf-504d4a3bac15" providerId="ADAL" clId="{65104DF2-1B45-4C36-9E2A-F89658839DCF}" dt="2024-01-15T19:15:47.273" v="523" actId="1035"/>
          <ac:spMkLst>
            <pc:docMk/>
            <pc:sldMk cId="2344574295" sldId="871"/>
            <ac:spMk id="19" creationId="{11F3A58B-0A0F-3813-8194-E2D2AD55E2B4}"/>
          </ac:spMkLst>
        </pc:spChg>
        <pc:spChg chg="add del mod">
          <ac:chgData name="Palit, Tapti" userId="dec6fbcd-7598-406a-8cbf-504d4a3bac15" providerId="ADAL" clId="{65104DF2-1B45-4C36-9E2A-F89658839DCF}" dt="2024-01-15T19:13:11.257" v="491" actId="6264"/>
          <ac:spMkLst>
            <pc:docMk/>
            <pc:sldMk cId="2344574295" sldId="871"/>
            <ac:spMk id="20" creationId="{B61D25B2-E2D9-5C5E-A7C3-0ACFA58CFA2A}"/>
          </ac:spMkLst>
        </pc:spChg>
        <pc:spChg chg="add del mod">
          <ac:chgData name="Palit, Tapti" userId="dec6fbcd-7598-406a-8cbf-504d4a3bac15" providerId="ADAL" clId="{65104DF2-1B45-4C36-9E2A-F89658839DCF}" dt="2024-01-15T19:13:11.257" v="491" actId="6264"/>
          <ac:spMkLst>
            <pc:docMk/>
            <pc:sldMk cId="2344574295" sldId="871"/>
            <ac:spMk id="21" creationId="{1DC26CF3-8AB5-BB1C-F882-998DC08D5F37}"/>
          </ac:spMkLst>
        </pc:spChg>
        <pc:spChg chg="add del mod">
          <ac:chgData name="Palit, Tapti" userId="dec6fbcd-7598-406a-8cbf-504d4a3bac15" providerId="ADAL" clId="{65104DF2-1B45-4C36-9E2A-F89658839DCF}" dt="2024-01-15T19:13:11.257" v="491" actId="6264"/>
          <ac:spMkLst>
            <pc:docMk/>
            <pc:sldMk cId="2344574295" sldId="871"/>
            <ac:spMk id="22" creationId="{54AB5DC7-8314-EEF9-765B-15D18F26F845}"/>
          </ac:spMkLst>
        </pc:spChg>
        <pc:spChg chg="add del mod">
          <ac:chgData name="Palit, Tapti" userId="dec6fbcd-7598-406a-8cbf-504d4a3bac15" providerId="ADAL" clId="{65104DF2-1B45-4C36-9E2A-F89658839DCF}" dt="2024-01-15T19:13:11.257" v="491" actId="6264"/>
          <ac:spMkLst>
            <pc:docMk/>
            <pc:sldMk cId="2344574295" sldId="871"/>
            <ac:spMk id="23" creationId="{573F1950-C252-700B-2C6E-64A5E4E927EE}"/>
          </ac:spMkLst>
        </pc:spChg>
        <pc:spChg chg="add del mod">
          <ac:chgData name="Palit, Tapti" userId="dec6fbcd-7598-406a-8cbf-504d4a3bac15" providerId="ADAL" clId="{65104DF2-1B45-4C36-9E2A-F89658839DCF}" dt="2024-01-15T19:15:19.129" v="508" actId="6264"/>
          <ac:spMkLst>
            <pc:docMk/>
            <pc:sldMk cId="2344574295" sldId="871"/>
            <ac:spMk id="24" creationId="{9DB03AA0-DC73-1045-5E56-07A7C9C7D8E4}"/>
          </ac:spMkLst>
        </pc:spChg>
        <pc:spChg chg="add del mod">
          <ac:chgData name="Palit, Tapti" userId="dec6fbcd-7598-406a-8cbf-504d4a3bac15" providerId="ADAL" clId="{65104DF2-1B45-4C36-9E2A-F89658839DCF}" dt="2024-01-15T19:15:19.129" v="508" actId="6264"/>
          <ac:spMkLst>
            <pc:docMk/>
            <pc:sldMk cId="2344574295" sldId="871"/>
            <ac:spMk id="25" creationId="{FC67076F-C478-FBE8-467B-A7AD775B8E1E}"/>
          </ac:spMkLst>
        </pc:spChg>
        <pc:spChg chg="add del mod">
          <ac:chgData name="Palit, Tapti" userId="dec6fbcd-7598-406a-8cbf-504d4a3bac15" providerId="ADAL" clId="{65104DF2-1B45-4C36-9E2A-F89658839DCF}" dt="2024-01-15T19:15:19.129" v="508" actId="6264"/>
          <ac:spMkLst>
            <pc:docMk/>
            <pc:sldMk cId="2344574295" sldId="871"/>
            <ac:spMk id="26" creationId="{0A319409-DCE1-37C9-3A1F-F8F9D8F901C4}"/>
          </ac:spMkLst>
        </pc:spChg>
        <pc:spChg chg="add del mod">
          <ac:chgData name="Palit, Tapti" userId="dec6fbcd-7598-406a-8cbf-504d4a3bac15" providerId="ADAL" clId="{65104DF2-1B45-4C36-9E2A-F89658839DCF}" dt="2024-01-15T19:15:19.129" v="508" actId="6264"/>
          <ac:spMkLst>
            <pc:docMk/>
            <pc:sldMk cId="2344574295" sldId="871"/>
            <ac:spMk id="27" creationId="{C7CDEE50-B67D-C895-C136-16FDE0ADFEAA}"/>
          </ac:spMkLst>
        </pc:spChg>
        <pc:grpChg chg="mod">
          <ac:chgData name="Palit, Tapti" userId="dec6fbcd-7598-406a-8cbf-504d4a3bac15" providerId="ADAL" clId="{65104DF2-1B45-4C36-9E2A-F89658839DCF}" dt="2024-01-15T19:15:40.603" v="509" actId="1076"/>
          <ac:grpSpMkLst>
            <pc:docMk/>
            <pc:sldMk cId="2344574295" sldId="871"/>
            <ac:grpSpMk id="7" creationId="{6E3AFACA-CC71-7C3D-2B1A-EB7D87E08B47}"/>
          </ac:grpSpMkLst>
        </pc:grpChg>
        <pc:grpChg chg="mod">
          <ac:chgData name="Palit, Tapti" userId="dec6fbcd-7598-406a-8cbf-504d4a3bac15" providerId="ADAL" clId="{65104DF2-1B45-4C36-9E2A-F89658839DCF}" dt="2024-01-15T19:15:40.603" v="509" actId="1076"/>
          <ac:grpSpMkLst>
            <pc:docMk/>
            <pc:sldMk cId="2344574295" sldId="871"/>
            <ac:grpSpMk id="8" creationId="{710DBF5A-2E65-52C0-2BD6-68A1F91D42A5}"/>
          </ac:grpSpMkLst>
        </pc:grpChg>
        <pc:grpChg chg="mod">
          <ac:chgData name="Palit, Tapti" userId="dec6fbcd-7598-406a-8cbf-504d4a3bac15" providerId="ADAL" clId="{65104DF2-1B45-4C36-9E2A-F89658839DCF}" dt="2024-01-15T19:15:40.603" v="509" actId="1076"/>
          <ac:grpSpMkLst>
            <pc:docMk/>
            <pc:sldMk cId="2344574295" sldId="871"/>
            <ac:grpSpMk id="10" creationId="{BB9BC35F-64B7-0A5A-241A-FCA43DC11F3F}"/>
          </ac:grpSpMkLst>
        </pc:grpChg>
        <pc:grpChg chg="mod">
          <ac:chgData name="Palit, Tapti" userId="dec6fbcd-7598-406a-8cbf-504d4a3bac15" providerId="ADAL" clId="{65104DF2-1B45-4C36-9E2A-F89658839DCF}" dt="2024-01-15T19:15:40.603" v="509" actId="1076"/>
          <ac:grpSpMkLst>
            <pc:docMk/>
            <pc:sldMk cId="2344574295" sldId="871"/>
            <ac:grpSpMk id="13" creationId="{E54BDD6D-FC20-B801-6D73-D0E5943003C7}"/>
          </ac:grpSpMkLst>
        </pc:grpChg>
        <pc:picChg chg="mod">
          <ac:chgData name="Palit, Tapti" userId="dec6fbcd-7598-406a-8cbf-504d4a3bac15" providerId="ADAL" clId="{65104DF2-1B45-4C36-9E2A-F89658839DCF}" dt="2024-01-15T19:15:40.603" v="509" actId="1076"/>
          <ac:picMkLst>
            <pc:docMk/>
            <pc:sldMk cId="2344574295" sldId="871"/>
            <ac:picMk id="1026" creationId="{06DDF91D-6508-89B3-3D6F-CD5F213AE6DE}"/>
          </ac:picMkLst>
        </pc:picChg>
        <pc:picChg chg="mod">
          <ac:chgData name="Palit, Tapti" userId="dec6fbcd-7598-406a-8cbf-504d4a3bac15" providerId="ADAL" clId="{65104DF2-1B45-4C36-9E2A-F89658839DCF}" dt="2024-01-15T19:15:40.603" v="509" actId="1076"/>
          <ac:picMkLst>
            <pc:docMk/>
            <pc:sldMk cId="2344574295" sldId="871"/>
            <ac:picMk id="1028" creationId="{A32A90A0-5B89-7B2C-D0BF-4A9D71EB9F22}"/>
          </ac:picMkLst>
        </pc:picChg>
        <pc:picChg chg="mod">
          <ac:chgData name="Palit, Tapti" userId="dec6fbcd-7598-406a-8cbf-504d4a3bac15" providerId="ADAL" clId="{65104DF2-1B45-4C36-9E2A-F89658839DCF}" dt="2024-01-15T19:15:40.603" v="509" actId="1076"/>
          <ac:picMkLst>
            <pc:docMk/>
            <pc:sldMk cId="2344574295" sldId="871"/>
            <ac:picMk id="1034" creationId="{25262F0E-237E-D333-C39E-F0DBA8A8595B}"/>
          </ac:picMkLst>
        </pc:picChg>
        <pc:picChg chg="mod">
          <ac:chgData name="Palit, Tapti" userId="dec6fbcd-7598-406a-8cbf-504d4a3bac15" providerId="ADAL" clId="{65104DF2-1B45-4C36-9E2A-F89658839DCF}" dt="2024-01-15T19:15:40.603" v="509" actId="1076"/>
          <ac:picMkLst>
            <pc:docMk/>
            <pc:sldMk cId="2344574295" sldId="871"/>
            <ac:picMk id="1036" creationId="{715EDE28-7A14-6EF1-73B5-5FB47A7D3488}"/>
          </ac:picMkLst>
        </pc:picChg>
        <pc:cxnChg chg="mod">
          <ac:chgData name="Palit, Tapti" userId="dec6fbcd-7598-406a-8cbf-504d4a3bac15" providerId="ADAL" clId="{65104DF2-1B45-4C36-9E2A-F89658839DCF}" dt="2024-01-15T19:15:47.273" v="523" actId="1035"/>
          <ac:cxnSpMkLst>
            <pc:docMk/>
            <pc:sldMk cId="2344574295" sldId="871"/>
            <ac:cxnSpMk id="15" creationId="{545C3B05-A19E-E116-B506-B383B0882674}"/>
          </ac:cxnSpMkLst>
        </pc:cxnChg>
        <pc:extLst>
          <p:ext xmlns:p="http://schemas.openxmlformats.org/presentationml/2006/main" uri="{D6D511B9-2390-475A-947B-AFAB55BFBCF1}">
            <pc226:cmChg xmlns:pc226="http://schemas.microsoft.com/office/powerpoint/2022/06/main/command" chg="">
              <pc226:chgData name="Palit, Tapti" userId="dec6fbcd-7598-406a-8cbf-504d4a3bac15" providerId="ADAL" clId="{65104DF2-1B45-4C36-9E2A-F89658839DCF}" dt="2024-01-15T20:20:05.950" v="1048"/>
              <pc2:cmMkLst xmlns:pc2="http://schemas.microsoft.com/office/powerpoint/2019/9/main/command">
                <pc:docMk/>
                <pc:sldMk cId="2344574295" sldId="871"/>
                <pc2:cmMk id="{0BC5FF2B-B398-4AB2-B9EB-CC96E52BAE5B}"/>
              </pc2:cmMkLst>
              <pc226:cmRplyChg chg="add">
                <pc226:chgData name="Palit, Tapti" userId="dec6fbcd-7598-406a-8cbf-504d4a3bac15" providerId="ADAL" clId="{65104DF2-1B45-4C36-9E2A-F89658839DCF}" dt="2024-01-15T20:20:05.950" v="1048"/>
                <pc2:cmRplyMkLst xmlns:pc2="http://schemas.microsoft.com/office/powerpoint/2019/9/main/command">
                  <pc:docMk/>
                  <pc:sldMk cId="2344574295" sldId="871"/>
                  <pc2:cmMk id="{0BC5FF2B-B398-4AB2-B9EB-CC96E52BAE5B}"/>
                  <pc2:cmRplyMk id="{20A789A6-D86C-4BFB-AFE8-1E84C906E3F0}"/>
                </pc2:cmRplyMkLst>
              </pc226:cmRplyChg>
              <pc226:cmRplyChg chg="add">
                <pc226:chgData name="Palit, Tapti" userId="dec6fbcd-7598-406a-8cbf-504d4a3bac15" providerId="ADAL" clId="{65104DF2-1B45-4C36-9E2A-F89658839DCF}" dt="2024-01-15T20:06:05.780" v="818"/>
                <pc2:cmRplyMkLst xmlns:pc2="http://schemas.microsoft.com/office/powerpoint/2019/9/main/command">
                  <pc:docMk/>
                  <pc:sldMk cId="2344574295" sldId="871"/>
                  <pc2:cmMk id="{0BC5FF2B-B398-4AB2-B9EB-CC96E52BAE5B}"/>
                  <pc2:cmRplyMk id="{537CDEC7-1929-49E3-B441-F192D74A7412}"/>
                </pc2:cmRplyMkLst>
              </pc226:cmRplyChg>
              <pc226:cmRplyChg chg="add">
                <pc226:chgData name="Palit, Tapti" userId="dec6fbcd-7598-406a-8cbf-504d4a3bac15" providerId="ADAL" clId="{65104DF2-1B45-4C36-9E2A-F89658839DCF}" dt="2024-01-15T20:17:47.061" v="1001"/>
                <pc2:cmRplyMkLst xmlns:pc2="http://schemas.microsoft.com/office/powerpoint/2019/9/main/command">
                  <pc:docMk/>
                  <pc:sldMk cId="2344574295" sldId="871"/>
                  <pc2:cmMk id="{0BC5FF2B-B398-4AB2-B9EB-CC96E52BAE5B}"/>
                  <pc2:cmRplyMk id="{829868D4-5EBF-4AD5-BE5A-553DDFBA4940}"/>
                </pc2:cmRplyMkLst>
              </pc226:cmRplyChg>
            </pc226:cmChg>
          </p:ext>
        </pc:extLst>
      </pc:sldChg>
      <pc:sldChg chg="addSp delSp modSp mod modClrScheme delAnim chgLayout">
        <pc:chgData name="Palit, Tapti" userId="dec6fbcd-7598-406a-8cbf-504d4a3bac15" providerId="ADAL" clId="{65104DF2-1B45-4C36-9E2A-F89658839DCF}" dt="2024-01-15T20:08:31.452" v="853" actId="20577"/>
        <pc:sldMkLst>
          <pc:docMk/>
          <pc:sldMk cId="4242902094" sldId="872"/>
        </pc:sldMkLst>
        <pc:spChg chg="mod ord">
          <ac:chgData name="Palit, Tapti" userId="dec6fbcd-7598-406a-8cbf-504d4a3bac15" providerId="ADAL" clId="{65104DF2-1B45-4C36-9E2A-F89658839DCF}" dt="2024-01-15T19:14:22.999" v="503" actId="700"/>
          <ac:spMkLst>
            <pc:docMk/>
            <pc:sldMk cId="4242902094" sldId="872"/>
            <ac:spMk id="2" creationId="{F8B8D02F-DFDB-4EB1-8C2E-1677EEE15BF7}"/>
          </ac:spMkLst>
        </pc:spChg>
        <pc:spChg chg="mod ord">
          <ac:chgData name="Palit, Tapti" userId="dec6fbcd-7598-406a-8cbf-504d4a3bac15" providerId="ADAL" clId="{65104DF2-1B45-4C36-9E2A-F89658839DCF}" dt="2024-01-15T19:14:22.999" v="503" actId="700"/>
          <ac:spMkLst>
            <pc:docMk/>
            <pc:sldMk cId="4242902094" sldId="872"/>
            <ac:spMk id="4" creationId="{6B1F8454-81B1-434A-AEB0-0FF8F15F1F73}"/>
          </ac:spMkLst>
        </pc:spChg>
        <pc:spChg chg="add del mod ord">
          <ac:chgData name="Palit, Tapti" userId="dec6fbcd-7598-406a-8cbf-504d4a3bac15" providerId="ADAL" clId="{65104DF2-1B45-4C36-9E2A-F89658839DCF}" dt="2024-01-15T19:14:22.999" v="503" actId="700"/>
          <ac:spMkLst>
            <pc:docMk/>
            <pc:sldMk cId="4242902094" sldId="872"/>
            <ac:spMk id="7" creationId="{8EE78ED6-DB82-7E82-F30A-2271138025F2}"/>
          </ac:spMkLst>
        </pc:spChg>
        <pc:spChg chg="add mod ord">
          <ac:chgData name="Palit, Tapti" userId="dec6fbcd-7598-406a-8cbf-504d4a3bac15" providerId="ADAL" clId="{65104DF2-1B45-4C36-9E2A-F89658839DCF}" dt="2024-01-15T19:14:22.999" v="503" actId="700"/>
          <ac:spMkLst>
            <pc:docMk/>
            <pc:sldMk cId="4242902094" sldId="872"/>
            <ac:spMk id="9" creationId="{9C1A6A6B-B42A-D598-D269-64523D856762}"/>
          </ac:spMkLst>
        </pc:spChg>
        <pc:spChg chg="add mod ord">
          <ac:chgData name="Palit, Tapti" userId="dec6fbcd-7598-406a-8cbf-504d4a3bac15" providerId="ADAL" clId="{65104DF2-1B45-4C36-9E2A-F89658839DCF}" dt="2024-01-15T20:08:31.452" v="853" actId="20577"/>
          <ac:spMkLst>
            <pc:docMk/>
            <pc:sldMk cId="4242902094" sldId="872"/>
            <ac:spMk id="13" creationId="{9D35731B-9E87-9F85-EA98-0D3DB41CF05E}"/>
          </ac:spMkLst>
        </pc:spChg>
        <pc:spChg chg="del mod">
          <ac:chgData name="Palit, Tapti" userId="dec6fbcd-7598-406a-8cbf-504d4a3bac15" providerId="ADAL" clId="{65104DF2-1B45-4C36-9E2A-F89658839DCF}" dt="2024-01-15T19:14:19.659" v="502" actId="478"/>
          <ac:spMkLst>
            <pc:docMk/>
            <pc:sldMk cId="4242902094" sldId="872"/>
            <ac:spMk id="19" creationId="{C1D818D2-94DD-4E73-A539-B454D47E52F0}"/>
          </ac:spMkLst>
        </pc:spChg>
      </pc:sldChg>
      <pc:sldChg chg="addSp delSp modSp mod modClrScheme delAnim chgLayout">
        <pc:chgData name="Palit, Tapti" userId="dec6fbcd-7598-406a-8cbf-504d4a3bac15" providerId="ADAL" clId="{65104DF2-1B45-4C36-9E2A-F89658839DCF}" dt="2024-01-15T19:16:49.720" v="534" actId="20577"/>
        <pc:sldMkLst>
          <pc:docMk/>
          <pc:sldMk cId="713957104" sldId="873"/>
        </pc:sldMkLst>
        <pc:spChg chg="mod ord">
          <ac:chgData name="Palit, Tapti" userId="dec6fbcd-7598-406a-8cbf-504d4a3bac15" providerId="ADAL" clId="{65104DF2-1B45-4C36-9E2A-F89658839DCF}" dt="2024-01-15T19:16:40.435" v="530" actId="700"/>
          <ac:spMkLst>
            <pc:docMk/>
            <pc:sldMk cId="713957104" sldId="873"/>
            <ac:spMk id="2" creationId="{A7B9CA2E-A6F3-4003-A1CE-CEE7FFF1A159}"/>
          </ac:spMkLst>
        </pc:spChg>
        <pc:spChg chg="mod ord">
          <ac:chgData name="Palit, Tapti" userId="dec6fbcd-7598-406a-8cbf-504d4a3bac15" providerId="ADAL" clId="{65104DF2-1B45-4C36-9E2A-F89658839DCF}" dt="2024-01-15T19:16:40.435" v="530" actId="700"/>
          <ac:spMkLst>
            <pc:docMk/>
            <pc:sldMk cId="713957104" sldId="873"/>
            <ac:spMk id="4" creationId="{7AE675F1-274A-4707-95E2-FB6DADA59BA1}"/>
          </ac:spMkLst>
        </pc:spChg>
        <pc:spChg chg="add del mod ord">
          <ac:chgData name="Palit, Tapti" userId="dec6fbcd-7598-406a-8cbf-504d4a3bac15" providerId="ADAL" clId="{65104DF2-1B45-4C36-9E2A-F89658839DCF}" dt="2024-01-15T19:16:40.435" v="530" actId="700"/>
          <ac:spMkLst>
            <pc:docMk/>
            <pc:sldMk cId="713957104" sldId="873"/>
            <ac:spMk id="6" creationId="{99C3B73D-93DF-1CBB-9664-1EBC41420082}"/>
          </ac:spMkLst>
        </pc:spChg>
        <pc:spChg chg="add mod ord">
          <ac:chgData name="Palit, Tapti" userId="dec6fbcd-7598-406a-8cbf-504d4a3bac15" providerId="ADAL" clId="{65104DF2-1B45-4C36-9E2A-F89658839DCF}" dt="2024-01-15T19:16:40.435" v="530" actId="700"/>
          <ac:spMkLst>
            <pc:docMk/>
            <pc:sldMk cId="713957104" sldId="873"/>
            <ac:spMk id="8" creationId="{7681A90F-BC79-505D-727F-D447B7AE84F1}"/>
          </ac:spMkLst>
        </pc:spChg>
        <pc:spChg chg="add mod ord">
          <ac:chgData name="Palit, Tapti" userId="dec6fbcd-7598-406a-8cbf-504d4a3bac15" providerId="ADAL" clId="{65104DF2-1B45-4C36-9E2A-F89658839DCF}" dt="2024-01-15T19:16:49.720" v="534" actId="20577"/>
          <ac:spMkLst>
            <pc:docMk/>
            <pc:sldMk cId="713957104" sldId="873"/>
            <ac:spMk id="9" creationId="{231D21DB-4A47-1E14-2F94-43FD7E3AF0E2}"/>
          </ac:spMkLst>
        </pc:spChg>
        <pc:spChg chg="del mod">
          <ac:chgData name="Palit, Tapti" userId="dec6fbcd-7598-406a-8cbf-504d4a3bac15" providerId="ADAL" clId="{65104DF2-1B45-4C36-9E2A-F89658839DCF}" dt="2024-01-15T19:16:44.860" v="532" actId="478"/>
          <ac:spMkLst>
            <pc:docMk/>
            <pc:sldMk cId="713957104" sldId="873"/>
            <ac:spMk id="23" creationId="{155F6B2D-4AF0-47AB-8A37-791D3A0EFA23}"/>
          </ac:spMkLst>
        </pc:spChg>
      </pc:sldChg>
      <pc:sldChg chg="addSp delSp modSp mod modClrScheme addAnim delAnim modAnim chgLayout">
        <pc:chgData name="Palit, Tapti" userId="dec6fbcd-7598-406a-8cbf-504d4a3bac15" providerId="ADAL" clId="{65104DF2-1B45-4C36-9E2A-F89658839DCF}" dt="2024-01-15T20:23:25.849" v="1064"/>
        <pc:sldMkLst>
          <pc:docMk/>
          <pc:sldMk cId="3578406948" sldId="874"/>
        </pc:sldMkLst>
        <pc:spChg chg="mod ord">
          <ac:chgData name="Palit, Tapti" userId="dec6fbcd-7598-406a-8cbf-504d4a3bac15" providerId="ADAL" clId="{65104DF2-1B45-4C36-9E2A-F89658839DCF}" dt="2024-01-15T19:19:09.993" v="551" actId="700"/>
          <ac:spMkLst>
            <pc:docMk/>
            <pc:sldMk cId="3578406948" sldId="874"/>
            <ac:spMk id="2" creationId="{76C2218A-F1A9-4EE7-8F23-4A77F2ACC91D}"/>
          </ac:spMkLst>
        </pc:spChg>
        <pc:spChg chg="add mod ord">
          <ac:chgData name="Palit, Tapti" userId="dec6fbcd-7598-406a-8cbf-504d4a3bac15" providerId="ADAL" clId="{65104DF2-1B45-4C36-9E2A-F89658839DCF}" dt="2024-01-15T19:19:56.743" v="563" actId="20577"/>
          <ac:spMkLst>
            <pc:docMk/>
            <pc:sldMk cId="3578406948" sldId="874"/>
            <ac:spMk id="3" creationId="{E72186F9-FE3D-CA26-20F7-94C0AD1DBE3D}"/>
          </ac:spMkLst>
        </pc:spChg>
        <pc:spChg chg="mod ord">
          <ac:chgData name="Palit, Tapti" userId="dec6fbcd-7598-406a-8cbf-504d4a3bac15" providerId="ADAL" clId="{65104DF2-1B45-4C36-9E2A-F89658839DCF}" dt="2024-01-15T19:19:09.993" v="551" actId="700"/>
          <ac:spMkLst>
            <pc:docMk/>
            <pc:sldMk cId="3578406948" sldId="874"/>
            <ac:spMk id="4" creationId="{406BE7A0-93CE-40E8-B125-992C65ADE4C9}"/>
          </ac:spMkLst>
        </pc:spChg>
        <pc:spChg chg="add mod">
          <ac:chgData name="Palit, Tapti" userId="dec6fbcd-7598-406a-8cbf-504d4a3bac15" providerId="ADAL" clId="{65104DF2-1B45-4C36-9E2A-F89658839DCF}" dt="2024-01-15T20:23:12.516" v="1062" actId="1076"/>
          <ac:spMkLst>
            <pc:docMk/>
            <pc:sldMk cId="3578406948" sldId="874"/>
            <ac:spMk id="6" creationId="{81AE66CA-DDB8-1505-13E0-5056202A9DC5}"/>
          </ac:spMkLst>
        </pc:spChg>
        <pc:spChg chg="mod">
          <ac:chgData name="Palit, Tapti" userId="dec6fbcd-7598-406a-8cbf-504d4a3bac15" providerId="ADAL" clId="{65104DF2-1B45-4C36-9E2A-F89658839DCF}" dt="2024-01-15T19:19:17.286" v="552" actId="1076"/>
          <ac:spMkLst>
            <pc:docMk/>
            <pc:sldMk cId="3578406948" sldId="874"/>
            <ac:spMk id="7" creationId="{EE969EE1-BB5F-49CA-8294-CF99F01CA2E7}"/>
          </ac:spMkLst>
        </pc:spChg>
        <pc:spChg chg="mod">
          <ac:chgData name="Palit, Tapti" userId="dec6fbcd-7598-406a-8cbf-504d4a3bac15" providerId="ADAL" clId="{65104DF2-1B45-4C36-9E2A-F89658839DCF}" dt="2024-01-15T19:19:19.293" v="553" actId="1076"/>
          <ac:spMkLst>
            <pc:docMk/>
            <pc:sldMk cId="3578406948" sldId="874"/>
            <ac:spMk id="8" creationId="{1DF7F80A-1399-420B-A50F-9A050408E987}"/>
          </ac:spMkLst>
        </pc:spChg>
        <pc:spChg chg="mod">
          <ac:chgData name="Palit, Tapti" userId="dec6fbcd-7598-406a-8cbf-504d4a3bac15" providerId="ADAL" clId="{65104DF2-1B45-4C36-9E2A-F89658839DCF}" dt="2024-01-15T19:19:26.481" v="555" actId="1076"/>
          <ac:spMkLst>
            <pc:docMk/>
            <pc:sldMk cId="3578406948" sldId="874"/>
            <ac:spMk id="9" creationId="{27DE1AE7-FA32-484D-9B6A-A02D9B37555A}"/>
          </ac:spMkLst>
        </pc:spChg>
        <pc:spChg chg="mod">
          <ac:chgData name="Palit, Tapti" userId="dec6fbcd-7598-406a-8cbf-504d4a3bac15" providerId="ADAL" clId="{65104DF2-1B45-4C36-9E2A-F89658839DCF}" dt="2024-01-15T19:19:30.382" v="556" actId="1076"/>
          <ac:spMkLst>
            <pc:docMk/>
            <pc:sldMk cId="3578406948" sldId="874"/>
            <ac:spMk id="10" creationId="{F55DBEC7-16D0-46B6-882B-33E915FE2BAC}"/>
          </ac:spMkLst>
        </pc:spChg>
        <pc:spChg chg="mod">
          <ac:chgData name="Palit, Tapti" userId="dec6fbcd-7598-406a-8cbf-504d4a3bac15" providerId="ADAL" clId="{65104DF2-1B45-4C36-9E2A-F89658839DCF}" dt="2024-01-15T19:19:34.286" v="557" actId="1076"/>
          <ac:spMkLst>
            <pc:docMk/>
            <pc:sldMk cId="3578406948" sldId="874"/>
            <ac:spMk id="11" creationId="{F4AB52F8-3ECC-4F76-A314-64518EEE3C2D}"/>
          </ac:spMkLst>
        </pc:spChg>
        <pc:spChg chg="mod">
          <ac:chgData name="Palit, Tapti" userId="dec6fbcd-7598-406a-8cbf-504d4a3bac15" providerId="ADAL" clId="{65104DF2-1B45-4C36-9E2A-F89658839DCF}" dt="2024-01-15T19:19:53.640" v="561" actId="21"/>
          <ac:spMkLst>
            <pc:docMk/>
            <pc:sldMk cId="3578406948" sldId="874"/>
            <ac:spMk id="12" creationId="{29E8CEBE-9429-48F0-B5A6-A7A0AE385D91}"/>
          </ac:spMkLst>
        </pc:spChg>
        <pc:spChg chg="del mod">
          <ac:chgData name="Palit, Tapti" userId="dec6fbcd-7598-406a-8cbf-504d4a3bac15" providerId="ADAL" clId="{65104DF2-1B45-4C36-9E2A-F89658839DCF}" dt="2024-01-15T19:20:11.380" v="565" actId="478"/>
          <ac:spMkLst>
            <pc:docMk/>
            <pc:sldMk cId="3578406948" sldId="874"/>
            <ac:spMk id="13" creationId="{67B4B9E0-5809-4F08-B49D-7EEA5D02217F}"/>
          </ac:spMkLst>
        </pc:spChg>
        <pc:graphicFrameChg chg="mod ord">
          <ac:chgData name="Palit, Tapti" userId="dec6fbcd-7598-406a-8cbf-504d4a3bac15" providerId="ADAL" clId="{65104DF2-1B45-4C36-9E2A-F89658839DCF}" dt="2024-01-15T19:19:09.993" v="551" actId="700"/>
          <ac:graphicFrameMkLst>
            <pc:docMk/>
            <pc:sldMk cId="3578406948" sldId="874"/>
            <ac:graphicFrameMk id="5" creationId="{2D915EF0-C181-4958-87BE-EEB35EBC0714}"/>
          </ac:graphicFrameMkLst>
        </pc:graphicFrameChg>
      </pc:sldChg>
      <pc:sldChg chg="modSp mod">
        <pc:chgData name="Palit, Tapti" userId="dec6fbcd-7598-406a-8cbf-504d4a3bac15" providerId="ADAL" clId="{65104DF2-1B45-4C36-9E2A-F89658839DCF}" dt="2024-01-24T17:46:13.570" v="8896" actId="692"/>
        <pc:sldMkLst>
          <pc:docMk/>
          <pc:sldMk cId="3318823025" sldId="876"/>
        </pc:sldMkLst>
        <pc:spChg chg="mod">
          <ac:chgData name="Palit, Tapti" userId="dec6fbcd-7598-406a-8cbf-504d4a3bac15" providerId="ADAL" clId="{65104DF2-1B45-4C36-9E2A-F89658839DCF}" dt="2024-01-24T17:46:13.570" v="8896" actId="692"/>
          <ac:spMkLst>
            <pc:docMk/>
            <pc:sldMk cId="3318823025" sldId="876"/>
            <ac:spMk id="2" creationId="{0B3EF019-A691-8AEC-2488-AF5D6867D5E0}"/>
          </ac:spMkLst>
        </pc:spChg>
        <pc:spChg chg="mod">
          <ac:chgData name="Palit, Tapti" userId="dec6fbcd-7598-406a-8cbf-504d4a3bac15" providerId="ADAL" clId="{65104DF2-1B45-4C36-9E2A-F89658839DCF}" dt="2024-01-24T17:46:13.570" v="8896" actId="692"/>
          <ac:spMkLst>
            <pc:docMk/>
            <pc:sldMk cId="3318823025" sldId="876"/>
            <ac:spMk id="5" creationId="{5F7FA714-6974-907B-5A8E-AE6E48BE8E03}"/>
          </ac:spMkLst>
        </pc:spChg>
        <pc:spChg chg="mod">
          <ac:chgData name="Palit, Tapti" userId="dec6fbcd-7598-406a-8cbf-504d4a3bac15" providerId="ADAL" clId="{65104DF2-1B45-4C36-9E2A-F89658839DCF}" dt="2024-01-24T17:46:13.570" v="8896" actId="692"/>
          <ac:spMkLst>
            <pc:docMk/>
            <pc:sldMk cId="3318823025" sldId="876"/>
            <ac:spMk id="10" creationId="{179E423C-29A9-4EFE-31DF-FDE0901D4251}"/>
          </ac:spMkLst>
        </pc:spChg>
        <pc:spChg chg="mod">
          <ac:chgData name="Palit, Tapti" userId="dec6fbcd-7598-406a-8cbf-504d4a3bac15" providerId="ADAL" clId="{65104DF2-1B45-4C36-9E2A-F89658839DCF}" dt="2024-01-24T17:46:13.570" v="8896" actId="692"/>
          <ac:spMkLst>
            <pc:docMk/>
            <pc:sldMk cId="3318823025" sldId="876"/>
            <ac:spMk id="36" creationId="{04E25AA4-9E2C-BD11-0AB8-86C10CCD6526}"/>
          </ac:spMkLst>
        </pc:spChg>
      </pc:sldChg>
      <pc:sldChg chg="modSp mod">
        <pc:chgData name="Palit, Tapti" userId="dec6fbcd-7598-406a-8cbf-504d4a3bac15" providerId="ADAL" clId="{65104DF2-1B45-4C36-9E2A-F89658839DCF}" dt="2024-01-24T17:46:40.653" v="8900" actId="108"/>
        <pc:sldMkLst>
          <pc:docMk/>
          <pc:sldMk cId="199416346" sldId="877"/>
        </pc:sldMkLst>
        <pc:spChg chg="mod">
          <ac:chgData name="Palit, Tapti" userId="dec6fbcd-7598-406a-8cbf-504d4a3bac15" providerId="ADAL" clId="{65104DF2-1B45-4C36-9E2A-F89658839DCF}" dt="2024-01-24T17:46:24.037" v="8898" actId="108"/>
          <ac:spMkLst>
            <pc:docMk/>
            <pc:sldMk cId="199416346" sldId="877"/>
            <ac:spMk id="2" creationId="{0B3EF019-A691-8AEC-2488-AF5D6867D5E0}"/>
          </ac:spMkLst>
        </pc:spChg>
        <pc:spChg chg="mod">
          <ac:chgData name="Palit, Tapti" userId="dec6fbcd-7598-406a-8cbf-504d4a3bac15" providerId="ADAL" clId="{65104DF2-1B45-4C36-9E2A-F89658839DCF}" dt="2024-01-24T17:46:24.037" v="8898" actId="108"/>
          <ac:spMkLst>
            <pc:docMk/>
            <pc:sldMk cId="199416346" sldId="877"/>
            <ac:spMk id="5" creationId="{5F7FA714-6974-907B-5A8E-AE6E48BE8E03}"/>
          </ac:spMkLst>
        </pc:spChg>
        <pc:spChg chg="mod">
          <ac:chgData name="Palit, Tapti" userId="dec6fbcd-7598-406a-8cbf-504d4a3bac15" providerId="ADAL" clId="{65104DF2-1B45-4C36-9E2A-F89658839DCF}" dt="2024-01-24T17:46:38.724" v="8899" actId="108"/>
          <ac:spMkLst>
            <pc:docMk/>
            <pc:sldMk cId="199416346" sldId="877"/>
            <ac:spMk id="10" creationId="{179E423C-29A9-4EFE-31DF-FDE0901D4251}"/>
          </ac:spMkLst>
        </pc:spChg>
        <pc:spChg chg="mod">
          <ac:chgData name="Palit, Tapti" userId="dec6fbcd-7598-406a-8cbf-504d4a3bac15" providerId="ADAL" clId="{65104DF2-1B45-4C36-9E2A-F89658839DCF}" dt="2024-01-24T17:46:40.653" v="8900" actId="108"/>
          <ac:spMkLst>
            <pc:docMk/>
            <pc:sldMk cId="199416346" sldId="877"/>
            <ac:spMk id="36" creationId="{04E25AA4-9E2C-BD11-0AB8-86C10CCD6526}"/>
          </ac:spMkLst>
        </pc:spChg>
      </pc:sldChg>
      <pc:sldChg chg="addSp modSp mod modAnim modNotesTx">
        <pc:chgData name="Palit, Tapti" userId="dec6fbcd-7598-406a-8cbf-504d4a3bac15" providerId="ADAL" clId="{65104DF2-1B45-4C36-9E2A-F89658839DCF}" dt="2024-01-24T17:20:11.583" v="8875" actId="14100"/>
        <pc:sldMkLst>
          <pc:docMk/>
          <pc:sldMk cId="3116049212" sldId="878"/>
        </pc:sldMkLst>
        <pc:spChg chg="add mod">
          <ac:chgData name="Palit, Tapti" userId="dec6fbcd-7598-406a-8cbf-504d4a3bac15" providerId="ADAL" clId="{65104DF2-1B45-4C36-9E2A-F89658839DCF}" dt="2024-01-24T17:20:11.583" v="8875" actId="14100"/>
          <ac:spMkLst>
            <pc:docMk/>
            <pc:sldMk cId="3116049212" sldId="878"/>
            <ac:spMk id="12" creationId="{D817A38E-27FE-C71B-EC2E-55EEF34D04AF}"/>
          </ac:spMkLst>
        </pc:spChg>
      </pc:sldChg>
      <pc:sldChg chg="modSp mod addCm modCm chgLayout">
        <pc:chgData name="Palit, Tapti" userId="dec6fbcd-7598-406a-8cbf-504d4a3bac15" providerId="ADAL" clId="{65104DF2-1B45-4C36-9E2A-F89658839DCF}" dt="2024-01-15T20:54:39.386" v="1091"/>
        <pc:sldMkLst>
          <pc:docMk/>
          <pc:sldMk cId="4106136446" sldId="878"/>
        </pc:sldMkLst>
        <pc:spChg chg="mod ord">
          <ac:chgData name="Palit, Tapti" userId="dec6fbcd-7598-406a-8cbf-504d4a3bac15" providerId="ADAL" clId="{65104DF2-1B45-4C36-9E2A-F89658839DCF}" dt="2024-01-15T18:02:53.069" v="52" actId="700"/>
          <ac:spMkLst>
            <pc:docMk/>
            <pc:sldMk cId="4106136446" sldId="878"/>
            <ac:spMk id="2" creationId="{43307816-7BFB-322B-7DF4-0CFEEE31BD9E}"/>
          </ac:spMkLst>
        </pc:spChg>
        <pc:spChg chg="mod ord">
          <ac:chgData name="Palit, Tapti" userId="dec6fbcd-7598-406a-8cbf-504d4a3bac15" providerId="ADAL" clId="{65104DF2-1B45-4C36-9E2A-F89658839DCF}" dt="2024-01-15T18:02:53.069" v="52" actId="700"/>
          <ac:spMkLst>
            <pc:docMk/>
            <pc:sldMk cId="4106136446" sldId="878"/>
            <ac:spMk id="4" creationId="{6227F2ED-404E-7843-3C5A-1A723AFD086C}"/>
          </ac:spMkLst>
        </pc:spChg>
        <pc:spChg chg="mod">
          <ac:chgData name="Palit, Tapti" userId="dec6fbcd-7598-406a-8cbf-504d4a3bac15" providerId="ADAL" clId="{65104DF2-1B45-4C36-9E2A-F89658839DCF}" dt="2024-01-15T19:39:09.321" v="729" actId="1076"/>
          <ac:spMkLst>
            <pc:docMk/>
            <pc:sldMk cId="4106136446" sldId="878"/>
            <ac:spMk id="7" creationId="{B3118DC6-8D31-BB2B-F7E7-8F14A04E4759}"/>
          </ac:spMkLst>
        </pc:spChg>
        <pc:spChg chg="mod">
          <ac:chgData name="Palit, Tapti" userId="dec6fbcd-7598-406a-8cbf-504d4a3bac15" providerId="ADAL" clId="{65104DF2-1B45-4C36-9E2A-F89658839DCF}" dt="2024-01-15T19:39:09.321" v="729" actId="1076"/>
          <ac:spMkLst>
            <pc:docMk/>
            <pc:sldMk cId="4106136446" sldId="878"/>
            <ac:spMk id="8" creationId="{2C4D375D-3E29-0DB5-68EF-64CCE376569C}"/>
          </ac:spMkLst>
        </pc:spChg>
        <pc:spChg chg="mod">
          <ac:chgData name="Palit, Tapti" userId="dec6fbcd-7598-406a-8cbf-504d4a3bac15" providerId="ADAL" clId="{65104DF2-1B45-4C36-9E2A-F89658839DCF}" dt="2024-01-15T19:39:23.977" v="730" actId="1076"/>
          <ac:spMkLst>
            <pc:docMk/>
            <pc:sldMk cId="4106136446" sldId="878"/>
            <ac:spMk id="9" creationId="{BFA6F52C-0219-E685-DB28-87A1A69F4C30}"/>
          </ac:spMkLst>
        </pc:spChg>
        <pc:spChg chg="mod">
          <ac:chgData name="Palit, Tapti" userId="dec6fbcd-7598-406a-8cbf-504d4a3bac15" providerId="ADAL" clId="{65104DF2-1B45-4C36-9E2A-F89658839DCF}" dt="2024-01-15T19:39:23.977" v="730" actId="1076"/>
          <ac:spMkLst>
            <pc:docMk/>
            <pc:sldMk cId="4106136446" sldId="878"/>
            <ac:spMk id="10" creationId="{F33C5856-D54D-7847-C899-B8C45FC2C80E}"/>
          </ac:spMkLst>
        </pc:spChg>
        <pc:spChg chg="mod">
          <ac:chgData name="Palit, Tapti" userId="dec6fbcd-7598-406a-8cbf-504d4a3bac15" providerId="ADAL" clId="{65104DF2-1B45-4C36-9E2A-F89658839DCF}" dt="2024-01-15T19:39:35.526" v="731" actId="1076"/>
          <ac:spMkLst>
            <pc:docMk/>
            <pc:sldMk cId="4106136446" sldId="878"/>
            <ac:spMk id="11" creationId="{7325C5C9-25DA-D42D-4776-3A8282C386CD}"/>
          </ac:spMkLst>
        </pc:spChg>
        <pc:spChg chg="mod">
          <ac:chgData name="Palit, Tapti" userId="dec6fbcd-7598-406a-8cbf-504d4a3bac15" providerId="ADAL" clId="{65104DF2-1B45-4C36-9E2A-F89658839DCF}" dt="2024-01-15T19:39:35.526" v="731" actId="1076"/>
          <ac:spMkLst>
            <pc:docMk/>
            <pc:sldMk cId="4106136446" sldId="878"/>
            <ac:spMk id="12" creationId="{872B8558-E42F-8D8C-7E34-39D57AED5BEC}"/>
          </ac:spMkLst>
        </pc:spChg>
        <pc:spChg chg="mod">
          <ac:chgData name="Palit, Tapti" userId="dec6fbcd-7598-406a-8cbf-504d4a3bac15" providerId="ADAL" clId="{65104DF2-1B45-4C36-9E2A-F89658839DCF}" dt="2024-01-15T19:40:02.558" v="734" actId="692"/>
          <ac:spMkLst>
            <pc:docMk/>
            <pc:sldMk cId="4106136446" sldId="878"/>
            <ac:spMk id="14" creationId="{6F866D0F-1452-D02C-7949-C95EC7C93DD5}"/>
          </ac:spMkLst>
        </pc:spChg>
        <pc:spChg chg="mod">
          <ac:chgData name="Palit, Tapti" userId="dec6fbcd-7598-406a-8cbf-504d4a3bac15" providerId="ADAL" clId="{65104DF2-1B45-4C36-9E2A-F89658839DCF}" dt="2024-01-15T19:40:05.996" v="735" actId="692"/>
          <ac:spMkLst>
            <pc:docMk/>
            <pc:sldMk cId="4106136446" sldId="878"/>
            <ac:spMk id="15" creationId="{333811DD-A797-786E-8BA4-B695AF563655}"/>
          </ac:spMkLst>
        </pc:spChg>
        <pc:spChg chg="mod">
          <ac:chgData name="Palit, Tapti" userId="dec6fbcd-7598-406a-8cbf-504d4a3bac15" providerId="ADAL" clId="{65104DF2-1B45-4C36-9E2A-F89658839DCF}" dt="2024-01-15T19:39:09.321" v="729" actId="1076"/>
          <ac:spMkLst>
            <pc:docMk/>
            <pc:sldMk cId="4106136446" sldId="878"/>
            <ac:spMk id="18" creationId="{8D802BA6-0B8A-B10B-54E5-9FF6FB5E4BD3}"/>
          </ac:spMkLst>
        </pc:spChg>
        <pc:spChg chg="mod">
          <ac:chgData name="Palit, Tapti" userId="dec6fbcd-7598-406a-8cbf-504d4a3bac15" providerId="ADAL" clId="{65104DF2-1B45-4C36-9E2A-F89658839DCF}" dt="2024-01-15T19:39:23.977" v="730" actId="1076"/>
          <ac:spMkLst>
            <pc:docMk/>
            <pc:sldMk cId="4106136446" sldId="878"/>
            <ac:spMk id="19" creationId="{13899F3A-FF26-D649-6588-9ABAB627E77C}"/>
          </ac:spMkLst>
        </pc:spChg>
        <pc:spChg chg="mod">
          <ac:chgData name="Palit, Tapti" userId="dec6fbcd-7598-406a-8cbf-504d4a3bac15" providerId="ADAL" clId="{65104DF2-1B45-4C36-9E2A-F89658839DCF}" dt="2024-01-15T19:39:35.526" v="731" actId="1076"/>
          <ac:spMkLst>
            <pc:docMk/>
            <pc:sldMk cId="4106136446" sldId="878"/>
            <ac:spMk id="20" creationId="{821A3CD9-3827-7FA8-6537-12D73768D3A2}"/>
          </ac:spMkLst>
        </pc:spChg>
        <pc:graphicFrameChg chg="mod ord modGraphic">
          <ac:chgData name="Palit, Tapti" userId="dec6fbcd-7598-406a-8cbf-504d4a3bac15" providerId="ADAL" clId="{65104DF2-1B45-4C36-9E2A-F89658839DCF}" dt="2024-01-15T20:24:49.773" v="1066" actId="2711"/>
          <ac:graphicFrameMkLst>
            <pc:docMk/>
            <pc:sldMk cId="4106136446" sldId="878"/>
            <ac:graphicFrameMk id="5" creationId="{3A575547-83BE-2DB9-68F9-3B02678257AA}"/>
          </ac:graphicFrameMkLst>
        </pc:graphicFrameChg>
        <pc:extLst>
          <p:ext xmlns:p="http://schemas.openxmlformats.org/presentationml/2006/main" uri="{D6D511B9-2390-475A-947B-AFAB55BFBCF1}">
            <pc226:cmChg xmlns:pc226="http://schemas.microsoft.com/office/powerpoint/2022/06/main/command" chg="add mod">
              <pc226:chgData name="Palit, Tapti" userId="dec6fbcd-7598-406a-8cbf-504d4a3bac15" providerId="ADAL" clId="{65104DF2-1B45-4C36-9E2A-F89658839DCF}" dt="2024-01-15T20:54:39.386" v="1091"/>
              <pc2:cmMkLst xmlns:pc2="http://schemas.microsoft.com/office/powerpoint/2019/9/main/command">
                <pc:docMk/>
                <pc:sldMk cId="4106136446" sldId="878"/>
                <pc2:cmMk id="{0CA250D8-A294-4CFF-8566-E90610714B37}"/>
              </pc2:cmMkLst>
              <pc226:cmRplyChg chg="add mod">
                <pc226:chgData name="Palit, Tapti" userId="dec6fbcd-7598-406a-8cbf-504d4a3bac15" providerId="ADAL" clId="{65104DF2-1B45-4C36-9E2A-F89658839DCF}" dt="2024-01-15T20:54:39.386" v="1091"/>
                <pc2:cmRplyMkLst xmlns:pc2="http://schemas.microsoft.com/office/powerpoint/2019/9/main/command">
                  <pc:docMk/>
                  <pc:sldMk cId="4106136446" sldId="878"/>
                  <pc2:cmMk id="{0CA250D8-A294-4CFF-8566-E90610714B37}"/>
                  <pc2:cmRplyMk id="{C5B61E68-65E8-4315-904F-CEC4964E1FC9}"/>
                </pc2:cmRplyMkLst>
              </pc226:cmRplyChg>
            </pc226:cmChg>
          </p:ext>
        </pc:extLst>
      </pc:sldChg>
      <pc:sldChg chg="modSp mod">
        <pc:chgData name="Palit, Tapti" userId="dec6fbcd-7598-406a-8cbf-504d4a3bac15" providerId="ADAL" clId="{65104DF2-1B45-4C36-9E2A-F89658839DCF}" dt="2024-01-24T17:20:36.476" v="8878" actId="14100"/>
        <pc:sldMkLst>
          <pc:docMk/>
          <pc:sldMk cId="1808779352" sldId="879"/>
        </pc:sldMkLst>
        <pc:spChg chg="mod">
          <ac:chgData name="Palit, Tapti" userId="dec6fbcd-7598-406a-8cbf-504d4a3bac15" providerId="ADAL" clId="{65104DF2-1B45-4C36-9E2A-F89658839DCF}" dt="2024-01-24T17:20:36.476" v="8878" actId="14100"/>
          <ac:spMkLst>
            <pc:docMk/>
            <pc:sldMk cId="1808779352" sldId="879"/>
            <ac:spMk id="28" creationId="{E51AF264-9760-0BB0-482D-8045E3E4595E}"/>
          </ac:spMkLst>
        </pc:spChg>
      </pc:sldChg>
      <pc:sldChg chg="addSp modSp mod chgLayout">
        <pc:chgData name="Palit, Tapti" userId="dec6fbcd-7598-406a-8cbf-504d4a3bac15" providerId="ADAL" clId="{65104DF2-1B45-4C36-9E2A-F89658839DCF}" dt="2024-01-15T18:02:53.069" v="52" actId="700"/>
        <pc:sldMkLst>
          <pc:docMk/>
          <pc:sldMk cId="3116451716" sldId="879"/>
        </pc:sldMkLst>
        <pc:spChg chg="mod ord">
          <ac:chgData name="Palit, Tapti" userId="dec6fbcd-7598-406a-8cbf-504d4a3bac15" providerId="ADAL" clId="{65104DF2-1B45-4C36-9E2A-F89658839DCF}" dt="2024-01-15T18:02:53.069" v="52" actId="700"/>
          <ac:spMkLst>
            <pc:docMk/>
            <pc:sldMk cId="3116451716" sldId="879"/>
            <ac:spMk id="2" creationId="{1E66A126-7EC2-4AF7-BDAC-279CE10164EC}"/>
          </ac:spMkLst>
        </pc:spChg>
        <pc:spChg chg="add mod ord">
          <ac:chgData name="Palit, Tapti" userId="dec6fbcd-7598-406a-8cbf-504d4a3bac15" providerId="ADAL" clId="{65104DF2-1B45-4C36-9E2A-F89658839DCF}" dt="2024-01-15T18:02:53.069" v="52" actId="700"/>
          <ac:spMkLst>
            <pc:docMk/>
            <pc:sldMk cId="3116451716" sldId="879"/>
            <ac:spMk id="3" creationId="{AEAB820E-FEF5-B388-740A-18E7851690C9}"/>
          </ac:spMkLst>
        </pc:spChg>
        <pc:spChg chg="mod ord">
          <ac:chgData name="Palit, Tapti" userId="dec6fbcd-7598-406a-8cbf-504d4a3bac15" providerId="ADAL" clId="{65104DF2-1B45-4C36-9E2A-F89658839DCF}" dt="2024-01-15T18:02:53.069" v="52" actId="700"/>
          <ac:spMkLst>
            <pc:docMk/>
            <pc:sldMk cId="3116451716" sldId="879"/>
            <ac:spMk id="4" creationId="{8010EC48-2D64-4513-8B58-BFD0F3CEBE18}"/>
          </ac:spMkLst>
        </pc:spChg>
      </pc:sldChg>
      <pc:sldChg chg="addSp delSp modSp mod modClrScheme addAnim delAnim chgLayout">
        <pc:chgData name="Palit, Tapti" userId="dec6fbcd-7598-406a-8cbf-504d4a3bac15" providerId="ADAL" clId="{65104DF2-1B45-4C36-9E2A-F89658839DCF}" dt="2024-01-15T19:41:57.364" v="761" actId="20577"/>
        <pc:sldMkLst>
          <pc:docMk/>
          <pc:sldMk cId="387342752" sldId="880"/>
        </pc:sldMkLst>
        <pc:spChg chg="mod ord">
          <ac:chgData name="Palit, Tapti" userId="dec6fbcd-7598-406a-8cbf-504d4a3bac15" providerId="ADAL" clId="{65104DF2-1B45-4C36-9E2A-F89658839DCF}" dt="2024-01-15T19:41:36.680" v="746" actId="700"/>
          <ac:spMkLst>
            <pc:docMk/>
            <pc:sldMk cId="387342752" sldId="880"/>
            <ac:spMk id="2" creationId="{AB28845A-0EFC-412A-884A-D4194C16F2EE}"/>
          </ac:spMkLst>
        </pc:spChg>
        <pc:spChg chg="mod ord">
          <ac:chgData name="Palit, Tapti" userId="dec6fbcd-7598-406a-8cbf-504d4a3bac15" providerId="ADAL" clId="{65104DF2-1B45-4C36-9E2A-F89658839DCF}" dt="2024-01-15T19:41:36.680" v="746" actId="700"/>
          <ac:spMkLst>
            <pc:docMk/>
            <pc:sldMk cId="387342752" sldId="880"/>
            <ac:spMk id="4" creationId="{7126102E-3F88-4CF0-9BDE-D372B773C9EF}"/>
          </ac:spMkLst>
        </pc:spChg>
        <pc:spChg chg="mod ord">
          <ac:chgData name="Palit, Tapti" userId="dec6fbcd-7598-406a-8cbf-504d4a3bac15" providerId="ADAL" clId="{65104DF2-1B45-4C36-9E2A-F89658839DCF}" dt="2024-01-15T19:41:36.680" v="746" actId="700"/>
          <ac:spMkLst>
            <pc:docMk/>
            <pc:sldMk cId="387342752" sldId="880"/>
            <ac:spMk id="5" creationId="{19E9A9E3-58EB-496A-B94A-C1DE0DDAE6CF}"/>
          </ac:spMkLst>
        </pc:spChg>
        <pc:spChg chg="add del mod ord">
          <ac:chgData name="Palit, Tapti" userId="dec6fbcd-7598-406a-8cbf-504d4a3bac15" providerId="ADAL" clId="{65104DF2-1B45-4C36-9E2A-F89658839DCF}" dt="2024-01-15T19:41:36.680" v="746" actId="700"/>
          <ac:spMkLst>
            <pc:docMk/>
            <pc:sldMk cId="387342752" sldId="880"/>
            <ac:spMk id="6" creationId="{75A9C303-4EA3-CEB5-ABEC-B3BDE28561BF}"/>
          </ac:spMkLst>
        </pc:spChg>
        <pc:spChg chg="add mod ord">
          <ac:chgData name="Palit, Tapti" userId="dec6fbcd-7598-406a-8cbf-504d4a3bac15" providerId="ADAL" clId="{65104DF2-1B45-4C36-9E2A-F89658839DCF}" dt="2024-01-15T19:41:57.364" v="761" actId="20577"/>
          <ac:spMkLst>
            <pc:docMk/>
            <pc:sldMk cId="387342752" sldId="880"/>
            <ac:spMk id="7" creationId="{6CDD11AF-0E3F-1851-3597-83982F41D87B}"/>
          </ac:spMkLst>
        </pc:spChg>
        <pc:spChg chg="add del mod">
          <ac:chgData name="Palit, Tapti" userId="dec6fbcd-7598-406a-8cbf-504d4a3bac15" providerId="ADAL" clId="{65104DF2-1B45-4C36-9E2A-F89658839DCF}" dt="2024-01-15T19:41:53.020" v="759" actId="478"/>
          <ac:spMkLst>
            <pc:docMk/>
            <pc:sldMk cId="387342752" sldId="880"/>
            <ac:spMk id="12" creationId="{3E4FC04D-D29F-4E49-AE13-2609DAF6C64D}"/>
          </ac:spMkLst>
        </pc:spChg>
      </pc:sldChg>
      <pc:sldChg chg="modSp mod">
        <pc:chgData name="Palit, Tapti" userId="dec6fbcd-7598-406a-8cbf-504d4a3bac15" providerId="ADAL" clId="{65104DF2-1B45-4C36-9E2A-F89658839DCF}" dt="2024-01-24T17:46:59.060" v="8904" actId="108"/>
        <pc:sldMkLst>
          <pc:docMk/>
          <pc:sldMk cId="1404472563" sldId="880"/>
        </pc:sldMkLst>
        <pc:spChg chg="mod">
          <ac:chgData name="Palit, Tapti" userId="dec6fbcd-7598-406a-8cbf-504d4a3bac15" providerId="ADAL" clId="{65104DF2-1B45-4C36-9E2A-F89658839DCF}" dt="2024-01-24T17:46:53.700" v="8901" actId="108"/>
          <ac:spMkLst>
            <pc:docMk/>
            <pc:sldMk cId="1404472563" sldId="880"/>
            <ac:spMk id="2" creationId="{0B3EF019-A691-8AEC-2488-AF5D6867D5E0}"/>
          </ac:spMkLst>
        </pc:spChg>
        <pc:spChg chg="mod">
          <ac:chgData name="Palit, Tapti" userId="dec6fbcd-7598-406a-8cbf-504d4a3bac15" providerId="ADAL" clId="{65104DF2-1B45-4C36-9E2A-F89658839DCF}" dt="2024-01-24T17:46:55.482" v="8902" actId="108"/>
          <ac:spMkLst>
            <pc:docMk/>
            <pc:sldMk cId="1404472563" sldId="880"/>
            <ac:spMk id="5" creationId="{5F7FA714-6974-907B-5A8E-AE6E48BE8E03}"/>
          </ac:spMkLst>
        </pc:spChg>
        <pc:spChg chg="mod">
          <ac:chgData name="Palit, Tapti" userId="dec6fbcd-7598-406a-8cbf-504d4a3bac15" providerId="ADAL" clId="{65104DF2-1B45-4C36-9E2A-F89658839DCF}" dt="2024-01-24T17:46:57.114" v="8903" actId="108"/>
          <ac:spMkLst>
            <pc:docMk/>
            <pc:sldMk cId="1404472563" sldId="880"/>
            <ac:spMk id="10" creationId="{179E423C-29A9-4EFE-31DF-FDE0901D4251}"/>
          </ac:spMkLst>
        </pc:spChg>
        <pc:spChg chg="mod">
          <ac:chgData name="Palit, Tapti" userId="dec6fbcd-7598-406a-8cbf-504d4a3bac15" providerId="ADAL" clId="{65104DF2-1B45-4C36-9E2A-F89658839DCF}" dt="2024-01-24T17:46:59.060" v="8904" actId="108"/>
          <ac:spMkLst>
            <pc:docMk/>
            <pc:sldMk cId="1404472563" sldId="880"/>
            <ac:spMk id="36" creationId="{04E25AA4-9E2C-BD11-0AB8-86C10CCD6526}"/>
          </ac:spMkLst>
        </pc:spChg>
      </pc:sldChg>
      <pc:sldChg chg="modSp mod chgLayout">
        <pc:chgData name="Palit, Tapti" userId="dec6fbcd-7598-406a-8cbf-504d4a3bac15" providerId="ADAL" clId="{65104DF2-1B45-4C36-9E2A-F89658839DCF}" dt="2024-01-15T18:02:53.069" v="52" actId="700"/>
        <pc:sldMkLst>
          <pc:docMk/>
          <pc:sldMk cId="3910175739" sldId="881"/>
        </pc:sldMkLst>
        <pc:spChg chg="mod ord">
          <ac:chgData name="Palit, Tapti" userId="dec6fbcd-7598-406a-8cbf-504d4a3bac15" providerId="ADAL" clId="{65104DF2-1B45-4C36-9E2A-F89658839DCF}" dt="2024-01-15T18:02:53.069" v="52" actId="700"/>
          <ac:spMkLst>
            <pc:docMk/>
            <pc:sldMk cId="3910175739" sldId="881"/>
            <ac:spMk id="2" creationId="{80ACFC51-CA2B-1477-DFCF-8A384F61F51C}"/>
          </ac:spMkLst>
        </pc:spChg>
        <pc:spChg chg="mod ord">
          <ac:chgData name="Palit, Tapti" userId="dec6fbcd-7598-406a-8cbf-504d4a3bac15" providerId="ADAL" clId="{65104DF2-1B45-4C36-9E2A-F89658839DCF}" dt="2024-01-15T18:02:53.069" v="52" actId="700"/>
          <ac:spMkLst>
            <pc:docMk/>
            <pc:sldMk cId="3910175739" sldId="881"/>
            <ac:spMk id="3" creationId="{8D1C862C-042B-A7A5-8E88-1EBEA7AF6498}"/>
          </ac:spMkLst>
        </pc:spChg>
        <pc:spChg chg="mod ord">
          <ac:chgData name="Palit, Tapti" userId="dec6fbcd-7598-406a-8cbf-504d4a3bac15" providerId="ADAL" clId="{65104DF2-1B45-4C36-9E2A-F89658839DCF}" dt="2024-01-15T18:02:53.069" v="52" actId="700"/>
          <ac:spMkLst>
            <pc:docMk/>
            <pc:sldMk cId="3910175739" sldId="881"/>
            <ac:spMk id="4" creationId="{82D601BB-FEA5-65C1-40EB-B181A1A5BE9A}"/>
          </ac:spMkLst>
        </pc:spChg>
      </pc:sldChg>
      <pc:sldChg chg="modSp mod">
        <pc:chgData name="Palit, Tapti" userId="dec6fbcd-7598-406a-8cbf-504d4a3bac15" providerId="ADAL" clId="{65104DF2-1B45-4C36-9E2A-F89658839DCF}" dt="2024-01-24T17:21:02.496" v="8883" actId="14100"/>
        <pc:sldMkLst>
          <pc:docMk/>
          <pc:sldMk cId="4210693655" sldId="881"/>
        </pc:sldMkLst>
        <pc:spChg chg="mod">
          <ac:chgData name="Palit, Tapti" userId="dec6fbcd-7598-406a-8cbf-504d4a3bac15" providerId="ADAL" clId="{65104DF2-1B45-4C36-9E2A-F89658839DCF}" dt="2024-01-24T17:21:02.496" v="8883" actId="14100"/>
          <ac:spMkLst>
            <pc:docMk/>
            <pc:sldMk cId="4210693655" sldId="881"/>
            <ac:spMk id="28" creationId="{E51AF264-9760-0BB0-482D-8045E3E4595E}"/>
          </ac:spMkLst>
        </pc:spChg>
      </pc:sldChg>
      <pc:sldChg chg="addSp modSp mod chgLayout">
        <pc:chgData name="Palit, Tapti" userId="dec6fbcd-7598-406a-8cbf-504d4a3bac15" providerId="ADAL" clId="{65104DF2-1B45-4C36-9E2A-F89658839DCF}" dt="2024-01-15T18:02:53.069" v="52" actId="700"/>
        <pc:sldMkLst>
          <pc:docMk/>
          <pc:sldMk cId="2649866034" sldId="882"/>
        </pc:sldMkLst>
        <pc:spChg chg="mod ord">
          <ac:chgData name="Palit, Tapti" userId="dec6fbcd-7598-406a-8cbf-504d4a3bac15" providerId="ADAL" clId="{65104DF2-1B45-4C36-9E2A-F89658839DCF}" dt="2024-01-15T18:02:53.069" v="52" actId="700"/>
          <ac:spMkLst>
            <pc:docMk/>
            <pc:sldMk cId="2649866034" sldId="882"/>
            <ac:spMk id="2" creationId="{7ED4E59B-8510-1BDB-2406-4637F92CEC7C}"/>
          </ac:spMkLst>
        </pc:spChg>
        <pc:spChg chg="add mod ord">
          <ac:chgData name="Palit, Tapti" userId="dec6fbcd-7598-406a-8cbf-504d4a3bac15" providerId="ADAL" clId="{65104DF2-1B45-4C36-9E2A-F89658839DCF}" dt="2024-01-15T18:02:53.069" v="52" actId="700"/>
          <ac:spMkLst>
            <pc:docMk/>
            <pc:sldMk cId="2649866034" sldId="882"/>
            <ac:spMk id="3" creationId="{79710D76-0279-2D2E-92B1-4843352BCD0F}"/>
          </ac:spMkLst>
        </pc:spChg>
        <pc:spChg chg="mod ord">
          <ac:chgData name="Palit, Tapti" userId="dec6fbcd-7598-406a-8cbf-504d4a3bac15" providerId="ADAL" clId="{65104DF2-1B45-4C36-9E2A-F89658839DCF}" dt="2024-01-15T18:02:53.069" v="52" actId="700"/>
          <ac:spMkLst>
            <pc:docMk/>
            <pc:sldMk cId="2649866034" sldId="882"/>
            <ac:spMk id="4" creationId="{113AF6C6-7D64-6939-13E8-8FC17B278B75}"/>
          </ac:spMkLst>
        </pc:spChg>
      </pc:sldChg>
      <pc:sldChg chg="addSp delSp modSp mod modClrScheme chgLayout modNotesTx">
        <pc:chgData name="Palit, Tapti" userId="dec6fbcd-7598-406a-8cbf-504d4a3bac15" providerId="ADAL" clId="{65104DF2-1B45-4C36-9E2A-F89658839DCF}" dt="2024-01-24T19:08:13.759" v="17969" actId="114"/>
        <pc:sldMkLst>
          <pc:docMk/>
          <pc:sldMk cId="3144217460" sldId="882"/>
        </pc:sldMkLst>
        <pc:spChg chg="del mod">
          <ac:chgData name="Palit, Tapti" userId="dec6fbcd-7598-406a-8cbf-504d4a3bac15" providerId="ADAL" clId="{65104DF2-1B45-4C36-9E2A-F89658839DCF}" dt="2024-01-24T16:21:50.173" v="4577" actId="478"/>
          <ac:spMkLst>
            <pc:docMk/>
            <pc:sldMk cId="3144217460" sldId="882"/>
            <ac:spMk id="2" creationId="{EB3D43F0-3496-839F-C407-31618EF096DC}"/>
          </ac:spMkLst>
        </pc:spChg>
        <pc:spChg chg="mod ord">
          <ac:chgData name="Palit, Tapti" userId="dec6fbcd-7598-406a-8cbf-504d4a3bac15" providerId="ADAL" clId="{65104DF2-1B45-4C36-9E2A-F89658839DCF}" dt="2024-01-24T19:07:32.694" v="17886" actId="700"/>
          <ac:spMkLst>
            <pc:docMk/>
            <pc:sldMk cId="3144217460" sldId="882"/>
            <ac:spMk id="3" creationId="{BF49F439-5735-4275-A014-1A5D2B7B534F}"/>
          </ac:spMkLst>
        </pc:spChg>
        <pc:spChg chg="mod ord">
          <ac:chgData name="Palit, Tapti" userId="dec6fbcd-7598-406a-8cbf-504d4a3bac15" providerId="ADAL" clId="{65104DF2-1B45-4C36-9E2A-F89658839DCF}" dt="2024-01-24T19:07:32.694" v="17886" actId="700"/>
          <ac:spMkLst>
            <pc:docMk/>
            <pc:sldMk cId="3144217460" sldId="882"/>
            <ac:spMk id="4" creationId="{BB9070CC-B07D-2111-6090-B13C748C7B68}"/>
          </ac:spMkLst>
        </pc:spChg>
        <pc:spChg chg="add mod ord">
          <ac:chgData name="Palit, Tapti" userId="dec6fbcd-7598-406a-8cbf-504d4a3bac15" providerId="ADAL" clId="{65104DF2-1B45-4C36-9E2A-F89658839DCF}" dt="2024-01-24T19:07:32.694" v="17886" actId="700"/>
          <ac:spMkLst>
            <pc:docMk/>
            <pc:sldMk cId="3144217460" sldId="882"/>
            <ac:spMk id="5" creationId="{2724ED97-B4C1-FEF7-F286-F160D64AA3D2}"/>
          </ac:spMkLst>
        </pc:spChg>
        <pc:spChg chg="add mod ord">
          <ac:chgData name="Palit, Tapti" userId="dec6fbcd-7598-406a-8cbf-504d4a3bac15" providerId="ADAL" clId="{65104DF2-1B45-4C36-9E2A-F89658839DCF}" dt="2024-01-24T19:08:13.759" v="17969" actId="114"/>
          <ac:spMkLst>
            <pc:docMk/>
            <pc:sldMk cId="3144217460" sldId="882"/>
            <ac:spMk id="15" creationId="{5021B603-CC3B-4573-2960-4D84C104A240}"/>
          </ac:spMkLst>
        </pc:spChg>
      </pc:sldChg>
      <pc:sldChg chg="delSp modSp mod">
        <pc:chgData name="Palit, Tapti" userId="dec6fbcd-7598-406a-8cbf-504d4a3bac15" providerId="ADAL" clId="{65104DF2-1B45-4C36-9E2A-F89658839DCF}" dt="2024-01-24T16:24:16.910" v="4844" actId="20577"/>
        <pc:sldMkLst>
          <pc:docMk/>
          <pc:sldMk cId="2557977293" sldId="884"/>
        </pc:sldMkLst>
        <pc:spChg chg="del mod">
          <ac:chgData name="Palit, Tapti" userId="dec6fbcd-7598-406a-8cbf-504d4a3bac15" providerId="ADAL" clId="{65104DF2-1B45-4C36-9E2A-F89658839DCF}" dt="2024-01-24T16:21:45.560" v="4576" actId="478"/>
          <ac:spMkLst>
            <pc:docMk/>
            <pc:sldMk cId="2557977293" sldId="884"/>
            <ac:spMk id="2" creationId="{1D4BD2C2-022F-E126-F346-97C4E5539620}"/>
          </ac:spMkLst>
        </pc:spChg>
        <pc:spChg chg="mod">
          <ac:chgData name="Palit, Tapti" userId="dec6fbcd-7598-406a-8cbf-504d4a3bac15" providerId="ADAL" clId="{65104DF2-1B45-4C36-9E2A-F89658839DCF}" dt="2024-01-24T16:24:16.910" v="4844" actId="20577"/>
          <ac:spMkLst>
            <pc:docMk/>
            <pc:sldMk cId="2557977293" sldId="884"/>
            <ac:spMk id="3" creationId="{B4502F78-63A3-518D-B3D5-1835E60DA933}"/>
          </ac:spMkLst>
        </pc:spChg>
      </pc:sldChg>
      <pc:sldChg chg="modNotesTx">
        <pc:chgData name="Palit, Tapti" userId="dec6fbcd-7598-406a-8cbf-504d4a3bac15" providerId="ADAL" clId="{65104DF2-1B45-4C36-9E2A-F89658839DCF}" dt="2024-01-24T19:08:43.849" v="17996" actId="20577"/>
        <pc:sldMkLst>
          <pc:docMk/>
          <pc:sldMk cId="71857253" sldId="885"/>
        </pc:sldMkLst>
      </pc:sldChg>
      <pc:sldChg chg="modSp del mod">
        <pc:chgData name="Palit, Tapti" userId="dec6fbcd-7598-406a-8cbf-504d4a3bac15" providerId="ADAL" clId="{65104DF2-1B45-4C36-9E2A-F89658839DCF}" dt="2024-01-25T18:20:21.629" v="22803" actId="47"/>
        <pc:sldMkLst>
          <pc:docMk/>
          <pc:sldMk cId="2263543615" sldId="886"/>
        </pc:sldMkLst>
        <pc:spChg chg="mod">
          <ac:chgData name="Palit, Tapti" userId="dec6fbcd-7598-406a-8cbf-504d4a3bac15" providerId="ADAL" clId="{65104DF2-1B45-4C36-9E2A-F89658839DCF}" dt="2024-01-25T15:42:08.396" v="18770" actId="20577"/>
          <ac:spMkLst>
            <pc:docMk/>
            <pc:sldMk cId="2263543615" sldId="886"/>
            <ac:spMk id="6" creationId="{B737CC94-863F-591E-BDD7-067D8999CB94}"/>
          </ac:spMkLst>
        </pc:spChg>
        <pc:spChg chg="mod">
          <ac:chgData name="Palit, Tapti" userId="dec6fbcd-7598-406a-8cbf-504d4a3bac15" providerId="ADAL" clId="{65104DF2-1B45-4C36-9E2A-F89658839DCF}" dt="2024-01-25T17:42:02.899" v="21781" actId="20577"/>
          <ac:spMkLst>
            <pc:docMk/>
            <pc:sldMk cId="2263543615" sldId="886"/>
            <ac:spMk id="9" creationId="{05E5E1A5-9203-86D7-D2D2-6F8449423FB7}"/>
          </ac:spMkLst>
        </pc:spChg>
      </pc:sldChg>
      <pc:sldChg chg="modNotesTx">
        <pc:chgData name="Palit, Tapti" userId="dec6fbcd-7598-406a-8cbf-504d4a3bac15" providerId="ADAL" clId="{65104DF2-1B45-4C36-9E2A-F89658839DCF}" dt="2024-01-24T16:27:12.482" v="5130" actId="20577"/>
        <pc:sldMkLst>
          <pc:docMk/>
          <pc:sldMk cId="3127620984" sldId="886"/>
        </pc:sldMkLst>
      </pc:sldChg>
      <pc:sldChg chg="add mod modShow">
        <pc:chgData name="Palit, Tapti" userId="dec6fbcd-7598-406a-8cbf-504d4a3bac15" providerId="ADAL" clId="{65104DF2-1B45-4C36-9E2A-F89658839DCF}" dt="2024-01-25T18:14:34.781" v="22589" actId="729"/>
        <pc:sldMkLst>
          <pc:docMk/>
          <pc:sldMk cId="1680944788" sldId="887"/>
        </pc:sldMkLst>
      </pc:sldChg>
      <pc:sldChg chg="addSp delSp modSp add del mod modClrScheme delAnim modAnim chgLayout modNotesTx">
        <pc:chgData name="Palit, Tapti" userId="dec6fbcd-7598-406a-8cbf-504d4a3bac15" providerId="ADAL" clId="{65104DF2-1B45-4C36-9E2A-F89658839DCF}" dt="2024-01-25T18:14:25.477" v="22587" actId="2696"/>
        <pc:sldMkLst>
          <pc:docMk/>
          <pc:sldMk cId="3976567652" sldId="887"/>
        </pc:sldMkLst>
        <pc:spChg chg="mod ord">
          <ac:chgData name="Palit, Tapti" userId="dec6fbcd-7598-406a-8cbf-504d4a3bac15" providerId="ADAL" clId="{65104DF2-1B45-4C36-9E2A-F89658839DCF}" dt="2024-01-24T17:08:33.450" v="7935" actId="700"/>
          <ac:spMkLst>
            <pc:docMk/>
            <pc:sldMk cId="3976567652" sldId="887"/>
            <ac:spMk id="3" creationId="{C2AC3463-E898-8385-593F-593DA4125E40}"/>
          </ac:spMkLst>
        </pc:spChg>
        <pc:spChg chg="mod ord">
          <ac:chgData name="Palit, Tapti" userId="dec6fbcd-7598-406a-8cbf-504d4a3bac15" providerId="ADAL" clId="{65104DF2-1B45-4C36-9E2A-F89658839DCF}" dt="2024-01-24T17:08:33.450" v="7935" actId="700"/>
          <ac:spMkLst>
            <pc:docMk/>
            <pc:sldMk cId="3976567652" sldId="887"/>
            <ac:spMk id="4" creationId="{7309343E-9268-AC9B-BD89-8BFF30271D67}"/>
          </ac:spMkLst>
        </pc:spChg>
        <pc:spChg chg="mod">
          <ac:chgData name="Palit, Tapti" userId="dec6fbcd-7598-406a-8cbf-504d4a3bac15" providerId="ADAL" clId="{65104DF2-1B45-4C36-9E2A-F89658839DCF}" dt="2024-01-24T16:51:15.306" v="6974" actId="20577"/>
          <ac:spMkLst>
            <pc:docMk/>
            <pc:sldMk cId="3976567652" sldId="887"/>
            <ac:spMk id="10" creationId="{EEA573DB-F656-4DB1-2FEF-7880B86E2669}"/>
          </ac:spMkLst>
        </pc:spChg>
        <pc:spChg chg="del">
          <ac:chgData name="Palit, Tapti" userId="dec6fbcd-7598-406a-8cbf-504d4a3bac15" providerId="ADAL" clId="{65104DF2-1B45-4C36-9E2A-F89658839DCF}" dt="2024-01-24T16:51:02.546" v="6968" actId="478"/>
          <ac:spMkLst>
            <pc:docMk/>
            <pc:sldMk cId="3976567652" sldId="887"/>
            <ac:spMk id="11" creationId="{E5E969E0-3A17-659B-64C3-EB6001F90104}"/>
          </ac:spMkLst>
        </pc:spChg>
        <pc:spChg chg="del">
          <ac:chgData name="Palit, Tapti" userId="dec6fbcd-7598-406a-8cbf-504d4a3bac15" providerId="ADAL" clId="{65104DF2-1B45-4C36-9E2A-F89658839DCF}" dt="2024-01-24T16:51:02.546" v="6968" actId="478"/>
          <ac:spMkLst>
            <pc:docMk/>
            <pc:sldMk cId="3976567652" sldId="887"/>
            <ac:spMk id="12" creationId="{18B490F0-B8D0-84DB-04DD-EC2F0F476633}"/>
          </ac:spMkLst>
        </pc:spChg>
        <pc:spChg chg="del">
          <ac:chgData name="Palit, Tapti" userId="dec6fbcd-7598-406a-8cbf-504d4a3bac15" providerId="ADAL" clId="{65104DF2-1B45-4C36-9E2A-F89658839DCF}" dt="2024-01-24T16:51:02.546" v="6968" actId="478"/>
          <ac:spMkLst>
            <pc:docMk/>
            <pc:sldMk cId="3976567652" sldId="887"/>
            <ac:spMk id="13" creationId="{7DD5DAE3-481F-6475-1AE1-CE1A5178F441}"/>
          </ac:spMkLst>
        </pc:spChg>
        <pc:spChg chg="add mod">
          <ac:chgData name="Palit, Tapti" userId="dec6fbcd-7598-406a-8cbf-504d4a3bac15" providerId="ADAL" clId="{65104DF2-1B45-4C36-9E2A-F89658839DCF}" dt="2024-01-24T16:56:06.878" v="7210" actId="164"/>
          <ac:spMkLst>
            <pc:docMk/>
            <pc:sldMk cId="3976567652" sldId="887"/>
            <ac:spMk id="15" creationId="{D63A3C53-0327-9293-9C59-58C8058E0976}"/>
          </ac:spMkLst>
        </pc:spChg>
        <pc:spChg chg="add mod">
          <ac:chgData name="Palit, Tapti" userId="dec6fbcd-7598-406a-8cbf-504d4a3bac15" providerId="ADAL" clId="{65104DF2-1B45-4C36-9E2A-F89658839DCF}" dt="2024-01-24T16:56:06.878" v="7210" actId="164"/>
          <ac:spMkLst>
            <pc:docMk/>
            <pc:sldMk cId="3976567652" sldId="887"/>
            <ac:spMk id="18" creationId="{2F1A6429-E65E-61AA-EC4B-8FC1D3A52193}"/>
          </ac:spMkLst>
        </pc:spChg>
        <pc:spChg chg="del">
          <ac:chgData name="Palit, Tapti" userId="dec6fbcd-7598-406a-8cbf-504d4a3bac15" providerId="ADAL" clId="{65104DF2-1B45-4C36-9E2A-F89658839DCF}" dt="2024-01-24T16:51:08.291" v="6970" actId="478"/>
          <ac:spMkLst>
            <pc:docMk/>
            <pc:sldMk cId="3976567652" sldId="887"/>
            <ac:spMk id="20" creationId="{67DB1604-5770-BF45-6E88-ABB286747E63}"/>
          </ac:spMkLst>
        </pc:spChg>
        <pc:spChg chg="del">
          <ac:chgData name="Palit, Tapti" userId="dec6fbcd-7598-406a-8cbf-504d4a3bac15" providerId="ADAL" clId="{65104DF2-1B45-4C36-9E2A-F89658839DCF}" dt="2024-01-24T16:51:10.472" v="6971" actId="478"/>
          <ac:spMkLst>
            <pc:docMk/>
            <pc:sldMk cId="3976567652" sldId="887"/>
            <ac:spMk id="21" creationId="{C803BF47-1D0F-9C45-2B64-D2DD49D48835}"/>
          </ac:spMkLst>
        </pc:spChg>
        <pc:spChg chg="del">
          <ac:chgData name="Palit, Tapti" userId="dec6fbcd-7598-406a-8cbf-504d4a3bac15" providerId="ADAL" clId="{65104DF2-1B45-4C36-9E2A-F89658839DCF}" dt="2024-01-24T16:51:02.546" v="6968" actId="478"/>
          <ac:spMkLst>
            <pc:docMk/>
            <pc:sldMk cId="3976567652" sldId="887"/>
            <ac:spMk id="22" creationId="{A21DFF9E-CFF9-CF82-A9AC-63CC53F753AB}"/>
          </ac:spMkLst>
        </pc:spChg>
        <pc:spChg chg="del">
          <ac:chgData name="Palit, Tapti" userId="dec6fbcd-7598-406a-8cbf-504d4a3bac15" providerId="ADAL" clId="{65104DF2-1B45-4C36-9E2A-F89658839DCF}" dt="2024-01-24T16:51:08.291" v="6970" actId="478"/>
          <ac:spMkLst>
            <pc:docMk/>
            <pc:sldMk cId="3976567652" sldId="887"/>
            <ac:spMk id="23" creationId="{62D4A6D7-C435-AD42-8BE1-9EAB73CCA6ED}"/>
          </ac:spMkLst>
        </pc:spChg>
        <pc:spChg chg="add mod">
          <ac:chgData name="Palit, Tapti" userId="dec6fbcd-7598-406a-8cbf-504d4a3bac15" providerId="ADAL" clId="{65104DF2-1B45-4C36-9E2A-F89658839DCF}" dt="2024-01-24T16:59:36.750" v="7631" actId="1076"/>
          <ac:spMkLst>
            <pc:docMk/>
            <pc:sldMk cId="3976567652" sldId="887"/>
            <ac:spMk id="24" creationId="{7883669F-6042-66F8-9051-62C8F06473DE}"/>
          </ac:spMkLst>
        </pc:spChg>
        <pc:spChg chg="add mod">
          <ac:chgData name="Palit, Tapti" userId="dec6fbcd-7598-406a-8cbf-504d4a3bac15" providerId="ADAL" clId="{65104DF2-1B45-4C36-9E2A-F89658839DCF}" dt="2024-01-24T17:00:08.437" v="7645" actId="1076"/>
          <ac:spMkLst>
            <pc:docMk/>
            <pc:sldMk cId="3976567652" sldId="887"/>
            <ac:spMk id="28" creationId="{E2C8C09F-A457-5E84-0292-CBB73474F96A}"/>
          </ac:spMkLst>
        </pc:spChg>
        <pc:spChg chg="add mod">
          <ac:chgData name="Palit, Tapti" userId="dec6fbcd-7598-406a-8cbf-504d4a3bac15" providerId="ADAL" clId="{65104DF2-1B45-4C36-9E2A-F89658839DCF}" dt="2024-01-24T17:57:30.192" v="9778" actId="20577"/>
          <ac:spMkLst>
            <pc:docMk/>
            <pc:sldMk cId="3976567652" sldId="887"/>
            <ac:spMk id="29" creationId="{EF3D68C7-703A-C586-D52A-D25955DBFDCA}"/>
          </ac:spMkLst>
        </pc:spChg>
        <pc:spChg chg="add mod">
          <ac:chgData name="Palit, Tapti" userId="dec6fbcd-7598-406a-8cbf-504d4a3bac15" providerId="ADAL" clId="{65104DF2-1B45-4C36-9E2A-F89658839DCF}" dt="2024-01-24T17:57:35.687" v="9797" actId="20577"/>
          <ac:spMkLst>
            <pc:docMk/>
            <pc:sldMk cId="3976567652" sldId="887"/>
            <ac:spMk id="30" creationId="{F35980AB-E1C1-CF21-8901-C2B1BE4C3E5E}"/>
          </ac:spMkLst>
        </pc:spChg>
        <pc:spChg chg="add mod">
          <ac:chgData name="Palit, Tapti" userId="dec6fbcd-7598-406a-8cbf-504d4a3bac15" providerId="ADAL" clId="{65104DF2-1B45-4C36-9E2A-F89658839DCF}" dt="2024-01-24T17:08:27.470" v="7932"/>
          <ac:spMkLst>
            <pc:docMk/>
            <pc:sldMk cId="3976567652" sldId="887"/>
            <ac:spMk id="31" creationId="{8080D6CE-39FE-1124-6D97-713155E9F35E}"/>
          </ac:spMkLst>
        </pc:spChg>
        <pc:spChg chg="add del mod">
          <ac:chgData name="Palit, Tapti" userId="dec6fbcd-7598-406a-8cbf-504d4a3bac15" providerId="ADAL" clId="{65104DF2-1B45-4C36-9E2A-F89658839DCF}" dt="2024-01-24T17:08:39.208" v="7937" actId="478"/>
          <ac:spMkLst>
            <pc:docMk/>
            <pc:sldMk cId="3976567652" sldId="887"/>
            <ac:spMk id="32" creationId="{FB34ACD7-2B5E-4361-95FF-6515085D47FA}"/>
          </ac:spMkLst>
        </pc:spChg>
        <pc:spChg chg="add mod ord">
          <ac:chgData name="Palit, Tapti" userId="dec6fbcd-7598-406a-8cbf-504d4a3bac15" providerId="ADAL" clId="{65104DF2-1B45-4C36-9E2A-F89658839DCF}" dt="2024-01-24T17:08:33.450" v="7935" actId="700"/>
          <ac:spMkLst>
            <pc:docMk/>
            <pc:sldMk cId="3976567652" sldId="887"/>
            <ac:spMk id="33" creationId="{0FF329FA-AD80-3EF8-2E40-78DBA07B6413}"/>
          </ac:spMkLst>
        </pc:spChg>
        <pc:spChg chg="add mod ord">
          <ac:chgData name="Palit, Tapti" userId="dec6fbcd-7598-406a-8cbf-504d4a3bac15" providerId="ADAL" clId="{65104DF2-1B45-4C36-9E2A-F89658839DCF}" dt="2024-01-24T17:08:43.099" v="7939" actId="20577"/>
          <ac:spMkLst>
            <pc:docMk/>
            <pc:sldMk cId="3976567652" sldId="887"/>
            <ac:spMk id="34" creationId="{337688A2-C1F0-0967-CEF4-B0179A62746A}"/>
          </ac:spMkLst>
        </pc:spChg>
        <pc:grpChg chg="add mod">
          <ac:chgData name="Palit, Tapti" userId="dec6fbcd-7598-406a-8cbf-504d4a3bac15" providerId="ADAL" clId="{65104DF2-1B45-4C36-9E2A-F89658839DCF}" dt="2024-01-24T16:56:06.878" v="7210" actId="164"/>
          <ac:grpSpMkLst>
            <pc:docMk/>
            <pc:sldMk cId="3976567652" sldId="887"/>
            <ac:grpSpMk id="19" creationId="{99C10DDE-C4D3-B2D7-873D-5089259C72ED}"/>
          </ac:grpSpMkLst>
        </pc:grpChg>
        <pc:graphicFrameChg chg="del">
          <ac:chgData name="Palit, Tapti" userId="dec6fbcd-7598-406a-8cbf-504d4a3bac15" providerId="ADAL" clId="{65104DF2-1B45-4C36-9E2A-F89658839DCF}" dt="2024-01-24T16:51:05.922" v="6969" actId="478"/>
          <ac:graphicFrameMkLst>
            <pc:docMk/>
            <pc:sldMk cId="3976567652" sldId="887"/>
            <ac:graphicFrameMk id="14" creationId="{47782D33-9D3B-4C31-1D10-C9D686012854}"/>
          </ac:graphicFrameMkLst>
        </pc:graphicFrameChg>
        <pc:cxnChg chg="add mod">
          <ac:chgData name="Palit, Tapti" userId="dec6fbcd-7598-406a-8cbf-504d4a3bac15" providerId="ADAL" clId="{65104DF2-1B45-4C36-9E2A-F89658839DCF}" dt="2024-01-24T16:56:06.878" v="7210" actId="164"/>
          <ac:cxnSpMkLst>
            <pc:docMk/>
            <pc:sldMk cId="3976567652" sldId="887"/>
            <ac:cxnSpMk id="5" creationId="{F7C5B6FB-31F6-4901-2EE7-2C31CFD6634F}"/>
          </ac:cxnSpMkLst>
        </pc:cxnChg>
        <pc:cxnChg chg="add mod">
          <ac:chgData name="Palit, Tapti" userId="dec6fbcd-7598-406a-8cbf-504d4a3bac15" providerId="ADAL" clId="{65104DF2-1B45-4C36-9E2A-F89658839DCF}" dt="2024-01-24T16:56:06.878" v="7210" actId="164"/>
          <ac:cxnSpMkLst>
            <pc:docMk/>
            <pc:sldMk cId="3976567652" sldId="887"/>
            <ac:cxnSpMk id="8" creationId="{0BEB1967-8B80-F624-1355-CBA08B87C993}"/>
          </ac:cxnSpMkLst>
        </pc:cxnChg>
        <pc:cxnChg chg="del mod">
          <ac:chgData name="Palit, Tapti" userId="dec6fbcd-7598-406a-8cbf-504d4a3bac15" providerId="ADAL" clId="{65104DF2-1B45-4C36-9E2A-F89658839DCF}" dt="2024-01-24T16:51:02.546" v="6968" actId="478"/>
          <ac:cxnSpMkLst>
            <pc:docMk/>
            <pc:sldMk cId="3976567652" sldId="887"/>
            <ac:cxnSpMk id="16" creationId="{BAFAA1AF-F0A5-DCB5-D35C-BDB01BD8D844}"/>
          </ac:cxnSpMkLst>
        </pc:cxnChg>
        <pc:cxnChg chg="del mod">
          <ac:chgData name="Palit, Tapti" userId="dec6fbcd-7598-406a-8cbf-504d4a3bac15" providerId="ADAL" clId="{65104DF2-1B45-4C36-9E2A-F89658839DCF}" dt="2024-01-24T16:51:02.546" v="6968" actId="478"/>
          <ac:cxnSpMkLst>
            <pc:docMk/>
            <pc:sldMk cId="3976567652" sldId="887"/>
            <ac:cxnSpMk id="17" creationId="{F5A9ADBF-BCC8-3622-88B5-E8D0755ECFC9}"/>
          </ac:cxnSpMkLst>
        </pc:cxnChg>
        <pc:cxnChg chg="add mod">
          <ac:chgData name="Palit, Tapti" userId="dec6fbcd-7598-406a-8cbf-504d4a3bac15" providerId="ADAL" clId="{65104DF2-1B45-4C36-9E2A-F89658839DCF}" dt="2024-01-24T16:59:36.750" v="7631" actId="1076"/>
          <ac:cxnSpMkLst>
            <pc:docMk/>
            <pc:sldMk cId="3976567652" sldId="887"/>
            <ac:cxnSpMk id="25" creationId="{8A4C34E4-54AE-509A-9399-E1FB9D5774DB}"/>
          </ac:cxnSpMkLst>
        </pc:cxnChg>
      </pc:sldChg>
      <pc:sldChg chg="modSp add del mod addCm delCm modCm modNotesTx">
        <pc:chgData name="Palit, Tapti" userId="dec6fbcd-7598-406a-8cbf-504d4a3bac15" providerId="ADAL" clId="{65104DF2-1B45-4C36-9E2A-F89658839DCF}" dt="2024-01-26T00:16:32.075" v="22917"/>
        <pc:sldMkLst>
          <pc:docMk/>
          <pc:sldMk cId="4097136951" sldId="888"/>
        </pc:sldMkLst>
        <pc:spChg chg="mod">
          <ac:chgData name="Palit, Tapti" userId="dec6fbcd-7598-406a-8cbf-504d4a3bac15" providerId="ADAL" clId="{65104DF2-1B45-4C36-9E2A-F89658839DCF}" dt="2024-01-24T18:46:04.158" v="15206" actId="20577"/>
          <ac:spMkLst>
            <pc:docMk/>
            <pc:sldMk cId="4097136951" sldId="888"/>
            <ac:spMk id="3" creationId="{8236E983-A1AB-BAEC-070D-E86B081F7A76}"/>
          </ac:spMkLst>
        </pc:spChg>
        <pc:spChg chg="mod">
          <ac:chgData name="Palit, Tapti" userId="dec6fbcd-7598-406a-8cbf-504d4a3bac15" providerId="ADAL" clId="{65104DF2-1B45-4C36-9E2A-F89658839DCF}" dt="2024-01-25T18:14:18.541" v="22586"/>
          <ac:spMkLst>
            <pc:docMk/>
            <pc:sldMk cId="4097136951" sldId="888"/>
            <ac:spMk id="7" creationId="{05B2C013-A15C-AAB6-5070-049E85709C45}"/>
          </ac:spMkLst>
        </pc:spChg>
        <pc:spChg chg="mod">
          <ac:chgData name="Palit, Tapti" userId="dec6fbcd-7598-406a-8cbf-504d4a3bac15" providerId="ADAL" clId="{65104DF2-1B45-4C36-9E2A-F89658839DCF}" dt="2024-01-24T16:47:33.249" v="6868" actId="20577"/>
          <ac:spMkLst>
            <pc:docMk/>
            <pc:sldMk cId="4097136951" sldId="888"/>
            <ac:spMk id="12" creationId="{498AE73A-CEAA-1376-AD9C-8110A90B14BF}"/>
          </ac:spMkLst>
        </pc:spChg>
        <pc:extLst>
          <p:ext xmlns:p="http://schemas.openxmlformats.org/presentationml/2006/main" uri="{D6D511B9-2390-475A-947B-AFAB55BFBCF1}">
            <pc226:cmChg xmlns:pc226="http://schemas.microsoft.com/office/powerpoint/2022/06/main/command" chg="add mod">
              <pc226:chgData name="Palit, Tapti" userId="dec6fbcd-7598-406a-8cbf-504d4a3bac15" providerId="ADAL" clId="{65104DF2-1B45-4C36-9E2A-F89658839DCF}" dt="2024-01-26T00:16:32.075" v="22917"/>
              <pc2:cmMkLst xmlns:pc2="http://schemas.microsoft.com/office/powerpoint/2019/9/main/command">
                <pc:docMk/>
                <pc:sldMk cId="4097136951" sldId="888"/>
                <pc2:cmMk id="{A978FD06-FD90-46F6-B847-06EF784134CC}"/>
              </pc2:cmMkLst>
            </pc226:cmChg>
            <pc226:cmChg xmlns:pc226="http://schemas.microsoft.com/office/powerpoint/2022/06/main/command" chg="del">
              <pc226:chgData name="Palit, Tapti" userId="dec6fbcd-7598-406a-8cbf-504d4a3bac15" providerId="ADAL" clId="{65104DF2-1B45-4C36-9E2A-F89658839DCF}" dt="2024-01-26T00:16:04.678" v="22915"/>
              <pc2:cmMkLst xmlns:pc2="http://schemas.microsoft.com/office/powerpoint/2019/9/main/command">
                <pc:docMk/>
                <pc:sldMk cId="4097136951" sldId="888"/>
                <pc2:cmMk id="{2F6B944E-8A4D-41C4-B829-D7CCA2F91A36}"/>
              </pc2:cmMkLst>
            </pc226:cmChg>
          </p:ext>
        </pc:extLst>
      </pc:sldChg>
      <pc:sldChg chg="del">
        <pc:chgData name="Palit, Tapti" userId="dec6fbcd-7598-406a-8cbf-504d4a3bac15" providerId="ADAL" clId="{65104DF2-1B45-4C36-9E2A-F89658839DCF}" dt="2024-01-24T16:50:28.933" v="6965" actId="47"/>
        <pc:sldMkLst>
          <pc:docMk/>
          <pc:sldMk cId="1537709732" sldId="889"/>
        </pc:sldMkLst>
      </pc:sldChg>
      <pc:sldChg chg="del">
        <pc:chgData name="Palit, Tapti" userId="dec6fbcd-7598-406a-8cbf-504d4a3bac15" providerId="ADAL" clId="{65104DF2-1B45-4C36-9E2A-F89658839DCF}" dt="2024-01-24T16:50:28.933" v="6965" actId="47"/>
        <pc:sldMkLst>
          <pc:docMk/>
          <pc:sldMk cId="491903529" sldId="890"/>
        </pc:sldMkLst>
      </pc:sldChg>
      <pc:sldChg chg="del">
        <pc:chgData name="Palit, Tapti" userId="dec6fbcd-7598-406a-8cbf-504d4a3bac15" providerId="ADAL" clId="{65104DF2-1B45-4C36-9E2A-F89658839DCF}" dt="2024-01-24T16:50:28.933" v="6965" actId="47"/>
        <pc:sldMkLst>
          <pc:docMk/>
          <pc:sldMk cId="809891943" sldId="891"/>
        </pc:sldMkLst>
      </pc:sldChg>
      <pc:sldChg chg="del">
        <pc:chgData name="Palit, Tapti" userId="dec6fbcd-7598-406a-8cbf-504d4a3bac15" providerId="ADAL" clId="{65104DF2-1B45-4C36-9E2A-F89658839DCF}" dt="2024-01-24T16:50:28.933" v="6965" actId="47"/>
        <pc:sldMkLst>
          <pc:docMk/>
          <pc:sldMk cId="2693632428" sldId="892"/>
        </pc:sldMkLst>
      </pc:sldChg>
      <pc:sldChg chg="addSp delSp modSp mod delAnim modNotesTx">
        <pc:chgData name="Palit, Tapti" userId="dec6fbcd-7598-406a-8cbf-504d4a3bac15" providerId="ADAL" clId="{65104DF2-1B45-4C36-9E2A-F89658839DCF}" dt="2024-01-24T17:56:54.908" v="9746" actId="1076"/>
        <pc:sldMkLst>
          <pc:docMk/>
          <pc:sldMk cId="3356010725" sldId="893"/>
        </pc:sldMkLst>
        <pc:spChg chg="mod">
          <ac:chgData name="Palit, Tapti" userId="dec6fbcd-7598-406a-8cbf-504d4a3bac15" providerId="ADAL" clId="{65104DF2-1B45-4C36-9E2A-F89658839DCF}" dt="2024-01-24T17:53:35.412" v="9619" actId="1076"/>
          <ac:spMkLst>
            <pc:docMk/>
            <pc:sldMk cId="3356010725" sldId="893"/>
            <ac:spMk id="2" creationId="{78ADB5FF-CFA4-7564-97E6-5A49C2EBB235}"/>
          </ac:spMkLst>
        </pc:spChg>
        <pc:spChg chg="mod">
          <ac:chgData name="Palit, Tapti" userId="dec6fbcd-7598-406a-8cbf-504d4a3bac15" providerId="ADAL" clId="{65104DF2-1B45-4C36-9E2A-F89658839DCF}" dt="2024-01-24T17:50:49.191" v="9204" actId="20577"/>
          <ac:spMkLst>
            <pc:docMk/>
            <pc:sldMk cId="3356010725" sldId="893"/>
            <ac:spMk id="3" creationId="{5FE2BFFF-7C0B-8516-60E0-B77A6D70F108}"/>
          </ac:spMkLst>
        </pc:spChg>
        <pc:spChg chg="del">
          <ac:chgData name="Palit, Tapti" userId="dec6fbcd-7598-406a-8cbf-504d4a3bac15" providerId="ADAL" clId="{65104DF2-1B45-4C36-9E2A-F89658839DCF}" dt="2024-01-24T17:53:40.576" v="9620" actId="478"/>
          <ac:spMkLst>
            <pc:docMk/>
            <pc:sldMk cId="3356010725" sldId="893"/>
            <ac:spMk id="6" creationId="{4419A68E-2AD6-8E5B-47D1-A9B8CD834906}"/>
          </ac:spMkLst>
        </pc:spChg>
        <pc:spChg chg="del">
          <ac:chgData name="Palit, Tapti" userId="dec6fbcd-7598-406a-8cbf-504d4a3bac15" providerId="ADAL" clId="{65104DF2-1B45-4C36-9E2A-F89658839DCF}" dt="2024-01-24T17:53:40.576" v="9620" actId="478"/>
          <ac:spMkLst>
            <pc:docMk/>
            <pc:sldMk cId="3356010725" sldId="893"/>
            <ac:spMk id="7" creationId="{A196A5EA-CF60-FC0A-0B81-B69B06138ABF}"/>
          </ac:spMkLst>
        </pc:spChg>
        <pc:spChg chg="del">
          <ac:chgData name="Palit, Tapti" userId="dec6fbcd-7598-406a-8cbf-504d4a3bac15" providerId="ADAL" clId="{65104DF2-1B45-4C36-9E2A-F89658839DCF}" dt="2024-01-24T17:53:40.576" v="9620" actId="478"/>
          <ac:spMkLst>
            <pc:docMk/>
            <pc:sldMk cId="3356010725" sldId="893"/>
            <ac:spMk id="8" creationId="{3938D7B5-F57A-096C-ECE0-A5E1B9FAA446}"/>
          </ac:spMkLst>
        </pc:spChg>
        <pc:spChg chg="del">
          <ac:chgData name="Palit, Tapti" userId="dec6fbcd-7598-406a-8cbf-504d4a3bac15" providerId="ADAL" clId="{65104DF2-1B45-4C36-9E2A-F89658839DCF}" dt="2024-01-24T17:53:40.576" v="9620" actId="478"/>
          <ac:spMkLst>
            <pc:docMk/>
            <pc:sldMk cId="3356010725" sldId="893"/>
            <ac:spMk id="9" creationId="{733BFF08-0FF8-B61B-88F5-45B4DBC85C91}"/>
          </ac:spMkLst>
        </pc:spChg>
        <pc:spChg chg="del">
          <ac:chgData name="Palit, Tapti" userId="dec6fbcd-7598-406a-8cbf-504d4a3bac15" providerId="ADAL" clId="{65104DF2-1B45-4C36-9E2A-F89658839DCF}" dt="2024-01-24T17:53:40.576" v="9620" actId="478"/>
          <ac:spMkLst>
            <pc:docMk/>
            <pc:sldMk cId="3356010725" sldId="893"/>
            <ac:spMk id="10" creationId="{0BAEBBC9-32D5-CB07-3DAE-43C5D6E8F4DD}"/>
          </ac:spMkLst>
        </pc:spChg>
        <pc:spChg chg="del">
          <ac:chgData name="Palit, Tapti" userId="dec6fbcd-7598-406a-8cbf-504d4a3bac15" providerId="ADAL" clId="{65104DF2-1B45-4C36-9E2A-F89658839DCF}" dt="2024-01-24T17:53:40.576" v="9620" actId="478"/>
          <ac:spMkLst>
            <pc:docMk/>
            <pc:sldMk cId="3356010725" sldId="893"/>
            <ac:spMk id="11" creationId="{A96009CE-EC1A-5847-5D69-604392CC0421}"/>
          </ac:spMkLst>
        </pc:spChg>
        <pc:spChg chg="del">
          <ac:chgData name="Palit, Tapti" userId="dec6fbcd-7598-406a-8cbf-504d4a3bac15" providerId="ADAL" clId="{65104DF2-1B45-4C36-9E2A-F89658839DCF}" dt="2024-01-24T17:53:40.576" v="9620" actId="478"/>
          <ac:spMkLst>
            <pc:docMk/>
            <pc:sldMk cId="3356010725" sldId="893"/>
            <ac:spMk id="12" creationId="{8972A315-A179-F955-E9B5-4D88018F6679}"/>
          </ac:spMkLst>
        </pc:spChg>
        <pc:spChg chg="del">
          <ac:chgData name="Palit, Tapti" userId="dec6fbcd-7598-406a-8cbf-504d4a3bac15" providerId="ADAL" clId="{65104DF2-1B45-4C36-9E2A-F89658839DCF}" dt="2024-01-24T17:53:40.576" v="9620" actId="478"/>
          <ac:spMkLst>
            <pc:docMk/>
            <pc:sldMk cId="3356010725" sldId="893"/>
            <ac:spMk id="13" creationId="{C25C473C-38E3-1E2F-26BE-C407684C6240}"/>
          </ac:spMkLst>
        </pc:spChg>
        <pc:spChg chg="del">
          <ac:chgData name="Palit, Tapti" userId="dec6fbcd-7598-406a-8cbf-504d4a3bac15" providerId="ADAL" clId="{65104DF2-1B45-4C36-9E2A-F89658839DCF}" dt="2024-01-24T17:53:40.576" v="9620" actId="478"/>
          <ac:spMkLst>
            <pc:docMk/>
            <pc:sldMk cId="3356010725" sldId="893"/>
            <ac:spMk id="37" creationId="{C5BF83D3-5627-A8A0-0FD6-1FCFC87F5F92}"/>
          </ac:spMkLst>
        </pc:spChg>
        <pc:spChg chg="del">
          <ac:chgData name="Palit, Tapti" userId="dec6fbcd-7598-406a-8cbf-504d4a3bac15" providerId="ADAL" clId="{65104DF2-1B45-4C36-9E2A-F89658839DCF}" dt="2024-01-24T17:53:40.576" v="9620" actId="478"/>
          <ac:spMkLst>
            <pc:docMk/>
            <pc:sldMk cId="3356010725" sldId="893"/>
            <ac:spMk id="38" creationId="{B081AC17-5BE7-7EB5-5832-020C31E0F728}"/>
          </ac:spMkLst>
        </pc:spChg>
        <pc:spChg chg="del">
          <ac:chgData name="Palit, Tapti" userId="dec6fbcd-7598-406a-8cbf-504d4a3bac15" providerId="ADAL" clId="{65104DF2-1B45-4C36-9E2A-F89658839DCF}" dt="2024-01-24T17:53:40.576" v="9620" actId="478"/>
          <ac:spMkLst>
            <pc:docMk/>
            <pc:sldMk cId="3356010725" sldId="893"/>
            <ac:spMk id="42" creationId="{8E53E54D-1229-D392-3261-73886DC90D1B}"/>
          </ac:spMkLst>
        </pc:spChg>
        <pc:spChg chg="del">
          <ac:chgData name="Palit, Tapti" userId="dec6fbcd-7598-406a-8cbf-504d4a3bac15" providerId="ADAL" clId="{65104DF2-1B45-4C36-9E2A-F89658839DCF}" dt="2024-01-24T17:53:40.576" v="9620" actId="478"/>
          <ac:spMkLst>
            <pc:docMk/>
            <pc:sldMk cId="3356010725" sldId="893"/>
            <ac:spMk id="43" creationId="{2466F079-067A-2107-28AD-A38BB4C0E50D}"/>
          </ac:spMkLst>
        </pc:spChg>
        <pc:graphicFrameChg chg="add mod modGraphic">
          <ac:chgData name="Palit, Tapti" userId="dec6fbcd-7598-406a-8cbf-504d4a3bac15" providerId="ADAL" clId="{65104DF2-1B45-4C36-9E2A-F89658839DCF}" dt="2024-01-24T17:56:54.908" v="9746" actId="1076"/>
          <ac:graphicFrameMkLst>
            <pc:docMk/>
            <pc:sldMk cId="3356010725" sldId="893"/>
            <ac:graphicFrameMk id="5" creationId="{7ECF2037-10E9-1EF5-9A3F-06EFBCAC89DA}"/>
          </ac:graphicFrameMkLst>
        </pc:graphicFrameChg>
        <pc:graphicFrameChg chg="del">
          <ac:chgData name="Palit, Tapti" userId="dec6fbcd-7598-406a-8cbf-504d4a3bac15" providerId="ADAL" clId="{65104DF2-1B45-4C36-9E2A-F89658839DCF}" dt="2024-01-24T17:53:40.576" v="9620" actId="478"/>
          <ac:graphicFrameMkLst>
            <pc:docMk/>
            <pc:sldMk cId="3356010725" sldId="893"/>
            <ac:graphicFrameMk id="41" creationId="{329C10E1-9B28-397E-2437-9A93E825EEED}"/>
          </ac:graphicFrameMkLst>
        </pc:graphicFrameChg>
        <pc:cxnChg chg="del mod">
          <ac:chgData name="Palit, Tapti" userId="dec6fbcd-7598-406a-8cbf-504d4a3bac15" providerId="ADAL" clId="{65104DF2-1B45-4C36-9E2A-F89658839DCF}" dt="2024-01-24T17:53:40.576" v="9620" actId="478"/>
          <ac:cxnSpMkLst>
            <pc:docMk/>
            <pc:sldMk cId="3356010725" sldId="893"/>
            <ac:cxnSpMk id="15" creationId="{04D2C7C3-CCA4-33CD-A88D-5C7AA8DEC47B}"/>
          </ac:cxnSpMkLst>
        </pc:cxnChg>
        <pc:cxnChg chg="del mod">
          <ac:chgData name="Palit, Tapti" userId="dec6fbcd-7598-406a-8cbf-504d4a3bac15" providerId="ADAL" clId="{65104DF2-1B45-4C36-9E2A-F89658839DCF}" dt="2024-01-24T17:53:40.576" v="9620" actId="478"/>
          <ac:cxnSpMkLst>
            <pc:docMk/>
            <pc:sldMk cId="3356010725" sldId="893"/>
            <ac:cxnSpMk id="16" creationId="{47CE0419-3B53-C4DC-F2AC-E7617695D07A}"/>
          </ac:cxnSpMkLst>
        </pc:cxnChg>
        <pc:cxnChg chg="del mod">
          <ac:chgData name="Palit, Tapti" userId="dec6fbcd-7598-406a-8cbf-504d4a3bac15" providerId="ADAL" clId="{65104DF2-1B45-4C36-9E2A-F89658839DCF}" dt="2024-01-24T17:53:40.576" v="9620" actId="478"/>
          <ac:cxnSpMkLst>
            <pc:docMk/>
            <pc:sldMk cId="3356010725" sldId="893"/>
            <ac:cxnSpMk id="19" creationId="{793EDDD2-B890-ACF0-F1FC-461BAEFC460D}"/>
          </ac:cxnSpMkLst>
        </pc:cxnChg>
        <pc:cxnChg chg="del mod">
          <ac:chgData name="Palit, Tapti" userId="dec6fbcd-7598-406a-8cbf-504d4a3bac15" providerId="ADAL" clId="{65104DF2-1B45-4C36-9E2A-F89658839DCF}" dt="2024-01-24T17:53:40.576" v="9620" actId="478"/>
          <ac:cxnSpMkLst>
            <pc:docMk/>
            <pc:sldMk cId="3356010725" sldId="893"/>
            <ac:cxnSpMk id="22" creationId="{CA8F21FB-E8CC-6374-0CC4-1841D5AE80BE}"/>
          </ac:cxnSpMkLst>
        </pc:cxnChg>
        <pc:cxnChg chg="del mod">
          <ac:chgData name="Palit, Tapti" userId="dec6fbcd-7598-406a-8cbf-504d4a3bac15" providerId="ADAL" clId="{65104DF2-1B45-4C36-9E2A-F89658839DCF}" dt="2024-01-24T17:53:40.576" v="9620" actId="478"/>
          <ac:cxnSpMkLst>
            <pc:docMk/>
            <pc:sldMk cId="3356010725" sldId="893"/>
            <ac:cxnSpMk id="25" creationId="{2085C473-5C1F-90ED-F8E0-5387BA3AAAA8}"/>
          </ac:cxnSpMkLst>
        </pc:cxnChg>
        <pc:cxnChg chg="del mod">
          <ac:chgData name="Palit, Tapti" userId="dec6fbcd-7598-406a-8cbf-504d4a3bac15" providerId="ADAL" clId="{65104DF2-1B45-4C36-9E2A-F89658839DCF}" dt="2024-01-24T17:53:40.576" v="9620" actId="478"/>
          <ac:cxnSpMkLst>
            <pc:docMk/>
            <pc:sldMk cId="3356010725" sldId="893"/>
            <ac:cxnSpMk id="28" creationId="{5FA85DDD-B162-7047-D5FB-1E648EEE98E1}"/>
          </ac:cxnSpMkLst>
        </pc:cxnChg>
        <pc:cxnChg chg="del mod">
          <ac:chgData name="Palit, Tapti" userId="dec6fbcd-7598-406a-8cbf-504d4a3bac15" providerId="ADAL" clId="{65104DF2-1B45-4C36-9E2A-F89658839DCF}" dt="2024-01-24T17:53:40.576" v="9620" actId="478"/>
          <ac:cxnSpMkLst>
            <pc:docMk/>
            <pc:sldMk cId="3356010725" sldId="893"/>
            <ac:cxnSpMk id="33" creationId="{1923E23B-4A0C-F3A0-81F7-59CE0D5922EB}"/>
          </ac:cxnSpMkLst>
        </pc:cxnChg>
      </pc:sldChg>
      <pc:sldChg chg="del">
        <pc:chgData name="Palit, Tapti" userId="dec6fbcd-7598-406a-8cbf-504d4a3bac15" providerId="ADAL" clId="{65104DF2-1B45-4C36-9E2A-F89658839DCF}" dt="2024-01-24T17:10:29.144" v="7963" actId="2696"/>
        <pc:sldMkLst>
          <pc:docMk/>
          <pc:sldMk cId="446520717" sldId="894"/>
        </pc:sldMkLst>
      </pc:sldChg>
      <pc:sldChg chg="add mod modShow">
        <pc:chgData name="Palit, Tapti" userId="dec6fbcd-7598-406a-8cbf-504d4a3bac15" providerId="ADAL" clId="{65104DF2-1B45-4C36-9E2A-F89658839DCF}" dt="2024-01-24T17:10:35.640" v="7965" actId="729"/>
        <pc:sldMkLst>
          <pc:docMk/>
          <pc:sldMk cId="673836833" sldId="894"/>
        </pc:sldMkLst>
      </pc:sldChg>
      <pc:sldChg chg="modSp mod modNotesTx">
        <pc:chgData name="Palit, Tapti" userId="dec6fbcd-7598-406a-8cbf-504d4a3bac15" providerId="ADAL" clId="{65104DF2-1B45-4C36-9E2A-F89658839DCF}" dt="2024-01-24T18:47:39.628" v="15461" actId="20577"/>
        <pc:sldMkLst>
          <pc:docMk/>
          <pc:sldMk cId="12876535" sldId="895"/>
        </pc:sldMkLst>
        <pc:graphicFrameChg chg="mod modGraphic">
          <ac:chgData name="Palit, Tapti" userId="dec6fbcd-7598-406a-8cbf-504d4a3bac15" providerId="ADAL" clId="{65104DF2-1B45-4C36-9E2A-F89658839DCF}" dt="2024-01-24T18:46:27.836" v="15208" actId="1076"/>
          <ac:graphicFrameMkLst>
            <pc:docMk/>
            <pc:sldMk cId="12876535" sldId="895"/>
            <ac:graphicFrameMk id="5" creationId="{3A575547-83BE-2DB9-68F9-3B02678257AA}"/>
          </ac:graphicFrameMkLst>
        </pc:graphicFrameChg>
      </pc:sldChg>
      <pc:sldChg chg="del">
        <pc:chgData name="Palit, Tapti" userId="dec6fbcd-7598-406a-8cbf-504d4a3bac15" providerId="ADAL" clId="{65104DF2-1B45-4C36-9E2A-F89658839DCF}" dt="2024-01-24T17:10:29.144" v="7963" actId="2696"/>
        <pc:sldMkLst>
          <pc:docMk/>
          <pc:sldMk cId="942153341" sldId="899"/>
        </pc:sldMkLst>
      </pc:sldChg>
      <pc:sldChg chg="add mod modShow">
        <pc:chgData name="Palit, Tapti" userId="dec6fbcd-7598-406a-8cbf-504d4a3bac15" providerId="ADAL" clId="{65104DF2-1B45-4C36-9E2A-F89658839DCF}" dt="2024-01-24T17:10:35.640" v="7965" actId="729"/>
        <pc:sldMkLst>
          <pc:docMk/>
          <pc:sldMk cId="1038896666" sldId="899"/>
        </pc:sldMkLst>
      </pc:sldChg>
      <pc:sldChg chg="delSp modSp mod modNotesTx">
        <pc:chgData name="Palit, Tapti" userId="dec6fbcd-7598-406a-8cbf-504d4a3bac15" providerId="ADAL" clId="{65104DF2-1B45-4C36-9E2A-F89658839DCF}" dt="2024-01-24T18:19:22.038" v="11898" actId="20577"/>
        <pc:sldMkLst>
          <pc:docMk/>
          <pc:sldMk cId="2357037310" sldId="901"/>
        </pc:sldMkLst>
        <pc:spChg chg="mod">
          <ac:chgData name="Palit, Tapti" userId="dec6fbcd-7598-406a-8cbf-504d4a3bac15" providerId="ADAL" clId="{65104DF2-1B45-4C36-9E2A-F89658839DCF}" dt="2024-01-24T18:18:49.493" v="11830" actId="20577"/>
          <ac:spMkLst>
            <pc:docMk/>
            <pc:sldMk cId="2357037310" sldId="901"/>
            <ac:spMk id="5" creationId="{A5C03726-C797-7BB6-252B-7E78B26463A4}"/>
          </ac:spMkLst>
        </pc:spChg>
        <pc:spChg chg="del">
          <ac:chgData name="Palit, Tapti" userId="dec6fbcd-7598-406a-8cbf-504d4a3bac15" providerId="ADAL" clId="{65104DF2-1B45-4C36-9E2A-F89658839DCF}" dt="2024-01-24T18:18:54.107" v="11831" actId="478"/>
          <ac:spMkLst>
            <pc:docMk/>
            <pc:sldMk cId="2357037310" sldId="901"/>
            <ac:spMk id="21" creationId="{189AB983-49A8-77BE-6162-D33A6158414B}"/>
          </ac:spMkLst>
        </pc:spChg>
        <pc:spChg chg="mod">
          <ac:chgData name="Palit, Tapti" userId="dec6fbcd-7598-406a-8cbf-504d4a3bac15" providerId="ADAL" clId="{65104DF2-1B45-4C36-9E2A-F89658839DCF}" dt="2024-01-24T18:18:57.716" v="11832" actId="20577"/>
          <ac:spMkLst>
            <pc:docMk/>
            <pc:sldMk cId="2357037310" sldId="901"/>
            <ac:spMk id="22" creationId="{FE02C250-4CDB-4D0D-AB89-C5865608681F}"/>
          </ac:spMkLst>
        </pc:spChg>
      </pc:sldChg>
      <pc:sldChg chg="del">
        <pc:chgData name="Palit, Tapti" userId="dec6fbcd-7598-406a-8cbf-504d4a3bac15" providerId="ADAL" clId="{65104DF2-1B45-4C36-9E2A-F89658839DCF}" dt="2024-01-24T15:56:32.501" v="3158" actId="47"/>
        <pc:sldMkLst>
          <pc:docMk/>
          <pc:sldMk cId="3857679886" sldId="904"/>
        </pc:sldMkLst>
      </pc:sldChg>
      <pc:sldChg chg="modNotesTx">
        <pc:chgData name="Palit, Tapti" userId="dec6fbcd-7598-406a-8cbf-504d4a3bac15" providerId="ADAL" clId="{65104DF2-1B45-4C36-9E2A-F89658839DCF}" dt="2024-01-24T18:25:59.762" v="12965" actId="20577"/>
        <pc:sldMkLst>
          <pc:docMk/>
          <pc:sldMk cId="1077630109" sldId="906"/>
        </pc:sldMkLst>
      </pc:sldChg>
      <pc:sldChg chg="modSp del mod">
        <pc:chgData name="Palit, Tapti" userId="dec6fbcd-7598-406a-8cbf-504d4a3bac15" providerId="ADAL" clId="{65104DF2-1B45-4C36-9E2A-F89658839DCF}" dt="2024-01-24T17:11:06.591" v="7978" actId="47"/>
        <pc:sldMkLst>
          <pc:docMk/>
          <pc:sldMk cId="4262168973" sldId="907"/>
        </pc:sldMkLst>
        <pc:spChg chg="mod">
          <ac:chgData name="Palit, Tapti" userId="dec6fbcd-7598-406a-8cbf-504d4a3bac15" providerId="ADAL" clId="{65104DF2-1B45-4C36-9E2A-F89658839DCF}" dt="2024-01-24T17:11:00.705" v="7977" actId="20577"/>
          <ac:spMkLst>
            <pc:docMk/>
            <pc:sldMk cId="4262168973" sldId="907"/>
            <ac:spMk id="3" creationId="{52000219-C771-E29D-E126-40B5BF54EC25}"/>
          </ac:spMkLst>
        </pc:spChg>
      </pc:sldChg>
      <pc:sldChg chg="modSp mod modNotesTx">
        <pc:chgData name="Palit, Tapti" userId="dec6fbcd-7598-406a-8cbf-504d4a3bac15" providerId="ADAL" clId="{65104DF2-1B45-4C36-9E2A-F89658839DCF}" dt="2024-01-24T18:27:14.591" v="13197" actId="20577"/>
        <pc:sldMkLst>
          <pc:docMk/>
          <pc:sldMk cId="451653202" sldId="908"/>
        </pc:sldMkLst>
        <pc:spChg chg="mod">
          <ac:chgData name="Palit, Tapti" userId="dec6fbcd-7598-406a-8cbf-504d4a3bac15" providerId="ADAL" clId="{65104DF2-1B45-4C36-9E2A-F89658839DCF}" dt="2024-01-24T18:23:42.996" v="12544" actId="20577"/>
          <ac:spMkLst>
            <pc:docMk/>
            <pc:sldMk cId="451653202" sldId="908"/>
            <ac:spMk id="3" creationId="{2712F33D-AE7B-D89A-8E52-A0CDF202C0DB}"/>
          </ac:spMkLst>
        </pc:spChg>
      </pc:sldChg>
      <pc:sldChg chg="addSp modSp mod modAnim modNotesTx">
        <pc:chgData name="Palit, Tapti" userId="dec6fbcd-7598-406a-8cbf-504d4a3bac15" providerId="ADAL" clId="{65104DF2-1B45-4C36-9E2A-F89658839DCF}" dt="2024-01-24T18:30:40.185" v="13593" actId="20577"/>
        <pc:sldMkLst>
          <pc:docMk/>
          <pc:sldMk cId="3860485384" sldId="909"/>
        </pc:sldMkLst>
        <pc:spChg chg="add mod">
          <ac:chgData name="Palit, Tapti" userId="dec6fbcd-7598-406a-8cbf-504d4a3bac15" providerId="ADAL" clId="{65104DF2-1B45-4C36-9E2A-F89658839DCF}" dt="2024-01-24T18:28:53.470" v="13268" actId="14100"/>
          <ac:spMkLst>
            <pc:docMk/>
            <pc:sldMk cId="3860485384" sldId="909"/>
            <ac:spMk id="6" creationId="{A842B7AF-EF49-17AD-11A4-FA536C5CB09E}"/>
          </ac:spMkLst>
        </pc:spChg>
        <pc:spChg chg="mod">
          <ac:chgData name="Palit, Tapti" userId="dec6fbcd-7598-406a-8cbf-504d4a3bac15" providerId="ADAL" clId="{65104DF2-1B45-4C36-9E2A-F89658839DCF}" dt="2024-01-24T18:27:42.922" v="13216" actId="20577"/>
          <ac:spMkLst>
            <pc:docMk/>
            <pc:sldMk cId="3860485384" sldId="909"/>
            <ac:spMk id="15" creationId="{30E9CCF6-C0BA-B0F9-FD48-0BF4C0791D20}"/>
          </ac:spMkLst>
        </pc:spChg>
      </pc:sldChg>
      <pc:sldChg chg="modNotesTx">
        <pc:chgData name="Palit, Tapti" userId="dec6fbcd-7598-406a-8cbf-504d4a3bac15" providerId="ADAL" clId="{65104DF2-1B45-4C36-9E2A-F89658839DCF}" dt="2024-01-24T18:36:19.808" v="14149" actId="20577"/>
        <pc:sldMkLst>
          <pc:docMk/>
          <pc:sldMk cId="3430816932" sldId="910"/>
        </pc:sldMkLst>
      </pc:sldChg>
      <pc:sldChg chg="addSp modSp mod modAnim modNotesTx">
        <pc:chgData name="Palit, Tapti" userId="dec6fbcd-7598-406a-8cbf-504d4a3bac15" providerId="ADAL" clId="{65104DF2-1B45-4C36-9E2A-F89658839DCF}" dt="2024-01-24T18:35:54.748" v="14069" actId="2085"/>
        <pc:sldMkLst>
          <pc:docMk/>
          <pc:sldMk cId="2719217279" sldId="913"/>
        </pc:sldMkLst>
        <pc:spChg chg="add mod">
          <ac:chgData name="Palit, Tapti" userId="dec6fbcd-7598-406a-8cbf-504d4a3bac15" providerId="ADAL" clId="{65104DF2-1B45-4C36-9E2A-F89658839DCF}" dt="2024-01-24T18:35:54.748" v="14069" actId="2085"/>
          <ac:spMkLst>
            <pc:docMk/>
            <pc:sldMk cId="2719217279" sldId="913"/>
            <ac:spMk id="2" creationId="{729B1E30-D68E-34A4-3A43-C225207AC53C}"/>
          </ac:spMkLst>
        </pc:spChg>
      </pc:sldChg>
      <pc:sldChg chg="modSp mod modNotesTx">
        <pc:chgData name="Palit, Tapti" userId="dec6fbcd-7598-406a-8cbf-504d4a3bac15" providerId="ADAL" clId="{65104DF2-1B45-4C36-9E2A-F89658839DCF}" dt="2024-01-24T18:52:10.635" v="16232" actId="1076"/>
        <pc:sldMkLst>
          <pc:docMk/>
          <pc:sldMk cId="1131942099" sldId="914"/>
        </pc:sldMkLst>
        <pc:spChg chg="mod">
          <ac:chgData name="Palit, Tapti" userId="dec6fbcd-7598-406a-8cbf-504d4a3bac15" providerId="ADAL" clId="{65104DF2-1B45-4C36-9E2A-F89658839DCF}" dt="2024-01-24T18:52:10.635" v="16232" actId="1076"/>
          <ac:spMkLst>
            <pc:docMk/>
            <pc:sldMk cId="1131942099" sldId="914"/>
            <ac:spMk id="110" creationId="{EF5D5E1C-9B52-7EBA-1E50-09DB1C890D0C}"/>
          </ac:spMkLst>
        </pc:spChg>
      </pc:sldChg>
      <pc:sldChg chg="addSp delSp modSp mod modAnim modNotesTx">
        <pc:chgData name="Palit, Tapti" userId="dec6fbcd-7598-406a-8cbf-504d4a3bac15" providerId="ADAL" clId="{65104DF2-1B45-4C36-9E2A-F89658839DCF}" dt="2024-01-24T18:44:39.781" v="15145" actId="20577"/>
        <pc:sldMkLst>
          <pc:docMk/>
          <pc:sldMk cId="3886833233" sldId="916"/>
        </pc:sldMkLst>
        <pc:spChg chg="add mod">
          <ac:chgData name="Palit, Tapti" userId="dec6fbcd-7598-406a-8cbf-504d4a3bac15" providerId="ADAL" clId="{65104DF2-1B45-4C36-9E2A-F89658839DCF}" dt="2024-01-24T18:38:40.604" v="14480" actId="1076"/>
          <ac:spMkLst>
            <pc:docMk/>
            <pc:sldMk cId="3886833233" sldId="916"/>
            <ac:spMk id="22" creationId="{B72A26F2-5FDF-C226-F768-B4EC700314CA}"/>
          </ac:spMkLst>
        </pc:spChg>
        <pc:spChg chg="add mod ord">
          <ac:chgData name="Palit, Tapti" userId="dec6fbcd-7598-406a-8cbf-504d4a3bac15" providerId="ADAL" clId="{65104DF2-1B45-4C36-9E2A-F89658839DCF}" dt="2024-01-24T18:39:05.021" v="14502" actId="167"/>
          <ac:spMkLst>
            <pc:docMk/>
            <pc:sldMk cId="3886833233" sldId="916"/>
            <ac:spMk id="23" creationId="{292E5273-C993-00B5-9A48-26018CEF181F}"/>
          </ac:spMkLst>
        </pc:spChg>
        <pc:spChg chg="add del mod">
          <ac:chgData name="Palit, Tapti" userId="dec6fbcd-7598-406a-8cbf-504d4a3bac15" providerId="ADAL" clId="{65104DF2-1B45-4C36-9E2A-F89658839DCF}" dt="2024-01-24T18:39:59.813" v="14514" actId="478"/>
          <ac:spMkLst>
            <pc:docMk/>
            <pc:sldMk cId="3886833233" sldId="916"/>
            <ac:spMk id="25" creationId="{510B257E-7E57-3D3D-038B-F67FA5AEF661}"/>
          </ac:spMkLst>
        </pc:spChg>
        <pc:spChg chg="add mod">
          <ac:chgData name="Palit, Tapti" userId="dec6fbcd-7598-406a-8cbf-504d4a3bac15" providerId="ADAL" clId="{65104DF2-1B45-4C36-9E2A-F89658839DCF}" dt="2024-01-24T18:41:54.592" v="14619"/>
          <ac:spMkLst>
            <pc:docMk/>
            <pc:sldMk cId="3886833233" sldId="916"/>
            <ac:spMk id="26" creationId="{2D602F7F-6553-9903-5617-17401119F19E}"/>
          </ac:spMkLst>
        </pc:spChg>
      </pc:sldChg>
      <pc:sldChg chg="addSp delSp modSp mod delAnim modAnim modNotesTx">
        <pc:chgData name="Palit, Tapti" userId="dec6fbcd-7598-406a-8cbf-504d4a3bac15" providerId="ADAL" clId="{65104DF2-1B45-4C36-9E2A-F89658839DCF}" dt="2024-01-24T18:52:28.584" v="16249" actId="20577"/>
        <pc:sldMkLst>
          <pc:docMk/>
          <pc:sldMk cId="1274437247" sldId="917"/>
        </pc:sldMkLst>
        <pc:spChg chg="add mod">
          <ac:chgData name="Palit, Tapti" userId="dec6fbcd-7598-406a-8cbf-504d4a3bac15" providerId="ADAL" clId="{65104DF2-1B45-4C36-9E2A-F89658839DCF}" dt="2024-01-24T15:37:14.523" v="1908" actId="1076"/>
          <ac:spMkLst>
            <pc:docMk/>
            <pc:sldMk cId="1274437247" sldId="917"/>
            <ac:spMk id="5" creationId="{FDE74708-756F-D060-657E-36B33F0BB928}"/>
          </ac:spMkLst>
        </pc:spChg>
        <pc:spChg chg="del">
          <ac:chgData name="Palit, Tapti" userId="dec6fbcd-7598-406a-8cbf-504d4a3bac15" providerId="ADAL" clId="{65104DF2-1B45-4C36-9E2A-F89658839DCF}" dt="2024-01-24T15:05:26.878" v="1427" actId="478"/>
          <ac:spMkLst>
            <pc:docMk/>
            <pc:sldMk cId="1274437247" sldId="917"/>
            <ac:spMk id="9" creationId="{57F87D2A-546F-2880-6A96-1D4321B6863E}"/>
          </ac:spMkLst>
        </pc:spChg>
        <pc:spChg chg="del">
          <ac:chgData name="Palit, Tapti" userId="dec6fbcd-7598-406a-8cbf-504d4a3bac15" providerId="ADAL" clId="{65104DF2-1B45-4C36-9E2A-F89658839DCF}" dt="2024-01-24T15:05:26.878" v="1427" actId="478"/>
          <ac:spMkLst>
            <pc:docMk/>
            <pc:sldMk cId="1274437247" sldId="917"/>
            <ac:spMk id="10" creationId="{6DB448B8-6798-6DF2-5527-EEDD517D443A}"/>
          </ac:spMkLst>
        </pc:spChg>
        <pc:spChg chg="del">
          <ac:chgData name="Palit, Tapti" userId="dec6fbcd-7598-406a-8cbf-504d4a3bac15" providerId="ADAL" clId="{65104DF2-1B45-4C36-9E2A-F89658839DCF}" dt="2024-01-24T15:05:26.878" v="1427" actId="478"/>
          <ac:spMkLst>
            <pc:docMk/>
            <pc:sldMk cId="1274437247" sldId="917"/>
            <ac:spMk id="11" creationId="{EE440600-277D-9272-9D0E-5FE385E9C616}"/>
          </ac:spMkLst>
        </pc:spChg>
        <pc:spChg chg="add mod">
          <ac:chgData name="Palit, Tapti" userId="dec6fbcd-7598-406a-8cbf-504d4a3bac15" providerId="ADAL" clId="{65104DF2-1B45-4C36-9E2A-F89658839DCF}" dt="2024-01-24T15:39:53.941" v="1924" actId="1076"/>
          <ac:spMkLst>
            <pc:docMk/>
            <pc:sldMk cId="1274437247" sldId="917"/>
            <ac:spMk id="12" creationId="{F17AE0ED-3F7A-179B-EE2E-C50CE8CACDAA}"/>
          </ac:spMkLst>
        </pc:spChg>
        <pc:spChg chg="add del mod">
          <ac:chgData name="Palit, Tapti" userId="dec6fbcd-7598-406a-8cbf-504d4a3bac15" providerId="ADAL" clId="{65104DF2-1B45-4C36-9E2A-F89658839DCF}" dt="2024-01-24T15:31:44.592" v="1824" actId="478"/>
          <ac:spMkLst>
            <pc:docMk/>
            <pc:sldMk cId="1274437247" sldId="917"/>
            <ac:spMk id="16" creationId="{5B2623C1-F619-F952-3948-367496E73DD9}"/>
          </ac:spMkLst>
        </pc:spChg>
        <pc:spChg chg="add del mod">
          <ac:chgData name="Palit, Tapti" userId="dec6fbcd-7598-406a-8cbf-504d4a3bac15" providerId="ADAL" clId="{65104DF2-1B45-4C36-9E2A-F89658839DCF}" dt="2024-01-24T15:14:40.659" v="1480" actId="478"/>
          <ac:spMkLst>
            <pc:docMk/>
            <pc:sldMk cId="1274437247" sldId="917"/>
            <ac:spMk id="19" creationId="{0E2E501C-A8ED-498E-D9CB-D14A87924B60}"/>
          </ac:spMkLst>
        </pc:spChg>
        <pc:spChg chg="del">
          <ac:chgData name="Palit, Tapti" userId="dec6fbcd-7598-406a-8cbf-504d4a3bac15" providerId="ADAL" clId="{65104DF2-1B45-4C36-9E2A-F89658839DCF}" dt="2024-01-24T15:05:26.878" v="1427" actId="478"/>
          <ac:spMkLst>
            <pc:docMk/>
            <pc:sldMk cId="1274437247" sldId="917"/>
            <ac:spMk id="20" creationId="{17DACAE4-3CA9-8ACB-8014-A9F4CB61E6C1}"/>
          </ac:spMkLst>
        </pc:spChg>
        <pc:spChg chg="add del">
          <ac:chgData name="Palit, Tapti" userId="dec6fbcd-7598-406a-8cbf-504d4a3bac15" providerId="ADAL" clId="{65104DF2-1B45-4C36-9E2A-F89658839DCF}" dt="2024-01-24T15:14:13.772" v="1474" actId="478"/>
          <ac:spMkLst>
            <pc:docMk/>
            <pc:sldMk cId="1274437247" sldId="917"/>
            <ac:spMk id="22" creationId="{8AE084CD-C6A1-757C-99B4-0EB28FDE8AC6}"/>
          </ac:spMkLst>
        </pc:spChg>
        <pc:spChg chg="add mod">
          <ac:chgData name="Palit, Tapti" userId="dec6fbcd-7598-406a-8cbf-504d4a3bac15" providerId="ADAL" clId="{65104DF2-1B45-4C36-9E2A-F89658839DCF}" dt="2024-01-24T15:36:26.469" v="1897" actId="14100"/>
          <ac:spMkLst>
            <pc:docMk/>
            <pc:sldMk cId="1274437247" sldId="917"/>
            <ac:spMk id="23" creationId="{903E181D-CE87-0475-AF58-3370D12697C9}"/>
          </ac:spMkLst>
        </pc:spChg>
        <pc:spChg chg="del">
          <ac:chgData name="Palit, Tapti" userId="dec6fbcd-7598-406a-8cbf-504d4a3bac15" providerId="ADAL" clId="{65104DF2-1B45-4C36-9E2A-F89658839DCF}" dt="2024-01-24T15:05:26.878" v="1427" actId="478"/>
          <ac:spMkLst>
            <pc:docMk/>
            <pc:sldMk cId="1274437247" sldId="917"/>
            <ac:spMk id="24" creationId="{3F385FC7-C98B-583E-FE19-DEB236D93D16}"/>
          </ac:spMkLst>
        </pc:spChg>
        <pc:spChg chg="add mod">
          <ac:chgData name="Palit, Tapti" userId="dec6fbcd-7598-406a-8cbf-504d4a3bac15" providerId="ADAL" clId="{65104DF2-1B45-4C36-9E2A-F89658839DCF}" dt="2024-01-24T15:34:54.232" v="1869" actId="164"/>
          <ac:spMkLst>
            <pc:docMk/>
            <pc:sldMk cId="1274437247" sldId="917"/>
            <ac:spMk id="25" creationId="{2B419BE3-C1F4-0945-E403-B3ACA3D9B871}"/>
          </ac:spMkLst>
        </pc:spChg>
        <pc:spChg chg="del">
          <ac:chgData name="Palit, Tapti" userId="dec6fbcd-7598-406a-8cbf-504d4a3bac15" providerId="ADAL" clId="{65104DF2-1B45-4C36-9E2A-F89658839DCF}" dt="2024-01-24T15:05:29.685" v="1428" actId="478"/>
          <ac:spMkLst>
            <pc:docMk/>
            <pc:sldMk cId="1274437247" sldId="917"/>
            <ac:spMk id="27" creationId="{157E8B8B-3CCB-7FB7-1C1B-44F7238D84E0}"/>
          </ac:spMkLst>
        </pc:spChg>
        <pc:spChg chg="add del mod">
          <ac:chgData name="Palit, Tapti" userId="dec6fbcd-7598-406a-8cbf-504d4a3bac15" providerId="ADAL" clId="{65104DF2-1B45-4C36-9E2A-F89658839DCF}" dt="2024-01-24T15:16:05.531" v="1501" actId="478"/>
          <ac:spMkLst>
            <pc:docMk/>
            <pc:sldMk cId="1274437247" sldId="917"/>
            <ac:spMk id="30" creationId="{B917548A-B306-1DC4-877F-F10DF6C77C30}"/>
          </ac:spMkLst>
        </pc:spChg>
        <pc:spChg chg="del">
          <ac:chgData name="Palit, Tapti" userId="dec6fbcd-7598-406a-8cbf-504d4a3bac15" providerId="ADAL" clId="{65104DF2-1B45-4C36-9E2A-F89658839DCF}" dt="2024-01-24T15:05:26.878" v="1427" actId="478"/>
          <ac:spMkLst>
            <pc:docMk/>
            <pc:sldMk cId="1274437247" sldId="917"/>
            <ac:spMk id="31" creationId="{5D4B3437-8F6D-5595-36C8-182FCBDAF65C}"/>
          </ac:spMkLst>
        </pc:spChg>
        <pc:spChg chg="add mod">
          <ac:chgData name="Palit, Tapti" userId="dec6fbcd-7598-406a-8cbf-504d4a3bac15" providerId="ADAL" clId="{65104DF2-1B45-4C36-9E2A-F89658839DCF}" dt="2024-01-24T15:23:59.036" v="1707" actId="207"/>
          <ac:spMkLst>
            <pc:docMk/>
            <pc:sldMk cId="1274437247" sldId="917"/>
            <ac:spMk id="32" creationId="{33DA182F-A9EB-59AD-EF5D-8063DC9CD300}"/>
          </ac:spMkLst>
        </pc:spChg>
        <pc:spChg chg="add del mod">
          <ac:chgData name="Palit, Tapti" userId="dec6fbcd-7598-406a-8cbf-504d4a3bac15" providerId="ADAL" clId="{65104DF2-1B45-4C36-9E2A-F89658839DCF}" dt="2024-01-24T15:25:03.462" v="1719" actId="478"/>
          <ac:spMkLst>
            <pc:docMk/>
            <pc:sldMk cId="1274437247" sldId="917"/>
            <ac:spMk id="33" creationId="{9F73FE51-1915-FF90-7945-EE2977AE95EC}"/>
          </ac:spMkLst>
        </pc:spChg>
        <pc:spChg chg="add del mod">
          <ac:chgData name="Palit, Tapti" userId="dec6fbcd-7598-406a-8cbf-504d4a3bac15" providerId="ADAL" clId="{65104DF2-1B45-4C36-9E2A-F89658839DCF}" dt="2024-01-24T15:24:59.460" v="1717" actId="478"/>
          <ac:spMkLst>
            <pc:docMk/>
            <pc:sldMk cId="1274437247" sldId="917"/>
            <ac:spMk id="34" creationId="{83CDE101-2268-2865-5812-E236B7D4CE9F}"/>
          </ac:spMkLst>
        </pc:spChg>
        <pc:spChg chg="add mod">
          <ac:chgData name="Palit, Tapti" userId="dec6fbcd-7598-406a-8cbf-504d4a3bac15" providerId="ADAL" clId="{65104DF2-1B45-4C36-9E2A-F89658839DCF}" dt="2024-01-24T15:35:08.482" v="1871" actId="14100"/>
          <ac:spMkLst>
            <pc:docMk/>
            <pc:sldMk cId="1274437247" sldId="917"/>
            <ac:spMk id="36" creationId="{C0A09C03-C9B9-2A04-1A95-1877C29D1884}"/>
          </ac:spMkLst>
        </pc:spChg>
        <pc:spChg chg="add mod">
          <ac:chgData name="Palit, Tapti" userId="dec6fbcd-7598-406a-8cbf-504d4a3bac15" providerId="ADAL" clId="{65104DF2-1B45-4C36-9E2A-F89658839DCF}" dt="2024-01-24T15:36:53.009" v="1903" actId="14100"/>
          <ac:spMkLst>
            <pc:docMk/>
            <pc:sldMk cId="1274437247" sldId="917"/>
            <ac:spMk id="37" creationId="{487EF13F-C6B3-B50A-0AD1-9938D7D66080}"/>
          </ac:spMkLst>
        </pc:spChg>
        <pc:spChg chg="add mod">
          <ac:chgData name="Palit, Tapti" userId="dec6fbcd-7598-406a-8cbf-504d4a3bac15" providerId="ADAL" clId="{65104DF2-1B45-4C36-9E2A-F89658839DCF}" dt="2024-01-24T15:36:21.181" v="1896" actId="14100"/>
          <ac:spMkLst>
            <pc:docMk/>
            <pc:sldMk cId="1274437247" sldId="917"/>
            <ac:spMk id="41" creationId="{9C504929-2B43-74B7-52FE-FCCC24314EEB}"/>
          </ac:spMkLst>
        </pc:spChg>
        <pc:spChg chg="add mod">
          <ac:chgData name="Palit, Tapti" userId="dec6fbcd-7598-406a-8cbf-504d4a3bac15" providerId="ADAL" clId="{65104DF2-1B45-4C36-9E2A-F89658839DCF}" dt="2024-01-24T15:34:57.748" v="1870" actId="164"/>
          <ac:spMkLst>
            <pc:docMk/>
            <pc:sldMk cId="1274437247" sldId="917"/>
            <ac:spMk id="42" creationId="{6C5174AB-9FD4-C4C2-D6FB-E25A24835858}"/>
          </ac:spMkLst>
        </pc:spChg>
        <pc:spChg chg="add mod">
          <ac:chgData name="Palit, Tapti" userId="dec6fbcd-7598-406a-8cbf-504d4a3bac15" providerId="ADAL" clId="{65104DF2-1B45-4C36-9E2A-F89658839DCF}" dt="2024-01-24T15:34:57.748" v="1870" actId="164"/>
          <ac:spMkLst>
            <pc:docMk/>
            <pc:sldMk cId="1274437247" sldId="917"/>
            <ac:spMk id="45" creationId="{87D3B83E-BA1E-99EC-D46A-FC2A00B10221}"/>
          </ac:spMkLst>
        </pc:spChg>
        <pc:spChg chg="add mod">
          <ac:chgData name="Palit, Tapti" userId="dec6fbcd-7598-406a-8cbf-504d4a3bac15" providerId="ADAL" clId="{65104DF2-1B45-4C36-9E2A-F89658839DCF}" dt="2024-01-24T15:35:38.599" v="1877" actId="1076"/>
          <ac:spMkLst>
            <pc:docMk/>
            <pc:sldMk cId="1274437247" sldId="917"/>
            <ac:spMk id="49" creationId="{3A5E73FB-9542-24F5-3EC4-4C28FD98C485}"/>
          </ac:spMkLst>
        </pc:spChg>
        <pc:spChg chg="add mod">
          <ac:chgData name="Palit, Tapti" userId="dec6fbcd-7598-406a-8cbf-504d4a3bac15" providerId="ADAL" clId="{65104DF2-1B45-4C36-9E2A-F89658839DCF}" dt="2024-01-24T15:35:48.061" v="1887" actId="20577"/>
          <ac:spMkLst>
            <pc:docMk/>
            <pc:sldMk cId="1274437247" sldId="917"/>
            <ac:spMk id="50" creationId="{36803E15-13DB-0AFC-496E-FB712E75CC3B}"/>
          </ac:spMkLst>
        </pc:spChg>
        <pc:spChg chg="add mod">
          <ac:chgData name="Palit, Tapti" userId="dec6fbcd-7598-406a-8cbf-504d4a3bac15" providerId="ADAL" clId="{65104DF2-1B45-4C36-9E2A-F89658839DCF}" dt="2024-01-24T16:09:51.831" v="3572" actId="14100"/>
          <ac:spMkLst>
            <pc:docMk/>
            <pc:sldMk cId="1274437247" sldId="917"/>
            <ac:spMk id="51" creationId="{2724B03C-93C8-C1BC-E476-39E226FE3A4F}"/>
          </ac:spMkLst>
        </pc:spChg>
        <pc:spChg chg="mod">
          <ac:chgData name="Palit, Tapti" userId="dec6fbcd-7598-406a-8cbf-504d4a3bac15" providerId="ADAL" clId="{65104DF2-1B45-4C36-9E2A-F89658839DCF}" dt="2024-01-24T15:43:33.102" v="2117"/>
          <ac:spMkLst>
            <pc:docMk/>
            <pc:sldMk cId="1274437247" sldId="917"/>
            <ac:spMk id="53" creationId="{C2572E08-97AF-24FF-2D9E-0EDDFE1671A0}"/>
          </ac:spMkLst>
        </pc:spChg>
        <pc:spChg chg="mod">
          <ac:chgData name="Palit, Tapti" userId="dec6fbcd-7598-406a-8cbf-504d4a3bac15" providerId="ADAL" clId="{65104DF2-1B45-4C36-9E2A-F89658839DCF}" dt="2024-01-24T15:43:33.102" v="2117"/>
          <ac:spMkLst>
            <pc:docMk/>
            <pc:sldMk cId="1274437247" sldId="917"/>
            <ac:spMk id="54" creationId="{EDA5B5DE-4675-8D26-0C64-707A5B7ED831}"/>
          </ac:spMkLst>
        </pc:spChg>
        <pc:spChg chg="add mod">
          <ac:chgData name="Palit, Tapti" userId="dec6fbcd-7598-406a-8cbf-504d4a3bac15" providerId="ADAL" clId="{65104DF2-1B45-4C36-9E2A-F89658839DCF}" dt="2024-01-24T15:44:06.456" v="2127" actId="207"/>
          <ac:spMkLst>
            <pc:docMk/>
            <pc:sldMk cId="1274437247" sldId="917"/>
            <ac:spMk id="55" creationId="{1CAA1C46-3800-0BFB-E17F-9DC92B0B9B3E}"/>
          </ac:spMkLst>
        </pc:spChg>
        <pc:grpChg chg="add mod">
          <ac:chgData name="Palit, Tapti" userId="dec6fbcd-7598-406a-8cbf-504d4a3bac15" providerId="ADAL" clId="{65104DF2-1B45-4C36-9E2A-F89658839DCF}" dt="2024-01-24T15:36:50.733" v="1902" actId="1076"/>
          <ac:grpSpMkLst>
            <pc:docMk/>
            <pc:sldMk cId="1274437247" sldId="917"/>
            <ac:grpSpMk id="43" creationId="{73A0A260-AFFC-E9E8-6757-9E92D03885A6}"/>
          </ac:grpSpMkLst>
        </pc:grpChg>
        <pc:grpChg chg="add mod">
          <ac:chgData name="Palit, Tapti" userId="dec6fbcd-7598-406a-8cbf-504d4a3bac15" providerId="ADAL" clId="{65104DF2-1B45-4C36-9E2A-F89658839DCF}" dt="2024-01-24T15:36:47.008" v="1901" actId="1076"/>
          <ac:grpSpMkLst>
            <pc:docMk/>
            <pc:sldMk cId="1274437247" sldId="917"/>
            <ac:grpSpMk id="44" creationId="{37A9B6F1-DDA4-4A8D-3326-E1E22172569F}"/>
          </ac:grpSpMkLst>
        </pc:grpChg>
        <pc:grpChg chg="add mod">
          <ac:chgData name="Palit, Tapti" userId="dec6fbcd-7598-406a-8cbf-504d4a3bac15" providerId="ADAL" clId="{65104DF2-1B45-4C36-9E2A-F89658839DCF}" dt="2024-01-24T15:34:51.581" v="1868" actId="164"/>
          <ac:grpSpMkLst>
            <pc:docMk/>
            <pc:sldMk cId="1274437247" sldId="917"/>
            <ac:grpSpMk id="46" creationId="{59E756BC-999C-AD49-6928-663313F56D18}"/>
          </ac:grpSpMkLst>
        </pc:grpChg>
        <pc:grpChg chg="add mod">
          <ac:chgData name="Palit, Tapti" userId="dec6fbcd-7598-406a-8cbf-504d4a3bac15" providerId="ADAL" clId="{65104DF2-1B45-4C36-9E2A-F89658839DCF}" dt="2024-01-24T15:34:54.232" v="1869" actId="164"/>
          <ac:grpSpMkLst>
            <pc:docMk/>
            <pc:sldMk cId="1274437247" sldId="917"/>
            <ac:grpSpMk id="47" creationId="{05CAB8F3-1007-F5F5-81B6-B507D08FF88D}"/>
          </ac:grpSpMkLst>
        </pc:grpChg>
        <pc:grpChg chg="add mod">
          <ac:chgData name="Palit, Tapti" userId="dec6fbcd-7598-406a-8cbf-504d4a3bac15" providerId="ADAL" clId="{65104DF2-1B45-4C36-9E2A-F89658839DCF}" dt="2024-01-24T15:36:42.414" v="1900" actId="1076"/>
          <ac:grpSpMkLst>
            <pc:docMk/>
            <pc:sldMk cId="1274437247" sldId="917"/>
            <ac:grpSpMk id="48" creationId="{34FE4B73-7E89-7AAB-4B67-0BABC9C54A47}"/>
          </ac:grpSpMkLst>
        </pc:grpChg>
        <pc:grpChg chg="add mod">
          <ac:chgData name="Palit, Tapti" userId="dec6fbcd-7598-406a-8cbf-504d4a3bac15" providerId="ADAL" clId="{65104DF2-1B45-4C36-9E2A-F89658839DCF}" dt="2024-01-24T15:43:33.102" v="2117"/>
          <ac:grpSpMkLst>
            <pc:docMk/>
            <pc:sldMk cId="1274437247" sldId="917"/>
            <ac:grpSpMk id="52" creationId="{CEA6C4D6-11DE-55F1-3E0E-65DC82BB86E6}"/>
          </ac:grpSpMkLst>
        </pc:grpChg>
        <pc:picChg chg="add mod">
          <ac:chgData name="Palit, Tapti" userId="dec6fbcd-7598-406a-8cbf-504d4a3bac15" providerId="ADAL" clId="{65104DF2-1B45-4C36-9E2A-F89658839DCF}" dt="2024-01-24T15:37:00.024" v="1905" actId="1076"/>
          <ac:picMkLst>
            <pc:docMk/>
            <pc:sldMk cId="1274437247" sldId="917"/>
            <ac:picMk id="2" creationId="{3D02449C-5E51-EDED-0B9A-C7F9BC7B670A}"/>
          </ac:picMkLst>
        </pc:picChg>
        <pc:picChg chg="add mod">
          <ac:chgData name="Palit, Tapti" userId="dec6fbcd-7598-406a-8cbf-504d4a3bac15" providerId="ADAL" clId="{65104DF2-1B45-4C36-9E2A-F89658839DCF}" dt="2024-01-24T15:36:56.164" v="1904" actId="1076"/>
          <ac:picMkLst>
            <pc:docMk/>
            <pc:sldMk cId="1274437247" sldId="917"/>
            <ac:picMk id="15" creationId="{46D5EC98-5690-5ABE-55C6-00241980E257}"/>
          </ac:picMkLst>
        </pc:picChg>
        <pc:picChg chg="add del mod">
          <ac:chgData name="Palit, Tapti" userId="dec6fbcd-7598-406a-8cbf-504d4a3bac15" providerId="ADAL" clId="{65104DF2-1B45-4C36-9E2A-F89658839DCF}" dt="2024-01-24T15:31:56.785" v="1826" actId="478"/>
          <ac:picMkLst>
            <pc:docMk/>
            <pc:sldMk cId="1274437247" sldId="917"/>
            <ac:picMk id="17" creationId="{8EBF00B1-10EA-D7CA-EA8A-8E0A03236DA9}"/>
          </ac:picMkLst>
        </pc:picChg>
        <pc:picChg chg="add del mod">
          <ac:chgData name="Palit, Tapti" userId="dec6fbcd-7598-406a-8cbf-504d4a3bac15" providerId="ADAL" clId="{65104DF2-1B45-4C36-9E2A-F89658839DCF}" dt="2024-01-24T15:25:01.515" v="1718" actId="478"/>
          <ac:picMkLst>
            <pc:docMk/>
            <pc:sldMk cId="1274437247" sldId="917"/>
            <ac:picMk id="35" creationId="{945230AF-3FDD-B47D-9642-7291E7FA41D3}"/>
          </ac:picMkLst>
        </pc:picChg>
        <pc:picChg chg="add mod">
          <ac:chgData name="Palit, Tapti" userId="dec6fbcd-7598-406a-8cbf-504d4a3bac15" providerId="ADAL" clId="{65104DF2-1B45-4C36-9E2A-F89658839DCF}" dt="2024-01-24T15:32:04.004" v="1828"/>
          <ac:picMkLst>
            <pc:docMk/>
            <pc:sldMk cId="1274437247" sldId="917"/>
            <ac:picMk id="38" creationId="{E8DF6AE2-E727-98EA-1A75-18B737AB5462}"/>
          </ac:picMkLst>
        </pc:picChg>
        <pc:picChg chg="add mod">
          <ac:chgData name="Palit, Tapti" userId="dec6fbcd-7598-406a-8cbf-504d4a3bac15" providerId="ADAL" clId="{65104DF2-1B45-4C36-9E2A-F89658839DCF}" dt="2024-01-24T15:36:30.472" v="1898" actId="1076"/>
          <ac:picMkLst>
            <pc:docMk/>
            <pc:sldMk cId="1274437247" sldId="917"/>
            <ac:picMk id="39" creationId="{7EEE7088-25D7-C034-0AC4-8C25119FFC6F}"/>
          </ac:picMkLst>
        </pc:picChg>
        <pc:picChg chg="add mod">
          <ac:chgData name="Palit, Tapti" userId="dec6fbcd-7598-406a-8cbf-504d4a3bac15" providerId="ADAL" clId="{65104DF2-1B45-4C36-9E2A-F89658839DCF}" dt="2024-01-24T15:36:32.680" v="1899" actId="1076"/>
          <ac:picMkLst>
            <pc:docMk/>
            <pc:sldMk cId="1274437247" sldId="917"/>
            <ac:picMk id="40" creationId="{2E1835A6-29E7-F343-CBC1-C3588124B515}"/>
          </ac:picMkLst>
        </pc:picChg>
        <pc:cxnChg chg="add mod">
          <ac:chgData name="Palit, Tapti" userId="dec6fbcd-7598-406a-8cbf-504d4a3bac15" providerId="ADAL" clId="{65104DF2-1B45-4C36-9E2A-F89658839DCF}" dt="2024-01-24T15:36:09.926" v="1892" actId="1076"/>
          <ac:cxnSpMkLst>
            <pc:docMk/>
            <pc:sldMk cId="1274437247" sldId="917"/>
            <ac:cxnSpMk id="7" creationId="{4C21CE49-5691-8C2F-05FD-D5EB893DFA56}"/>
          </ac:cxnSpMkLst>
        </pc:cxnChg>
        <pc:cxnChg chg="add mod">
          <ac:chgData name="Palit, Tapti" userId="dec6fbcd-7598-406a-8cbf-504d4a3bac15" providerId="ADAL" clId="{65104DF2-1B45-4C36-9E2A-F89658839DCF}" dt="2024-01-24T15:12:03.994" v="1441" actId="1076"/>
          <ac:cxnSpMkLst>
            <pc:docMk/>
            <pc:sldMk cId="1274437247" sldId="917"/>
            <ac:cxnSpMk id="8" creationId="{2561838C-6866-AE68-A75B-A8DBF1EACA00}"/>
          </ac:cxnSpMkLst>
        </pc:cxnChg>
        <pc:cxnChg chg="del mod">
          <ac:chgData name="Palit, Tapti" userId="dec6fbcd-7598-406a-8cbf-504d4a3bac15" providerId="ADAL" clId="{65104DF2-1B45-4C36-9E2A-F89658839DCF}" dt="2024-01-24T15:05:26.878" v="1427" actId="478"/>
          <ac:cxnSpMkLst>
            <pc:docMk/>
            <pc:sldMk cId="1274437247" sldId="917"/>
            <ac:cxnSpMk id="13" creationId="{B391B93D-EED4-81CB-4F22-3704FD361611}"/>
          </ac:cxnSpMkLst>
        </pc:cxnChg>
        <pc:cxnChg chg="del mod">
          <ac:chgData name="Palit, Tapti" userId="dec6fbcd-7598-406a-8cbf-504d4a3bac15" providerId="ADAL" clId="{65104DF2-1B45-4C36-9E2A-F89658839DCF}" dt="2024-01-24T15:05:26.878" v="1427" actId="478"/>
          <ac:cxnSpMkLst>
            <pc:docMk/>
            <pc:sldMk cId="1274437247" sldId="917"/>
            <ac:cxnSpMk id="14" creationId="{5FCEB01A-0A6F-89D3-00B7-9C63BFA10923}"/>
          </ac:cxnSpMkLst>
        </pc:cxnChg>
        <pc:cxnChg chg="del mod">
          <ac:chgData name="Palit, Tapti" userId="dec6fbcd-7598-406a-8cbf-504d4a3bac15" providerId="ADAL" clId="{65104DF2-1B45-4C36-9E2A-F89658839DCF}" dt="2024-01-24T15:05:26.878" v="1427" actId="478"/>
          <ac:cxnSpMkLst>
            <pc:docMk/>
            <pc:sldMk cId="1274437247" sldId="917"/>
            <ac:cxnSpMk id="18" creationId="{E094F057-DC70-E2A5-BF25-3C6C811B39F0}"/>
          </ac:cxnSpMkLst>
        </pc:cxnChg>
        <pc:cxnChg chg="del mod">
          <ac:chgData name="Palit, Tapti" userId="dec6fbcd-7598-406a-8cbf-504d4a3bac15" providerId="ADAL" clId="{65104DF2-1B45-4C36-9E2A-F89658839DCF}" dt="2024-01-24T15:05:26.878" v="1427" actId="478"/>
          <ac:cxnSpMkLst>
            <pc:docMk/>
            <pc:sldMk cId="1274437247" sldId="917"/>
            <ac:cxnSpMk id="21" creationId="{3BFBFC2E-B425-5F96-6D7A-1D26C60647C8}"/>
          </ac:cxnSpMkLst>
        </pc:cxnChg>
        <pc:cxnChg chg="del mod">
          <ac:chgData name="Palit, Tapti" userId="dec6fbcd-7598-406a-8cbf-504d4a3bac15" providerId="ADAL" clId="{65104DF2-1B45-4C36-9E2A-F89658839DCF}" dt="2024-01-24T15:05:33.248" v="1429" actId="478"/>
          <ac:cxnSpMkLst>
            <pc:docMk/>
            <pc:sldMk cId="1274437247" sldId="917"/>
            <ac:cxnSpMk id="28" creationId="{C470D0B3-9E05-3CEE-BB91-7DCCB6469D9A}"/>
          </ac:cxnSpMkLst>
        </pc:cxnChg>
        <pc:cxnChg chg="add del">
          <ac:chgData name="Palit, Tapti" userId="dec6fbcd-7598-406a-8cbf-504d4a3bac15" providerId="ADAL" clId="{65104DF2-1B45-4C36-9E2A-F89658839DCF}" dt="2024-01-24T15:15:20.785" v="1497" actId="11529"/>
          <ac:cxnSpMkLst>
            <pc:docMk/>
            <pc:sldMk cId="1274437247" sldId="917"/>
            <ac:cxnSpMk id="29" creationId="{F0A30FB7-9187-73FA-17BE-16EF39167382}"/>
          </ac:cxnSpMkLst>
        </pc:cxnChg>
      </pc:sldChg>
      <pc:sldChg chg="addSp delSp modSp mod modAnim modNotesTx">
        <pc:chgData name="Palit, Tapti" userId="dec6fbcd-7598-406a-8cbf-504d4a3bac15" providerId="ADAL" clId="{65104DF2-1B45-4C36-9E2A-F89658839DCF}" dt="2024-01-24T19:00:52.725" v="17129" actId="14100"/>
        <pc:sldMkLst>
          <pc:docMk/>
          <pc:sldMk cId="1377784771" sldId="918"/>
        </pc:sldMkLst>
        <pc:spChg chg="mod">
          <ac:chgData name="Palit, Tapti" userId="dec6fbcd-7598-406a-8cbf-504d4a3bac15" providerId="ADAL" clId="{65104DF2-1B45-4C36-9E2A-F89658839DCF}" dt="2024-01-24T19:00:48.818" v="17128"/>
          <ac:spMkLst>
            <pc:docMk/>
            <pc:sldMk cId="1377784771" sldId="918"/>
            <ac:spMk id="5" creationId="{251B41E7-6079-0ED7-2A0C-70CB03E92A8F}"/>
          </ac:spMkLst>
        </pc:spChg>
        <pc:spChg chg="mod">
          <ac:chgData name="Palit, Tapti" userId="dec6fbcd-7598-406a-8cbf-504d4a3bac15" providerId="ADAL" clId="{65104DF2-1B45-4C36-9E2A-F89658839DCF}" dt="2024-01-24T15:59:53.233" v="3245" actId="6549"/>
          <ac:spMkLst>
            <pc:docMk/>
            <pc:sldMk cId="1377784771" sldId="918"/>
            <ac:spMk id="6" creationId="{137639E6-AFBF-D524-90F3-31D2A7938282}"/>
          </ac:spMkLst>
        </pc:spChg>
        <pc:spChg chg="add mod">
          <ac:chgData name="Palit, Tapti" userId="dec6fbcd-7598-406a-8cbf-504d4a3bac15" providerId="ADAL" clId="{65104DF2-1B45-4C36-9E2A-F89658839DCF}" dt="2024-01-24T18:54:46.188" v="16352" actId="1076"/>
          <ac:spMkLst>
            <pc:docMk/>
            <pc:sldMk cId="1377784771" sldId="918"/>
            <ac:spMk id="7" creationId="{9B2D82BA-8577-6CFD-7AD1-549D574BDAE3}"/>
          </ac:spMkLst>
        </pc:spChg>
        <pc:spChg chg="add del mod">
          <ac:chgData name="Palit, Tapti" userId="dec6fbcd-7598-406a-8cbf-504d4a3bac15" providerId="ADAL" clId="{65104DF2-1B45-4C36-9E2A-F89658839DCF}" dt="2024-01-24T16:02:23.346" v="3273" actId="478"/>
          <ac:spMkLst>
            <pc:docMk/>
            <pc:sldMk cId="1377784771" sldId="918"/>
            <ac:spMk id="9" creationId="{A905B134-FB58-7D40-56E2-3A364974D0BE}"/>
          </ac:spMkLst>
        </pc:spChg>
        <pc:spChg chg="add mod">
          <ac:chgData name="Palit, Tapti" userId="dec6fbcd-7598-406a-8cbf-504d4a3bac15" providerId="ADAL" clId="{65104DF2-1B45-4C36-9E2A-F89658839DCF}" dt="2024-01-24T16:02:23.786" v="3274"/>
          <ac:spMkLst>
            <pc:docMk/>
            <pc:sldMk cId="1377784771" sldId="918"/>
            <ac:spMk id="11" creationId="{284A0F24-B189-08C2-CADF-6B5B0D8F1B4C}"/>
          </ac:spMkLst>
        </pc:spChg>
        <pc:cxnChg chg="mod">
          <ac:chgData name="Palit, Tapti" userId="dec6fbcd-7598-406a-8cbf-504d4a3bac15" providerId="ADAL" clId="{65104DF2-1B45-4C36-9E2A-F89658839DCF}" dt="2024-01-24T19:00:52.725" v="17129" actId="14100"/>
          <ac:cxnSpMkLst>
            <pc:docMk/>
            <pc:sldMk cId="1377784771" sldId="918"/>
            <ac:cxnSpMk id="8" creationId="{20C8A393-9FD5-4BB6-2793-B7E784E074C3}"/>
          </ac:cxnSpMkLst>
        </pc:cxnChg>
        <pc:cxnChg chg="mod">
          <ac:chgData name="Palit, Tapti" userId="dec6fbcd-7598-406a-8cbf-504d4a3bac15" providerId="ADAL" clId="{65104DF2-1B45-4C36-9E2A-F89658839DCF}" dt="2024-01-24T16:03:45.999" v="3334" actId="692"/>
          <ac:cxnSpMkLst>
            <pc:docMk/>
            <pc:sldMk cId="1377784771" sldId="918"/>
            <ac:cxnSpMk id="10" creationId="{EB25A9B4-0AAC-3482-0118-BD616CFF1213}"/>
          </ac:cxnSpMkLst>
        </pc:cxnChg>
        <pc:cxnChg chg="mod">
          <ac:chgData name="Palit, Tapti" userId="dec6fbcd-7598-406a-8cbf-504d4a3bac15" providerId="ADAL" clId="{65104DF2-1B45-4C36-9E2A-F89658839DCF}" dt="2024-01-24T16:00:48.056" v="3258" actId="692"/>
          <ac:cxnSpMkLst>
            <pc:docMk/>
            <pc:sldMk cId="1377784771" sldId="918"/>
            <ac:cxnSpMk id="17" creationId="{4743F100-14CD-C71A-0CF5-CDE9E65A0ABA}"/>
          </ac:cxnSpMkLst>
        </pc:cxnChg>
      </pc:sldChg>
      <pc:sldChg chg="addSp delSp modSp mod modNotesTx">
        <pc:chgData name="Palit, Tapti" userId="dec6fbcd-7598-406a-8cbf-504d4a3bac15" providerId="ADAL" clId="{65104DF2-1B45-4C36-9E2A-F89658839DCF}" dt="2024-01-24T19:22:34.014" v="18739" actId="255"/>
        <pc:sldMkLst>
          <pc:docMk/>
          <pc:sldMk cId="361816288" sldId="919"/>
        </pc:sldMkLst>
        <pc:spChg chg="del">
          <ac:chgData name="Palit, Tapti" userId="dec6fbcd-7598-406a-8cbf-504d4a3bac15" providerId="ADAL" clId="{65104DF2-1B45-4C36-9E2A-F89658839DCF}" dt="2024-01-24T19:18:42.540" v="18206" actId="478"/>
          <ac:spMkLst>
            <pc:docMk/>
            <pc:sldMk cId="361816288" sldId="919"/>
            <ac:spMk id="2" creationId="{1D16CBD2-240A-CC44-A6F6-6E9A64E8A0B6}"/>
          </ac:spMkLst>
        </pc:spChg>
        <pc:spChg chg="mod">
          <ac:chgData name="Palit, Tapti" userId="dec6fbcd-7598-406a-8cbf-504d4a3bac15" providerId="ADAL" clId="{65104DF2-1B45-4C36-9E2A-F89658839DCF}" dt="2024-01-24T17:06:11.198" v="7928" actId="20577"/>
          <ac:spMkLst>
            <pc:docMk/>
            <pc:sldMk cId="361816288" sldId="919"/>
            <ac:spMk id="3" creationId="{C1A7F671-66F4-B709-0294-0E81640BD5AA}"/>
          </ac:spMkLst>
        </pc:spChg>
        <pc:spChg chg="add del mod">
          <ac:chgData name="Palit, Tapti" userId="dec6fbcd-7598-406a-8cbf-504d4a3bac15" providerId="ADAL" clId="{65104DF2-1B45-4C36-9E2A-F89658839DCF}" dt="2024-01-24T19:19:01.860" v="18209" actId="478"/>
          <ac:spMkLst>
            <pc:docMk/>
            <pc:sldMk cId="361816288" sldId="919"/>
            <ac:spMk id="7" creationId="{C362019A-709F-B72D-DAD4-5280A2CBA547}"/>
          </ac:spMkLst>
        </pc:spChg>
        <pc:graphicFrameChg chg="add del mod">
          <ac:chgData name="Palit, Tapti" userId="dec6fbcd-7598-406a-8cbf-504d4a3bac15" providerId="ADAL" clId="{65104DF2-1B45-4C36-9E2A-F89658839DCF}" dt="2024-01-24T19:18:40.123" v="18205" actId="478"/>
          <ac:graphicFrameMkLst>
            <pc:docMk/>
            <pc:sldMk cId="361816288" sldId="919"/>
            <ac:graphicFrameMk id="5" creationId="{C883943B-C1ED-5940-CC00-6AAA84BC6E32}"/>
          </ac:graphicFrameMkLst>
        </pc:graphicFrameChg>
        <pc:graphicFrameChg chg="add mod modGraphic">
          <ac:chgData name="Palit, Tapti" userId="dec6fbcd-7598-406a-8cbf-504d4a3bac15" providerId="ADAL" clId="{65104DF2-1B45-4C36-9E2A-F89658839DCF}" dt="2024-01-24T19:22:34.014" v="18739" actId="255"/>
          <ac:graphicFrameMkLst>
            <pc:docMk/>
            <pc:sldMk cId="361816288" sldId="919"/>
            <ac:graphicFrameMk id="6" creationId="{47C49A32-2BF0-7D73-922D-6BD8D0FBF047}"/>
          </ac:graphicFrameMkLst>
        </pc:graphicFrameChg>
      </pc:sldChg>
      <pc:sldChg chg="modSp mod modNotesTx">
        <pc:chgData name="Palit, Tapti" userId="dec6fbcd-7598-406a-8cbf-504d4a3bac15" providerId="ADAL" clId="{65104DF2-1B45-4C36-9E2A-F89658839DCF}" dt="2024-01-24T19:12:23.888" v="18203" actId="20577"/>
        <pc:sldMkLst>
          <pc:docMk/>
          <pc:sldMk cId="3870454438" sldId="921"/>
        </pc:sldMkLst>
        <pc:spChg chg="mod">
          <ac:chgData name="Palit, Tapti" userId="dec6fbcd-7598-406a-8cbf-504d4a3bac15" providerId="ADAL" clId="{65104DF2-1B45-4C36-9E2A-F89658839DCF}" dt="2024-01-24T19:12:23.888" v="18203" actId="20577"/>
          <ac:spMkLst>
            <pc:docMk/>
            <pc:sldMk cId="3870454438" sldId="921"/>
            <ac:spMk id="5" creationId="{D70AD0AC-6796-42FB-01B4-AC6753FBDA98}"/>
          </ac:spMkLst>
        </pc:spChg>
      </pc:sldChg>
      <pc:sldChg chg="ord">
        <pc:chgData name="Palit, Tapti" userId="dec6fbcd-7598-406a-8cbf-504d4a3bac15" providerId="ADAL" clId="{65104DF2-1B45-4C36-9E2A-F89658839DCF}" dt="2024-01-25T18:23:19.825" v="22912"/>
        <pc:sldMkLst>
          <pc:docMk/>
          <pc:sldMk cId="2631865131" sldId="922"/>
        </pc:sldMkLst>
      </pc:sldChg>
      <pc:sldChg chg="del">
        <pc:chgData name="Palit, Tapti" userId="dec6fbcd-7598-406a-8cbf-504d4a3bac15" providerId="ADAL" clId="{65104DF2-1B45-4C36-9E2A-F89658839DCF}" dt="2024-01-24T17:05:54.279" v="7906" actId="47"/>
        <pc:sldMkLst>
          <pc:docMk/>
          <pc:sldMk cId="2320602695" sldId="923"/>
        </pc:sldMkLst>
      </pc:sldChg>
      <pc:sldChg chg="add del">
        <pc:chgData name="Palit, Tapti" userId="dec6fbcd-7598-406a-8cbf-504d4a3bac15" providerId="ADAL" clId="{65104DF2-1B45-4C36-9E2A-F89658839DCF}" dt="2024-01-24T15:45:07.089" v="2134" actId="2696"/>
        <pc:sldMkLst>
          <pc:docMk/>
          <pc:sldMk cId="930391625" sldId="924"/>
        </pc:sldMkLst>
      </pc:sldChg>
      <pc:sldChg chg="add mod modShow">
        <pc:chgData name="Palit, Tapti" userId="dec6fbcd-7598-406a-8cbf-504d4a3bac15" providerId="ADAL" clId="{65104DF2-1B45-4C36-9E2A-F89658839DCF}" dt="2024-01-24T15:45:12.411" v="2136" actId="729"/>
        <pc:sldMkLst>
          <pc:docMk/>
          <pc:sldMk cId="4008811220" sldId="924"/>
        </pc:sldMkLst>
      </pc:sldChg>
      <pc:sldChg chg="addSp modSp add mod modNotesTx">
        <pc:chgData name="Palit, Tapti" userId="dec6fbcd-7598-406a-8cbf-504d4a3bac15" providerId="ADAL" clId="{65104DF2-1B45-4C36-9E2A-F89658839DCF}" dt="2024-01-24T19:04:12.480" v="17577" actId="20577"/>
        <pc:sldMkLst>
          <pc:docMk/>
          <pc:sldMk cId="2504179833" sldId="925"/>
        </pc:sldMkLst>
        <pc:spChg chg="add mod">
          <ac:chgData name="Palit, Tapti" userId="dec6fbcd-7598-406a-8cbf-504d4a3bac15" providerId="ADAL" clId="{65104DF2-1B45-4C36-9E2A-F89658839DCF}" dt="2024-01-24T16:08:55.726" v="3485" actId="692"/>
          <ac:spMkLst>
            <pc:docMk/>
            <pc:sldMk cId="2504179833" sldId="925"/>
            <ac:spMk id="2" creationId="{5A0B1C62-8861-5BA5-BED7-C5B3467FBCA6}"/>
          </ac:spMkLst>
        </pc:spChg>
      </pc:sldChg>
      <pc:sldChg chg="addSp delSp modSp new mod modClrScheme chgLayout modNotesTx">
        <pc:chgData name="Palit, Tapti" userId="dec6fbcd-7598-406a-8cbf-504d4a3bac15" providerId="ADAL" clId="{65104DF2-1B45-4C36-9E2A-F89658839DCF}" dt="2024-01-24T18:37:46.886" v="14478" actId="20577"/>
        <pc:sldMkLst>
          <pc:docMk/>
          <pc:sldMk cId="2747043516" sldId="926"/>
        </pc:sldMkLst>
        <pc:spChg chg="del">
          <ac:chgData name="Palit, Tapti" userId="dec6fbcd-7598-406a-8cbf-504d4a3bac15" providerId="ADAL" clId="{65104DF2-1B45-4C36-9E2A-F89658839DCF}" dt="2024-01-24T15:42:35.442" v="1982" actId="700"/>
          <ac:spMkLst>
            <pc:docMk/>
            <pc:sldMk cId="2747043516" sldId="926"/>
            <ac:spMk id="2" creationId="{E2AD7FD9-465E-9B62-F6DA-2F8C6ECC2C37}"/>
          </ac:spMkLst>
        </pc:spChg>
        <pc:spChg chg="del mod ord">
          <ac:chgData name="Palit, Tapti" userId="dec6fbcd-7598-406a-8cbf-504d4a3bac15" providerId="ADAL" clId="{65104DF2-1B45-4C36-9E2A-F89658839DCF}" dt="2024-01-24T15:42:35.442" v="1982" actId="700"/>
          <ac:spMkLst>
            <pc:docMk/>
            <pc:sldMk cId="2747043516" sldId="926"/>
            <ac:spMk id="3" creationId="{A1065E7E-1713-00DF-125A-196892E103B9}"/>
          </ac:spMkLst>
        </pc:spChg>
        <pc:spChg chg="mod ord">
          <ac:chgData name="Palit, Tapti" userId="dec6fbcd-7598-406a-8cbf-504d4a3bac15" providerId="ADAL" clId="{65104DF2-1B45-4C36-9E2A-F89658839DCF}" dt="2024-01-24T15:42:35.442" v="1982" actId="700"/>
          <ac:spMkLst>
            <pc:docMk/>
            <pc:sldMk cId="2747043516" sldId="926"/>
            <ac:spMk id="4" creationId="{8EE421B8-D1EA-9FE6-8E74-19FD405BE618}"/>
          </ac:spMkLst>
        </pc:spChg>
        <pc:spChg chg="add mod ord">
          <ac:chgData name="Palit, Tapti" userId="dec6fbcd-7598-406a-8cbf-504d4a3bac15" providerId="ADAL" clId="{65104DF2-1B45-4C36-9E2A-F89658839DCF}" dt="2024-01-24T18:36:37.965" v="14186" actId="20577"/>
          <ac:spMkLst>
            <pc:docMk/>
            <pc:sldMk cId="2747043516" sldId="926"/>
            <ac:spMk id="5" creationId="{2C206C57-C3DA-F3FD-C1FE-6778D5A51D69}"/>
          </ac:spMkLst>
        </pc:spChg>
      </pc:sldChg>
      <pc:sldChg chg="addSp modSp add del mod">
        <pc:chgData name="Palit, Tapti" userId="dec6fbcd-7598-406a-8cbf-504d4a3bac15" providerId="ADAL" clId="{65104DF2-1B45-4C36-9E2A-F89658839DCF}" dt="2024-01-24T15:42:26.956" v="1980" actId="47"/>
        <pc:sldMkLst>
          <pc:docMk/>
          <pc:sldMk cId="2937366999" sldId="926"/>
        </pc:sldMkLst>
        <pc:spChg chg="add mod">
          <ac:chgData name="Palit, Tapti" userId="dec6fbcd-7598-406a-8cbf-504d4a3bac15" providerId="ADAL" clId="{65104DF2-1B45-4C36-9E2A-F89658839DCF}" dt="2024-01-24T15:42:13.814" v="1979" actId="14100"/>
          <ac:spMkLst>
            <pc:docMk/>
            <pc:sldMk cId="2937366999" sldId="926"/>
            <ac:spMk id="7" creationId="{6C47A195-464C-1648-C6BF-B8EDD1464F03}"/>
          </ac:spMkLst>
        </pc:spChg>
      </pc:sldChg>
      <pc:sldChg chg="addSp delSp modSp add mod delAnim modAnim modNotesTx">
        <pc:chgData name="Palit, Tapti" userId="dec6fbcd-7598-406a-8cbf-504d4a3bac15" providerId="ADAL" clId="{65104DF2-1B45-4C36-9E2A-F89658839DCF}" dt="2024-01-24T19:03:09.628" v="17350"/>
        <pc:sldMkLst>
          <pc:docMk/>
          <pc:sldMk cId="3655101576" sldId="927"/>
        </pc:sldMkLst>
        <pc:spChg chg="add mod">
          <ac:chgData name="Palit, Tapti" userId="dec6fbcd-7598-406a-8cbf-504d4a3bac15" providerId="ADAL" clId="{65104DF2-1B45-4C36-9E2A-F89658839DCF}" dt="2024-01-24T16:02:15.060" v="3271" actId="1076"/>
          <ac:spMkLst>
            <pc:docMk/>
            <pc:sldMk cId="3655101576" sldId="927"/>
            <ac:spMk id="2" creationId="{2AF7FFE4-790B-76F0-ABDB-D8D80399665E}"/>
          </ac:spMkLst>
        </pc:spChg>
        <pc:spChg chg="mod">
          <ac:chgData name="Palit, Tapti" userId="dec6fbcd-7598-406a-8cbf-504d4a3bac15" providerId="ADAL" clId="{65104DF2-1B45-4C36-9E2A-F89658839DCF}" dt="2024-01-24T19:01:41.701" v="17261" actId="20577"/>
          <ac:spMkLst>
            <pc:docMk/>
            <pc:sldMk cId="3655101576" sldId="927"/>
            <ac:spMk id="5" creationId="{251B41E7-6079-0ED7-2A0C-70CB03E92A8F}"/>
          </ac:spMkLst>
        </pc:spChg>
        <pc:spChg chg="mod">
          <ac:chgData name="Palit, Tapti" userId="dec6fbcd-7598-406a-8cbf-504d4a3bac15" providerId="ADAL" clId="{65104DF2-1B45-4C36-9E2A-F89658839DCF}" dt="2024-01-24T15:59:44.789" v="3244" actId="20577"/>
          <ac:spMkLst>
            <pc:docMk/>
            <pc:sldMk cId="3655101576" sldId="927"/>
            <ac:spMk id="6" creationId="{137639E6-AFBF-D524-90F3-31D2A7938282}"/>
          </ac:spMkLst>
        </pc:spChg>
        <pc:spChg chg="add del mod">
          <ac:chgData name="Palit, Tapti" userId="dec6fbcd-7598-406a-8cbf-504d4a3bac15" providerId="ADAL" clId="{65104DF2-1B45-4C36-9E2A-F89658839DCF}" dt="2024-01-24T19:01:00.007" v="17130" actId="478"/>
          <ac:spMkLst>
            <pc:docMk/>
            <pc:sldMk cId="3655101576" sldId="927"/>
            <ac:spMk id="7" creationId="{C44C3269-5564-41D1-8A17-255492192B3E}"/>
          </ac:spMkLst>
        </pc:spChg>
        <pc:spChg chg="add mod">
          <ac:chgData name="Palit, Tapti" userId="dec6fbcd-7598-406a-8cbf-504d4a3bac15" providerId="ADAL" clId="{65104DF2-1B45-4C36-9E2A-F89658839DCF}" dt="2024-01-24T16:03:26.284" v="3326" actId="20577"/>
          <ac:spMkLst>
            <pc:docMk/>
            <pc:sldMk cId="3655101576" sldId="927"/>
            <ac:spMk id="16" creationId="{47744A67-0D50-00A9-5108-69C0D0467ECA}"/>
          </ac:spMkLst>
        </pc:spChg>
        <pc:spChg chg="add mod">
          <ac:chgData name="Palit, Tapti" userId="dec6fbcd-7598-406a-8cbf-504d4a3bac15" providerId="ADAL" clId="{65104DF2-1B45-4C36-9E2A-F89658839DCF}" dt="2024-01-24T16:04:43.001" v="3354" actId="1076"/>
          <ac:spMkLst>
            <pc:docMk/>
            <pc:sldMk cId="3655101576" sldId="927"/>
            <ac:spMk id="24" creationId="{BF773871-F624-E8C7-AC14-2CDC29709A5C}"/>
          </ac:spMkLst>
        </pc:spChg>
        <pc:spChg chg="add del mod">
          <ac:chgData name="Palit, Tapti" userId="dec6fbcd-7598-406a-8cbf-504d4a3bac15" providerId="ADAL" clId="{65104DF2-1B45-4C36-9E2A-F89658839DCF}" dt="2024-01-24T18:55:51.791" v="16421" actId="478"/>
          <ac:spMkLst>
            <pc:docMk/>
            <pc:sldMk cId="3655101576" sldId="927"/>
            <ac:spMk id="25" creationId="{282AE363-E458-AAEB-4A9D-B461756E0F39}"/>
          </ac:spMkLst>
        </pc:spChg>
        <pc:spChg chg="add mod">
          <ac:chgData name="Palit, Tapti" userId="dec6fbcd-7598-406a-8cbf-504d4a3bac15" providerId="ADAL" clId="{65104DF2-1B45-4C36-9E2A-F89658839DCF}" dt="2024-01-24T19:02:24.322" v="17349"/>
          <ac:spMkLst>
            <pc:docMk/>
            <pc:sldMk cId="3655101576" sldId="927"/>
            <ac:spMk id="26" creationId="{F8644835-C04A-9D1C-39E2-F66611CDFF6C}"/>
          </ac:spMkLst>
        </pc:spChg>
        <pc:cxnChg chg="del mod">
          <ac:chgData name="Palit, Tapti" userId="dec6fbcd-7598-406a-8cbf-504d4a3bac15" providerId="ADAL" clId="{65104DF2-1B45-4C36-9E2A-F89658839DCF}" dt="2024-01-24T19:01:00.007" v="17130" actId="478"/>
          <ac:cxnSpMkLst>
            <pc:docMk/>
            <pc:sldMk cId="3655101576" sldId="927"/>
            <ac:cxnSpMk id="8" creationId="{20C8A393-9FD5-4BB6-2793-B7E784E074C3}"/>
          </ac:cxnSpMkLst>
        </pc:cxnChg>
        <pc:cxnChg chg="add mod">
          <ac:chgData name="Palit, Tapti" userId="dec6fbcd-7598-406a-8cbf-504d4a3bac15" providerId="ADAL" clId="{65104DF2-1B45-4C36-9E2A-F89658839DCF}" dt="2024-01-24T16:02:17.870" v="3272" actId="14100"/>
          <ac:cxnSpMkLst>
            <pc:docMk/>
            <pc:sldMk cId="3655101576" sldId="927"/>
            <ac:cxnSpMk id="9" creationId="{2AAE2C92-63EC-AA50-3019-4DC76382F8E0}"/>
          </ac:cxnSpMkLst>
        </pc:cxnChg>
        <pc:cxnChg chg="mod">
          <ac:chgData name="Palit, Tapti" userId="dec6fbcd-7598-406a-8cbf-504d4a3bac15" providerId="ADAL" clId="{65104DF2-1B45-4C36-9E2A-F89658839DCF}" dt="2024-01-24T16:04:03.529" v="3348" actId="692"/>
          <ac:cxnSpMkLst>
            <pc:docMk/>
            <pc:sldMk cId="3655101576" sldId="927"/>
            <ac:cxnSpMk id="10" creationId="{EB25A9B4-0AAC-3482-0118-BD616CFF1213}"/>
          </ac:cxnSpMkLst>
        </pc:cxnChg>
        <pc:cxnChg chg="add del mod">
          <ac:chgData name="Palit, Tapti" userId="dec6fbcd-7598-406a-8cbf-504d4a3bac15" providerId="ADAL" clId="{65104DF2-1B45-4C36-9E2A-F89658839DCF}" dt="2024-01-24T16:04:24.794" v="3352" actId="478"/>
          <ac:cxnSpMkLst>
            <pc:docMk/>
            <pc:sldMk cId="3655101576" sldId="927"/>
            <ac:cxnSpMk id="18" creationId="{D9FE4E9A-5BA7-E3C8-B224-672A4F6461FF}"/>
          </ac:cxnSpMkLst>
        </pc:cxnChg>
      </pc:sldChg>
      <pc:sldChg chg="addSp delSp modSp add mod modAnim modNotesTx">
        <pc:chgData name="Palit, Tapti" userId="dec6fbcd-7598-406a-8cbf-504d4a3bac15" providerId="ADAL" clId="{65104DF2-1B45-4C36-9E2A-F89658839DCF}" dt="2024-01-24T19:03:55.845" v="17531" actId="20577"/>
        <pc:sldMkLst>
          <pc:docMk/>
          <pc:sldMk cId="2796756906" sldId="928"/>
        </pc:sldMkLst>
        <pc:spChg chg="add del mod">
          <ac:chgData name="Palit, Tapti" userId="dec6fbcd-7598-406a-8cbf-504d4a3bac15" providerId="ADAL" clId="{65104DF2-1B45-4C36-9E2A-F89658839DCF}" dt="2024-01-24T19:03:19.389" v="17351" actId="478"/>
          <ac:spMkLst>
            <pc:docMk/>
            <pc:sldMk cId="2796756906" sldId="928"/>
            <ac:spMk id="12" creationId="{BC441366-5AC4-4DAF-B689-1CB13221B3D5}"/>
          </ac:spMkLst>
        </pc:spChg>
        <pc:cxnChg chg="mod">
          <ac:chgData name="Palit, Tapti" userId="dec6fbcd-7598-406a-8cbf-504d4a3bac15" providerId="ADAL" clId="{65104DF2-1B45-4C36-9E2A-F89658839DCF}" dt="2024-01-24T16:05:54.271" v="3389" actId="14100"/>
          <ac:cxnSpMkLst>
            <pc:docMk/>
            <pc:sldMk cId="2796756906" sldId="928"/>
            <ac:cxnSpMk id="9" creationId="{2AAE2C92-63EC-AA50-3019-4DC76382F8E0}"/>
          </ac:cxnSpMkLst>
        </pc:cxnChg>
        <pc:cxnChg chg="mod">
          <ac:chgData name="Palit, Tapti" userId="dec6fbcd-7598-406a-8cbf-504d4a3bac15" providerId="ADAL" clId="{65104DF2-1B45-4C36-9E2A-F89658839DCF}" dt="2024-01-24T16:05:21.594" v="3373" actId="692"/>
          <ac:cxnSpMkLst>
            <pc:docMk/>
            <pc:sldMk cId="2796756906" sldId="928"/>
            <ac:cxnSpMk id="10" creationId="{EB25A9B4-0AAC-3482-0118-BD616CFF1213}"/>
          </ac:cxnSpMkLst>
        </pc:cxnChg>
        <pc:cxnChg chg="mod">
          <ac:chgData name="Palit, Tapti" userId="dec6fbcd-7598-406a-8cbf-504d4a3bac15" providerId="ADAL" clId="{65104DF2-1B45-4C36-9E2A-F89658839DCF}" dt="2024-01-24T16:05:31.011" v="3388" actId="692"/>
          <ac:cxnSpMkLst>
            <pc:docMk/>
            <pc:sldMk cId="2796756906" sldId="928"/>
            <ac:cxnSpMk id="17" creationId="{4743F100-14CD-C71A-0CF5-CDE9E65A0ABA}"/>
          </ac:cxnSpMkLst>
        </pc:cxnChg>
      </pc:sldChg>
      <pc:sldChg chg="delSp modSp new mod modClrScheme chgLayout">
        <pc:chgData name="Palit, Tapti" userId="dec6fbcd-7598-406a-8cbf-504d4a3bac15" providerId="ADAL" clId="{65104DF2-1B45-4C36-9E2A-F89658839DCF}" dt="2024-01-25T18:22:14.992" v="22892" actId="20577"/>
        <pc:sldMkLst>
          <pc:docMk/>
          <pc:sldMk cId="3451207649" sldId="929"/>
        </pc:sldMkLst>
        <pc:spChg chg="mod ord">
          <ac:chgData name="Palit, Tapti" userId="dec6fbcd-7598-406a-8cbf-504d4a3bac15" providerId="ADAL" clId="{65104DF2-1B45-4C36-9E2A-F89658839DCF}" dt="2024-01-25T18:22:14.992" v="22892" actId="20577"/>
          <ac:spMkLst>
            <pc:docMk/>
            <pc:sldMk cId="3451207649" sldId="929"/>
            <ac:spMk id="2" creationId="{72255B09-C652-86B4-3A5C-C987FF2F36D4}"/>
          </ac:spMkLst>
        </pc:spChg>
        <pc:spChg chg="mod ord">
          <ac:chgData name="Palit, Tapti" userId="dec6fbcd-7598-406a-8cbf-504d4a3bac15" providerId="ADAL" clId="{65104DF2-1B45-4C36-9E2A-F89658839DCF}" dt="2024-01-24T17:18:23.086" v="8735" actId="700"/>
          <ac:spMkLst>
            <pc:docMk/>
            <pc:sldMk cId="3451207649" sldId="929"/>
            <ac:spMk id="3" creationId="{323C4707-8358-58C6-2162-E4F42AA7F78D}"/>
          </ac:spMkLst>
        </pc:spChg>
        <pc:spChg chg="mod ord">
          <ac:chgData name="Palit, Tapti" userId="dec6fbcd-7598-406a-8cbf-504d4a3bac15" providerId="ADAL" clId="{65104DF2-1B45-4C36-9E2A-F89658839DCF}" dt="2024-01-24T17:18:23.086" v="8735" actId="700"/>
          <ac:spMkLst>
            <pc:docMk/>
            <pc:sldMk cId="3451207649" sldId="929"/>
            <ac:spMk id="4" creationId="{C1583B93-49CE-B036-ACEE-6DBFC8368B24}"/>
          </ac:spMkLst>
        </pc:spChg>
        <pc:spChg chg="del">
          <ac:chgData name="Palit, Tapti" userId="dec6fbcd-7598-406a-8cbf-504d4a3bac15" providerId="ADAL" clId="{65104DF2-1B45-4C36-9E2A-F89658839DCF}" dt="2024-01-24T17:18:23.086" v="8735" actId="700"/>
          <ac:spMkLst>
            <pc:docMk/>
            <pc:sldMk cId="3451207649" sldId="929"/>
            <ac:spMk id="5" creationId="{9D6343CB-619A-DFD6-6097-B81C7F153481}"/>
          </ac:spMkLst>
        </pc:spChg>
      </pc:sldChg>
      <pc:sldChg chg="addSp delSp modSp new del mod modClrScheme chgLayout modNotesTx">
        <pc:chgData name="Palit, Tapti" userId="dec6fbcd-7598-406a-8cbf-504d4a3bac15" providerId="ADAL" clId="{65104DF2-1B45-4C36-9E2A-F89658839DCF}" dt="2024-01-24T16:24:01.138" v="4800" actId="47"/>
        <pc:sldMkLst>
          <pc:docMk/>
          <pc:sldMk cId="1279157815" sldId="930"/>
        </pc:sldMkLst>
        <pc:spChg chg="del mod ord">
          <ac:chgData name="Palit, Tapti" userId="dec6fbcd-7598-406a-8cbf-504d4a3bac15" providerId="ADAL" clId="{65104DF2-1B45-4C36-9E2A-F89658839DCF}" dt="2024-01-24T16:21:28.517" v="4570" actId="700"/>
          <ac:spMkLst>
            <pc:docMk/>
            <pc:sldMk cId="1279157815" sldId="930"/>
            <ac:spMk id="2" creationId="{0D176E99-61C9-CF6E-B37A-F54CF053577B}"/>
          </ac:spMkLst>
        </pc:spChg>
        <pc:spChg chg="mod ord">
          <ac:chgData name="Palit, Tapti" userId="dec6fbcd-7598-406a-8cbf-504d4a3bac15" providerId="ADAL" clId="{65104DF2-1B45-4C36-9E2A-F89658839DCF}" dt="2024-01-24T16:21:28.517" v="4570" actId="700"/>
          <ac:spMkLst>
            <pc:docMk/>
            <pc:sldMk cId="1279157815" sldId="930"/>
            <ac:spMk id="3" creationId="{7E07E03C-5A90-6217-5E89-EEF0E50DBAB3}"/>
          </ac:spMkLst>
        </pc:spChg>
        <pc:spChg chg="add mod ord">
          <ac:chgData name="Palit, Tapti" userId="dec6fbcd-7598-406a-8cbf-504d4a3bac15" providerId="ADAL" clId="{65104DF2-1B45-4C36-9E2A-F89658839DCF}" dt="2024-01-24T16:21:58.994" v="4604" actId="20577"/>
          <ac:spMkLst>
            <pc:docMk/>
            <pc:sldMk cId="1279157815" sldId="930"/>
            <ac:spMk id="4" creationId="{AC6933CC-A219-BFA0-B9DE-00AD8932B959}"/>
          </ac:spMkLst>
        </pc:spChg>
        <pc:spChg chg="add mod ord">
          <ac:chgData name="Palit, Tapti" userId="dec6fbcd-7598-406a-8cbf-504d4a3bac15" providerId="ADAL" clId="{65104DF2-1B45-4C36-9E2A-F89658839DCF}" dt="2024-01-24T16:23:13.271" v="4731" actId="113"/>
          <ac:spMkLst>
            <pc:docMk/>
            <pc:sldMk cId="1279157815" sldId="930"/>
            <ac:spMk id="5" creationId="{34B794E7-4084-ED2E-54F4-E2138D5AD683}"/>
          </ac:spMkLst>
        </pc:spChg>
      </pc:sldChg>
      <pc:sldChg chg="add mod modShow">
        <pc:chgData name="Palit, Tapti" userId="dec6fbcd-7598-406a-8cbf-504d4a3bac15" providerId="ADAL" clId="{65104DF2-1B45-4C36-9E2A-F89658839DCF}" dt="2024-01-24T16:48:26.013" v="6964" actId="729"/>
        <pc:sldMkLst>
          <pc:docMk/>
          <pc:sldMk cId="3932546374" sldId="930"/>
        </pc:sldMkLst>
      </pc:sldChg>
      <pc:sldChg chg="add mod modShow">
        <pc:chgData name="Palit, Tapti" userId="dec6fbcd-7598-406a-8cbf-504d4a3bac15" providerId="ADAL" clId="{65104DF2-1B45-4C36-9E2A-F89658839DCF}" dt="2024-01-24T16:48:26.013" v="6964" actId="729"/>
        <pc:sldMkLst>
          <pc:docMk/>
          <pc:sldMk cId="4149935990" sldId="931"/>
        </pc:sldMkLst>
      </pc:sldChg>
      <pc:sldChg chg="add mod modShow">
        <pc:chgData name="Palit, Tapti" userId="dec6fbcd-7598-406a-8cbf-504d4a3bac15" providerId="ADAL" clId="{65104DF2-1B45-4C36-9E2A-F89658839DCF}" dt="2024-01-24T16:48:26.013" v="6964" actId="729"/>
        <pc:sldMkLst>
          <pc:docMk/>
          <pc:sldMk cId="242395351" sldId="932"/>
        </pc:sldMkLst>
      </pc:sldChg>
      <pc:sldChg chg="add mod modShow">
        <pc:chgData name="Palit, Tapti" userId="dec6fbcd-7598-406a-8cbf-504d4a3bac15" providerId="ADAL" clId="{65104DF2-1B45-4C36-9E2A-F89658839DCF}" dt="2024-01-24T16:48:26.013" v="6964" actId="729"/>
        <pc:sldMkLst>
          <pc:docMk/>
          <pc:sldMk cId="1139379618" sldId="933"/>
        </pc:sldMkLst>
      </pc:sldChg>
      <pc:sldChg chg="add mod modShow">
        <pc:chgData name="Palit, Tapti" userId="dec6fbcd-7598-406a-8cbf-504d4a3bac15" providerId="ADAL" clId="{65104DF2-1B45-4C36-9E2A-F89658839DCF}" dt="2024-01-24T16:48:26.013" v="6964" actId="729"/>
        <pc:sldMkLst>
          <pc:docMk/>
          <pc:sldMk cId="2636027419" sldId="934"/>
        </pc:sldMkLst>
      </pc:sldChg>
      <pc:sldChg chg="add mod modShow">
        <pc:chgData name="Palit, Tapti" userId="dec6fbcd-7598-406a-8cbf-504d4a3bac15" providerId="ADAL" clId="{65104DF2-1B45-4C36-9E2A-F89658839DCF}" dt="2024-01-24T16:48:26.013" v="6964" actId="729"/>
        <pc:sldMkLst>
          <pc:docMk/>
          <pc:sldMk cId="2455690404" sldId="935"/>
        </pc:sldMkLst>
      </pc:sldChg>
      <pc:sldChg chg="add mod modShow">
        <pc:chgData name="Palit, Tapti" userId="dec6fbcd-7598-406a-8cbf-504d4a3bac15" providerId="ADAL" clId="{65104DF2-1B45-4C36-9E2A-F89658839DCF}" dt="2024-01-24T16:48:26.013" v="6964" actId="729"/>
        <pc:sldMkLst>
          <pc:docMk/>
          <pc:sldMk cId="3562435918" sldId="936"/>
        </pc:sldMkLst>
      </pc:sldChg>
      <pc:sldChg chg="add mod modShow">
        <pc:chgData name="Palit, Tapti" userId="dec6fbcd-7598-406a-8cbf-504d4a3bac15" providerId="ADAL" clId="{65104DF2-1B45-4C36-9E2A-F89658839DCF}" dt="2024-01-24T16:48:26.013" v="6964" actId="729"/>
        <pc:sldMkLst>
          <pc:docMk/>
          <pc:sldMk cId="447750180" sldId="937"/>
        </pc:sldMkLst>
      </pc:sldChg>
      <pc:sldChg chg="add del">
        <pc:chgData name="Palit, Tapti" userId="dec6fbcd-7598-406a-8cbf-504d4a3bac15" providerId="ADAL" clId="{65104DF2-1B45-4C36-9E2A-F89658839DCF}" dt="2024-01-24T17:10:29.144" v="7963" actId="2696"/>
        <pc:sldMkLst>
          <pc:docMk/>
          <pc:sldMk cId="2038953824" sldId="938"/>
        </pc:sldMkLst>
      </pc:sldChg>
      <pc:sldChg chg="add mod modShow">
        <pc:chgData name="Palit, Tapti" userId="dec6fbcd-7598-406a-8cbf-504d4a3bac15" providerId="ADAL" clId="{65104DF2-1B45-4C36-9E2A-F89658839DCF}" dt="2024-01-24T17:10:35.640" v="7965" actId="729"/>
        <pc:sldMkLst>
          <pc:docMk/>
          <pc:sldMk cId="3066965801" sldId="938"/>
        </pc:sldMkLst>
      </pc:sldChg>
      <pc:sldChg chg="delSp modSp add mod delAnim modNotesTx">
        <pc:chgData name="Palit, Tapti" userId="dec6fbcd-7598-406a-8cbf-504d4a3bac15" providerId="ADAL" clId="{65104DF2-1B45-4C36-9E2A-F89658839DCF}" dt="2024-01-24T18:23:01.255" v="12443" actId="20577"/>
        <pc:sldMkLst>
          <pc:docMk/>
          <pc:sldMk cId="1043800535" sldId="939"/>
        </pc:sldMkLst>
        <pc:spChg chg="ord">
          <ac:chgData name="Palit, Tapti" userId="dec6fbcd-7598-406a-8cbf-504d4a3bac15" providerId="ADAL" clId="{65104DF2-1B45-4C36-9E2A-F89658839DCF}" dt="2024-01-24T18:21:37.543" v="12298" actId="167"/>
          <ac:spMkLst>
            <pc:docMk/>
            <pc:sldMk cId="1043800535" sldId="939"/>
            <ac:spMk id="2" creationId="{700288A5-0850-1218-F348-E30C3B4E8E23}"/>
          </ac:spMkLst>
        </pc:spChg>
        <pc:spChg chg="mod">
          <ac:chgData name="Palit, Tapti" userId="dec6fbcd-7598-406a-8cbf-504d4a3bac15" providerId="ADAL" clId="{65104DF2-1B45-4C36-9E2A-F89658839DCF}" dt="2024-01-24T18:22:29.183" v="12323" actId="20577"/>
          <ac:spMkLst>
            <pc:docMk/>
            <pc:sldMk cId="1043800535" sldId="939"/>
            <ac:spMk id="3" creationId="{15DC95A4-D943-A26C-55CB-383A3E6F3BD5}"/>
          </ac:spMkLst>
        </pc:spChg>
        <pc:cxnChg chg="del mod">
          <ac:chgData name="Palit, Tapti" userId="dec6fbcd-7598-406a-8cbf-504d4a3bac15" providerId="ADAL" clId="{65104DF2-1B45-4C36-9E2A-F89658839DCF}" dt="2024-01-24T18:21:39.769" v="12299" actId="478"/>
          <ac:cxnSpMkLst>
            <pc:docMk/>
            <pc:sldMk cId="1043800535" sldId="939"/>
            <ac:cxnSpMk id="339" creationId="{0152FD3E-0853-2118-07D4-9342E0D19EB6}"/>
          </ac:cxnSpMkLst>
        </pc:cxnChg>
        <pc:cxnChg chg="del mod">
          <ac:chgData name="Palit, Tapti" userId="dec6fbcd-7598-406a-8cbf-504d4a3bac15" providerId="ADAL" clId="{65104DF2-1B45-4C36-9E2A-F89658839DCF}" dt="2024-01-24T18:21:44.947" v="12300" actId="478"/>
          <ac:cxnSpMkLst>
            <pc:docMk/>
            <pc:sldMk cId="1043800535" sldId="939"/>
            <ac:cxnSpMk id="356" creationId="{7D7A0695-15EC-8841-3632-AD71C5649FE5}"/>
          </ac:cxnSpMkLst>
        </pc:cxnChg>
        <pc:cxnChg chg="del mod">
          <ac:chgData name="Palit, Tapti" userId="dec6fbcd-7598-406a-8cbf-504d4a3bac15" providerId="ADAL" clId="{65104DF2-1B45-4C36-9E2A-F89658839DCF}" dt="2024-01-24T18:21:44.947" v="12300" actId="478"/>
          <ac:cxnSpMkLst>
            <pc:docMk/>
            <pc:sldMk cId="1043800535" sldId="939"/>
            <ac:cxnSpMk id="359" creationId="{129A9EFB-DBB0-9C6B-F109-2A731D17FEA9}"/>
          </ac:cxnSpMkLst>
        </pc:cxnChg>
        <pc:cxnChg chg="del mod">
          <ac:chgData name="Palit, Tapti" userId="dec6fbcd-7598-406a-8cbf-504d4a3bac15" providerId="ADAL" clId="{65104DF2-1B45-4C36-9E2A-F89658839DCF}" dt="2024-01-24T18:21:50.173" v="12302" actId="478"/>
          <ac:cxnSpMkLst>
            <pc:docMk/>
            <pc:sldMk cId="1043800535" sldId="939"/>
            <ac:cxnSpMk id="362" creationId="{2A8DCB66-1AB1-7C0F-FF2E-8823A63BC0A5}"/>
          </ac:cxnSpMkLst>
        </pc:cxnChg>
        <pc:cxnChg chg="del mod">
          <ac:chgData name="Palit, Tapti" userId="dec6fbcd-7598-406a-8cbf-504d4a3bac15" providerId="ADAL" clId="{65104DF2-1B45-4C36-9E2A-F89658839DCF}" dt="2024-01-24T18:21:57.595" v="12305" actId="478"/>
          <ac:cxnSpMkLst>
            <pc:docMk/>
            <pc:sldMk cId="1043800535" sldId="939"/>
            <ac:cxnSpMk id="365" creationId="{CD233F9D-9625-2E4B-2073-70E9239E4EF8}"/>
          </ac:cxnSpMkLst>
        </pc:cxnChg>
        <pc:cxnChg chg="del mod">
          <ac:chgData name="Palit, Tapti" userId="dec6fbcd-7598-406a-8cbf-504d4a3bac15" providerId="ADAL" clId="{65104DF2-1B45-4C36-9E2A-F89658839DCF}" dt="2024-01-24T18:21:44.947" v="12300" actId="478"/>
          <ac:cxnSpMkLst>
            <pc:docMk/>
            <pc:sldMk cId="1043800535" sldId="939"/>
            <ac:cxnSpMk id="369" creationId="{39FF2DA0-EBBE-0DF7-B8F2-9A3F42DDA3C5}"/>
          </ac:cxnSpMkLst>
        </pc:cxnChg>
        <pc:cxnChg chg="del mod">
          <ac:chgData name="Palit, Tapti" userId="dec6fbcd-7598-406a-8cbf-504d4a3bac15" providerId="ADAL" clId="{65104DF2-1B45-4C36-9E2A-F89658839DCF}" dt="2024-01-24T18:21:48.196" v="12301" actId="478"/>
          <ac:cxnSpMkLst>
            <pc:docMk/>
            <pc:sldMk cId="1043800535" sldId="939"/>
            <ac:cxnSpMk id="372" creationId="{E8A7DBD7-1ED8-8E63-AC93-2304460736F9}"/>
          </ac:cxnSpMkLst>
        </pc:cxnChg>
        <pc:cxnChg chg="del mod">
          <ac:chgData name="Palit, Tapti" userId="dec6fbcd-7598-406a-8cbf-504d4a3bac15" providerId="ADAL" clId="{65104DF2-1B45-4C36-9E2A-F89658839DCF}" dt="2024-01-24T18:21:44.947" v="12300" actId="478"/>
          <ac:cxnSpMkLst>
            <pc:docMk/>
            <pc:sldMk cId="1043800535" sldId="939"/>
            <ac:cxnSpMk id="376" creationId="{59238C89-7739-0AC6-AF73-FD57ECADCA38}"/>
          </ac:cxnSpMkLst>
        </pc:cxnChg>
        <pc:cxnChg chg="del mod">
          <ac:chgData name="Palit, Tapti" userId="dec6fbcd-7598-406a-8cbf-504d4a3bac15" providerId="ADAL" clId="{65104DF2-1B45-4C36-9E2A-F89658839DCF}" dt="2024-01-24T18:21:57.595" v="12305" actId="478"/>
          <ac:cxnSpMkLst>
            <pc:docMk/>
            <pc:sldMk cId="1043800535" sldId="939"/>
            <ac:cxnSpMk id="379" creationId="{698EAC26-E655-3017-B3E0-1D104CDAD401}"/>
          </ac:cxnSpMkLst>
        </pc:cxnChg>
        <pc:cxnChg chg="del mod">
          <ac:chgData name="Palit, Tapti" userId="dec6fbcd-7598-406a-8cbf-504d4a3bac15" providerId="ADAL" clId="{65104DF2-1B45-4C36-9E2A-F89658839DCF}" dt="2024-01-24T18:21:54.488" v="12304" actId="478"/>
          <ac:cxnSpMkLst>
            <pc:docMk/>
            <pc:sldMk cId="1043800535" sldId="939"/>
            <ac:cxnSpMk id="382" creationId="{EB50346A-F7EA-C08B-E4DA-D1A1922FB98F}"/>
          </ac:cxnSpMkLst>
        </pc:cxnChg>
        <pc:cxnChg chg="del mod">
          <ac:chgData name="Palit, Tapti" userId="dec6fbcd-7598-406a-8cbf-504d4a3bac15" providerId="ADAL" clId="{65104DF2-1B45-4C36-9E2A-F89658839DCF}" dt="2024-01-24T18:21:52.684" v="12303" actId="478"/>
          <ac:cxnSpMkLst>
            <pc:docMk/>
            <pc:sldMk cId="1043800535" sldId="939"/>
            <ac:cxnSpMk id="385" creationId="{1EFCB220-2EB8-22B9-7CB7-D4E312CF3246}"/>
          </ac:cxnSpMkLst>
        </pc:cxnChg>
      </pc:sldChg>
      <pc:sldChg chg="modSp mod modClrScheme chgLayout">
        <pc:chgData name="Palit, Tapti" userId="dec6fbcd-7598-406a-8cbf-504d4a3bac15" providerId="ADAL" clId="{65104DF2-1B45-4C36-9E2A-F89658839DCF}" dt="2024-01-25T17:54:43.307" v="22018" actId="700"/>
        <pc:sldMkLst>
          <pc:docMk/>
          <pc:sldMk cId="1035773078" sldId="940"/>
        </pc:sldMkLst>
        <pc:spChg chg="mod ord">
          <ac:chgData name="Palit, Tapti" userId="dec6fbcd-7598-406a-8cbf-504d4a3bac15" providerId="ADAL" clId="{65104DF2-1B45-4C36-9E2A-F89658839DCF}" dt="2024-01-25T17:54:43.307" v="22018" actId="700"/>
          <ac:spMkLst>
            <pc:docMk/>
            <pc:sldMk cId="1035773078" sldId="940"/>
            <ac:spMk id="3" creationId="{276F285D-E79C-3957-9EEA-1A08D81DC183}"/>
          </ac:spMkLst>
        </pc:spChg>
        <pc:spChg chg="mod ord">
          <ac:chgData name="Palit, Tapti" userId="dec6fbcd-7598-406a-8cbf-504d4a3bac15" providerId="ADAL" clId="{65104DF2-1B45-4C36-9E2A-F89658839DCF}" dt="2024-01-25T17:54:43.307" v="22018" actId="700"/>
          <ac:spMkLst>
            <pc:docMk/>
            <pc:sldMk cId="1035773078" sldId="940"/>
            <ac:spMk id="4" creationId="{7E15D29D-CCA9-807B-596F-900EE37D094E}"/>
          </ac:spMkLst>
        </pc:spChg>
      </pc:sldChg>
      <pc:sldChg chg="new del ord">
        <pc:chgData name="Palit, Tapti" userId="dec6fbcd-7598-406a-8cbf-504d4a3bac15" providerId="ADAL" clId="{65104DF2-1B45-4C36-9E2A-F89658839DCF}" dt="2024-01-24T19:07:20.818" v="17885" actId="47"/>
        <pc:sldMkLst>
          <pc:docMk/>
          <pc:sldMk cId="1894693758" sldId="940"/>
        </pc:sldMkLst>
      </pc:sldChg>
      <pc:sldChg chg="addSp delSp modSp add del mod modAnim">
        <pc:chgData name="Palit, Tapti" userId="dec6fbcd-7598-406a-8cbf-504d4a3bac15" providerId="ADAL" clId="{65104DF2-1B45-4C36-9E2A-F89658839DCF}" dt="2024-01-24T19:00:04.781" v="17120" actId="2890"/>
        <pc:sldMkLst>
          <pc:docMk/>
          <pc:sldMk cId="2589577633" sldId="940"/>
        </pc:sldMkLst>
        <pc:spChg chg="mod">
          <ac:chgData name="Palit, Tapti" userId="dec6fbcd-7598-406a-8cbf-504d4a3bac15" providerId="ADAL" clId="{65104DF2-1B45-4C36-9E2A-F89658839DCF}" dt="2024-01-24T19:00:02.693" v="17117" actId="14100"/>
          <ac:spMkLst>
            <pc:docMk/>
            <pc:sldMk cId="2589577633" sldId="940"/>
            <ac:spMk id="5" creationId="{251B41E7-6079-0ED7-2A0C-70CB03E92A8F}"/>
          </ac:spMkLst>
        </pc:spChg>
        <pc:spChg chg="add del">
          <ac:chgData name="Palit, Tapti" userId="dec6fbcd-7598-406a-8cbf-504d4a3bac15" providerId="ADAL" clId="{65104DF2-1B45-4C36-9E2A-F89658839DCF}" dt="2024-01-24T19:00:01.720" v="17115" actId="478"/>
          <ac:spMkLst>
            <pc:docMk/>
            <pc:sldMk cId="2589577633" sldId="940"/>
            <ac:spMk id="7" creationId="{9B2D82BA-8577-6CFD-7AD1-549D574BDAE3}"/>
          </ac:spMkLst>
        </pc:spChg>
        <pc:cxnChg chg="add del">
          <ac:chgData name="Palit, Tapti" userId="dec6fbcd-7598-406a-8cbf-504d4a3bac15" providerId="ADAL" clId="{65104DF2-1B45-4C36-9E2A-F89658839DCF}" dt="2024-01-24T19:00:02.269" v="17116" actId="478"/>
          <ac:cxnSpMkLst>
            <pc:docMk/>
            <pc:sldMk cId="2589577633" sldId="940"/>
            <ac:cxnSpMk id="8" creationId="{20C8A393-9FD5-4BB6-2793-B7E784E074C3}"/>
          </ac:cxnSpMkLst>
        </pc:cxnChg>
      </pc:sldChg>
      <pc:sldChg chg="modSp del mod">
        <pc:chgData name="Palit, Tapti" userId="dec6fbcd-7598-406a-8cbf-504d4a3bac15" providerId="ADAL" clId="{65104DF2-1B45-4C36-9E2A-F89658839DCF}" dt="2024-01-25T16:52:57.024" v="19848" actId="47"/>
        <pc:sldMkLst>
          <pc:docMk/>
          <pc:sldMk cId="979678000" sldId="941"/>
        </pc:sldMkLst>
        <pc:spChg chg="mod">
          <ac:chgData name="Palit, Tapti" userId="dec6fbcd-7598-406a-8cbf-504d4a3bac15" providerId="ADAL" clId="{65104DF2-1B45-4C36-9E2A-F89658839DCF}" dt="2024-01-25T16:48:43.443" v="19769" actId="20577"/>
          <ac:spMkLst>
            <pc:docMk/>
            <pc:sldMk cId="979678000" sldId="941"/>
            <ac:spMk id="3" creationId="{49CD06EF-E98B-EE57-9C8F-2100457DB51D}"/>
          </ac:spMkLst>
        </pc:spChg>
        <pc:picChg chg="mod">
          <ac:chgData name="Palit, Tapti" userId="dec6fbcd-7598-406a-8cbf-504d4a3bac15" providerId="ADAL" clId="{65104DF2-1B45-4C36-9E2A-F89658839DCF}" dt="2024-01-25T16:52:45.787" v="19846" actId="1076"/>
          <ac:picMkLst>
            <pc:docMk/>
            <pc:sldMk cId="979678000" sldId="941"/>
            <ac:picMk id="7" creationId="{536E11DA-3237-75B1-C610-F4E982BF69F3}"/>
          </ac:picMkLst>
        </pc:picChg>
        <pc:picChg chg="mod">
          <ac:chgData name="Palit, Tapti" userId="dec6fbcd-7598-406a-8cbf-504d4a3bac15" providerId="ADAL" clId="{65104DF2-1B45-4C36-9E2A-F89658839DCF}" dt="2024-01-25T16:52:43.841" v="19845" actId="1076"/>
          <ac:picMkLst>
            <pc:docMk/>
            <pc:sldMk cId="979678000" sldId="941"/>
            <ac:picMk id="9" creationId="{1A0A1FDA-B7A2-7A4A-ED42-76F9B513878A}"/>
          </ac:picMkLst>
        </pc:picChg>
        <pc:picChg chg="mod">
          <ac:chgData name="Palit, Tapti" userId="dec6fbcd-7598-406a-8cbf-504d4a3bac15" providerId="ADAL" clId="{65104DF2-1B45-4C36-9E2A-F89658839DCF}" dt="2024-01-25T16:52:50.025" v="19847" actId="1076"/>
          <ac:picMkLst>
            <pc:docMk/>
            <pc:sldMk cId="979678000" sldId="941"/>
            <ac:picMk id="11" creationId="{FC12EF14-081A-114B-2680-1EF9F31AE656}"/>
          </ac:picMkLst>
        </pc:picChg>
      </pc:sldChg>
      <pc:sldChg chg="del">
        <pc:chgData name="Palit, Tapti" userId="dec6fbcd-7598-406a-8cbf-504d4a3bac15" providerId="ADAL" clId="{65104DF2-1B45-4C36-9E2A-F89658839DCF}" dt="2024-01-25T16:41:52.874" v="19512" actId="47"/>
        <pc:sldMkLst>
          <pc:docMk/>
          <pc:sldMk cId="134959814" sldId="942"/>
        </pc:sldMkLst>
      </pc:sldChg>
      <pc:sldChg chg="add mod modShow">
        <pc:chgData name="Palit, Tapti" userId="dec6fbcd-7598-406a-8cbf-504d4a3bac15" providerId="ADAL" clId="{65104DF2-1B45-4C36-9E2A-F89658839DCF}" dt="2024-01-25T17:03:26.688" v="20236" actId="729"/>
        <pc:sldMkLst>
          <pc:docMk/>
          <pc:sldMk cId="1164086596" sldId="944"/>
        </pc:sldMkLst>
      </pc:sldChg>
      <pc:sldChg chg="del">
        <pc:chgData name="Palit, Tapti" userId="dec6fbcd-7598-406a-8cbf-504d4a3bac15" providerId="ADAL" clId="{65104DF2-1B45-4C36-9E2A-F89658839DCF}" dt="2024-01-25T17:03:21.573" v="20234" actId="2696"/>
        <pc:sldMkLst>
          <pc:docMk/>
          <pc:sldMk cId="4010005041" sldId="944"/>
        </pc:sldMkLst>
      </pc:sldChg>
      <pc:sldChg chg="del">
        <pc:chgData name="Palit, Tapti" userId="dec6fbcd-7598-406a-8cbf-504d4a3bac15" providerId="ADAL" clId="{65104DF2-1B45-4C36-9E2A-F89658839DCF}" dt="2024-01-25T17:03:21.573" v="20234" actId="2696"/>
        <pc:sldMkLst>
          <pc:docMk/>
          <pc:sldMk cId="1054785523" sldId="945"/>
        </pc:sldMkLst>
      </pc:sldChg>
      <pc:sldChg chg="addSp delSp modSp add mod modClrScheme modShow chgLayout">
        <pc:chgData name="Palit, Tapti" userId="dec6fbcd-7598-406a-8cbf-504d4a3bac15" providerId="ADAL" clId="{65104DF2-1B45-4C36-9E2A-F89658839DCF}" dt="2024-01-25T17:37:17.413" v="21593" actId="700"/>
        <pc:sldMkLst>
          <pc:docMk/>
          <pc:sldMk cId="3433188129" sldId="945"/>
        </pc:sldMkLst>
        <pc:spChg chg="mod ord">
          <ac:chgData name="Palit, Tapti" userId="dec6fbcd-7598-406a-8cbf-504d4a3bac15" providerId="ADAL" clId="{65104DF2-1B45-4C36-9E2A-F89658839DCF}" dt="2024-01-25T17:37:17.413" v="21593" actId="700"/>
          <ac:spMkLst>
            <pc:docMk/>
            <pc:sldMk cId="3433188129" sldId="945"/>
            <ac:spMk id="2" creationId="{FDC508B3-EA90-9347-6D4C-EF7A07AF44DF}"/>
          </ac:spMkLst>
        </pc:spChg>
        <pc:spChg chg="mod ord">
          <ac:chgData name="Palit, Tapti" userId="dec6fbcd-7598-406a-8cbf-504d4a3bac15" providerId="ADAL" clId="{65104DF2-1B45-4C36-9E2A-F89658839DCF}" dt="2024-01-25T17:37:17.413" v="21593" actId="700"/>
          <ac:spMkLst>
            <pc:docMk/>
            <pc:sldMk cId="3433188129" sldId="945"/>
            <ac:spMk id="3" creationId="{2246E50D-C821-CBE0-85B0-00E195167CAF}"/>
          </ac:spMkLst>
        </pc:spChg>
        <pc:spChg chg="mod ord">
          <ac:chgData name="Palit, Tapti" userId="dec6fbcd-7598-406a-8cbf-504d4a3bac15" providerId="ADAL" clId="{65104DF2-1B45-4C36-9E2A-F89658839DCF}" dt="2024-01-25T17:37:17.413" v="21593" actId="700"/>
          <ac:spMkLst>
            <pc:docMk/>
            <pc:sldMk cId="3433188129" sldId="945"/>
            <ac:spMk id="4" creationId="{A321B73A-33D9-AE8B-0339-06063916F56C}"/>
          </ac:spMkLst>
        </pc:spChg>
        <pc:spChg chg="add del mod">
          <ac:chgData name="Palit, Tapti" userId="dec6fbcd-7598-406a-8cbf-504d4a3bac15" providerId="ADAL" clId="{65104DF2-1B45-4C36-9E2A-F89658839DCF}" dt="2024-01-25T17:37:12.565" v="21592" actId="6264"/>
          <ac:spMkLst>
            <pc:docMk/>
            <pc:sldMk cId="3433188129" sldId="945"/>
            <ac:spMk id="5" creationId="{0C97FAAD-5D0B-EDD3-77A3-12F782405E00}"/>
          </ac:spMkLst>
        </pc:spChg>
        <pc:spChg chg="add del mod">
          <ac:chgData name="Palit, Tapti" userId="dec6fbcd-7598-406a-8cbf-504d4a3bac15" providerId="ADAL" clId="{65104DF2-1B45-4C36-9E2A-F89658839DCF}" dt="2024-01-25T17:37:12.565" v="21592" actId="6264"/>
          <ac:spMkLst>
            <pc:docMk/>
            <pc:sldMk cId="3433188129" sldId="945"/>
            <ac:spMk id="7" creationId="{A25F040E-8976-3D0A-7433-2E9D10EFDD8D}"/>
          </ac:spMkLst>
        </pc:spChg>
      </pc:sldChg>
      <pc:sldChg chg="modSp mod ord">
        <pc:chgData name="Palit, Tapti" userId="dec6fbcd-7598-406a-8cbf-504d4a3bac15" providerId="ADAL" clId="{65104DF2-1B45-4C36-9E2A-F89658839DCF}" dt="2024-01-26T00:15:15.091" v="22914" actId="20577"/>
        <pc:sldMkLst>
          <pc:docMk/>
          <pc:sldMk cId="2812914313" sldId="948"/>
        </pc:sldMkLst>
        <pc:spChg chg="mod">
          <ac:chgData name="Palit, Tapti" userId="dec6fbcd-7598-406a-8cbf-504d4a3bac15" providerId="ADAL" clId="{65104DF2-1B45-4C36-9E2A-F89658839DCF}" dt="2024-01-26T00:15:15.091" v="22914" actId="20577"/>
          <ac:spMkLst>
            <pc:docMk/>
            <pc:sldMk cId="2812914313" sldId="948"/>
            <ac:spMk id="3" creationId="{7C06EB84-67F6-F6DA-3A7D-A8D568AE3645}"/>
          </ac:spMkLst>
        </pc:spChg>
      </pc:sldChg>
      <pc:sldChg chg="del">
        <pc:chgData name="Palit, Tapti" userId="dec6fbcd-7598-406a-8cbf-504d4a3bac15" providerId="ADAL" clId="{65104DF2-1B45-4C36-9E2A-F89658839DCF}" dt="2024-01-25T17:05:34.775" v="20367" actId="47"/>
        <pc:sldMkLst>
          <pc:docMk/>
          <pc:sldMk cId="978634710" sldId="949"/>
        </pc:sldMkLst>
      </pc:sldChg>
      <pc:sldChg chg="modNotesTx">
        <pc:chgData name="Palit, Tapti" userId="dec6fbcd-7598-406a-8cbf-504d4a3bac15" providerId="ADAL" clId="{65104DF2-1B45-4C36-9E2A-F89658839DCF}" dt="2024-01-29T19:32:34.867" v="24799" actId="5793"/>
        <pc:sldMkLst>
          <pc:docMk/>
          <pc:sldMk cId="3977587906" sldId="952"/>
        </pc:sldMkLst>
      </pc:sldChg>
      <pc:sldChg chg="addSp modSp mod modClrScheme chgLayout">
        <pc:chgData name="Palit, Tapti" userId="dec6fbcd-7598-406a-8cbf-504d4a3bac15" providerId="ADAL" clId="{65104DF2-1B45-4C36-9E2A-F89658839DCF}" dt="2024-01-25T18:20:17.251" v="22802" actId="20577"/>
        <pc:sldMkLst>
          <pc:docMk/>
          <pc:sldMk cId="2856354667" sldId="953"/>
        </pc:sldMkLst>
        <pc:spChg chg="mod ord">
          <ac:chgData name="Palit, Tapti" userId="dec6fbcd-7598-406a-8cbf-504d4a3bac15" providerId="ADAL" clId="{65104DF2-1B45-4C36-9E2A-F89658839DCF}" dt="2024-01-25T18:20:03.502" v="22741" actId="700"/>
          <ac:spMkLst>
            <pc:docMk/>
            <pc:sldMk cId="2856354667" sldId="953"/>
            <ac:spMk id="2" creationId="{D9A69A7A-F324-44E2-A7BA-87B689E34CB2}"/>
          </ac:spMkLst>
        </pc:spChg>
        <pc:spChg chg="add mod ord">
          <ac:chgData name="Palit, Tapti" userId="dec6fbcd-7598-406a-8cbf-504d4a3bac15" providerId="ADAL" clId="{65104DF2-1B45-4C36-9E2A-F89658839DCF}" dt="2024-01-25T18:20:17.251" v="22802" actId="20577"/>
          <ac:spMkLst>
            <pc:docMk/>
            <pc:sldMk cId="2856354667" sldId="953"/>
            <ac:spMk id="3" creationId="{249D8319-1DD5-AE89-1883-86EAF8C7D271}"/>
          </ac:spMkLst>
        </pc:spChg>
        <pc:spChg chg="mod ord">
          <ac:chgData name="Palit, Tapti" userId="dec6fbcd-7598-406a-8cbf-504d4a3bac15" providerId="ADAL" clId="{65104DF2-1B45-4C36-9E2A-F89658839DCF}" dt="2024-01-25T18:20:03.502" v="22741" actId="700"/>
          <ac:spMkLst>
            <pc:docMk/>
            <pc:sldMk cId="2856354667" sldId="953"/>
            <ac:spMk id="4" creationId="{9ED004C1-E6E4-4280-8C88-31CB6685D77F}"/>
          </ac:spMkLst>
        </pc:spChg>
        <pc:spChg chg="mod ord">
          <ac:chgData name="Palit, Tapti" userId="dec6fbcd-7598-406a-8cbf-504d4a3bac15" providerId="ADAL" clId="{65104DF2-1B45-4C36-9E2A-F89658839DCF}" dt="2024-01-25T18:20:03.502" v="22741" actId="700"/>
          <ac:spMkLst>
            <pc:docMk/>
            <pc:sldMk cId="2856354667" sldId="953"/>
            <ac:spMk id="7" creationId="{F6DAE43A-F91E-1C9B-002B-6DADFDE55F0A}"/>
          </ac:spMkLst>
        </pc:spChg>
      </pc:sldChg>
      <pc:sldChg chg="del">
        <pc:chgData name="Palit, Tapti" userId="dec6fbcd-7598-406a-8cbf-504d4a3bac15" providerId="ADAL" clId="{65104DF2-1B45-4C36-9E2A-F89658839DCF}" dt="2024-01-25T17:41:12.215" v="21705" actId="2696"/>
        <pc:sldMkLst>
          <pc:docMk/>
          <pc:sldMk cId="2246639542" sldId="954"/>
        </pc:sldMkLst>
      </pc:sldChg>
      <pc:sldChg chg="add mod modShow">
        <pc:chgData name="Palit, Tapti" userId="dec6fbcd-7598-406a-8cbf-504d4a3bac15" providerId="ADAL" clId="{65104DF2-1B45-4C36-9E2A-F89658839DCF}" dt="2024-01-25T17:41:17.932" v="21707" actId="729"/>
        <pc:sldMkLst>
          <pc:docMk/>
          <pc:sldMk cId="2921979171" sldId="954"/>
        </pc:sldMkLst>
      </pc:sldChg>
      <pc:sldChg chg="add mod modShow">
        <pc:chgData name="Palit, Tapti" userId="dec6fbcd-7598-406a-8cbf-504d4a3bac15" providerId="ADAL" clId="{65104DF2-1B45-4C36-9E2A-F89658839DCF}" dt="2024-01-25T17:41:17.932" v="21707" actId="729"/>
        <pc:sldMkLst>
          <pc:docMk/>
          <pc:sldMk cId="1450890181" sldId="955"/>
        </pc:sldMkLst>
      </pc:sldChg>
      <pc:sldChg chg="del">
        <pc:chgData name="Palit, Tapti" userId="dec6fbcd-7598-406a-8cbf-504d4a3bac15" providerId="ADAL" clId="{65104DF2-1B45-4C36-9E2A-F89658839DCF}" dt="2024-01-25T17:41:12.215" v="21705" actId="2696"/>
        <pc:sldMkLst>
          <pc:docMk/>
          <pc:sldMk cId="3614479962" sldId="955"/>
        </pc:sldMkLst>
      </pc:sldChg>
      <pc:sldChg chg="del">
        <pc:chgData name="Palit, Tapti" userId="dec6fbcd-7598-406a-8cbf-504d4a3bac15" providerId="ADAL" clId="{65104DF2-1B45-4C36-9E2A-F89658839DCF}" dt="2024-01-25T17:41:12.215" v="21705" actId="2696"/>
        <pc:sldMkLst>
          <pc:docMk/>
          <pc:sldMk cId="1168999811" sldId="957"/>
        </pc:sldMkLst>
      </pc:sldChg>
      <pc:sldChg chg="add mod modShow">
        <pc:chgData name="Palit, Tapti" userId="dec6fbcd-7598-406a-8cbf-504d4a3bac15" providerId="ADAL" clId="{65104DF2-1B45-4C36-9E2A-F89658839DCF}" dt="2024-01-25T17:41:17.932" v="21707" actId="729"/>
        <pc:sldMkLst>
          <pc:docMk/>
          <pc:sldMk cId="2971057994" sldId="957"/>
        </pc:sldMkLst>
      </pc:sldChg>
      <pc:sldChg chg="add del">
        <pc:chgData name="Palit, Tapti" userId="dec6fbcd-7598-406a-8cbf-504d4a3bac15" providerId="ADAL" clId="{65104DF2-1B45-4C36-9E2A-F89658839DCF}" dt="2024-01-25T18:14:25.477" v="22587" actId="2696"/>
        <pc:sldMkLst>
          <pc:docMk/>
          <pc:sldMk cId="19723323" sldId="961"/>
        </pc:sldMkLst>
      </pc:sldChg>
      <pc:sldChg chg="add mod modShow">
        <pc:chgData name="Palit, Tapti" userId="dec6fbcd-7598-406a-8cbf-504d4a3bac15" providerId="ADAL" clId="{65104DF2-1B45-4C36-9E2A-F89658839DCF}" dt="2024-01-25T18:14:34.781" v="22589" actId="729"/>
        <pc:sldMkLst>
          <pc:docMk/>
          <pc:sldMk cId="3503139477" sldId="961"/>
        </pc:sldMkLst>
      </pc:sldChg>
      <pc:sldChg chg="modSp mod modNotesTx">
        <pc:chgData name="Palit, Tapti" userId="dec6fbcd-7598-406a-8cbf-504d4a3bac15" providerId="ADAL" clId="{65104DF2-1B45-4C36-9E2A-F89658839DCF}" dt="2024-01-25T17:51:35.529" v="21996" actId="20577"/>
        <pc:sldMkLst>
          <pc:docMk/>
          <pc:sldMk cId="3056711572" sldId="962"/>
        </pc:sldMkLst>
        <pc:spChg chg="mod">
          <ac:chgData name="Palit, Tapti" userId="dec6fbcd-7598-406a-8cbf-504d4a3bac15" providerId="ADAL" clId="{65104DF2-1B45-4C36-9E2A-F89658839DCF}" dt="2024-01-25T15:51:41.713" v="19064" actId="20577"/>
          <ac:spMkLst>
            <pc:docMk/>
            <pc:sldMk cId="3056711572" sldId="962"/>
            <ac:spMk id="15" creationId="{BD24C1F8-9CF9-C8AD-91A2-C65080B1EB3A}"/>
          </ac:spMkLst>
        </pc:spChg>
      </pc:sldChg>
      <pc:sldChg chg="modSp mod modNotesTx">
        <pc:chgData name="Palit, Tapti" userId="dec6fbcd-7598-406a-8cbf-504d4a3bac15" providerId="ADAL" clId="{65104DF2-1B45-4C36-9E2A-F89658839DCF}" dt="2024-02-06T21:27:21.895" v="27995" actId="20577"/>
        <pc:sldMkLst>
          <pc:docMk/>
          <pc:sldMk cId="2709033885" sldId="963"/>
        </pc:sldMkLst>
        <pc:spChg chg="mod">
          <ac:chgData name="Palit, Tapti" userId="dec6fbcd-7598-406a-8cbf-504d4a3bac15" providerId="ADAL" clId="{65104DF2-1B45-4C36-9E2A-F89658839DCF}" dt="2024-01-25T15:44:36.256" v="18834" actId="20577"/>
          <ac:spMkLst>
            <pc:docMk/>
            <pc:sldMk cId="2709033885" sldId="963"/>
            <ac:spMk id="9" creationId="{F4EB9B6A-BE52-9253-2935-E74C4A62F710}"/>
          </ac:spMkLst>
        </pc:spChg>
      </pc:sldChg>
      <pc:sldChg chg="addSp delSp modSp mod modClrScheme modAnim chgLayout">
        <pc:chgData name="Palit, Tapti" userId="dec6fbcd-7598-406a-8cbf-504d4a3bac15" providerId="ADAL" clId="{65104DF2-1B45-4C36-9E2A-F89658839DCF}" dt="2024-01-25T15:49:27.153" v="19046" actId="1076"/>
        <pc:sldMkLst>
          <pc:docMk/>
          <pc:sldMk cId="1870069782" sldId="964"/>
        </pc:sldMkLst>
        <pc:spChg chg="mod ord">
          <ac:chgData name="Palit, Tapti" userId="dec6fbcd-7598-406a-8cbf-504d4a3bac15" providerId="ADAL" clId="{65104DF2-1B45-4C36-9E2A-F89658839DCF}" dt="2024-01-25T15:49:21.131" v="19045" actId="6264"/>
          <ac:spMkLst>
            <pc:docMk/>
            <pc:sldMk cId="1870069782" sldId="964"/>
            <ac:spMk id="2" creationId="{C3C46814-2A6F-41B6-904E-8EDDD855207C}"/>
          </ac:spMkLst>
        </pc:spChg>
        <pc:spChg chg="mod ord">
          <ac:chgData name="Palit, Tapti" userId="dec6fbcd-7598-406a-8cbf-504d4a3bac15" providerId="ADAL" clId="{65104DF2-1B45-4C36-9E2A-F89658839DCF}" dt="2024-01-25T15:49:21.131" v="19045" actId="6264"/>
          <ac:spMkLst>
            <pc:docMk/>
            <pc:sldMk cId="1870069782" sldId="964"/>
            <ac:spMk id="3" creationId="{A19E8EDF-6681-42C8-AB61-DCACB7B7EEB5}"/>
          </ac:spMkLst>
        </pc:spChg>
        <pc:spChg chg="mod ord">
          <ac:chgData name="Palit, Tapti" userId="dec6fbcd-7598-406a-8cbf-504d4a3bac15" providerId="ADAL" clId="{65104DF2-1B45-4C36-9E2A-F89658839DCF}" dt="2024-01-25T15:49:21.131" v="19045" actId="6264"/>
          <ac:spMkLst>
            <pc:docMk/>
            <pc:sldMk cId="1870069782" sldId="964"/>
            <ac:spMk id="4" creationId="{D74339C7-0629-431F-B768-13974CDF31FB}"/>
          </ac:spMkLst>
        </pc:spChg>
        <pc:spChg chg="add del mod">
          <ac:chgData name="Palit, Tapti" userId="dec6fbcd-7598-406a-8cbf-504d4a3bac15" providerId="ADAL" clId="{65104DF2-1B45-4C36-9E2A-F89658839DCF}" dt="2024-01-25T15:49:21.131" v="19045" actId="6264"/>
          <ac:spMkLst>
            <pc:docMk/>
            <pc:sldMk cId="1870069782" sldId="964"/>
            <ac:spMk id="6" creationId="{37437F52-A300-E8F5-7EE8-2466804FC5CC}"/>
          </ac:spMkLst>
        </pc:spChg>
        <pc:spChg chg="add del mod">
          <ac:chgData name="Palit, Tapti" userId="dec6fbcd-7598-406a-8cbf-504d4a3bac15" providerId="ADAL" clId="{65104DF2-1B45-4C36-9E2A-F89658839DCF}" dt="2024-01-25T15:49:21.131" v="19045" actId="6264"/>
          <ac:spMkLst>
            <pc:docMk/>
            <pc:sldMk cId="1870069782" sldId="964"/>
            <ac:spMk id="7" creationId="{6A944051-0FA9-C857-1DF7-C17FA20C2729}"/>
          </ac:spMkLst>
        </pc:spChg>
        <pc:spChg chg="add del mod">
          <ac:chgData name="Palit, Tapti" userId="dec6fbcd-7598-406a-8cbf-504d4a3bac15" providerId="ADAL" clId="{65104DF2-1B45-4C36-9E2A-F89658839DCF}" dt="2024-01-25T15:49:21.131" v="19045" actId="6264"/>
          <ac:spMkLst>
            <pc:docMk/>
            <pc:sldMk cId="1870069782" sldId="964"/>
            <ac:spMk id="8" creationId="{9DA0F8AE-E9A7-8577-4851-CE0253A37DF5}"/>
          </ac:spMkLst>
        </pc:spChg>
        <pc:spChg chg="mod">
          <ac:chgData name="Palit, Tapti" userId="dec6fbcd-7598-406a-8cbf-504d4a3bac15" providerId="ADAL" clId="{65104DF2-1B45-4C36-9E2A-F89658839DCF}" dt="2024-01-25T15:49:27.153" v="19046" actId="1076"/>
          <ac:spMkLst>
            <pc:docMk/>
            <pc:sldMk cId="1870069782" sldId="964"/>
            <ac:spMk id="27" creationId="{85710342-0343-4CE7-A7D0-2B8A4E300AD1}"/>
          </ac:spMkLst>
        </pc:spChg>
      </pc:sldChg>
      <pc:sldChg chg="delSp modSp del mod modAnim">
        <pc:chgData name="Palit, Tapti" userId="dec6fbcd-7598-406a-8cbf-504d4a3bac15" providerId="ADAL" clId="{65104DF2-1B45-4C36-9E2A-F89658839DCF}" dt="2024-01-25T17:51:54.626" v="21997" actId="2696"/>
        <pc:sldMkLst>
          <pc:docMk/>
          <pc:sldMk cId="1189298131" sldId="968"/>
        </pc:sldMkLst>
        <pc:spChg chg="del">
          <ac:chgData name="Palit, Tapti" userId="dec6fbcd-7598-406a-8cbf-504d4a3bac15" providerId="ADAL" clId="{65104DF2-1B45-4C36-9E2A-F89658839DCF}" dt="2024-01-25T15:53:35.676" v="19123" actId="478"/>
          <ac:spMkLst>
            <pc:docMk/>
            <pc:sldMk cId="1189298131" sldId="968"/>
            <ac:spMk id="7" creationId="{E0B0038F-637D-8542-75CD-A96CBD5F75FC}"/>
          </ac:spMkLst>
        </pc:spChg>
        <pc:spChg chg="del">
          <ac:chgData name="Palit, Tapti" userId="dec6fbcd-7598-406a-8cbf-504d4a3bac15" providerId="ADAL" clId="{65104DF2-1B45-4C36-9E2A-F89658839DCF}" dt="2024-01-25T15:53:35.676" v="19123" actId="478"/>
          <ac:spMkLst>
            <pc:docMk/>
            <pc:sldMk cId="1189298131" sldId="968"/>
            <ac:spMk id="10" creationId="{2FCDE65C-76B5-6A17-E56A-13CB415AE5B2}"/>
          </ac:spMkLst>
        </pc:spChg>
        <pc:spChg chg="del">
          <ac:chgData name="Palit, Tapti" userId="dec6fbcd-7598-406a-8cbf-504d4a3bac15" providerId="ADAL" clId="{65104DF2-1B45-4C36-9E2A-F89658839DCF}" dt="2024-01-25T15:53:35.676" v="19123" actId="478"/>
          <ac:spMkLst>
            <pc:docMk/>
            <pc:sldMk cId="1189298131" sldId="968"/>
            <ac:spMk id="11" creationId="{B7470CE5-0A39-4DDB-0B29-AC5022432637}"/>
          </ac:spMkLst>
        </pc:spChg>
        <pc:cxnChg chg="del mod">
          <ac:chgData name="Palit, Tapti" userId="dec6fbcd-7598-406a-8cbf-504d4a3bac15" providerId="ADAL" clId="{65104DF2-1B45-4C36-9E2A-F89658839DCF}" dt="2024-01-25T15:53:35.676" v="19123" actId="478"/>
          <ac:cxnSpMkLst>
            <pc:docMk/>
            <pc:sldMk cId="1189298131" sldId="968"/>
            <ac:cxnSpMk id="9" creationId="{B2D49B58-8F7C-63D8-6655-266D34AF0C12}"/>
          </ac:cxnSpMkLst>
        </pc:cxnChg>
      </pc:sldChg>
      <pc:sldChg chg="add mod modShow">
        <pc:chgData name="Palit, Tapti" userId="dec6fbcd-7598-406a-8cbf-504d4a3bac15" providerId="ADAL" clId="{65104DF2-1B45-4C36-9E2A-F89658839DCF}" dt="2024-01-25T17:52:01.059" v="21999" actId="729"/>
        <pc:sldMkLst>
          <pc:docMk/>
          <pc:sldMk cId="3514617199" sldId="968"/>
        </pc:sldMkLst>
      </pc:sldChg>
      <pc:sldChg chg="add">
        <pc:chgData name="Palit, Tapti" userId="dec6fbcd-7598-406a-8cbf-504d4a3bac15" providerId="ADAL" clId="{65104DF2-1B45-4C36-9E2A-F89658839DCF}" dt="2024-01-25T17:20:11.985" v="20755"/>
        <pc:sldMkLst>
          <pc:docMk/>
          <pc:sldMk cId="2692885466" sldId="969"/>
        </pc:sldMkLst>
      </pc:sldChg>
      <pc:sldChg chg="del">
        <pc:chgData name="Palit, Tapti" userId="dec6fbcd-7598-406a-8cbf-504d4a3bac15" providerId="ADAL" clId="{65104DF2-1B45-4C36-9E2A-F89658839DCF}" dt="2024-01-25T17:19:57.673" v="20754" actId="2696"/>
        <pc:sldMkLst>
          <pc:docMk/>
          <pc:sldMk cId="2912354554" sldId="969"/>
        </pc:sldMkLst>
      </pc:sldChg>
      <pc:sldChg chg="add mod modShow">
        <pc:chgData name="Palit, Tapti" userId="dec6fbcd-7598-406a-8cbf-504d4a3bac15" providerId="ADAL" clId="{65104DF2-1B45-4C36-9E2A-F89658839DCF}" dt="2024-01-25T17:52:01.059" v="21999" actId="729"/>
        <pc:sldMkLst>
          <pc:docMk/>
          <pc:sldMk cId="2490930105" sldId="970"/>
        </pc:sldMkLst>
      </pc:sldChg>
      <pc:sldChg chg="addSp modSp del mod modClrScheme modAnim chgLayout">
        <pc:chgData name="Palit, Tapti" userId="dec6fbcd-7598-406a-8cbf-504d4a3bac15" providerId="ADAL" clId="{65104DF2-1B45-4C36-9E2A-F89658839DCF}" dt="2024-01-25T17:51:54.626" v="21997" actId="2696"/>
        <pc:sldMkLst>
          <pc:docMk/>
          <pc:sldMk cId="3991709773" sldId="970"/>
        </pc:sldMkLst>
        <pc:spChg chg="mod ord">
          <ac:chgData name="Palit, Tapti" userId="dec6fbcd-7598-406a-8cbf-504d4a3bac15" providerId="ADAL" clId="{65104DF2-1B45-4C36-9E2A-F89658839DCF}" dt="2024-01-25T15:55:31.518" v="19144" actId="700"/>
          <ac:spMkLst>
            <pc:docMk/>
            <pc:sldMk cId="3991709773" sldId="970"/>
            <ac:spMk id="2" creationId="{D7EC638E-4A77-46B8-B32A-298B47F2DEB0}"/>
          </ac:spMkLst>
        </pc:spChg>
        <pc:spChg chg="mod ord">
          <ac:chgData name="Palit, Tapti" userId="dec6fbcd-7598-406a-8cbf-504d4a3bac15" providerId="ADAL" clId="{65104DF2-1B45-4C36-9E2A-F89658839DCF}" dt="2024-01-25T15:55:31.518" v="19144" actId="700"/>
          <ac:spMkLst>
            <pc:docMk/>
            <pc:sldMk cId="3991709773" sldId="970"/>
            <ac:spMk id="3" creationId="{DBF81D88-EE7F-4956-ADB0-DA856615FD00}"/>
          </ac:spMkLst>
        </pc:spChg>
        <pc:spChg chg="mod ord">
          <ac:chgData name="Palit, Tapti" userId="dec6fbcd-7598-406a-8cbf-504d4a3bac15" providerId="ADAL" clId="{65104DF2-1B45-4C36-9E2A-F89658839DCF}" dt="2024-01-25T15:55:31.518" v="19144" actId="700"/>
          <ac:spMkLst>
            <pc:docMk/>
            <pc:sldMk cId="3991709773" sldId="970"/>
            <ac:spMk id="4" creationId="{51C8A26E-666D-4C70-84CF-ED9A6EADF9F2}"/>
          </ac:spMkLst>
        </pc:spChg>
        <pc:spChg chg="add mod">
          <ac:chgData name="Palit, Tapti" userId="dec6fbcd-7598-406a-8cbf-504d4a3bac15" providerId="ADAL" clId="{65104DF2-1B45-4C36-9E2A-F89658839DCF}" dt="2024-01-25T15:55:25.258" v="19143"/>
          <ac:spMkLst>
            <pc:docMk/>
            <pc:sldMk cId="3991709773" sldId="970"/>
            <ac:spMk id="6" creationId="{744C9578-B551-CDC8-52AB-43EA924F6812}"/>
          </ac:spMkLst>
        </pc:spChg>
        <pc:spChg chg="add mod ord">
          <ac:chgData name="Palit, Tapti" userId="dec6fbcd-7598-406a-8cbf-504d4a3bac15" providerId="ADAL" clId="{65104DF2-1B45-4C36-9E2A-F89658839DCF}" dt="2024-01-25T15:55:37.906" v="19146" actId="20577"/>
          <ac:spMkLst>
            <pc:docMk/>
            <pc:sldMk cId="3991709773" sldId="970"/>
            <ac:spMk id="7" creationId="{E898161F-9902-16D9-91EE-E98A783EA38E}"/>
          </ac:spMkLst>
        </pc:spChg>
      </pc:sldChg>
      <pc:sldChg chg="addSp modSp del mod">
        <pc:chgData name="Palit, Tapti" userId="dec6fbcd-7598-406a-8cbf-504d4a3bac15" providerId="ADAL" clId="{65104DF2-1B45-4C36-9E2A-F89658839DCF}" dt="2024-01-25T17:19:57.673" v="20754" actId="2696"/>
        <pc:sldMkLst>
          <pc:docMk/>
          <pc:sldMk cId="45369823" sldId="971"/>
        </pc:sldMkLst>
        <pc:spChg chg="add mod">
          <ac:chgData name="Palit, Tapti" userId="dec6fbcd-7598-406a-8cbf-504d4a3bac15" providerId="ADAL" clId="{65104DF2-1B45-4C36-9E2A-F89658839DCF}" dt="2024-01-25T15:57:42.553" v="19162" actId="692"/>
          <ac:spMkLst>
            <pc:docMk/>
            <pc:sldMk cId="45369823" sldId="971"/>
            <ac:spMk id="7" creationId="{0A390AE2-9CE4-81EB-6315-2DE2F897D709}"/>
          </ac:spMkLst>
        </pc:spChg>
      </pc:sldChg>
      <pc:sldChg chg="add">
        <pc:chgData name="Palit, Tapti" userId="dec6fbcd-7598-406a-8cbf-504d4a3bac15" providerId="ADAL" clId="{65104DF2-1B45-4C36-9E2A-F89658839DCF}" dt="2024-01-25T17:20:11.985" v="20755"/>
        <pc:sldMkLst>
          <pc:docMk/>
          <pc:sldMk cId="2492629946" sldId="971"/>
        </pc:sldMkLst>
      </pc:sldChg>
      <pc:sldChg chg="del">
        <pc:chgData name="Palit, Tapti" userId="dec6fbcd-7598-406a-8cbf-504d4a3bac15" providerId="ADAL" clId="{65104DF2-1B45-4C36-9E2A-F89658839DCF}" dt="2024-01-25T17:19:57.673" v="20754" actId="2696"/>
        <pc:sldMkLst>
          <pc:docMk/>
          <pc:sldMk cId="1565518979" sldId="972"/>
        </pc:sldMkLst>
      </pc:sldChg>
      <pc:sldChg chg="addSp modSp add del mod">
        <pc:chgData name="Palit, Tapti" userId="dec6fbcd-7598-406a-8cbf-504d4a3bac15" providerId="ADAL" clId="{65104DF2-1B45-4C36-9E2A-F89658839DCF}" dt="2024-02-06T17:36:28.896" v="25685" actId="27918"/>
        <pc:sldMkLst>
          <pc:docMk/>
          <pc:sldMk cId="2630279957" sldId="972"/>
        </pc:sldMkLst>
        <pc:spChg chg="add mod">
          <ac:chgData name="Palit, Tapti" userId="dec6fbcd-7598-406a-8cbf-504d4a3bac15" providerId="ADAL" clId="{65104DF2-1B45-4C36-9E2A-F89658839DCF}" dt="2024-01-29T18:33:15.375" v="24360" actId="1076"/>
          <ac:spMkLst>
            <pc:docMk/>
            <pc:sldMk cId="2630279957" sldId="972"/>
            <ac:spMk id="5" creationId="{2357395B-891A-01AB-03DA-8F606276C50F}"/>
          </ac:spMkLst>
        </pc:spChg>
        <pc:spChg chg="mod">
          <ac:chgData name="Palit, Tapti" userId="dec6fbcd-7598-406a-8cbf-504d4a3bac15" providerId="ADAL" clId="{65104DF2-1B45-4C36-9E2A-F89658839DCF}" dt="2024-01-29T19:27:12.977" v="24469" actId="20577"/>
          <ac:spMkLst>
            <pc:docMk/>
            <pc:sldMk cId="2630279957" sldId="972"/>
            <ac:spMk id="6" creationId="{C610557C-4A52-48C2-36D5-72A6998E85D2}"/>
          </ac:spMkLst>
        </pc:spChg>
        <pc:graphicFrameChg chg="mod">
          <ac:chgData name="Palit, Tapti" userId="dec6fbcd-7598-406a-8cbf-504d4a3bac15" providerId="ADAL" clId="{65104DF2-1B45-4C36-9E2A-F89658839DCF}" dt="2024-02-06T17:34:23.105" v="25668" actId="692"/>
          <ac:graphicFrameMkLst>
            <pc:docMk/>
            <pc:sldMk cId="2630279957" sldId="972"/>
            <ac:graphicFrameMk id="13" creationId="{8AD63073-F432-BE5C-FFCC-6F13270A901F}"/>
          </ac:graphicFrameMkLst>
        </pc:graphicFrameChg>
      </pc:sldChg>
      <pc:sldChg chg="add del">
        <pc:chgData name="Palit, Tapti" userId="dec6fbcd-7598-406a-8cbf-504d4a3bac15" providerId="ADAL" clId="{65104DF2-1B45-4C36-9E2A-F89658839DCF}" dt="2024-01-26T17:57:05.745" v="22958"/>
        <pc:sldMkLst>
          <pc:docMk/>
          <pc:sldMk cId="4124795810" sldId="972"/>
        </pc:sldMkLst>
      </pc:sldChg>
      <pc:sldChg chg="del">
        <pc:chgData name="Palit, Tapti" userId="dec6fbcd-7598-406a-8cbf-504d4a3bac15" providerId="ADAL" clId="{65104DF2-1B45-4C36-9E2A-F89658839DCF}" dt="2024-01-25T15:55:44.778" v="19147" actId="47"/>
        <pc:sldMkLst>
          <pc:docMk/>
          <pc:sldMk cId="1869962430" sldId="973"/>
        </pc:sldMkLst>
      </pc:sldChg>
      <pc:sldChg chg="del modAnim">
        <pc:chgData name="Palit, Tapti" userId="dec6fbcd-7598-406a-8cbf-504d4a3bac15" providerId="ADAL" clId="{65104DF2-1B45-4C36-9E2A-F89658839DCF}" dt="2024-01-25T17:19:57.673" v="20754" actId="2696"/>
        <pc:sldMkLst>
          <pc:docMk/>
          <pc:sldMk cId="302348949" sldId="974"/>
        </pc:sldMkLst>
      </pc:sldChg>
      <pc:sldChg chg="addSp delSp modSp add mod chgLayout">
        <pc:chgData name="Palit, Tapti" userId="dec6fbcd-7598-406a-8cbf-504d4a3bac15" providerId="ADAL" clId="{65104DF2-1B45-4C36-9E2A-F89658839DCF}" dt="2024-01-25T17:27:17.114" v="21145" actId="20577"/>
        <pc:sldMkLst>
          <pc:docMk/>
          <pc:sldMk cId="2119273101" sldId="974"/>
        </pc:sldMkLst>
        <pc:spChg chg="mod ord">
          <ac:chgData name="Palit, Tapti" userId="dec6fbcd-7598-406a-8cbf-504d4a3bac15" providerId="ADAL" clId="{65104DF2-1B45-4C36-9E2A-F89658839DCF}" dt="2024-01-25T17:27:03.608" v="21076" actId="6264"/>
          <ac:spMkLst>
            <pc:docMk/>
            <pc:sldMk cId="2119273101" sldId="974"/>
            <ac:spMk id="2" creationId="{40DFA5DC-A829-B052-17BC-8F0762F4FE5A}"/>
          </ac:spMkLst>
        </pc:spChg>
        <pc:spChg chg="add del mod">
          <ac:chgData name="Palit, Tapti" userId="dec6fbcd-7598-406a-8cbf-504d4a3bac15" providerId="ADAL" clId="{65104DF2-1B45-4C36-9E2A-F89658839DCF}" dt="2024-01-25T17:27:03.608" v="21076" actId="6264"/>
          <ac:spMkLst>
            <pc:docMk/>
            <pc:sldMk cId="2119273101" sldId="974"/>
            <ac:spMk id="3" creationId="{A12C6634-147B-454B-036E-75C1944D8203}"/>
          </ac:spMkLst>
        </pc:spChg>
        <pc:spChg chg="mod ord">
          <ac:chgData name="Palit, Tapti" userId="dec6fbcd-7598-406a-8cbf-504d4a3bac15" providerId="ADAL" clId="{65104DF2-1B45-4C36-9E2A-F89658839DCF}" dt="2024-01-25T17:27:03.608" v="21076" actId="6264"/>
          <ac:spMkLst>
            <pc:docMk/>
            <pc:sldMk cId="2119273101" sldId="974"/>
            <ac:spMk id="4" creationId="{6F8F59D9-18A7-C198-82D9-1D80BF9279D4}"/>
          </ac:spMkLst>
        </pc:spChg>
        <pc:spChg chg="add del mod">
          <ac:chgData name="Palit, Tapti" userId="dec6fbcd-7598-406a-8cbf-504d4a3bac15" providerId="ADAL" clId="{65104DF2-1B45-4C36-9E2A-F89658839DCF}" dt="2024-01-25T17:27:03.608" v="21076" actId="6264"/>
          <ac:spMkLst>
            <pc:docMk/>
            <pc:sldMk cId="2119273101" sldId="974"/>
            <ac:spMk id="6" creationId="{8307717E-EE58-9296-293C-C893AEE15879}"/>
          </ac:spMkLst>
        </pc:spChg>
        <pc:spChg chg="add mod ord">
          <ac:chgData name="Palit, Tapti" userId="dec6fbcd-7598-406a-8cbf-504d4a3bac15" providerId="ADAL" clId="{65104DF2-1B45-4C36-9E2A-F89658839DCF}" dt="2024-01-25T17:27:17.114" v="21145" actId="20577"/>
          <ac:spMkLst>
            <pc:docMk/>
            <pc:sldMk cId="2119273101" sldId="974"/>
            <ac:spMk id="7" creationId="{BB113AE1-85FB-8DC6-BD35-D536DD77647B}"/>
          </ac:spMkLst>
        </pc:spChg>
      </pc:sldChg>
      <pc:sldChg chg="addSp delSp modSp mod modAnim modNotesTx">
        <pc:chgData name="Palit, Tapti" userId="dec6fbcd-7598-406a-8cbf-504d4a3bac15" providerId="ADAL" clId="{65104DF2-1B45-4C36-9E2A-F89658839DCF}" dt="2024-01-25T17:49:02.921" v="21911" actId="20577"/>
        <pc:sldMkLst>
          <pc:docMk/>
          <pc:sldMk cId="1066699698" sldId="975"/>
        </pc:sldMkLst>
        <pc:spChg chg="mod">
          <ac:chgData name="Palit, Tapti" userId="dec6fbcd-7598-406a-8cbf-504d4a3bac15" providerId="ADAL" clId="{65104DF2-1B45-4C36-9E2A-F89658839DCF}" dt="2024-01-25T17:48:34.157" v="21884" actId="20577"/>
          <ac:spMkLst>
            <pc:docMk/>
            <pc:sldMk cId="1066699698" sldId="975"/>
            <ac:spMk id="2" creationId="{E34572E4-3E14-4421-B29A-F1D23D9EC4DB}"/>
          </ac:spMkLst>
        </pc:spChg>
        <pc:spChg chg="mod">
          <ac:chgData name="Palit, Tapti" userId="dec6fbcd-7598-406a-8cbf-504d4a3bac15" providerId="ADAL" clId="{65104DF2-1B45-4C36-9E2A-F89658839DCF}" dt="2024-01-25T17:48:41.547" v="21885"/>
          <ac:spMkLst>
            <pc:docMk/>
            <pc:sldMk cId="1066699698" sldId="975"/>
            <ac:spMk id="3" creationId="{FD2707FB-39CD-4B34-8272-9D4AEC503DBF}"/>
          </ac:spMkLst>
        </pc:spChg>
        <pc:spChg chg="add mod">
          <ac:chgData name="Palit, Tapti" userId="dec6fbcd-7598-406a-8cbf-504d4a3bac15" providerId="ADAL" clId="{65104DF2-1B45-4C36-9E2A-F89658839DCF}" dt="2024-01-25T17:47:21.640" v="21867" actId="207"/>
          <ac:spMkLst>
            <pc:docMk/>
            <pc:sldMk cId="1066699698" sldId="975"/>
            <ac:spMk id="5" creationId="{0B72421C-B48E-149E-BDD2-BDFB2C660ABF}"/>
          </ac:spMkLst>
        </pc:spChg>
        <pc:spChg chg="add del mod">
          <ac:chgData name="Palit, Tapti" userId="dec6fbcd-7598-406a-8cbf-504d4a3bac15" providerId="ADAL" clId="{65104DF2-1B45-4C36-9E2A-F89658839DCF}" dt="2024-01-25T17:48:54.383" v="21887" actId="21"/>
          <ac:spMkLst>
            <pc:docMk/>
            <pc:sldMk cId="1066699698" sldId="975"/>
            <ac:spMk id="6" creationId="{E2465E7F-1B40-61F5-3048-911F93C58C51}"/>
          </ac:spMkLst>
        </pc:spChg>
        <pc:spChg chg="del">
          <ac:chgData name="Palit, Tapti" userId="dec6fbcd-7598-406a-8cbf-504d4a3bac15" providerId="ADAL" clId="{65104DF2-1B45-4C36-9E2A-F89658839DCF}" dt="2024-01-25T17:46:57.270" v="21844" actId="478"/>
          <ac:spMkLst>
            <pc:docMk/>
            <pc:sldMk cId="1066699698" sldId="975"/>
            <ac:spMk id="12" creationId="{26477F96-6884-CFE7-91D6-7C1AD81FBBDD}"/>
          </ac:spMkLst>
        </pc:spChg>
        <pc:graphicFrameChg chg="modGraphic">
          <ac:chgData name="Palit, Tapti" userId="dec6fbcd-7598-406a-8cbf-504d4a3bac15" providerId="ADAL" clId="{65104DF2-1B45-4C36-9E2A-F89658839DCF}" dt="2024-01-25T17:48:21.837" v="21876" actId="6549"/>
          <ac:graphicFrameMkLst>
            <pc:docMk/>
            <pc:sldMk cId="1066699698" sldId="975"/>
            <ac:graphicFrameMk id="13" creationId="{85666DB5-D78E-C0E9-3649-93E41B7F7755}"/>
          </ac:graphicFrameMkLst>
        </pc:graphicFrameChg>
      </pc:sldChg>
      <pc:sldChg chg="add mod modShow">
        <pc:chgData name="Palit, Tapti" userId="dec6fbcd-7598-406a-8cbf-504d4a3bac15" providerId="ADAL" clId="{65104DF2-1B45-4C36-9E2A-F89658839DCF}" dt="2024-01-25T17:52:01.059" v="21999" actId="729"/>
        <pc:sldMkLst>
          <pc:docMk/>
          <pc:sldMk cId="510541664" sldId="976"/>
        </pc:sldMkLst>
      </pc:sldChg>
      <pc:sldChg chg="modSp del modAnim">
        <pc:chgData name="Palit, Tapti" userId="dec6fbcd-7598-406a-8cbf-504d4a3bac15" providerId="ADAL" clId="{65104DF2-1B45-4C36-9E2A-F89658839DCF}" dt="2024-01-25T17:51:54.626" v="21997" actId="2696"/>
        <pc:sldMkLst>
          <pc:docMk/>
          <pc:sldMk cId="1956623969" sldId="976"/>
        </pc:sldMkLst>
        <pc:spChg chg="mod">
          <ac:chgData name="Palit, Tapti" userId="dec6fbcd-7598-406a-8cbf-504d4a3bac15" providerId="ADAL" clId="{65104DF2-1B45-4C36-9E2A-F89658839DCF}" dt="2024-01-25T15:54:04.732" v="19141" actId="20577"/>
          <ac:spMkLst>
            <pc:docMk/>
            <pc:sldMk cId="1956623969" sldId="976"/>
            <ac:spMk id="2" creationId="{E470CC57-6C32-7825-9CCD-F4A192D3119F}"/>
          </ac:spMkLst>
        </pc:spChg>
      </pc:sldChg>
      <pc:sldChg chg="add mod modShow">
        <pc:chgData name="Palit, Tapti" userId="dec6fbcd-7598-406a-8cbf-504d4a3bac15" providerId="ADAL" clId="{65104DF2-1B45-4C36-9E2A-F89658839DCF}" dt="2024-01-25T17:52:01.059" v="21999" actId="729"/>
        <pc:sldMkLst>
          <pc:docMk/>
          <pc:sldMk cId="733332210" sldId="977"/>
        </pc:sldMkLst>
      </pc:sldChg>
      <pc:sldChg chg="modSp del mod">
        <pc:chgData name="Palit, Tapti" userId="dec6fbcd-7598-406a-8cbf-504d4a3bac15" providerId="ADAL" clId="{65104DF2-1B45-4C36-9E2A-F89658839DCF}" dt="2024-01-25T17:51:54.626" v="21997" actId="2696"/>
        <pc:sldMkLst>
          <pc:docMk/>
          <pc:sldMk cId="4084256559" sldId="977"/>
        </pc:sldMkLst>
        <pc:spChg chg="mod">
          <ac:chgData name="Palit, Tapti" userId="dec6fbcd-7598-406a-8cbf-504d4a3bac15" providerId="ADAL" clId="{65104DF2-1B45-4C36-9E2A-F89658839DCF}" dt="2024-01-25T15:52:41.015" v="19120" actId="20577"/>
          <ac:spMkLst>
            <pc:docMk/>
            <pc:sldMk cId="4084256559" sldId="977"/>
            <ac:spMk id="3" creationId="{5355D09F-07D4-C48B-61E0-110907923520}"/>
          </ac:spMkLst>
        </pc:spChg>
      </pc:sldChg>
      <pc:sldChg chg="add mod modShow">
        <pc:chgData name="Palit, Tapti" userId="dec6fbcd-7598-406a-8cbf-504d4a3bac15" providerId="ADAL" clId="{65104DF2-1B45-4C36-9E2A-F89658839DCF}" dt="2024-01-25T17:52:01.059" v="21999" actId="729"/>
        <pc:sldMkLst>
          <pc:docMk/>
          <pc:sldMk cId="2574414512" sldId="978"/>
        </pc:sldMkLst>
      </pc:sldChg>
      <pc:sldChg chg="modSp del mod">
        <pc:chgData name="Palit, Tapti" userId="dec6fbcd-7598-406a-8cbf-504d4a3bac15" providerId="ADAL" clId="{65104DF2-1B45-4C36-9E2A-F89658839DCF}" dt="2024-01-25T17:51:54.626" v="21997" actId="2696"/>
        <pc:sldMkLst>
          <pc:docMk/>
          <pc:sldMk cId="3270966025" sldId="978"/>
        </pc:sldMkLst>
        <pc:spChg chg="mod">
          <ac:chgData name="Palit, Tapti" userId="dec6fbcd-7598-406a-8cbf-504d4a3bac15" providerId="ADAL" clId="{65104DF2-1B45-4C36-9E2A-F89658839DCF}" dt="2024-01-25T15:56:14.155" v="19150" actId="20577"/>
          <ac:spMkLst>
            <pc:docMk/>
            <pc:sldMk cId="3270966025" sldId="978"/>
            <ac:spMk id="6" creationId="{A9BDB459-6E9A-B708-AD32-81C9E500B6C8}"/>
          </ac:spMkLst>
        </pc:spChg>
      </pc:sldChg>
      <pc:sldChg chg="addSp modSp del">
        <pc:chgData name="Palit, Tapti" userId="dec6fbcd-7598-406a-8cbf-504d4a3bac15" providerId="ADAL" clId="{65104DF2-1B45-4C36-9E2A-F89658839DCF}" dt="2024-01-25T17:19:57.673" v="20754" actId="2696"/>
        <pc:sldMkLst>
          <pc:docMk/>
          <pc:sldMk cId="224267784" sldId="979"/>
        </pc:sldMkLst>
        <pc:spChg chg="add mod">
          <ac:chgData name="Palit, Tapti" userId="dec6fbcd-7598-406a-8cbf-504d4a3bac15" providerId="ADAL" clId="{65104DF2-1B45-4C36-9E2A-F89658839DCF}" dt="2024-01-25T15:57:47.277" v="19163"/>
          <ac:spMkLst>
            <pc:docMk/>
            <pc:sldMk cId="224267784" sldId="979"/>
            <ac:spMk id="7" creationId="{686F10FC-A93E-DAF0-4E65-1A7362AEE467}"/>
          </ac:spMkLst>
        </pc:spChg>
      </pc:sldChg>
      <pc:sldChg chg="add">
        <pc:chgData name="Palit, Tapti" userId="dec6fbcd-7598-406a-8cbf-504d4a3bac15" providerId="ADAL" clId="{65104DF2-1B45-4C36-9E2A-F89658839DCF}" dt="2024-01-25T17:20:11.985" v="20755"/>
        <pc:sldMkLst>
          <pc:docMk/>
          <pc:sldMk cId="971250150" sldId="979"/>
        </pc:sldMkLst>
      </pc:sldChg>
      <pc:sldChg chg="addSp modSp del">
        <pc:chgData name="Palit, Tapti" userId="dec6fbcd-7598-406a-8cbf-504d4a3bac15" providerId="ADAL" clId="{65104DF2-1B45-4C36-9E2A-F89658839DCF}" dt="2024-01-25T17:19:57.673" v="20754" actId="2696"/>
        <pc:sldMkLst>
          <pc:docMk/>
          <pc:sldMk cId="2034994246" sldId="980"/>
        </pc:sldMkLst>
        <pc:spChg chg="add mod">
          <ac:chgData name="Palit, Tapti" userId="dec6fbcd-7598-406a-8cbf-504d4a3bac15" providerId="ADAL" clId="{65104DF2-1B45-4C36-9E2A-F89658839DCF}" dt="2024-01-25T15:57:49.897" v="19164"/>
          <ac:spMkLst>
            <pc:docMk/>
            <pc:sldMk cId="2034994246" sldId="980"/>
            <ac:spMk id="7" creationId="{73E457EA-E50C-33DE-D39D-8EC96DBAE445}"/>
          </ac:spMkLst>
        </pc:spChg>
      </pc:sldChg>
      <pc:sldChg chg="add">
        <pc:chgData name="Palit, Tapti" userId="dec6fbcd-7598-406a-8cbf-504d4a3bac15" providerId="ADAL" clId="{65104DF2-1B45-4C36-9E2A-F89658839DCF}" dt="2024-01-25T17:20:11.985" v="20755"/>
        <pc:sldMkLst>
          <pc:docMk/>
          <pc:sldMk cId="3981404457" sldId="980"/>
        </pc:sldMkLst>
      </pc:sldChg>
      <pc:sldChg chg="addSp delSp modSp add mod modClrScheme chgLayout">
        <pc:chgData name="Palit, Tapti" userId="dec6fbcd-7598-406a-8cbf-504d4a3bac15" providerId="ADAL" clId="{65104DF2-1B45-4C36-9E2A-F89658839DCF}" dt="2024-01-29T19:28:35.155" v="24566" actId="6549"/>
        <pc:sldMkLst>
          <pc:docMk/>
          <pc:sldMk cId="1391431205" sldId="981"/>
        </pc:sldMkLst>
        <pc:spChg chg="del mod ord">
          <ac:chgData name="Palit, Tapti" userId="dec6fbcd-7598-406a-8cbf-504d4a3bac15" providerId="ADAL" clId="{65104DF2-1B45-4C36-9E2A-F89658839DCF}" dt="2024-01-29T19:28:09.230" v="24471" actId="700"/>
          <ac:spMkLst>
            <pc:docMk/>
            <pc:sldMk cId="1391431205" sldId="981"/>
            <ac:spMk id="2" creationId="{B0D8DC43-0EAB-77CF-C302-345764FC2497}"/>
          </ac:spMkLst>
        </pc:spChg>
        <pc:spChg chg="mod ord">
          <ac:chgData name="Palit, Tapti" userId="dec6fbcd-7598-406a-8cbf-504d4a3bac15" providerId="ADAL" clId="{65104DF2-1B45-4C36-9E2A-F89658839DCF}" dt="2024-01-29T19:28:09.230" v="24471" actId="700"/>
          <ac:spMkLst>
            <pc:docMk/>
            <pc:sldMk cId="1391431205" sldId="981"/>
            <ac:spMk id="3" creationId="{0F8FF57D-D875-4CA5-B98A-04F4C751036F}"/>
          </ac:spMkLst>
        </pc:spChg>
        <pc:spChg chg="mod ord">
          <ac:chgData name="Palit, Tapti" userId="dec6fbcd-7598-406a-8cbf-504d4a3bac15" providerId="ADAL" clId="{65104DF2-1B45-4C36-9E2A-F89658839DCF}" dt="2024-01-29T19:28:09.230" v="24471" actId="700"/>
          <ac:spMkLst>
            <pc:docMk/>
            <pc:sldMk cId="1391431205" sldId="981"/>
            <ac:spMk id="4" creationId="{2DEA5A56-8434-DA40-4D8A-E89B5235768A}"/>
          </ac:spMkLst>
        </pc:spChg>
        <pc:spChg chg="add mod ord">
          <ac:chgData name="Palit, Tapti" userId="dec6fbcd-7598-406a-8cbf-504d4a3bac15" providerId="ADAL" clId="{65104DF2-1B45-4C36-9E2A-F89658839DCF}" dt="2024-01-29T19:28:09.230" v="24471" actId="700"/>
          <ac:spMkLst>
            <pc:docMk/>
            <pc:sldMk cId="1391431205" sldId="981"/>
            <ac:spMk id="9" creationId="{3A94C8FC-1F08-FC24-4120-498490A3C3DF}"/>
          </ac:spMkLst>
        </pc:spChg>
        <pc:spChg chg="add mod ord">
          <ac:chgData name="Palit, Tapti" userId="dec6fbcd-7598-406a-8cbf-504d4a3bac15" providerId="ADAL" clId="{65104DF2-1B45-4C36-9E2A-F89658839DCF}" dt="2024-01-29T19:28:35.155" v="24566" actId="6549"/>
          <ac:spMkLst>
            <pc:docMk/>
            <pc:sldMk cId="1391431205" sldId="981"/>
            <ac:spMk id="10" creationId="{E910716E-A713-ED0A-0626-A2A5A35D1E4E}"/>
          </ac:spMkLst>
        </pc:spChg>
      </pc:sldChg>
      <pc:sldChg chg="addSp modSp del">
        <pc:chgData name="Palit, Tapti" userId="dec6fbcd-7598-406a-8cbf-504d4a3bac15" providerId="ADAL" clId="{65104DF2-1B45-4C36-9E2A-F89658839DCF}" dt="2024-01-25T17:19:57.673" v="20754" actId="2696"/>
        <pc:sldMkLst>
          <pc:docMk/>
          <pc:sldMk cId="1548203207" sldId="981"/>
        </pc:sldMkLst>
        <pc:spChg chg="add mod">
          <ac:chgData name="Palit, Tapti" userId="dec6fbcd-7598-406a-8cbf-504d4a3bac15" providerId="ADAL" clId="{65104DF2-1B45-4C36-9E2A-F89658839DCF}" dt="2024-01-25T15:57:51.780" v="19165"/>
          <ac:spMkLst>
            <pc:docMk/>
            <pc:sldMk cId="1548203207" sldId="981"/>
            <ac:spMk id="7" creationId="{B3C50C28-F351-FAE7-495F-0FE5F911CD8B}"/>
          </ac:spMkLst>
        </pc:spChg>
      </pc:sldChg>
      <pc:sldChg chg="add">
        <pc:chgData name="Palit, Tapti" userId="dec6fbcd-7598-406a-8cbf-504d4a3bac15" providerId="ADAL" clId="{65104DF2-1B45-4C36-9E2A-F89658839DCF}" dt="2024-01-25T17:20:11.985" v="20755"/>
        <pc:sldMkLst>
          <pc:docMk/>
          <pc:sldMk cId="2963118441" sldId="982"/>
        </pc:sldMkLst>
      </pc:sldChg>
      <pc:sldChg chg="del">
        <pc:chgData name="Palit, Tapti" userId="dec6fbcd-7598-406a-8cbf-504d4a3bac15" providerId="ADAL" clId="{65104DF2-1B45-4C36-9E2A-F89658839DCF}" dt="2024-01-25T17:19:57.673" v="20754" actId="2696"/>
        <pc:sldMkLst>
          <pc:docMk/>
          <pc:sldMk cId="4105496273" sldId="982"/>
        </pc:sldMkLst>
      </pc:sldChg>
      <pc:sldChg chg="del">
        <pc:chgData name="Palit, Tapti" userId="dec6fbcd-7598-406a-8cbf-504d4a3bac15" providerId="ADAL" clId="{65104DF2-1B45-4C36-9E2A-F89658839DCF}" dt="2024-01-25T17:19:57.673" v="20754" actId="2696"/>
        <pc:sldMkLst>
          <pc:docMk/>
          <pc:sldMk cId="149348221" sldId="983"/>
        </pc:sldMkLst>
      </pc:sldChg>
      <pc:sldChg chg="add">
        <pc:chgData name="Palit, Tapti" userId="dec6fbcd-7598-406a-8cbf-504d4a3bac15" providerId="ADAL" clId="{65104DF2-1B45-4C36-9E2A-F89658839DCF}" dt="2024-01-25T17:20:11.985" v="20755"/>
        <pc:sldMkLst>
          <pc:docMk/>
          <pc:sldMk cId="3035317317" sldId="983"/>
        </pc:sldMkLst>
      </pc:sldChg>
      <pc:sldChg chg="modSp add mod modAnim">
        <pc:chgData name="Palit, Tapti" userId="dec6fbcd-7598-406a-8cbf-504d4a3bac15" providerId="ADAL" clId="{65104DF2-1B45-4C36-9E2A-F89658839DCF}" dt="2024-02-06T19:41:58.408" v="26645"/>
        <pc:sldMkLst>
          <pc:docMk/>
          <pc:sldMk cId="919054176" sldId="984"/>
        </pc:sldMkLst>
        <pc:spChg chg="mod">
          <ac:chgData name="Palit, Tapti" userId="dec6fbcd-7598-406a-8cbf-504d4a3bac15" providerId="ADAL" clId="{65104DF2-1B45-4C36-9E2A-F89658839DCF}" dt="2024-01-25T17:29:36.246" v="21390" actId="20577"/>
          <ac:spMkLst>
            <pc:docMk/>
            <pc:sldMk cId="919054176" sldId="984"/>
            <ac:spMk id="2" creationId="{2321D292-DDD1-74D7-EE3F-8322A1E8C393}"/>
          </ac:spMkLst>
        </pc:spChg>
      </pc:sldChg>
      <pc:sldChg chg="del modAnim">
        <pc:chgData name="Palit, Tapti" userId="dec6fbcd-7598-406a-8cbf-504d4a3bac15" providerId="ADAL" clId="{65104DF2-1B45-4C36-9E2A-F89658839DCF}" dt="2024-01-25T17:19:57.673" v="20754" actId="2696"/>
        <pc:sldMkLst>
          <pc:docMk/>
          <pc:sldMk cId="1018761409" sldId="984"/>
        </pc:sldMkLst>
      </pc:sldChg>
      <pc:sldChg chg="add">
        <pc:chgData name="Palit, Tapti" userId="dec6fbcd-7598-406a-8cbf-504d4a3bac15" providerId="ADAL" clId="{65104DF2-1B45-4C36-9E2A-F89658839DCF}" dt="2024-01-25T17:20:11.985" v="20755"/>
        <pc:sldMkLst>
          <pc:docMk/>
          <pc:sldMk cId="1217430676" sldId="985"/>
        </pc:sldMkLst>
      </pc:sldChg>
      <pc:sldChg chg="del">
        <pc:chgData name="Palit, Tapti" userId="dec6fbcd-7598-406a-8cbf-504d4a3bac15" providerId="ADAL" clId="{65104DF2-1B45-4C36-9E2A-F89658839DCF}" dt="2024-01-25T17:19:57.673" v="20754" actId="2696"/>
        <pc:sldMkLst>
          <pc:docMk/>
          <pc:sldMk cId="2031134751" sldId="985"/>
        </pc:sldMkLst>
      </pc:sldChg>
      <pc:sldChg chg="addSp modSp add mod">
        <pc:chgData name="Palit, Tapti" userId="dec6fbcd-7598-406a-8cbf-504d4a3bac15" providerId="ADAL" clId="{65104DF2-1B45-4C36-9E2A-F89658839DCF}" dt="2024-01-29T19:28:55.104" v="24569" actId="20577"/>
        <pc:sldMkLst>
          <pc:docMk/>
          <pc:sldMk cId="426118227" sldId="987"/>
        </pc:sldMkLst>
        <pc:spChg chg="mod">
          <ac:chgData name="Palit, Tapti" userId="dec6fbcd-7598-406a-8cbf-504d4a3bac15" providerId="ADAL" clId="{65104DF2-1B45-4C36-9E2A-F89658839DCF}" dt="2024-01-25T17:31:18.239" v="21441" actId="20577"/>
          <ac:spMkLst>
            <pc:docMk/>
            <pc:sldMk cId="426118227" sldId="987"/>
            <ac:spMk id="3" creationId="{0F8FF57D-D875-4CA5-B98A-04F4C751036F}"/>
          </ac:spMkLst>
        </pc:spChg>
        <pc:spChg chg="add mod">
          <ac:chgData name="Palit, Tapti" userId="dec6fbcd-7598-406a-8cbf-504d4a3bac15" providerId="ADAL" clId="{65104DF2-1B45-4C36-9E2A-F89658839DCF}" dt="2024-01-25T17:30:59.253" v="21429" actId="14100"/>
          <ac:spMkLst>
            <pc:docMk/>
            <pc:sldMk cId="426118227" sldId="987"/>
            <ac:spMk id="10" creationId="{A2EC4C5D-A7F6-FF49-180E-C3A6913C0AA9}"/>
          </ac:spMkLst>
        </pc:spChg>
        <pc:spChg chg="mod">
          <ac:chgData name="Palit, Tapti" userId="dec6fbcd-7598-406a-8cbf-504d4a3bac15" providerId="ADAL" clId="{65104DF2-1B45-4C36-9E2A-F89658839DCF}" dt="2024-01-29T19:28:55.104" v="24569" actId="20577"/>
          <ac:spMkLst>
            <pc:docMk/>
            <pc:sldMk cId="426118227" sldId="987"/>
            <ac:spMk id="17" creationId="{8B1ED62E-D8FF-B096-8748-9AD1370866A0}"/>
          </ac:spMkLst>
        </pc:spChg>
      </pc:sldChg>
      <pc:sldChg chg="del">
        <pc:chgData name="Palit, Tapti" userId="dec6fbcd-7598-406a-8cbf-504d4a3bac15" providerId="ADAL" clId="{65104DF2-1B45-4C36-9E2A-F89658839DCF}" dt="2024-01-25T17:19:57.673" v="20754" actId="2696"/>
        <pc:sldMkLst>
          <pc:docMk/>
          <pc:sldMk cId="2228293722" sldId="987"/>
        </pc:sldMkLst>
      </pc:sldChg>
      <pc:sldChg chg="modSp add mod">
        <pc:chgData name="Palit, Tapti" userId="dec6fbcd-7598-406a-8cbf-504d4a3bac15" providerId="ADAL" clId="{65104DF2-1B45-4C36-9E2A-F89658839DCF}" dt="2024-01-25T18:08:02.808" v="22348" actId="20577"/>
        <pc:sldMkLst>
          <pc:docMk/>
          <pc:sldMk cId="2095833198" sldId="988"/>
        </pc:sldMkLst>
        <pc:spChg chg="mod">
          <ac:chgData name="Palit, Tapti" userId="dec6fbcd-7598-406a-8cbf-504d4a3bac15" providerId="ADAL" clId="{65104DF2-1B45-4C36-9E2A-F89658839DCF}" dt="2024-01-25T18:08:02.808" v="22348" actId="20577"/>
          <ac:spMkLst>
            <pc:docMk/>
            <pc:sldMk cId="2095833198" sldId="988"/>
            <ac:spMk id="3" creationId="{0F8FF57D-D875-4CA5-B98A-04F4C751036F}"/>
          </ac:spMkLst>
        </pc:spChg>
      </pc:sldChg>
      <pc:sldChg chg="modSp del mod">
        <pc:chgData name="Palit, Tapti" userId="dec6fbcd-7598-406a-8cbf-504d4a3bac15" providerId="ADAL" clId="{65104DF2-1B45-4C36-9E2A-F89658839DCF}" dt="2024-01-25T17:19:57.673" v="20754" actId="2696"/>
        <pc:sldMkLst>
          <pc:docMk/>
          <pc:sldMk cId="4012976009" sldId="988"/>
        </pc:sldMkLst>
        <pc:spChg chg="mod">
          <ac:chgData name="Palit, Tapti" userId="dec6fbcd-7598-406a-8cbf-504d4a3bac15" providerId="ADAL" clId="{65104DF2-1B45-4C36-9E2A-F89658839DCF}" dt="2024-01-25T15:59:49.589" v="19170"/>
          <ac:spMkLst>
            <pc:docMk/>
            <pc:sldMk cId="4012976009" sldId="988"/>
            <ac:spMk id="2" creationId="{EFA01518-7224-8C11-63F9-B8BA344C6796}"/>
          </ac:spMkLst>
        </pc:spChg>
      </pc:sldChg>
      <pc:sldChg chg="del">
        <pc:chgData name="Palit, Tapti" userId="dec6fbcd-7598-406a-8cbf-504d4a3bac15" providerId="ADAL" clId="{65104DF2-1B45-4C36-9E2A-F89658839DCF}" dt="2024-01-25T17:19:57.673" v="20754" actId="2696"/>
        <pc:sldMkLst>
          <pc:docMk/>
          <pc:sldMk cId="3171677885" sldId="989"/>
        </pc:sldMkLst>
      </pc:sldChg>
      <pc:sldChg chg="delSp modSp add mod modAnim">
        <pc:chgData name="Palit, Tapti" userId="dec6fbcd-7598-406a-8cbf-504d4a3bac15" providerId="ADAL" clId="{65104DF2-1B45-4C36-9E2A-F89658839DCF}" dt="2024-01-29T19:29:53.172" v="24677" actId="14734"/>
        <pc:sldMkLst>
          <pc:docMk/>
          <pc:sldMk cId="3796243577" sldId="989"/>
        </pc:sldMkLst>
        <pc:spChg chg="mod">
          <ac:chgData name="Palit, Tapti" userId="dec6fbcd-7598-406a-8cbf-504d4a3bac15" providerId="ADAL" clId="{65104DF2-1B45-4C36-9E2A-F89658839DCF}" dt="2024-01-25T17:33:31.184" v="21538" actId="20577"/>
          <ac:spMkLst>
            <pc:docMk/>
            <pc:sldMk cId="3796243577" sldId="989"/>
            <ac:spMk id="3" creationId="{718731F3-A54E-5387-C447-464520FADB53}"/>
          </ac:spMkLst>
        </pc:spChg>
        <pc:spChg chg="mod">
          <ac:chgData name="Palit, Tapti" userId="dec6fbcd-7598-406a-8cbf-504d4a3bac15" providerId="ADAL" clId="{65104DF2-1B45-4C36-9E2A-F89658839DCF}" dt="2024-01-25T17:32:07.463" v="21470" actId="5793"/>
          <ac:spMkLst>
            <pc:docMk/>
            <pc:sldMk cId="3796243577" sldId="989"/>
            <ac:spMk id="6" creationId="{CDF54C75-8E57-C212-0645-30E19DBAEFC3}"/>
          </ac:spMkLst>
        </pc:spChg>
        <pc:spChg chg="mod">
          <ac:chgData name="Palit, Tapti" userId="dec6fbcd-7598-406a-8cbf-504d4a3bac15" providerId="ADAL" clId="{65104DF2-1B45-4C36-9E2A-F89658839DCF}" dt="2024-01-25T17:32:29.086" v="21484" actId="20577"/>
          <ac:spMkLst>
            <pc:docMk/>
            <pc:sldMk cId="3796243577" sldId="989"/>
            <ac:spMk id="7" creationId="{DA640AE7-B549-29A9-7F0B-AA1971BB6B1F}"/>
          </ac:spMkLst>
        </pc:spChg>
        <pc:spChg chg="mod">
          <ac:chgData name="Palit, Tapti" userId="dec6fbcd-7598-406a-8cbf-504d4a3bac15" providerId="ADAL" clId="{65104DF2-1B45-4C36-9E2A-F89658839DCF}" dt="2024-01-25T17:32:57.144" v="21500" actId="20577"/>
          <ac:spMkLst>
            <pc:docMk/>
            <pc:sldMk cId="3796243577" sldId="989"/>
            <ac:spMk id="8" creationId="{48252E3F-6361-841E-EF3B-0B03A5C8A99B}"/>
          </ac:spMkLst>
        </pc:spChg>
        <pc:spChg chg="mod">
          <ac:chgData name="Palit, Tapti" userId="dec6fbcd-7598-406a-8cbf-504d4a3bac15" providerId="ADAL" clId="{65104DF2-1B45-4C36-9E2A-F89658839DCF}" dt="2024-01-25T17:33:09.517" v="21501" actId="14100"/>
          <ac:spMkLst>
            <pc:docMk/>
            <pc:sldMk cId="3796243577" sldId="989"/>
            <ac:spMk id="20" creationId="{9E7E184E-A2B1-004A-E691-1B6BE6F37DB6}"/>
          </ac:spMkLst>
        </pc:spChg>
        <pc:spChg chg="mod">
          <ac:chgData name="Palit, Tapti" userId="dec6fbcd-7598-406a-8cbf-504d4a3bac15" providerId="ADAL" clId="{65104DF2-1B45-4C36-9E2A-F89658839DCF}" dt="2024-01-25T17:32:54.523" v="21499" actId="14100"/>
          <ac:spMkLst>
            <pc:docMk/>
            <pc:sldMk cId="3796243577" sldId="989"/>
            <ac:spMk id="21" creationId="{4A804535-7533-725E-0936-FBE2EEF5C075}"/>
          </ac:spMkLst>
        </pc:spChg>
        <pc:spChg chg="del">
          <ac:chgData name="Palit, Tapti" userId="dec6fbcd-7598-406a-8cbf-504d4a3bac15" providerId="ADAL" clId="{65104DF2-1B45-4C36-9E2A-F89658839DCF}" dt="2024-01-25T17:33:46.656" v="21540" actId="478"/>
          <ac:spMkLst>
            <pc:docMk/>
            <pc:sldMk cId="3796243577" sldId="989"/>
            <ac:spMk id="22" creationId="{CEA628D5-F9A4-0571-8F68-B20C4971A648}"/>
          </ac:spMkLst>
        </pc:spChg>
        <pc:spChg chg="del">
          <ac:chgData name="Palit, Tapti" userId="dec6fbcd-7598-406a-8cbf-504d4a3bac15" providerId="ADAL" clId="{65104DF2-1B45-4C36-9E2A-F89658839DCF}" dt="2024-01-25T17:33:46.656" v="21540" actId="478"/>
          <ac:spMkLst>
            <pc:docMk/>
            <pc:sldMk cId="3796243577" sldId="989"/>
            <ac:spMk id="26" creationId="{258C86E8-8F62-EB2C-6B52-95955C75AF4F}"/>
          </ac:spMkLst>
        </pc:spChg>
        <pc:spChg chg="del">
          <ac:chgData name="Palit, Tapti" userId="dec6fbcd-7598-406a-8cbf-504d4a3bac15" providerId="ADAL" clId="{65104DF2-1B45-4C36-9E2A-F89658839DCF}" dt="2024-01-25T17:33:46.656" v="21540" actId="478"/>
          <ac:spMkLst>
            <pc:docMk/>
            <pc:sldMk cId="3796243577" sldId="989"/>
            <ac:spMk id="27" creationId="{ED46B6B2-6ACB-B836-8F9F-37284BACC293}"/>
          </ac:spMkLst>
        </pc:spChg>
        <pc:graphicFrameChg chg="modGraphic">
          <ac:chgData name="Palit, Tapti" userId="dec6fbcd-7598-406a-8cbf-504d4a3bac15" providerId="ADAL" clId="{65104DF2-1B45-4C36-9E2A-F89658839DCF}" dt="2024-01-29T19:29:53.172" v="24677" actId="14734"/>
          <ac:graphicFrameMkLst>
            <pc:docMk/>
            <pc:sldMk cId="3796243577" sldId="989"/>
            <ac:graphicFrameMk id="28" creationId="{7A06F78A-A30D-EA99-2E4E-624D76067CB7}"/>
          </ac:graphicFrameMkLst>
        </pc:graphicFrameChg>
        <pc:picChg chg="del">
          <ac:chgData name="Palit, Tapti" userId="dec6fbcd-7598-406a-8cbf-504d4a3bac15" providerId="ADAL" clId="{65104DF2-1B45-4C36-9E2A-F89658839DCF}" dt="2024-01-25T17:33:46.656" v="21540" actId="478"/>
          <ac:picMkLst>
            <pc:docMk/>
            <pc:sldMk cId="3796243577" sldId="989"/>
            <ac:picMk id="1026" creationId="{92CA06B0-E93C-15F7-5404-D4A03AC9391A}"/>
          </ac:picMkLst>
        </pc:picChg>
        <pc:cxnChg chg="mod">
          <ac:chgData name="Palit, Tapti" userId="dec6fbcd-7598-406a-8cbf-504d4a3bac15" providerId="ADAL" clId="{65104DF2-1B45-4C36-9E2A-F89658839DCF}" dt="2024-01-29T19:29:50.269" v="24676" actId="14100"/>
          <ac:cxnSpMkLst>
            <pc:docMk/>
            <pc:sldMk cId="3796243577" sldId="989"/>
            <ac:cxnSpMk id="12" creationId="{B7D84180-1A4B-8131-B469-70328178D2E9}"/>
          </ac:cxnSpMkLst>
        </pc:cxnChg>
        <pc:cxnChg chg="del">
          <ac:chgData name="Palit, Tapti" userId="dec6fbcd-7598-406a-8cbf-504d4a3bac15" providerId="ADAL" clId="{65104DF2-1B45-4C36-9E2A-F89658839DCF}" dt="2024-01-25T17:33:46.656" v="21540" actId="478"/>
          <ac:cxnSpMkLst>
            <pc:docMk/>
            <pc:sldMk cId="3796243577" sldId="989"/>
            <ac:cxnSpMk id="16" creationId="{EA0C61CC-8CC1-F1D7-06DD-36E27E4B27DA}"/>
          </ac:cxnSpMkLst>
        </pc:cxnChg>
        <pc:cxnChg chg="del">
          <ac:chgData name="Palit, Tapti" userId="dec6fbcd-7598-406a-8cbf-504d4a3bac15" providerId="ADAL" clId="{65104DF2-1B45-4C36-9E2A-F89658839DCF}" dt="2024-01-25T17:33:46.656" v="21540" actId="478"/>
          <ac:cxnSpMkLst>
            <pc:docMk/>
            <pc:sldMk cId="3796243577" sldId="989"/>
            <ac:cxnSpMk id="24" creationId="{054AA8E2-7C35-513F-A322-C4357ADEBE52}"/>
          </ac:cxnSpMkLst>
        </pc:cxnChg>
        <pc:cxnChg chg="del">
          <ac:chgData name="Palit, Tapti" userId="dec6fbcd-7598-406a-8cbf-504d4a3bac15" providerId="ADAL" clId="{65104DF2-1B45-4C36-9E2A-F89658839DCF}" dt="2024-01-25T17:33:46.656" v="21540" actId="478"/>
          <ac:cxnSpMkLst>
            <pc:docMk/>
            <pc:sldMk cId="3796243577" sldId="989"/>
            <ac:cxnSpMk id="28" creationId="{185F974F-3034-714F-C899-34DB07A20BAC}"/>
          </ac:cxnSpMkLst>
        </pc:cxnChg>
      </pc:sldChg>
      <pc:sldChg chg="modSp mod">
        <pc:chgData name="Palit, Tapti" userId="dec6fbcd-7598-406a-8cbf-504d4a3bac15" providerId="ADAL" clId="{65104DF2-1B45-4C36-9E2A-F89658839DCF}" dt="2024-01-25T18:22:46.349" v="22904" actId="20577"/>
        <pc:sldMkLst>
          <pc:docMk/>
          <pc:sldMk cId="2621348231" sldId="990"/>
        </pc:sldMkLst>
        <pc:spChg chg="mod">
          <ac:chgData name="Palit, Tapti" userId="dec6fbcd-7598-406a-8cbf-504d4a3bac15" providerId="ADAL" clId="{65104DF2-1B45-4C36-9E2A-F89658839DCF}" dt="2024-01-25T18:22:46.349" v="22904" actId="20577"/>
          <ac:spMkLst>
            <pc:docMk/>
            <pc:sldMk cId="2621348231" sldId="990"/>
            <ac:spMk id="2" creationId="{3A942EE7-2AD1-FF79-52BD-F7F4FC34B81C}"/>
          </ac:spMkLst>
        </pc:spChg>
      </pc:sldChg>
      <pc:sldChg chg="del">
        <pc:chgData name="Palit, Tapti" userId="dec6fbcd-7598-406a-8cbf-504d4a3bac15" providerId="ADAL" clId="{65104DF2-1B45-4C36-9E2A-F89658839DCF}" dt="2024-01-25T17:19:57.673" v="20754" actId="2696"/>
        <pc:sldMkLst>
          <pc:docMk/>
          <pc:sldMk cId="1082812199" sldId="991"/>
        </pc:sldMkLst>
      </pc:sldChg>
      <pc:sldChg chg="modSp add mod modClrScheme chgLayout modNotesTx">
        <pc:chgData name="Palit, Tapti" userId="dec6fbcd-7598-406a-8cbf-504d4a3bac15" providerId="ADAL" clId="{65104DF2-1B45-4C36-9E2A-F89658839DCF}" dt="2024-02-06T19:19:14.557" v="26592" actId="20577"/>
        <pc:sldMkLst>
          <pc:docMk/>
          <pc:sldMk cId="2992224601" sldId="991"/>
        </pc:sldMkLst>
        <pc:spChg chg="mod ord">
          <ac:chgData name="Palit, Tapti" userId="dec6fbcd-7598-406a-8cbf-504d4a3bac15" providerId="ADAL" clId="{65104DF2-1B45-4C36-9E2A-F89658839DCF}" dt="2024-01-25T18:18:44.500" v="22642" actId="700"/>
          <ac:spMkLst>
            <pc:docMk/>
            <pc:sldMk cId="2992224601" sldId="991"/>
            <ac:spMk id="3" creationId="{1A4EE72C-E366-5492-87E3-08AB9883664A}"/>
          </ac:spMkLst>
        </pc:spChg>
        <pc:spChg chg="mod ord">
          <ac:chgData name="Palit, Tapti" userId="dec6fbcd-7598-406a-8cbf-504d4a3bac15" providerId="ADAL" clId="{65104DF2-1B45-4C36-9E2A-F89658839DCF}" dt="2024-01-25T18:18:44.500" v="22642" actId="700"/>
          <ac:spMkLst>
            <pc:docMk/>
            <pc:sldMk cId="2992224601" sldId="991"/>
            <ac:spMk id="4" creationId="{90DF4F00-397C-77BA-D335-5021132C6F48}"/>
          </ac:spMkLst>
        </pc:spChg>
        <pc:spChg chg="mod ord">
          <ac:chgData name="Palit, Tapti" userId="dec6fbcd-7598-406a-8cbf-504d4a3bac15" providerId="ADAL" clId="{65104DF2-1B45-4C36-9E2A-F89658839DCF}" dt="2024-02-06T19:19:14.557" v="26592" actId="20577"/>
          <ac:spMkLst>
            <pc:docMk/>
            <pc:sldMk cId="2992224601" sldId="991"/>
            <ac:spMk id="8" creationId="{D3712ACC-1499-B07D-686A-61041218F868}"/>
          </ac:spMkLst>
        </pc:spChg>
      </pc:sldChg>
      <pc:sldChg chg="ord">
        <pc:chgData name="Palit, Tapti" userId="dec6fbcd-7598-406a-8cbf-504d4a3bac15" providerId="ADAL" clId="{65104DF2-1B45-4C36-9E2A-F89658839DCF}" dt="2024-01-25T18:22:55.201" v="22906"/>
        <pc:sldMkLst>
          <pc:docMk/>
          <pc:sldMk cId="1882918257" sldId="992"/>
        </pc:sldMkLst>
      </pc:sldChg>
      <pc:sldChg chg="ord">
        <pc:chgData name="Palit, Tapti" userId="dec6fbcd-7598-406a-8cbf-504d4a3bac15" providerId="ADAL" clId="{65104DF2-1B45-4C36-9E2A-F89658839DCF}" dt="2024-01-25T18:22:56.489" v="22908"/>
        <pc:sldMkLst>
          <pc:docMk/>
          <pc:sldMk cId="576898569" sldId="993"/>
        </pc:sldMkLst>
      </pc:sldChg>
      <pc:sldChg chg="del">
        <pc:chgData name="Palit, Tapti" userId="dec6fbcd-7598-406a-8cbf-504d4a3bac15" providerId="ADAL" clId="{65104DF2-1B45-4C36-9E2A-F89658839DCF}" dt="2024-01-25T17:39:59.923" v="21701" actId="47"/>
        <pc:sldMkLst>
          <pc:docMk/>
          <pc:sldMk cId="3223630377" sldId="995"/>
        </pc:sldMkLst>
      </pc:sldChg>
      <pc:sldChg chg="addSp delSp modSp mod">
        <pc:chgData name="Palit, Tapti" userId="dec6fbcd-7598-406a-8cbf-504d4a3bac15" providerId="ADAL" clId="{65104DF2-1B45-4C36-9E2A-F89658839DCF}" dt="2024-01-25T17:49:34.444" v="21937" actId="20577"/>
        <pc:sldMkLst>
          <pc:docMk/>
          <pc:sldMk cId="1326372760" sldId="996"/>
        </pc:sldMkLst>
        <pc:spChg chg="add mod">
          <ac:chgData name="Palit, Tapti" userId="dec6fbcd-7598-406a-8cbf-504d4a3bac15" providerId="ADAL" clId="{65104DF2-1B45-4C36-9E2A-F89658839DCF}" dt="2024-01-25T17:49:34.444" v="21937" actId="20577"/>
          <ac:spMkLst>
            <pc:docMk/>
            <pc:sldMk cId="1326372760" sldId="996"/>
            <ac:spMk id="2" creationId="{D8D9A97E-4E35-5D3E-8975-19B80BB97A0A}"/>
          </ac:spMkLst>
        </pc:spChg>
        <pc:spChg chg="del">
          <ac:chgData name="Palit, Tapti" userId="dec6fbcd-7598-406a-8cbf-504d4a3bac15" providerId="ADAL" clId="{65104DF2-1B45-4C36-9E2A-F89658839DCF}" dt="2024-01-25T17:49:28.779" v="21925"/>
          <ac:spMkLst>
            <pc:docMk/>
            <pc:sldMk cId="1326372760" sldId="996"/>
            <ac:spMk id="5" creationId="{F462C1C4-1615-2EBE-4955-1459AB3573DA}"/>
          </ac:spMkLst>
        </pc:spChg>
      </pc:sldChg>
      <pc:sldChg chg="del">
        <pc:chgData name="Palit, Tapti" userId="dec6fbcd-7598-406a-8cbf-504d4a3bac15" providerId="ADAL" clId="{65104DF2-1B45-4C36-9E2A-F89658839DCF}" dt="2024-01-25T17:51:54.626" v="21997" actId="2696"/>
        <pc:sldMkLst>
          <pc:docMk/>
          <pc:sldMk cId="1357529570" sldId="997"/>
        </pc:sldMkLst>
      </pc:sldChg>
      <pc:sldChg chg="add mod modShow">
        <pc:chgData name="Palit, Tapti" userId="dec6fbcd-7598-406a-8cbf-504d4a3bac15" providerId="ADAL" clId="{65104DF2-1B45-4C36-9E2A-F89658839DCF}" dt="2024-01-25T17:52:01.059" v="21999" actId="729"/>
        <pc:sldMkLst>
          <pc:docMk/>
          <pc:sldMk cId="2734263227" sldId="997"/>
        </pc:sldMkLst>
      </pc:sldChg>
      <pc:sldChg chg="modSp del mod">
        <pc:chgData name="Palit, Tapti" userId="dec6fbcd-7598-406a-8cbf-504d4a3bac15" providerId="ADAL" clId="{65104DF2-1B45-4C36-9E2A-F89658839DCF}" dt="2024-01-25T17:19:57.673" v="20754" actId="2696"/>
        <pc:sldMkLst>
          <pc:docMk/>
          <pc:sldMk cId="539669210" sldId="998"/>
        </pc:sldMkLst>
        <pc:spChg chg="mod">
          <ac:chgData name="Palit, Tapti" userId="dec6fbcd-7598-406a-8cbf-504d4a3bac15" providerId="ADAL" clId="{65104DF2-1B45-4C36-9E2A-F89658839DCF}" dt="2024-01-25T15:59:46.686" v="19168"/>
          <ac:spMkLst>
            <pc:docMk/>
            <pc:sldMk cId="539669210" sldId="998"/>
            <ac:spMk id="2" creationId="{CF8375B6-5DA9-7D43-A1F4-AFE194A52CEA}"/>
          </ac:spMkLst>
        </pc:spChg>
      </pc:sldChg>
      <pc:sldChg chg="addSp modSp add mod modNotesTx">
        <pc:chgData name="Palit, Tapti" userId="dec6fbcd-7598-406a-8cbf-504d4a3bac15" providerId="ADAL" clId="{65104DF2-1B45-4C36-9E2A-F89658839DCF}" dt="2024-01-29T19:29:23.117" v="24674" actId="20577"/>
        <pc:sldMkLst>
          <pc:docMk/>
          <pc:sldMk cId="2470901385" sldId="998"/>
        </pc:sldMkLst>
        <pc:spChg chg="mod">
          <ac:chgData name="Palit, Tapti" userId="dec6fbcd-7598-406a-8cbf-504d4a3bac15" providerId="ADAL" clId="{65104DF2-1B45-4C36-9E2A-F89658839DCF}" dt="2024-01-25T18:07:58.611" v="22337" actId="20577"/>
          <ac:spMkLst>
            <pc:docMk/>
            <pc:sldMk cId="2470901385" sldId="998"/>
            <ac:spMk id="3" creationId="{0F8FF57D-D875-4CA5-B98A-04F4C751036F}"/>
          </ac:spMkLst>
        </pc:spChg>
        <pc:spChg chg="add mod">
          <ac:chgData name="Palit, Tapti" userId="dec6fbcd-7598-406a-8cbf-504d4a3bac15" providerId="ADAL" clId="{65104DF2-1B45-4C36-9E2A-F89658839DCF}" dt="2024-01-25T17:31:05.764" v="21430"/>
          <ac:spMkLst>
            <pc:docMk/>
            <pc:sldMk cId="2470901385" sldId="998"/>
            <ac:spMk id="10" creationId="{EA1AAFB1-11B0-63CC-BB7D-F0AECE8386CA}"/>
          </ac:spMkLst>
        </pc:spChg>
        <pc:spChg chg="mod">
          <ac:chgData name="Palit, Tapti" userId="dec6fbcd-7598-406a-8cbf-504d4a3bac15" providerId="ADAL" clId="{65104DF2-1B45-4C36-9E2A-F89658839DCF}" dt="2024-01-29T19:29:15.240" v="24644" actId="20577"/>
          <ac:spMkLst>
            <pc:docMk/>
            <pc:sldMk cId="2470901385" sldId="998"/>
            <ac:spMk id="17" creationId="{8B1ED62E-D8FF-B096-8748-9AD1370866A0}"/>
          </ac:spMkLst>
        </pc:spChg>
      </pc:sldChg>
      <pc:sldChg chg="modSp del mod">
        <pc:chgData name="Palit, Tapti" userId="dec6fbcd-7598-406a-8cbf-504d4a3bac15" providerId="ADAL" clId="{65104DF2-1B45-4C36-9E2A-F89658839DCF}" dt="2024-01-25T17:03:19.110" v="20233" actId="47"/>
        <pc:sldMkLst>
          <pc:docMk/>
          <pc:sldMk cId="207307264" sldId="999"/>
        </pc:sldMkLst>
        <pc:spChg chg="mod">
          <ac:chgData name="Palit, Tapti" userId="dec6fbcd-7598-406a-8cbf-504d4a3bac15" providerId="ADAL" clId="{65104DF2-1B45-4C36-9E2A-F89658839DCF}" dt="2024-01-25T17:02:15.801" v="20182" actId="20577"/>
          <ac:spMkLst>
            <pc:docMk/>
            <pc:sldMk cId="207307264" sldId="999"/>
            <ac:spMk id="5" creationId="{BE40FAEE-22D1-457C-89CD-8237B852EE22}"/>
          </ac:spMkLst>
        </pc:spChg>
      </pc:sldChg>
      <pc:sldChg chg="del">
        <pc:chgData name="Palit, Tapti" userId="dec6fbcd-7598-406a-8cbf-504d4a3bac15" providerId="ADAL" clId="{65104DF2-1B45-4C36-9E2A-F89658839DCF}" dt="2024-01-25T17:19:57.673" v="20754" actId="2696"/>
        <pc:sldMkLst>
          <pc:docMk/>
          <pc:sldMk cId="3670038943" sldId="1000"/>
        </pc:sldMkLst>
      </pc:sldChg>
      <pc:sldChg chg="modSp add mod">
        <pc:chgData name="Palit, Tapti" userId="dec6fbcd-7598-406a-8cbf-504d4a3bac15" providerId="ADAL" clId="{65104DF2-1B45-4C36-9E2A-F89658839DCF}" dt="2024-01-25T17:29:55.328" v="21419" actId="20577"/>
        <pc:sldMkLst>
          <pc:docMk/>
          <pc:sldMk cId="4122241441" sldId="1000"/>
        </pc:sldMkLst>
        <pc:spChg chg="mod">
          <ac:chgData name="Palit, Tapti" userId="dec6fbcd-7598-406a-8cbf-504d4a3bac15" providerId="ADAL" clId="{65104DF2-1B45-4C36-9E2A-F89658839DCF}" dt="2024-01-25T17:29:55.328" v="21419" actId="20577"/>
          <ac:spMkLst>
            <pc:docMk/>
            <pc:sldMk cId="4122241441" sldId="1000"/>
            <ac:spMk id="7" creationId="{40837952-FAD3-C589-E5E7-2F85F7FE9347}"/>
          </ac:spMkLst>
        </pc:spChg>
      </pc:sldChg>
      <pc:sldChg chg="add">
        <pc:chgData name="Palit, Tapti" userId="dec6fbcd-7598-406a-8cbf-504d4a3bac15" providerId="ADAL" clId="{65104DF2-1B45-4C36-9E2A-F89658839DCF}" dt="2024-01-25T17:20:11.985" v="20755"/>
        <pc:sldMkLst>
          <pc:docMk/>
          <pc:sldMk cId="1336934851" sldId="1001"/>
        </pc:sldMkLst>
      </pc:sldChg>
      <pc:sldChg chg="del">
        <pc:chgData name="Palit, Tapti" userId="dec6fbcd-7598-406a-8cbf-504d4a3bac15" providerId="ADAL" clId="{65104DF2-1B45-4C36-9E2A-F89658839DCF}" dt="2024-01-25T17:19:57.673" v="20754" actId="2696"/>
        <pc:sldMkLst>
          <pc:docMk/>
          <pc:sldMk cId="2643337393" sldId="1001"/>
        </pc:sldMkLst>
      </pc:sldChg>
      <pc:sldChg chg="del">
        <pc:chgData name="Palit, Tapti" userId="dec6fbcd-7598-406a-8cbf-504d4a3bac15" providerId="ADAL" clId="{65104DF2-1B45-4C36-9E2A-F89658839DCF}" dt="2024-01-25T17:19:57.673" v="20754" actId="2696"/>
        <pc:sldMkLst>
          <pc:docMk/>
          <pc:sldMk cId="1444844326" sldId="1002"/>
        </pc:sldMkLst>
      </pc:sldChg>
      <pc:sldChg chg="addSp modSp add mod">
        <pc:chgData name="Palit, Tapti" userId="dec6fbcd-7598-406a-8cbf-504d4a3bac15" providerId="ADAL" clId="{65104DF2-1B45-4C36-9E2A-F89658839DCF}" dt="2024-01-25T18:07:15.869" v="22324" actId="1076"/>
        <pc:sldMkLst>
          <pc:docMk/>
          <pc:sldMk cId="2333549731" sldId="1002"/>
        </pc:sldMkLst>
        <pc:spChg chg="add mod">
          <ac:chgData name="Palit, Tapti" userId="dec6fbcd-7598-406a-8cbf-504d4a3bac15" providerId="ADAL" clId="{65104DF2-1B45-4C36-9E2A-F89658839DCF}" dt="2024-01-25T18:07:15.869" v="22324" actId="1076"/>
          <ac:spMkLst>
            <pc:docMk/>
            <pc:sldMk cId="2333549731" sldId="1002"/>
            <ac:spMk id="14" creationId="{40D2D38B-EFB0-01AE-0B25-2DC80FAE6315}"/>
          </ac:spMkLst>
        </pc:spChg>
        <pc:cxnChg chg="mod">
          <ac:chgData name="Palit, Tapti" userId="dec6fbcd-7598-406a-8cbf-504d4a3bac15" providerId="ADAL" clId="{65104DF2-1B45-4C36-9E2A-F89658839DCF}" dt="2024-01-25T18:06:55.593" v="22308" actId="14100"/>
          <ac:cxnSpMkLst>
            <pc:docMk/>
            <pc:sldMk cId="2333549731" sldId="1002"/>
            <ac:cxnSpMk id="12" creationId="{0411A978-B230-72DE-3843-ECD6D68D6C62}"/>
          </ac:cxnSpMkLst>
        </pc:cxnChg>
      </pc:sldChg>
      <pc:sldChg chg="addSp modSp add mod">
        <pc:chgData name="Palit, Tapti" userId="dec6fbcd-7598-406a-8cbf-504d4a3bac15" providerId="ADAL" clId="{65104DF2-1B45-4C36-9E2A-F89658839DCF}" dt="2024-01-25T18:07:27.341" v="22326" actId="1076"/>
        <pc:sldMkLst>
          <pc:docMk/>
          <pc:sldMk cId="2592298317" sldId="1003"/>
        </pc:sldMkLst>
        <pc:spChg chg="add mod">
          <ac:chgData name="Palit, Tapti" userId="dec6fbcd-7598-406a-8cbf-504d4a3bac15" providerId="ADAL" clId="{65104DF2-1B45-4C36-9E2A-F89658839DCF}" dt="2024-01-25T18:07:27.341" v="22326" actId="1076"/>
          <ac:spMkLst>
            <pc:docMk/>
            <pc:sldMk cId="2592298317" sldId="1003"/>
            <ac:spMk id="14" creationId="{3DC911A2-8D8B-6735-7A18-069C92EBE2D6}"/>
          </ac:spMkLst>
        </pc:spChg>
      </pc:sldChg>
      <pc:sldChg chg="del">
        <pc:chgData name="Palit, Tapti" userId="dec6fbcd-7598-406a-8cbf-504d4a3bac15" providerId="ADAL" clId="{65104DF2-1B45-4C36-9E2A-F89658839DCF}" dt="2024-01-25T17:19:57.673" v="20754" actId="2696"/>
        <pc:sldMkLst>
          <pc:docMk/>
          <pc:sldMk cId="3439878872" sldId="1003"/>
        </pc:sldMkLst>
      </pc:sldChg>
      <pc:sldChg chg="add mod modShow">
        <pc:chgData name="Palit, Tapti" userId="dec6fbcd-7598-406a-8cbf-504d4a3bac15" providerId="ADAL" clId="{65104DF2-1B45-4C36-9E2A-F89658839DCF}" dt="2024-01-25T17:52:01.059" v="21999" actId="729"/>
        <pc:sldMkLst>
          <pc:docMk/>
          <pc:sldMk cId="1615624501" sldId="1004"/>
        </pc:sldMkLst>
      </pc:sldChg>
      <pc:sldChg chg="addSp delSp modSp new del mod modClrScheme chgLayout">
        <pc:chgData name="Palit, Tapti" userId="dec6fbcd-7598-406a-8cbf-504d4a3bac15" providerId="ADAL" clId="{65104DF2-1B45-4C36-9E2A-F89658839DCF}" dt="2024-01-25T17:51:54.626" v="21997" actId="2696"/>
        <pc:sldMkLst>
          <pc:docMk/>
          <pc:sldMk cId="3499377128" sldId="1004"/>
        </pc:sldMkLst>
        <pc:spChg chg="del">
          <ac:chgData name="Palit, Tapti" userId="dec6fbcd-7598-406a-8cbf-504d4a3bac15" providerId="ADAL" clId="{65104DF2-1B45-4C36-9E2A-F89658839DCF}" dt="2024-01-25T15:52:08.972" v="19074" actId="700"/>
          <ac:spMkLst>
            <pc:docMk/>
            <pc:sldMk cId="3499377128" sldId="1004"/>
            <ac:spMk id="2" creationId="{50A4BABF-A03F-A68D-C307-6D4D44826187}"/>
          </ac:spMkLst>
        </pc:spChg>
        <pc:spChg chg="del mod ord">
          <ac:chgData name="Palit, Tapti" userId="dec6fbcd-7598-406a-8cbf-504d4a3bac15" providerId="ADAL" clId="{65104DF2-1B45-4C36-9E2A-F89658839DCF}" dt="2024-01-25T15:52:08.972" v="19074" actId="700"/>
          <ac:spMkLst>
            <pc:docMk/>
            <pc:sldMk cId="3499377128" sldId="1004"/>
            <ac:spMk id="3" creationId="{4EF0DE64-4B8E-50B5-5A29-4072DF35D8F7}"/>
          </ac:spMkLst>
        </pc:spChg>
        <pc:spChg chg="mod ord">
          <ac:chgData name="Palit, Tapti" userId="dec6fbcd-7598-406a-8cbf-504d4a3bac15" providerId="ADAL" clId="{65104DF2-1B45-4C36-9E2A-F89658839DCF}" dt="2024-01-25T15:52:08.972" v="19074" actId="700"/>
          <ac:spMkLst>
            <pc:docMk/>
            <pc:sldMk cId="3499377128" sldId="1004"/>
            <ac:spMk id="4" creationId="{9C7A12FD-4FE7-A90F-614A-D2844B6CA9CE}"/>
          </ac:spMkLst>
        </pc:spChg>
        <pc:spChg chg="del">
          <ac:chgData name="Palit, Tapti" userId="dec6fbcd-7598-406a-8cbf-504d4a3bac15" providerId="ADAL" clId="{65104DF2-1B45-4C36-9E2A-F89658839DCF}" dt="2024-01-25T15:52:08.972" v="19074" actId="700"/>
          <ac:spMkLst>
            <pc:docMk/>
            <pc:sldMk cId="3499377128" sldId="1004"/>
            <ac:spMk id="5" creationId="{D4BC7F10-5FD1-9CDD-A4DD-57C1241123F7}"/>
          </ac:spMkLst>
        </pc:spChg>
        <pc:spChg chg="add mod ord">
          <ac:chgData name="Palit, Tapti" userId="dec6fbcd-7598-406a-8cbf-504d4a3bac15" providerId="ADAL" clId="{65104DF2-1B45-4C36-9E2A-F89658839DCF}" dt="2024-01-25T15:52:21.777" v="19116" actId="20577"/>
          <ac:spMkLst>
            <pc:docMk/>
            <pc:sldMk cId="3499377128" sldId="1004"/>
            <ac:spMk id="6" creationId="{EE74A72E-BA00-FF3A-981D-68671318A964}"/>
          </ac:spMkLst>
        </pc:spChg>
      </pc:sldChg>
      <pc:sldChg chg="add del">
        <pc:chgData name="Palit, Tapti" userId="dec6fbcd-7598-406a-8cbf-504d4a3bac15" providerId="ADAL" clId="{65104DF2-1B45-4C36-9E2A-F89658839DCF}" dt="2024-01-25T17:51:54.626" v="21997" actId="2696"/>
        <pc:sldMkLst>
          <pc:docMk/>
          <pc:sldMk cId="2445099809" sldId="1005"/>
        </pc:sldMkLst>
      </pc:sldChg>
      <pc:sldChg chg="add mod modShow">
        <pc:chgData name="Palit, Tapti" userId="dec6fbcd-7598-406a-8cbf-504d4a3bac15" providerId="ADAL" clId="{65104DF2-1B45-4C36-9E2A-F89658839DCF}" dt="2024-01-25T17:52:01.059" v="21999" actId="729"/>
        <pc:sldMkLst>
          <pc:docMk/>
          <pc:sldMk cId="3640892940" sldId="1005"/>
        </pc:sldMkLst>
      </pc:sldChg>
      <pc:sldChg chg="addSp delSp modSp new mod ord addAnim delAnim modAnim modNotesTx">
        <pc:chgData name="Palit, Tapti" userId="dec6fbcd-7598-406a-8cbf-504d4a3bac15" providerId="ADAL" clId="{65104DF2-1B45-4C36-9E2A-F89658839DCF}" dt="2024-01-25T17:55:23.976" v="22082" actId="20577"/>
        <pc:sldMkLst>
          <pc:docMk/>
          <pc:sldMk cId="1443657903" sldId="1006"/>
        </pc:sldMkLst>
        <pc:spChg chg="del">
          <ac:chgData name="Palit, Tapti" userId="dec6fbcd-7598-406a-8cbf-504d4a3bac15" providerId="ADAL" clId="{65104DF2-1B45-4C36-9E2A-F89658839DCF}" dt="2024-01-25T16:29:58.834" v="19211" actId="478"/>
          <ac:spMkLst>
            <pc:docMk/>
            <pc:sldMk cId="1443657903" sldId="1006"/>
            <ac:spMk id="2" creationId="{36F1EDBC-1BB5-76DB-3F1F-0EAF99CD3E96}"/>
          </ac:spMkLst>
        </pc:spChg>
        <pc:spChg chg="mod">
          <ac:chgData name="Palit, Tapti" userId="dec6fbcd-7598-406a-8cbf-504d4a3bac15" providerId="ADAL" clId="{65104DF2-1B45-4C36-9E2A-F89658839DCF}" dt="2024-01-25T16:29:25.672" v="19207" actId="20577"/>
          <ac:spMkLst>
            <pc:docMk/>
            <pc:sldMk cId="1443657903" sldId="1006"/>
            <ac:spMk id="3" creationId="{F41F5800-0C87-D92F-5B6B-52E096B070E2}"/>
          </ac:spMkLst>
        </pc:spChg>
        <pc:spChg chg="add mod">
          <ac:chgData name="Palit, Tapti" userId="dec6fbcd-7598-406a-8cbf-504d4a3bac15" providerId="ADAL" clId="{65104DF2-1B45-4C36-9E2A-F89658839DCF}" dt="2024-01-25T16:30:37.419" v="19213"/>
          <ac:spMkLst>
            <pc:docMk/>
            <pc:sldMk cId="1443657903" sldId="1006"/>
            <ac:spMk id="8" creationId="{B461898A-8A93-EF18-15E8-50AE13CC8388}"/>
          </ac:spMkLst>
        </pc:spChg>
        <pc:spChg chg="add mod">
          <ac:chgData name="Palit, Tapti" userId="dec6fbcd-7598-406a-8cbf-504d4a3bac15" providerId="ADAL" clId="{65104DF2-1B45-4C36-9E2A-F89658839DCF}" dt="2024-01-25T16:30:37.419" v="19213"/>
          <ac:spMkLst>
            <pc:docMk/>
            <pc:sldMk cId="1443657903" sldId="1006"/>
            <ac:spMk id="10" creationId="{8B20986A-3691-9521-7BF7-F90C2496D145}"/>
          </ac:spMkLst>
        </pc:spChg>
        <pc:spChg chg="add mod">
          <ac:chgData name="Palit, Tapti" userId="dec6fbcd-7598-406a-8cbf-504d4a3bac15" providerId="ADAL" clId="{65104DF2-1B45-4C36-9E2A-F89658839DCF}" dt="2024-01-25T16:30:37.419" v="19213"/>
          <ac:spMkLst>
            <pc:docMk/>
            <pc:sldMk cId="1443657903" sldId="1006"/>
            <ac:spMk id="11" creationId="{CF0E43A4-0A5A-4CD4-26AE-47AD08DD788F}"/>
          </ac:spMkLst>
        </pc:spChg>
        <pc:spChg chg="add mod">
          <ac:chgData name="Palit, Tapti" userId="dec6fbcd-7598-406a-8cbf-504d4a3bac15" providerId="ADAL" clId="{65104DF2-1B45-4C36-9E2A-F89658839DCF}" dt="2024-01-25T16:30:44.262" v="19215" actId="14100"/>
          <ac:spMkLst>
            <pc:docMk/>
            <pc:sldMk cId="1443657903" sldId="1006"/>
            <ac:spMk id="12" creationId="{CD5449B5-4600-D657-5D9E-069BDCA248C3}"/>
          </ac:spMkLst>
        </pc:spChg>
        <pc:spChg chg="add mod">
          <ac:chgData name="Palit, Tapti" userId="dec6fbcd-7598-406a-8cbf-504d4a3bac15" providerId="ADAL" clId="{65104DF2-1B45-4C36-9E2A-F89658839DCF}" dt="2024-01-25T16:30:37.419" v="19213"/>
          <ac:spMkLst>
            <pc:docMk/>
            <pc:sldMk cId="1443657903" sldId="1006"/>
            <ac:spMk id="13" creationId="{05ED87EF-5BBC-B583-9624-23E21D326863}"/>
          </ac:spMkLst>
        </pc:spChg>
        <pc:spChg chg="add mod">
          <ac:chgData name="Palit, Tapti" userId="dec6fbcd-7598-406a-8cbf-504d4a3bac15" providerId="ADAL" clId="{65104DF2-1B45-4C36-9E2A-F89658839DCF}" dt="2024-01-25T16:30:37.419" v="19213"/>
          <ac:spMkLst>
            <pc:docMk/>
            <pc:sldMk cId="1443657903" sldId="1006"/>
            <ac:spMk id="14" creationId="{A9C7F7AB-13C0-F0D6-FB51-625F181456DA}"/>
          </ac:spMkLst>
        </pc:spChg>
        <pc:spChg chg="add del mod">
          <ac:chgData name="Palit, Tapti" userId="dec6fbcd-7598-406a-8cbf-504d4a3bac15" providerId="ADAL" clId="{65104DF2-1B45-4C36-9E2A-F89658839DCF}" dt="2024-01-25T16:39:40.982" v="19455" actId="5793"/>
          <ac:spMkLst>
            <pc:docMk/>
            <pc:sldMk cId="1443657903" sldId="1006"/>
            <ac:spMk id="15" creationId="{632CDA17-2240-B34F-44F8-5573404E1E94}"/>
          </ac:spMkLst>
        </pc:spChg>
        <pc:spChg chg="add del mod">
          <ac:chgData name="Palit, Tapti" userId="dec6fbcd-7598-406a-8cbf-504d4a3bac15" providerId="ADAL" clId="{65104DF2-1B45-4C36-9E2A-F89658839DCF}" dt="2024-01-25T16:39:31.471" v="19449" actId="478"/>
          <ac:spMkLst>
            <pc:docMk/>
            <pc:sldMk cId="1443657903" sldId="1006"/>
            <ac:spMk id="16" creationId="{BA3828BB-07C9-6A22-0125-6282103A5ED6}"/>
          </ac:spMkLst>
        </pc:spChg>
        <pc:spChg chg="add del mod">
          <ac:chgData name="Palit, Tapti" userId="dec6fbcd-7598-406a-8cbf-504d4a3bac15" providerId="ADAL" clId="{65104DF2-1B45-4C36-9E2A-F89658839DCF}" dt="2024-01-25T16:37:50.178" v="19338" actId="478"/>
          <ac:spMkLst>
            <pc:docMk/>
            <pc:sldMk cId="1443657903" sldId="1006"/>
            <ac:spMk id="18" creationId="{198E8B5B-009F-1951-6B7D-FF6DBD10F363}"/>
          </ac:spMkLst>
        </pc:spChg>
        <pc:spChg chg="add del mod">
          <ac:chgData name="Palit, Tapti" userId="dec6fbcd-7598-406a-8cbf-504d4a3bac15" providerId="ADAL" clId="{65104DF2-1B45-4C36-9E2A-F89658839DCF}" dt="2024-01-25T16:37:19.214" v="19322" actId="478"/>
          <ac:spMkLst>
            <pc:docMk/>
            <pc:sldMk cId="1443657903" sldId="1006"/>
            <ac:spMk id="19" creationId="{80C6AA8F-8328-145B-B90F-B384C7D362F7}"/>
          </ac:spMkLst>
        </pc:spChg>
        <pc:spChg chg="add del mod">
          <ac:chgData name="Palit, Tapti" userId="dec6fbcd-7598-406a-8cbf-504d4a3bac15" providerId="ADAL" clId="{65104DF2-1B45-4C36-9E2A-F89658839DCF}" dt="2024-01-25T16:39:31.471" v="19449" actId="478"/>
          <ac:spMkLst>
            <pc:docMk/>
            <pc:sldMk cId="1443657903" sldId="1006"/>
            <ac:spMk id="20" creationId="{6B846521-CF3C-1C2E-5EFA-E362CE8B0255}"/>
          </ac:spMkLst>
        </pc:spChg>
        <pc:spChg chg="add del mod">
          <ac:chgData name="Palit, Tapti" userId="dec6fbcd-7598-406a-8cbf-504d4a3bac15" providerId="ADAL" clId="{65104DF2-1B45-4C36-9E2A-F89658839DCF}" dt="2024-01-25T16:39:31.471" v="19449" actId="478"/>
          <ac:spMkLst>
            <pc:docMk/>
            <pc:sldMk cId="1443657903" sldId="1006"/>
            <ac:spMk id="21" creationId="{D7179A03-A83C-A828-EB03-DB0E95ED3A9F}"/>
          </ac:spMkLst>
        </pc:spChg>
        <pc:spChg chg="add del mod">
          <ac:chgData name="Palit, Tapti" userId="dec6fbcd-7598-406a-8cbf-504d4a3bac15" providerId="ADAL" clId="{65104DF2-1B45-4C36-9E2A-F89658839DCF}" dt="2024-01-25T16:39:31.471" v="19449" actId="478"/>
          <ac:spMkLst>
            <pc:docMk/>
            <pc:sldMk cId="1443657903" sldId="1006"/>
            <ac:spMk id="22" creationId="{DFEE423D-239B-0159-2953-A9F255A35310}"/>
          </ac:spMkLst>
        </pc:spChg>
        <pc:spChg chg="add mod">
          <ac:chgData name="Palit, Tapti" userId="dec6fbcd-7598-406a-8cbf-504d4a3bac15" providerId="ADAL" clId="{65104DF2-1B45-4C36-9E2A-F89658839DCF}" dt="2024-01-25T16:39:20.833" v="19447" actId="1076"/>
          <ac:spMkLst>
            <pc:docMk/>
            <pc:sldMk cId="1443657903" sldId="1006"/>
            <ac:spMk id="27" creationId="{A514031C-BE6B-B376-1F8D-A6CBB52D164E}"/>
          </ac:spMkLst>
        </pc:spChg>
        <pc:spChg chg="add mod">
          <ac:chgData name="Palit, Tapti" userId="dec6fbcd-7598-406a-8cbf-504d4a3bac15" providerId="ADAL" clId="{65104DF2-1B45-4C36-9E2A-F89658839DCF}" dt="2024-01-25T16:39:20.833" v="19447" actId="1076"/>
          <ac:spMkLst>
            <pc:docMk/>
            <pc:sldMk cId="1443657903" sldId="1006"/>
            <ac:spMk id="29" creationId="{B51B138B-CA6E-D442-540A-519FABFF1C4E}"/>
          </ac:spMkLst>
        </pc:spChg>
        <pc:spChg chg="add del mod">
          <ac:chgData name="Palit, Tapti" userId="dec6fbcd-7598-406a-8cbf-504d4a3bac15" providerId="ADAL" clId="{65104DF2-1B45-4C36-9E2A-F89658839DCF}" dt="2024-01-25T16:37:19.214" v="19322" actId="478"/>
          <ac:spMkLst>
            <pc:docMk/>
            <pc:sldMk cId="1443657903" sldId="1006"/>
            <ac:spMk id="31" creationId="{4A80A75A-02C2-BAF9-277F-FCFC8389E654}"/>
          </ac:spMkLst>
        </pc:spChg>
        <pc:picChg chg="add del mod">
          <ac:chgData name="Palit, Tapti" userId="dec6fbcd-7598-406a-8cbf-504d4a3bac15" providerId="ADAL" clId="{65104DF2-1B45-4C36-9E2A-F89658839DCF}" dt="2024-01-25T16:37:20.941" v="19323" actId="478"/>
          <ac:picMkLst>
            <pc:docMk/>
            <pc:sldMk cId="1443657903" sldId="1006"/>
            <ac:picMk id="28" creationId="{51344130-15FC-6C45-2578-79C4B3F37588}"/>
          </ac:picMkLst>
        </pc:picChg>
        <pc:cxnChg chg="add mod">
          <ac:chgData name="Palit, Tapti" userId="dec6fbcd-7598-406a-8cbf-504d4a3bac15" providerId="ADAL" clId="{65104DF2-1B45-4C36-9E2A-F89658839DCF}" dt="2024-01-25T16:39:20.833" v="19447" actId="1076"/>
          <ac:cxnSpMkLst>
            <pc:docMk/>
            <pc:sldMk cId="1443657903" sldId="1006"/>
            <ac:cxnSpMk id="6" creationId="{9A228DE5-2A47-7DC0-AB7D-AA240CDBFA38}"/>
          </ac:cxnSpMkLst>
        </pc:cxnChg>
        <pc:cxnChg chg="add mod">
          <ac:chgData name="Palit, Tapti" userId="dec6fbcd-7598-406a-8cbf-504d4a3bac15" providerId="ADAL" clId="{65104DF2-1B45-4C36-9E2A-F89658839DCF}" dt="2024-01-25T16:39:20.833" v="19447" actId="1076"/>
          <ac:cxnSpMkLst>
            <pc:docMk/>
            <pc:sldMk cId="1443657903" sldId="1006"/>
            <ac:cxnSpMk id="7" creationId="{61D65FAB-D08A-1F97-5A56-A0AFDCACE3EE}"/>
          </ac:cxnSpMkLst>
        </pc:cxnChg>
        <pc:cxnChg chg="add mod">
          <ac:chgData name="Palit, Tapti" userId="dec6fbcd-7598-406a-8cbf-504d4a3bac15" providerId="ADAL" clId="{65104DF2-1B45-4C36-9E2A-F89658839DCF}" dt="2024-01-25T16:30:37.419" v="19213"/>
          <ac:cxnSpMkLst>
            <pc:docMk/>
            <pc:sldMk cId="1443657903" sldId="1006"/>
            <ac:cxnSpMk id="9" creationId="{528B79F6-ADC5-8367-31E9-B2CA620F4B75}"/>
          </ac:cxnSpMkLst>
        </pc:cxnChg>
        <pc:cxnChg chg="add del mod">
          <ac:chgData name="Palit, Tapti" userId="dec6fbcd-7598-406a-8cbf-504d4a3bac15" providerId="ADAL" clId="{65104DF2-1B45-4C36-9E2A-F89658839DCF}" dt="2024-01-25T16:39:31.471" v="19449" actId="478"/>
          <ac:cxnSpMkLst>
            <pc:docMk/>
            <pc:sldMk cId="1443657903" sldId="1006"/>
            <ac:cxnSpMk id="17" creationId="{3F645796-6659-6C62-0048-A9C63762DB52}"/>
          </ac:cxnSpMkLst>
        </pc:cxnChg>
        <pc:cxnChg chg="add mod">
          <ac:chgData name="Palit, Tapti" userId="dec6fbcd-7598-406a-8cbf-504d4a3bac15" providerId="ADAL" clId="{65104DF2-1B45-4C36-9E2A-F89658839DCF}" dt="2024-01-25T16:39:20.833" v="19447" actId="1076"/>
          <ac:cxnSpMkLst>
            <pc:docMk/>
            <pc:sldMk cId="1443657903" sldId="1006"/>
            <ac:cxnSpMk id="23" creationId="{D16509D8-28D2-A44B-77B1-1128B454B009}"/>
          </ac:cxnSpMkLst>
        </pc:cxnChg>
        <pc:cxnChg chg="add mod">
          <ac:chgData name="Palit, Tapti" userId="dec6fbcd-7598-406a-8cbf-504d4a3bac15" providerId="ADAL" clId="{65104DF2-1B45-4C36-9E2A-F89658839DCF}" dt="2024-01-25T16:39:20.833" v="19447" actId="1076"/>
          <ac:cxnSpMkLst>
            <pc:docMk/>
            <pc:sldMk cId="1443657903" sldId="1006"/>
            <ac:cxnSpMk id="26" creationId="{CC017F9E-EDAB-28CE-0FC4-6DC0F6308385}"/>
          </ac:cxnSpMkLst>
        </pc:cxnChg>
        <pc:cxnChg chg="add del mod">
          <ac:chgData name="Palit, Tapti" userId="dec6fbcd-7598-406a-8cbf-504d4a3bac15" providerId="ADAL" clId="{65104DF2-1B45-4C36-9E2A-F89658839DCF}" dt="2024-01-25T16:37:19.214" v="19322" actId="478"/>
          <ac:cxnSpMkLst>
            <pc:docMk/>
            <pc:sldMk cId="1443657903" sldId="1006"/>
            <ac:cxnSpMk id="30" creationId="{A73AFCA0-E5AA-82F7-9CCC-4ACDEC8570EF}"/>
          </ac:cxnSpMkLst>
        </pc:cxnChg>
      </pc:sldChg>
      <pc:sldChg chg="modSp add del mod modAnim">
        <pc:chgData name="Palit, Tapti" userId="dec6fbcd-7598-406a-8cbf-504d4a3bac15" providerId="ADAL" clId="{65104DF2-1B45-4C36-9E2A-F89658839DCF}" dt="2024-01-25T16:41:52.874" v="19512" actId="47"/>
        <pc:sldMkLst>
          <pc:docMk/>
          <pc:sldMk cId="1232501061" sldId="1007"/>
        </pc:sldMkLst>
        <pc:spChg chg="mod">
          <ac:chgData name="Palit, Tapti" userId="dec6fbcd-7598-406a-8cbf-504d4a3bac15" providerId="ADAL" clId="{65104DF2-1B45-4C36-9E2A-F89658839DCF}" dt="2024-01-25T16:37:39.176" v="19337" actId="207"/>
          <ac:spMkLst>
            <pc:docMk/>
            <pc:sldMk cId="1232501061" sldId="1007"/>
            <ac:spMk id="29" creationId="{B51B138B-CA6E-D442-540A-519FABFF1C4E}"/>
          </ac:spMkLst>
        </pc:spChg>
      </pc:sldChg>
      <pc:sldChg chg="addSp delSp modSp add del mod">
        <pc:chgData name="Palit, Tapti" userId="dec6fbcd-7598-406a-8cbf-504d4a3bac15" providerId="ADAL" clId="{65104DF2-1B45-4C36-9E2A-F89658839DCF}" dt="2024-01-25T16:42:46.132" v="19522"/>
        <pc:sldMkLst>
          <pc:docMk/>
          <pc:sldMk cId="2813534475" sldId="1008"/>
        </pc:sldMkLst>
        <pc:spChg chg="add mod">
          <ac:chgData name="Palit, Tapti" userId="dec6fbcd-7598-406a-8cbf-504d4a3bac15" providerId="ADAL" clId="{65104DF2-1B45-4C36-9E2A-F89658839DCF}" dt="2024-01-25T16:41:45.278" v="19510"/>
          <ac:spMkLst>
            <pc:docMk/>
            <pc:sldMk cId="2813534475" sldId="1008"/>
            <ac:spMk id="2" creationId="{E5429D71-EBDF-D5A9-D86E-A216CCD4B410}"/>
          </ac:spMkLst>
        </pc:spChg>
        <pc:spChg chg="add mod">
          <ac:chgData name="Palit, Tapti" userId="dec6fbcd-7598-406a-8cbf-504d4a3bac15" providerId="ADAL" clId="{65104DF2-1B45-4C36-9E2A-F89658839DCF}" dt="2024-01-25T16:42:46.132" v="19522"/>
          <ac:spMkLst>
            <pc:docMk/>
            <pc:sldMk cId="2813534475" sldId="1008"/>
            <ac:spMk id="5" creationId="{0A62336F-BFEF-4662-9092-208DC8F26678}"/>
          </ac:spMkLst>
        </pc:spChg>
        <pc:spChg chg="del">
          <ac:chgData name="Palit, Tapti" userId="dec6fbcd-7598-406a-8cbf-504d4a3bac15" providerId="ADAL" clId="{65104DF2-1B45-4C36-9E2A-F89658839DCF}" dt="2024-01-25T16:42:45.782" v="19521" actId="478"/>
          <ac:spMkLst>
            <pc:docMk/>
            <pc:sldMk cId="2813534475" sldId="1008"/>
            <ac:spMk id="15" creationId="{632CDA17-2240-B34F-44F8-5573404E1E94}"/>
          </ac:spMkLst>
        </pc:spChg>
      </pc:sldChg>
      <pc:sldChg chg="addSp modSp add mod">
        <pc:chgData name="Palit, Tapti" userId="dec6fbcd-7598-406a-8cbf-504d4a3bac15" providerId="ADAL" clId="{65104DF2-1B45-4C36-9E2A-F89658839DCF}" dt="2024-01-25T16:44:45.668" v="19550" actId="1076"/>
        <pc:sldMkLst>
          <pc:docMk/>
          <pc:sldMk cId="2449023462" sldId="1009"/>
        </pc:sldMkLst>
        <pc:spChg chg="add mod">
          <ac:chgData name="Palit, Tapti" userId="dec6fbcd-7598-406a-8cbf-504d4a3bac15" providerId="ADAL" clId="{65104DF2-1B45-4C36-9E2A-F89658839DCF}" dt="2024-01-25T16:40:01.400" v="19460"/>
          <ac:spMkLst>
            <pc:docMk/>
            <pc:sldMk cId="2449023462" sldId="1009"/>
            <ac:spMk id="2" creationId="{D3873BFE-ACFE-BB00-E09A-7B1A04485A82}"/>
          </ac:spMkLst>
        </pc:spChg>
        <pc:spChg chg="add mod">
          <ac:chgData name="Palit, Tapti" userId="dec6fbcd-7598-406a-8cbf-504d4a3bac15" providerId="ADAL" clId="{65104DF2-1B45-4C36-9E2A-F89658839DCF}" dt="2024-01-25T16:40:01.400" v="19460"/>
          <ac:spMkLst>
            <pc:docMk/>
            <pc:sldMk cId="2449023462" sldId="1009"/>
            <ac:spMk id="8" creationId="{8D515AF9-6145-BAE6-B22C-D54DE2A65E6C}"/>
          </ac:spMkLst>
        </pc:spChg>
        <pc:spChg chg="add mod">
          <ac:chgData name="Palit, Tapti" userId="dec6fbcd-7598-406a-8cbf-504d4a3bac15" providerId="ADAL" clId="{65104DF2-1B45-4C36-9E2A-F89658839DCF}" dt="2024-01-25T16:40:08.646" v="19461" actId="1076"/>
          <ac:spMkLst>
            <pc:docMk/>
            <pc:sldMk cId="2449023462" sldId="1009"/>
            <ac:spMk id="9" creationId="{CD63AD5F-C32F-D92B-6020-BAC303AA6DD1}"/>
          </ac:spMkLst>
        </pc:spChg>
        <pc:spChg chg="add mod">
          <ac:chgData name="Palit, Tapti" userId="dec6fbcd-7598-406a-8cbf-504d4a3bac15" providerId="ADAL" clId="{65104DF2-1B45-4C36-9E2A-F89658839DCF}" dt="2024-01-25T16:40:01.400" v="19460"/>
          <ac:spMkLst>
            <pc:docMk/>
            <pc:sldMk cId="2449023462" sldId="1009"/>
            <ac:spMk id="10" creationId="{06447FF6-3561-1B45-5EE8-A5F58A28E6A8}"/>
          </ac:spMkLst>
        </pc:spChg>
        <pc:spChg chg="add mod">
          <ac:chgData name="Palit, Tapti" userId="dec6fbcd-7598-406a-8cbf-504d4a3bac15" providerId="ADAL" clId="{65104DF2-1B45-4C36-9E2A-F89658839DCF}" dt="2024-01-25T16:40:28.876" v="19473" actId="14100"/>
          <ac:spMkLst>
            <pc:docMk/>
            <pc:sldMk cId="2449023462" sldId="1009"/>
            <ac:spMk id="11" creationId="{2BC49AFA-6CD9-D009-C0AF-D94B4C2435AB}"/>
          </ac:spMkLst>
        </pc:spChg>
        <pc:spChg chg="add mod">
          <ac:chgData name="Palit, Tapti" userId="dec6fbcd-7598-406a-8cbf-504d4a3bac15" providerId="ADAL" clId="{65104DF2-1B45-4C36-9E2A-F89658839DCF}" dt="2024-01-25T16:44:45.668" v="19550" actId="1076"/>
          <ac:spMkLst>
            <pc:docMk/>
            <pc:sldMk cId="2449023462" sldId="1009"/>
            <ac:spMk id="12" creationId="{F5BB6969-D60C-29B4-57B4-DC799C0A5BB1}"/>
          </ac:spMkLst>
        </pc:spChg>
        <pc:cxnChg chg="add mod">
          <ac:chgData name="Palit, Tapti" userId="dec6fbcd-7598-406a-8cbf-504d4a3bac15" providerId="ADAL" clId="{65104DF2-1B45-4C36-9E2A-F89658839DCF}" dt="2024-01-25T16:40:01.400" v="19460"/>
          <ac:cxnSpMkLst>
            <pc:docMk/>
            <pc:sldMk cId="2449023462" sldId="1009"/>
            <ac:cxnSpMk id="5" creationId="{925E64D1-9B5D-F27A-9F48-F69D09A7E1FC}"/>
          </ac:cxnSpMkLst>
        </pc:cxnChg>
      </pc:sldChg>
      <pc:sldChg chg="addSp delSp modSp add mod ord modClrScheme chgLayout">
        <pc:chgData name="Palit, Tapti" userId="dec6fbcd-7598-406a-8cbf-504d4a3bac15" providerId="ADAL" clId="{65104DF2-1B45-4C36-9E2A-F89658839DCF}" dt="2024-01-25T17:56:25.310" v="22091" actId="20577"/>
        <pc:sldMkLst>
          <pc:docMk/>
          <pc:sldMk cId="2829052815" sldId="1010"/>
        </pc:sldMkLst>
        <pc:spChg chg="mod ord">
          <ac:chgData name="Palit, Tapti" userId="dec6fbcd-7598-406a-8cbf-504d4a3bac15" providerId="ADAL" clId="{65104DF2-1B45-4C36-9E2A-F89658839DCF}" dt="2024-01-25T17:56:25.310" v="22091" actId="20577"/>
          <ac:spMkLst>
            <pc:docMk/>
            <pc:sldMk cId="2829052815" sldId="1010"/>
            <ac:spMk id="3" creationId="{F41F5800-0C87-D92F-5B6B-52E096B070E2}"/>
          </ac:spMkLst>
        </pc:spChg>
        <pc:spChg chg="mod ord">
          <ac:chgData name="Palit, Tapti" userId="dec6fbcd-7598-406a-8cbf-504d4a3bac15" providerId="ADAL" clId="{65104DF2-1B45-4C36-9E2A-F89658839DCF}" dt="2024-01-25T16:45:25.681" v="19566" actId="700"/>
          <ac:spMkLst>
            <pc:docMk/>
            <pc:sldMk cId="2829052815" sldId="1010"/>
            <ac:spMk id="4" creationId="{72B504F4-99B0-8DB2-F091-585A12AE0CD7}"/>
          </ac:spMkLst>
        </pc:spChg>
        <pc:spChg chg="add del mod">
          <ac:chgData name="Palit, Tapti" userId="dec6fbcd-7598-406a-8cbf-504d4a3bac15" providerId="ADAL" clId="{65104DF2-1B45-4C36-9E2A-F89658839DCF}" dt="2024-01-25T16:51:43.123" v="19835" actId="478"/>
          <ac:spMkLst>
            <pc:docMk/>
            <pc:sldMk cId="2829052815" sldId="1010"/>
            <ac:spMk id="5" creationId="{3D373F79-5AD1-75EC-290D-9961F87C759F}"/>
          </ac:spMkLst>
        </pc:spChg>
        <pc:spChg chg="add del mod">
          <ac:chgData name="Palit, Tapti" userId="dec6fbcd-7598-406a-8cbf-504d4a3bac15" providerId="ADAL" clId="{65104DF2-1B45-4C36-9E2A-F89658839DCF}" dt="2024-01-25T16:51:43.123" v="19835" actId="478"/>
          <ac:spMkLst>
            <pc:docMk/>
            <pc:sldMk cId="2829052815" sldId="1010"/>
            <ac:spMk id="8" creationId="{885F85A1-4076-A50D-98B5-C6EE4BE5346E}"/>
          </ac:spMkLst>
        </pc:spChg>
        <pc:spChg chg="add del mod">
          <ac:chgData name="Palit, Tapti" userId="dec6fbcd-7598-406a-8cbf-504d4a3bac15" providerId="ADAL" clId="{65104DF2-1B45-4C36-9E2A-F89658839DCF}" dt="2024-01-25T16:51:43.123" v="19835" actId="478"/>
          <ac:spMkLst>
            <pc:docMk/>
            <pc:sldMk cId="2829052815" sldId="1010"/>
            <ac:spMk id="10" creationId="{B2849599-0146-037A-56B0-2E75EF2FFB10}"/>
          </ac:spMkLst>
        </pc:spChg>
        <pc:spChg chg="add mod">
          <ac:chgData name="Palit, Tapti" userId="dec6fbcd-7598-406a-8cbf-504d4a3bac15" providerId="ADAL" clId="{65104DF2-1B45-4C36-9E2A-F89658839DCF}" dt="2024-01-25T16:41:46.643" v="19511"/>
          <ac:spMkLst>
            <pc:docMk/>
            <pc:sldMk cId="2829052815" sldId="1010"/>
            <ac:spMk id="12" creationId="{C902EB02-8612-75F0-CB75-A557CCFF913B}"/>
          </ac:spMkLst>
        </pc:spChg>
        <pc:spChg chg="mod">
          <ac:chgData name="Palit, Tapti" userId="dec6fbcd-7598-406a-8cbf-504d4a3bac15" providerId="ADAL" clId="{65104DF2-1B45-4C36-9E2A-F89658839DCF}" dt="2024-01-25T16:53:53.274" v="19857" actId="14100"/>
          <ac:spMkLst>
            <pc:docMk/>
            <pc:sldMk cId="2829052815" sldId="1010"/>
            <ac:spMk id="15" creationId="{632CDA17-2240-B34F-44F8-5573404E1E94}"/>
          </ac:spMkLst>
        </pc:spChg>
        <pc:spChg chg="add del mod">
          <ac:chgData name="Palit, Tapti" userId="dec6fbcd-7598-406a-8cbf-504d4a3bac15" providerId="ADAL" clId="{65104DF2-1B45-4C36-9E2A-F89658839DCF}" dt="2024-01-25T16:51:38.462" v="19834" actId="478"/>
          <ac:spMkLst>
            <pc:docMk/>
            <pc:sldMk cId="2829052815" sldId="1010"/>
            <ac:spMk id="18" creationId="{38158093-6F13-9634-0C40-CB520D742CFB}"/>
          </ac:spMkLst>
        </pc:spChg>
        <pc:spChg chg="add del mod">
          <ac:chgData name="Palit, Tapti" userId="dec6fbcd-7598-406a-8cbf-504d4a3bac15" providerId="ADAL" clId="{65104DF2-1B45-4C36-9E2A-F89658839DCF}" dt="2024-01-25T16:50:55.182" v="19829" actId="14100"/>
          <ac:spMkLst>
            <pc:docMk/>
            <pc:sldMk cId="2829052815" sldId="1010"/>
            <ac:spMk id="19" creationId="{62A0C4CA-2A0C-7E20-4EEB-512723DBF9F9}"/>
          </ac:spMkLst>
        </pc:spChg>
        <pc:spChg chg="mod">
          <ac:chgData name="Palit, Tapti" userId="dec6fbcd-7598-406a-8cbf-504d4a3bac15" providerId="ADAL" clId="{65104DF2-1B45-4C36-9E2A-F89658839DCF}" dt="2024-01-25T16:41:20.371" v="19504" actId="20577"/>
          <ac:spMkLst>
            <pc:docMk/>
            <pc:sldMk cId="2829052815" sldId="1010"/>
            <ac:spMk id="21" creationId="{D7179A03-A83C-A828-EB03-DB0E95ED3A9F}"/>
          </ac:spMkLst>
        </pc:spChg>
        <pc:spChg chg="add mod ord">
          <ac:chgData name="Palit, Tapti" userId="dec6fbcd-7598-406a-8cbf-504d4a3bac15" providerId="ADAL" clId="{65104DF2-1B45-4C36-9E2A-F89658839DCF}" dt="2024-01-25T17:07:26.441" v="20520" actId="5793"/>
          <ac:spMkLst>
            <pc:docMk/>
            <pc:sldMk cId="2829052815" sldId="1010"/>
            <ac:spMk id="24" creationId="{61E1D992-FB9B-AF0E-0524-B1AE2D228029}"/>
          </ac:spMkLst>
        </pc:spChg>
        <pc:spChg chg="add del mod ord">
          <ac:chgData name="Palit, Tapti" userId="dec6fbcd-7598-406a-8cbf-504d4a3bac15" providerId="ADAL" clId="{65104DF2-1B45-4C36-9E2A-F89658839DCF}" dt="2024-01-25T16:45:55.908" v="19611" actId="478"/>
          <ac:spMkLst>
            <pc:docMk/>
            <pc:sldMk cId="2829052815" sldId="1010"/>
            <ac:spMk id="25" creationId="{BF8337F2-D4B1-2987-B48F-8597E96BEAE6}"/>
          </ac:spMkLst>
        </pc:spChg>
        <pc:spChg chg="mod">
          <ac:chgData name="Palit, Tapti" userId="dec6fbcd-7598-406a-8cbf-504d4a3bac15" providerId="ADAL" clId="{65104DF2-1B45-4C36-9E2A-F89658839DCF}" dt="2024-01-25T16:51:35.120" v="19833"/>
          <ac:spMkLst>
            <pc:docMk/>
            <pc:sldMk cId="2829052815" sldId="1010"/>
            <ac:spMk id="29" creationId="{B51B138B-CA6E-D442-540A-519FABFF1C4E}"/>
          </ac:spMkLst>
        </pc:spChg>
        <pc:spChg chg="add mod">
          <ac:chgData name="Palit, Tapti" userId="dec6fbcd-7598-406a-8cbf-504d4a3bac15" providerId="ADAL" clId="{65104DF2-1B45-4C36-9E2A-F89658839DCF}" dt="2024-01-25T16:45:55.908" v="19611" actId="478"/>
          <ac:spMkLst>
            <pc:docMk/>
            <pc:sldMk cId="2829052815" sldId="1010"/>
            <ac:spMk id="31" creationId="{8066DF09-0DDE-0E4A-743E-1BD29398BBC7}"/>
          </ac:spMkLst>
        </pc:spChg>
        <pc:spChg chg="add del mod">
          <ac:chgData name="Palit, Tapti" userId="dec6fbcd-7598-406a-8cbf-504d4a3bac15" providerId="ADAL" clId="{65104DF2-1B45-4C36-9E2A-F89658839DCF}" dt="2024-01-25T16:51:01.475" v="19830" actId="478"/>
          <ac:spMkLst>
            <pc:docMk/>
            <pc:sldMk cId="2829052815" sldId="1010"/>
            <ac:spMk id="32" creationId="{C180BB90-D111-F402-A389-9C3FF16EFB09}"/>
          </ac:spMkLst>
        </pc:spChg>
        <pc:picChg chg="add del mod">
          <ac:chgData name="Palit, Tapti" userId="dec6fbcd-7598-406a-8cbf-504d4a3bac15" providerId="ADAL" clId="{65104DF2-1B45-4C36-9E2A-F89658839DCF}" dt="2024-01-25T16:51:38.462" v="19834" actId="478"/>
          <ac:picMkLst>
            <pc:docMk/>
            <pc:sldMk cId="2829052815" sldId="1010"/>
            <ac:picMk id="2" creationId="{5C5B91B7-4BF3-EF22-73A2-268F52918630}"/>
          </ac:picMkLst>
        </pc:picChg>
        <pc:cxnChg chg="add del mod">
          <ac:chgData name="Palit, Tapti" userId="dec6fbcd-7598-406a-8cbf-504d4a3bac15" providerId="ADAL" clId="{65104DF2-1B45-4C36-9E2A-F89658839DCF}" dt="2024-01-25T16:51:43.123" v="19835" actId="478"/>
          <ac:cxnSpMkLst>
            <pc:docMk/>
            <pc:sldMk cId="2829052815" sldId="1010"/>
            <ac:cxnSpMk id="9" creationId="{5B659DB4-1E58-9C88-6147-F8AE219D326E}"/>
          </ac:cxnSpMkLst>
        </pc:cxnChg>
        <pc:cxnChg chg="add del mod">
          <ac:chgData name="Palit, Tapti" userId="dec6fbcd-7598-406a-8cbf-504d4a3bac15" providerId="ADAL" clId="{65104DF2-1B45-4C36-9E2A-F89658839DCF}" dt="2024-01-25T16:51:38.462" v="19834" actId="478"/>
          <ac:cxnSpMkLst>
            <pc:docMk/>
            <pc:sldMk cId="2829052815" sldId="1010"/>
            <ac:cxnSpMk id="14" creationId="{E3057DF5-1ED5-9116-B096-D42DE1A11886}"/>
          </ac:cxnSpMkLst>
        </pc:cxnChg>
      </pc:sldChg>
      <pc:sldChg chg="addSp delSp modSp add mod ord">
        <pc:chgData name="Palit, Tapti" userId="dec6fbcd-7598-406a-8cbf-504d4a3bac15" providerId="ADAL" clId="{65104DF2-1B45-4C36-9E2A-F89658839DCF}" dt="2024-01-25T16:49:06.341" v="19770"/>
        <pc:sldMkLst>
          <pc:docMk/>
          <pc:sldMk cId="2580900859" sldId="1011"/>
        </pc:sldMkLst>
        <pc:spChg chg="del">
          <ac:chgData name="Palit, Tapti" userId="dec6fbcd-7598-406a-8cbf-504d4a3bac15" providerId="ADAL" clId="{65104DF2-1B45-4C36-9E2A-F89658839DCF}" dt="2024-01-25T16:43:20.072" v="19536" actId="478"/>
          <ac:spMkLst>
            <pc:docMk/>
            <pc:sldMk cId="2580900859" sldId="1011"/>
            <ac:spMk id="5" creationId="{3D373F79-5AD1-75EC-290D-9961F87C759F}"/>
          </ac:spMkLst>
        </pc:spChg>
        <pc:spChg chg="del">
          <ac:chgData name="Palit, Tapti" userId="dec6fbcd-7598-406a-8cbf-504d4a3bac15" providerId="ADAL" clId="{65104DF2-1B45-4C36-9E2A-F89658839DCF}" dt="2024-01-25T16:43:26.021" v="19537" actId="478"/>
          <ac:spMkLst>
            <pc:docMk/>
            <pc:sldMk cId="2580900859" sldId="1011"/>
            <ac:spMk id="8" creationId="{885F85A1-4076-A50D-98B5-C6EE4BE5346E}"/>
          </ac:spMkLst>
        </pc:spChg>
        <pc:spChg chg="del">
          <ac:chgData name="Palit, Tapti" userId="dec6fbcd-7598-406a-8cbf-504d4a3bac15" providerId="ADAL" clId="{65104DF2-1B45-4C36-9E2A-F89658839DCF}" dt="2024-01-25T16:43:20.072" v="19536" actId="478"/>
          <ac:spMkLst>
            <pc:docMk/>
            <pc:sldMk cId="2580900859" sldId="1011"/>
            <ac:spMk id="10" creationId="{B2849599-0146-037A-56B0-2E75EF2FFB10}"/>
          </ac:spMkLst>
        </pc:spChg>
        <pc:spChg chg="add mod">
          <ac:chgData name="Palit, Tapti" userId="dec6fbcd-7598-406a-8cbf-504d4a3bac15" providerId="ADAL" clId="{65104DF2-1B45-4C36-9E2A-F89658839DCF}" dt="2024-01-25T16:43:12.290" v="19535"/>
          <ac:spMkLst>
            <pc:docMk/>
            <pc:sldMk cId="2580900859" sldId="1011"/>
            <ac:spMk id="11" creationId="{C3245101-12E0-84F6-7B3F-951EE88BEB6E}"/>
          </ac:spMkLst>
        </pc:spChg>
        <pc:spChg chg="del">
          <ac:chgData name="Palit, Tapti" userId="dec6fbcd-7598-406a-8cbf-504d4a3bac15" providerId="ADAL" clId="{65104DF2-1B45-4C36-9E2A-F89658839DCF}" dt="2024-01-25T16:43:26.021" v="19537" actId="478"/>
          <ac:spMkLst>
            <pc:docMk/>
            <pc:sldMk cId="2580900859" sldId="1011"/>
            <ac:spMk id="12" creationId="{C902EB02-8612-75F0-CB75-A557CCFF913B}"/>
          </ac:spMkLst>
        </pc:spChg>
        <pc:spChg chg="mod">
          <ac:chgData name="Palit, Tapti" userId="dec6fbcd-7598-406a-8cbf-504d4a3bac15" providerId="ADAL" clId="{65104DF2-1B45-4C36-9E2A-F89658839DCF}" dt="2024-01-25T16:44:51.816" v="19557" actId="5793"/>
          <ac:spMkLst>
            <pc:docMk/>
            <pc:sldMk cId="2580900859" sldId="1011"/>
            <ac:spMk id="15" creationId="{632CDA17-2240-B34F-44F8-5573404E1E94}"/>
          </ac:spMkLst>
        </pc:spChg>
        <pc:spChg chg="del">
          <ac:chgData name="Palit, Tapti" userId="dec6fbcd-7598-406a-8cbf-504d4a3bac15" providerId="ADAL" clId="{65104DF2-1B45-4C36-9E2A-F89658839DCF}" dt="2024-01-25T16:43:20.072" v="19536" actId="478"/>
          <ac:spMkLst>
            <pc:docMk/>
            <pc:sldMk cId="2580900859" sldId="1011"/>
            <ac:spMk id="16" creationId="{BA3828BB-07C9-6A22-0125-6282103A5ED6}"/>
          </ac:spMkLst>
        </pc:spChg>
        <pc:spChg chg="add mod">
          <ac:chgData name="Palit, Tapti" userId="dec6fbcd-7598-406a-8cbf-504d4a3bac15" providerId="ADAL" clId="{65104DF2-1B45-4C36-9E2A-F89658839DCF}" dt="2024-01-25T16:49:06.341" v="19770"/>
          <ac:spMkLst>
            <pc:docMk/>
            <pc:sldMk cId="2580900859" sldId="1011"/>
            <ac:spMk id="18" creationId="{0BCA0547-F6B6-70BB-5E1F-CC3907292E09}"/>
          </ac:spMkLst>
        </pc:spChg>
        <pc:spChg chg="del">
          <ac:chgData name="Palit, Tapti" userId="dec6fbcd-7598-406a-8cbf-504d4a3bac15" providerId="ADAL" clId="{65104DF2-1B45-4C36-9E2A-F89658839DCF}" dt="2024-01-25T16:43:20.072" v="19536" actId="478"/>
          <ac:spMkLst>
            <pc:docMk/>
            <pc:sldMk cId="2580900859" sldId="1011"/>
            <ac:spMk id="20" creationId="{6B846521-CF3C-1C2E-5EFA-E362CE8B0255}"/>
          </ac:spMkLst>
        </pc:spChg>
        <pc:spChg chg="del">
          <ac:chgData name="Palit, Tapti" userId="dec6fbcd-7598-406a-8cbf-504d4a3bac15" providerId="ADAL" clId="{65104DF2-1B45-4C36-9E2A-F89658839DCF}" dt="2024-01-25T16:43:20.072" v="19536" actId="478"/>
          <ac:spMkLst>
            <pc:docMk/>
            <pc:sldMk cId="2580900859" sldId="1011"/>
            <ac:spMk id="21" creationId="{D7179A03-A83C-A828-EB03-DB0E95ED3A9F}"/>
          </ac:spMkLst>
        </pc:spChg>
        <pc:spChg chg="del">
          <ac:chgData name="Palit, Tapti" userId="dec6fbcd-7598-406a-8cbf-504d4a3bac15" providerId="ADAL" clId="{65104DF2-1B45-4C36-9E2A-F89658839DCF}" dt="2024-01-25T16:43:20.072" v="19536" actId="478"/>
          <ac:spMkLst>
            <pc:docMk/>
            <pc:sldMk cId="2580900859" sldId="1011"/>
            <ac:spMk id="22" creationId="{DFEE423D-239B-0159-2953-A9F255A35310}"/>
          </ac:spMkLst>
        </pc:spChg>
        <pc:spChg chg="add mod">
          <ac:chgData name="Palit, Tapti" userId="dec6fbcd-7598-406a-8cbf-504d4a3bac15" providerId="ADAL" clId="{65104DF2-1B45-4C36-9E2A-F89658839DCF}" dt="2024-01-25T16:49:06.341" v="19770"/>
          <ac:spMkLst>
            <pc:docMk/>
            <pc:sldMk cId="2580900859" sldId="1011"/>
            <ac:spMk id="24" creationId="{F5EB6ECF-2B21-E13E-B882-300FC3E908D5}"/>
          </ac:spMkLst>
        </pc:spChg>
        <pc:spChg chg="add mod">
          <ac:chgData name="Palit, Tapti" userId="dec6fbcd-7598-406a-8cbf-504d4a3bac15" providerId="ADAL" clId="{65104DF2-1B45-4C36-9E2A-F89658839DCF}" dt="2024-01-25T16:49:06.341" v="19770"/>
          <ac:spMkLst>
            <pc:docMk/>
            <pc:sldMk cId="2580900859" sldId="1011"/>
            <ac:spMk id="25" creationId="{C08589F2-1AB1-D63A-BC4D-22C85B6593C2}"/>
          </ac:spMkLst>
        </pc:spChg>
        <pc:spChg chg="add mod">
          <ac:chgData name="Palit, Tapti" userId="dec6fbcd-7598-406a-8cbf-504d4a3bac15" providerId="ADAL" clId="{65104DF2-1B45-4C36-9E2A-F89658839DCF}" dt="2024-01-25T16:49:06.341" v="19770"/>
          <ac:spMkLst>
            <pc:docMk/>
            <pc:sldMk cId="2580900859" sldId="1011"/>
            <ac:spMk id="28" creationId="{7E896B00-018F-CCAE-D730-D6F09C757594}"/>
          </ac:spMkLst>
        </pc:spChg>
        <pc:spChg chg="add mod">
          <ac:chgData name="Palit, Tapti" userId="dec6fbcd-7598-406a-8cbf-504d4a3bac15" providerId="ADAL" clId="{65104DF2-1B45-4C36-9E2A-F89658839DCF}" dt="2024-01-25T16:49:06.341" v="19770"/>
          <ac:spMkLst>
            <pc:docMk/>
            <pc:sldMk cId="2580900859" sldId="1011"/>
            <ac:spMk id="30" creationId="{8690D08E-2392-0B78-CD59-63902FDD1BE1}"/>
          </ac:spMkLst>
        </pc:spChg>
        <pc:picChg chg="mod">
          <ac:chgData name="Palit, Tapti" userId="dec6fbcd-7598-406a-8cbf-504d4a3bac15" providerId="ADAL" clId="{65104DF2-1B45-4C36-9E2A-F89658839DCF}" dt="2024-01-25T16:45:32.226" v="19567" actId="1076"/>
          <ac:picMkLst>
            <pc:docMk/>
            <pc:sldMk cId="2580900859" sldId="1011"/>
            <ac:picMk id="2" creationId="{5C5B91B7-4BF3-EF22-73A2-268F52918630}"/>
          </ac:picMkLst>
        </pc:picChg>
        <pc:cxnChg chg="del mod">
          <ac:chgData name="Palit, Tapti" userId="dec6fbcd-7598-406a-8cbf-504d4a3bac15" providerId="ADAL" clId="{65104DF2-1B45-4C36-9E2A-F89658839DCF}" dt="2024-01-25T16:43:20.072" v="19536" actId="478"/>
          <ac:cxnSpMkLst>
            <pc:docMk/>
            <pc:sldMk cId="2580900859" sldId="1011"/>
            <ac:cxnSpMk id="9" creationId="{5B659DB4-1E58-9C88-6147-F8AE219D326E}"/>
          </ac:cxnSpMkLst>
        </pc:cxnChg>
        <pc:cxnChg chg="mod">
          <ac:chgData name="Palit, Tapti" userId="dec6fbcd-7598-406a-8cbf-504d4a3bac15" providerId="ADAL" clId="{65104DF2-1B45-4C36-9E2A-F89658839DCF}" dt="2024-01-25T16:45:32.226" v="19567" actId="1076"/>
          <ac:cxnSpMkLst>
            <pc:docMk/>
            <pc:sldMk cId="2580900859" sldId="1011"/>
            <ac:cxnSpMk id="14" creationId="{E3057DF5-1ED5-9116-B096-D42DE1A11886}"/>
          </ac:cxnSpMkLst>
        </pc:cxnChg>
        <pc:cxnChg chg="del mod">
          <ac:chgData name="Palit, Tapti" userId="dec6fbcd-7598-406a-8cbf-504d4a3bac15" providerId="ADAL" clId="{65104DF2-1B45-4C36-9E2A-F89658839DCF}" dt="2024-01-25T16:43:20.072" v="19536" actId="478"/>
          <ac:cxnSpMkLst>
            <pc:docMk/>
            <pc:sldMk cId="2580900859" sldId="1011"/>
            <ac:cxnSpMk id="17" creationId="{3F645796-6659-6C62-0048-A9C63762DB52}"/>
          </ac:cxnSpMkLst>
        </pc:cxnChg>
        <pc:cxnChg chg="add mod">
          <ac:chgData name="Palit, Tapti" userId="dec6fbcd-7598-406a-8cbf-504d4a3bac15" providerId="ADAL" clId="{65104DF2-1B45-4C36-9E2A-F89658839DCF}" dt="2024-01-25T16:49:06.341" v="19770"/>
          <ac:cxnSpMkLst>
            <pc:docMk/>
            <pc:sldMk cId="2580900859" sldId="1011"/>
            <ac:cxnSpMk id="19" creationId="{8D92BDAF-8408-5E98-485C-93BA575839DD}"/>
          </ac:cxnSpMkLst>
        </pc:cxnChg>
      </pc:sldChg>
      <pc:sldChg chg="addSp delSp modSp new del mod delAnim modAnim">
        <pc:chgData name="Palit, Tapti" userId="dec6fbcd-7598-406a-8cbf-504d4a3bac15" providerId="ADAL" clId="{65104DF2-1B45-4C36-9E2A-F89658839DCF}" dt="2024-01-25T16:47:27.270" v="19724" actId="47"/>
        <pc:sldMkLst>
          <pc:docMk/>
          <pc:sldMk cId="2676069547" sldId="1012"/>
        </pc:sldMkLst>
        <pc:spChg chg="mod">
          <ac:chgData name="Palit, Tapti" userId="dec6fbcd-7598-406a-8cbf-504d4a3bac15" providerId="ADAL" clId="{65104DF2-1B45-4C36-9E2A-F89658839DCF}" dt="2024-01-25T16:46:09.119" v="19665" actId="20577"/>
          <ac:spMkLst>
            <pc:docMk/>
            <pc:sldMk cId="2676069547" sldId="1012"/>
            <ac:spMk id="2" creationId="{5F4A71CE-65A3-F183-D9D1-CC36EDC4D8F8}"/>
          </ac:spMkLst>
        </pc:spChg>
        <pc:spChg chg="mod">
          <ac:chgData name="Palit, Tapti" userId="dec6fbcd-7598-406a-8cbf-504d4a3bac15" providerId="ADAL" clId="{65104DF2-1B45-4C36-9E2A-F89658839DCF}" dt="2024-01-25T16:46:02.542" v="19634" actId="20577"/>
          <ac:spMkLst>
            <pc:docMk/>
            <pc:sldMk cId="2676069547" sldId="1012"/>
            <ac:spMk id="3" creationId="{E42AB5E1-0991-8DEC-2FA0-292D87339CD7}"/>
          </ac:spMkLst>
        </pc:spChg>
        <pc:picChg chg="add del mod">
          <ac:chgData name="Palit, Tapti" userId="dec6fbcd-7598-406a-8cbf-504d4a3bac15" providerId="ADAL" clId="{65104DF2-1B45-4C36-9E2A-F89658839DCF}" dt="2024-01-25T16:46:43.036" v="19667" actId="478"/>
          <ac:picMkLst>
            <pc:docMk/>
            <pc:sldMk cId="2676069547" sldId="1012"/>
            <ac:picMk id="6" creationId="{3D397653-643F-CF6B-9B8C-D9AB1A1020DC}"/>
          </ac:picMkLst>
        </pc:picChg>
        <pc:picChg chg="add del mod">
          <ac:chgData name="Palit, Tapti" userId="dec6fbcd-7598-406a-8cbf-504d4a3bac15" providerId="ADAL" clId="{65104DF2-1B45-4C36-9E2A-F89658839DCF}" dt="2024-01-25T16:46:43.036" v="19667" actId="478"/>
          <ac:picMkLst>
            <pc:docMk/>
            <pc:sldMk cId="2676069547" sldId="1012"/>
            <ac:picMk id="7" creationId="{A6F38D2D-91E4-7C23-F6D3-513E1D5BDE12}"/>
          </ac:picMkLst>
        </pc:picChg>
        <pc:picChg chg="add del mod">
          <ac:chgData name="Palit, Tapti" userId="dec6fbcd-7598-406a-8cbf-504d4a3bac15" providerId="ADAL" clId="{65104DF2-1B45-4C36-9E2A-F89658839DCF}" dt="2024-01-25T16:46:43.036" v="19667" actId="478"/>
          <ac:picMkLst>
            <pc:docMk/>
            <pc:sldMk cId="2676069547" sldId="1012"/>
            <ac:picMk id="8" creationId="{3EEE11F8-5439-45BB-B6EB-EAE5B204F51D}"/>
          </ac:picMkLst>
        </pc:picChg>
      </pc:sldChg>
      <pc:sldChg chg="add">
        <pc:chgData name="Palit, Tapti" userId="dec6fbcd-7598-406a-8cbf-504d4a3bac15" providerId="ADAL" clId="{65104DF2-1B45-4C36-9E2A-F89658839DCF}" dt="2024-01-25T16:46:49.246" v="19668" actId="2890"/>
        <pc:sldMkLst>
          <pc:docMk/>
          <pc:sldMk cId="1902476853" sldId="1013"/>
        </pc:sldMkLst>
      </pc:sldChg>
      <pc:sldChg chg="addSp delSp modSp add mod">
        <pc:chgData name="Palit, Tapti" userId="dec6fbcd-7598-406a-8cbf-504d4a3bac15" providerId="ADAL" clId="{65104DF2-1B45-4C36-9E2A-F89658839DCF}" dt="2024-01-26T19:13:26.983" v="22978" actId="20577"/>
        <pc:sldMkLst>
          <pc:docMk/>
          <pc:sldMk cId="339716786" sldId="1014"/>
        </pc:sldMkLst>
        <pc:spChg chg="add mod">
          <ac:chgData name="Palit, Tapti" userId="dec6fbcd-7598-406a-8cbf-504d4a3bac15" providerId="ADAL" clId="{65104DF2-1B45-4C36-9E2A-F89658839DCF}" dt="2024-01-25T16:52:07.595" v="19838" actId="207"/>
          <ac:spMkLst>
            <pc:docMk/>
            <pc:sldMk cId="339716786" sldId="1014"/>
            <ac:spMk id="11" creationId="{707AC7D3-B300-6284-F4BF-9F14BCFDD045}"/>
          </ac:spMkLst>
        </pc:spChg>
        <pc:spChg chg="mod">
          <ac:chgData name="Palit, Tapti" userId="dec6fbcd-7598-406a-8cbf-504d4a3bac15" providerId="ADAL" clId="{65104DF2-1B45-4C36-9E2A-F89658839DCF}" dt="2024-01-25T16:53:53.478" v="19858" actId="14100"/>
          <ac:spMkLst>
            <pc:docMk/>
            <pc:sldMk cId="339716786" sldId="1014"/>
            <ac:spMk id="15" creationId="{632CDA17-2240-B34F-44F8-5573404E1E94}"/>
          </ac:spMkLst>
        </pc:spChg>
        <pc:spChg chg="mod">
          <ac:chgData name="Palit, Tapti" userId="dec6fbcd-7598-406a-8cbf-504d4a3bac15" providerId="ADAL" clId="{65104DF2-1B45-4C36-9E2A-F89658839DCF}" dt="2024-01-25T18:03:22.672" v="22244" actId="1076"/>
          <ac:spMkLst>
            <pc:docMk/>
            <pc:sldMk cId="339716786" sldId="1014"/>
            <ac:spMk id="19" creationId="{62A0C4CA-2A0C-7E20-4EEB-512723DBF9F9}"/>
          </ac:spMkLst>
        </pc:spChg>
        <pc:spChg chg="mod">
          <ac:chgData name="Palit, Tapti" userId="dec6fbcd-7598-406a-8cbf-504d4a3bac15" providerId="ADAL" clId="{65104DF2-1B45-4C36-9E2A-F89658839DCF}" dt="2024-01-25T17:07:25.205" v="20519" actId="5793"/>
          <ac:spMkLst>
            <pc:docMk/>
            <pc:sldMk cId="339716786" sldId="1014"/>
            <ac:spMk id="24" creationId="{61E1D992-FB9B-AF0E-0524-B1AE2D228029}"/>
          </ac:spMkLst>
        </pc:spChg>
        <pc:spChg chg="add">
          <ac:chgData name="Palit, Tapti" userId="dec6fbcd-7598-406a-8cbf-504d4a3bac15" providerId="ADAL" clId="{65104DF2-1B45-4C36-9E2A-F89658839DCF}" dt="2024-01-25T16:55:29.798" v="19864"/>
          <ac:spMkLst>
            <pc:docMk/>
            <pc:sldMk cId="339716786" sldId="1014"/>
            <ac:spMk id="25" creationId="{29D2655C-76A7-30C0-AB54-A03A5C16486C}"/>
          </ac:spMkLst>
        </pc:spChg>
        <pc:spChg chg="mod">
          <ac:chgData name="Palit, Tapti" userId="dec6fbcd-7598-406a-8cbf-504d4a3bac15" providerId="ADAL" clId="{65104DF2-1B45-4C36-9E2A-F89658839DCF}" dt="2024-01-26T19:13:26.983" v="22978" actId="20577"/>
          <ac:spMkLst>
            <pc:docMk/>
            <pc:sldMk cId="339716786" sldId="1014"/>
            <ac:spMk id="27" creationId="{A514031C-BE6B-B376-1F8D-A6CBB52D164E}"/>
          </ac:spMkLst>
        </pc:spChg>
        <pc:picChg chg="add del mod">
          <ac:chgData name="Palit, Tapti" userId="dec6fbcd-7598-406a-8cbf-504d4a3bac15" providerId="ADAL" clId="{65104DF2-1B45-4C36-9E2A-F89658839DCF}" dt="2024-01-25T16:52:32.869" v="19842" actId="478"/>
          <ac:picMkLst>
            <pc:docMk/>
            <pc:sldMk cId="339716786" sldId="1014"/>
            <ac:picMk id="13" creationId="{F29003F2-C9E7-99A7-33C6-71ED3B710D61}"/>
          </ac:picMkLst>
        </pc:picChg>
        <pc:picChg chg="add del mod">
          <ac:chgData name="Palit, Tapti" userId="dec6fbcd-7598-406a-8cbf-504d4a3bac15" providerId="ADAL" clId="{65104DF2-1B45-4C36-9E2A-F89658839DCF}" dt="2024-01-25T17:57:00.185" v="22093" actId="478"/>
          <ac:picMkLst>
            <pc:docMk/>
            <pc:sldMk cId="339716786" sldId="1014"/>
            <ac:picMk id="30" creationId="{C4A9D9C3-B220-ECBA-34F5-F32FE43D70F1}"/>
          </ac:picMkLst>
        </pc:picChg>
        <pc:picChg chg="add del mod">
          <ac:chgData name="Palit, Tapti" userId="dec6fbcd-7598-406a-8cbf-504d4a3bac15" providerId="ADAL" clId="{65104DF2-1B45-4C36-9E2A-F89658839DCF}" dt="2024-01-25T17:57:00.185" v="22093" actId="478"/>
          <ac:picMkLst>
            <pc:docMk/>
            <pc:sldMk cId="339716786" sldId="1014"/>
            <ac:picMk id="1026" creationId="{85D56089-2BE5-60FF-6DAA-7CE90B5C9556}"/>
          </ac:picMkLst>
        </pc:picChg>
      </pc:sldChg>
      <pc:sldChg chg="add del">
        <pc:chgData name="Palit, Tapti" userId="dec6fbcd-7598-406a-8cbf-504d4a3bac15" providerId="ADAL" clId="{65104DF2-1B45-4C36-9E2A-F89658839DCF}" dt="2024-01-25T16:51:07.423" v="19831" actId="47"/>
        <pc:sldMkLst>
          <pc:docMk/>
          <pc:sldMk cId="2846543805" sldId="1014"/>
        </pc:sldMkLst>
      </pc:sldChg>
      <pc:sldChg chg="addSp delSp modSp new add del mod modNotesTx">
        <pc:chgData name="Palit, Tapti" userId="dec6fbcd-7598-406a-8cbf-504d4a3bac15" providerId="ADAL" clId="{65104DF2-1B45-4C36-9E2A-F89658839DCF}" dt="2024-02-06T18:23:24.377" v="25929" actId="20577"/>
        <pc:sldMkLst>
          <pc:docMk/>
          <pc:sldMk cId="2803374258" sldId="1015"/>
        </pc:sldMkLst>
        <pc:spChg chg="del">
          <ac:chgData name="Palit, Tapti" userId="dec6fbcd-7598-406a-8cbf-504d4a3bac15" providerId="ADAL" clId="{65104DF2-1B45-4C36-9E2A-F89658839DCF}" dt="2024-01-25T16:57:30.730" v="19991" actId="478"/>
          <ac:spMkLst>
            <pc:docMk/>
            <pc:sldMk cId="2803374258" sldId="1015"/>
            <ac:spMk id="2" creationId="{2FDEC0BA-3D12-3C00-3D9B-B7B67A5F7006}"/>
          </ac:spMkLst>
        </pc:spChg>
        <pc:spChg chg="mod">
          <ac:chgData name="Palit, Tapti" userId="dec6fbcd-7598-406a-8cbf-504d4a3bac15" providerId="ADAL" clId="{65104DF2-1B45-4C36-9E2A-F89658839DCF}" dt="2024-01-25T16:56:14.670" v="19926" actId="20577"/>
          <ac:spMkLst>
            <pc:docMk/>
            <pc:sldMk cId="2803374258" sldId="1015"/>
            <ac:spMk id="3" creationId="{A972EE72-CE04-4275-49A8-8C4F180C547E}"/>
          </ac:spMkLst>
        </pc:spChg>
        <pc:spChg chg="add mod">
          <ac:chgData name="Palit, Tapti" userId="dec6fbcd-7598-406a-8cbf-504d4a3bac15" providerId="ADAL" clId="{65104DF2-1B45-4C36-9E2A-F89658839DCF}" dt="2024-02-06T18:23:24.377" v="25929" actId="20577"/>
          <ac:spMkLst>
            <pc:docMk/>
            <pc:sldMk cId="2803374258" sldId="1015"/>
            <ac:spMk id="8" creationId="{3AD16BBA-9E50-9D23-3A25-A65A60C6AE84}"/>
          </ac:spMkLst>
        </pc:spChg>
        <pc:spChg chg="add mod">
          <ac:chgData name="Palit, Tapti" userId="dec6fbcd-7598-406a-8cbf-504d4a3bac15" providerId="ADAL" clId="{65104DF2-1B45-4C36-9E2A-F89658839DCF}" dt="2024-01-25T16:56:28.760" v="19927"/>
          <ac:spMkLst>
            <pc:docMk/>
            <pc:sldMk cId="2803374258" sldId="1015"/>
            <ac:spMk id="9" creationId="{0F07A7A9-30C7-EC2B-A2F6-D9B920E88235}"/>
          </ac:spMkLst>
        </pc:spChg>
        <pc:spChg chg="add mod">
          <ac:chgData name="Palit, Tapti" userId="dec6fbcd-7598-406a-8cbf-504d4a3bac15" providerId="ADAL" clId="{65104DF2-1B45-4C36-9E2A-F89658839DCF}" dt="2024-01-25T16:57:57.236" v="19993" actId="20577"/>
          <ac:spMkLst>
            <pc:docMk/>
            <pc:sldMk cId="2803374258" sldId="1015"/>
            <ac:spMk id="10" creationId="{60578343-3247-45B1-F912-EF15944628D4}"/>
          </ac:spMkLst>
        </pc:spChg>
        <pc:spChg chg="add mod">
          <ac:chgData name="Palit, Tapti" userId="dec6fbcd-7598-406a-8cbf-504d4a3bac15" providerId="ADAL" clId="{65104DF2-1B45-4C36-9E2A-F89658839DCF}" dt="2024-01-25T16:57:44.274" v="19992"/>
          <ac:spMkLst>
            <pc:docMk/>
            <pc:sldMk cId="2803374258" sldId="1015"/>
            <ac:spMk id="13" creationId="{E6968458-9735-E2C3-CA71-8A7542C3CDDC}"/>
          </ac:spMkLst>
        </pc:spChg>
        <pc:spChg chg="add mod">
          <ac:chgData name="Palit, Tapti" userId="dec6fbcd-7598-406a-8cbf-504d4a3bac15" providerId="ADAL" clId="{65104DF2-1B45-4C36-9E2A-F89658839DCF}" dt="2024-01-25T16:58:11.297" v="20002" actId="1076"/>
          <ac:spMkLst>
            <pc:docMk/>
            <pc:sldMk cId="2803374258" sldId="1015"/>
            <ac:spMk id="14" creationId="{ACAEF37B-D43E-8312-01C3-22B507D5A0C3}"/>
          </ac:spMkLst>
        </pc:spChg>
        <pc:spChg chg="add mod">
          <ac:chgData name="Palit, Tapti" userId="dec6fbcd-7598-406a-8cbf-504d4a3bac15" providerId="ADAL" clId="{65104DF2-1B45-4C36-9E2A-F89658839DCF}" dt="2024-01-25T16:58:31.906" v="20038" actId="207"/>
          <ac:spMkLst>
            <pc:docMk/>
            <pc:sldMk cId="2803374258" sldId="1015"/>
            <ac:spMk id="15" creationId="{9E603483-9179-2600-1DD8-23DA16760B0E}"/>
          </ac:spMkLst>
        </pc:spChg>
        <pc:spChg chg="add mod">
          <ac:chgData name="Palit, Tapti" userId="dec6fbcd-7598-406a-8cbf-504d4a3bac15" providerId="ADAL" clId="{65104DF2-1B45-4C36-9E2A-F89658839DCF}" dt="2024-01-25T16:58:50.596" v="20041"/>
          <ac:spMkLst>
            <pc:docMk/>
            <pc:sldMk cId="2803374258" sldId="1015"/>
            <ac:spMk id="20" creationId="{3FEE41EF-B16C-60F9-F525-5688DB62F300}"/>
          </ac:spMkLst>
        </pc:spChg>
        <pc:spChg chg="add mod">
          <ac:chgData name="Palit, Tapti" userId="dec6fbcd-7598-406a-8cbf-504d4a3bac15" providerId="ADAL" clId="{65104DF2-1B45-4C36-9E2A-F89658839DCF}" dt="2024-01-25T16:59:29.496" v="20053" actId="20577"/>
          <ac:spMkLst>
            <pc:docMk/>
            <pc:sldMk cId="2803374258" sldId="1015"/>
            <ac:spMk id="24" creationId="{DC9E6FBF-EDC6-38E0-5ECC-0FC22CD0B37F}"/>
          </ac:spMkLst>
        </pc:spChg>
        <pc:picChg chg="add mod">
          <ac:chgData name="Palit, Tapti" userId="dec6fbcd-7598-406a-8cbf-504d4a3bac15" providerId="ADAL" clId="{65104DF2-1B45-4C36-9E2A-F89658839DCF}" dt="2024-01-25T16:57:44.274" v="19992"/>
          <ac:picMkLst>
            <pc:docMk/>
            <pc:sldMk cId="2803374258" sldId="1015"/>
            <ac:picMk id="11" creationId="{EBDA3DD1-78A9-FD40-DAC7-4EFBDA7CBA4B}"/>
          </ac:picMkLst>
        </pc:picChg>
        <pc:picChg chg="add mod">
          <ac:chgData name="Palit, Tapti" userId="dec6fbcd-7598-406a-8cbf-504d4a3bac15" providerId="ADAL" clId="{65104DF2-1B45-4C36-9E2A-F89658839DCF}" dt="2024-01-25T16:58:50.596" v="20041"/>
          <ac:picMkLst>
            <pc:docMk/>
            <pc:sldMk cId="2803374258" sldId="1015"/>
            <ac:picMk id="18" creationId="{1D5CAC7A-C4A4-57E2-0730-8024FA5E5318}"/>
          </ac:picMkLst>
        </pc:picChg>
        <pc:cxnChg chg="add mod">
          <ac:chgData name="Palit, Tapti" userId="dec6fbcd-7598-406a-8cbf-504d4a3bac15" providerId="ADAL" clId="{65104DF2-1B45-4C36-9E2A-F89658839DCF}" dt="2024-01-25T16:58:37.853" v="20039" actId="14100"/>
          <ac:cxnSpMkLst>
            <pc:docMk/>
            <pc:sldMk cId="2803374258" sldId="1015"/>
            <ac:cxnSpMk id="6" creationId="{F1CE6DBC-315A-FA73-BE86-076DDA3B98B4}"/>
          </ac:cxnSpMkLst>
        </pc:cxnChg>
        <pc:cxnChg chg="add mod">
          <ac:chgData name="Palit, Tapti" userId="dec6fbcd-7598-406a-8cbf-504d4a3bac15" providerId="ADAL" clId="{65104DF2-1B45-4C36-9E2A-F89658839DCF}" dt="2024-01-25T16:58:42.306" v="20040" actId="14100"/>
          <ac:cxnSpMkLst>
            <pc:docMk/>
            <pc:sldMk cId="2803374258" sldId="1015"/>
            <ac:cxnSpMk id="7" creationId="{9859F1F9-8EB8-7EAB-CC74-B05567FB2191}"/>
          </ac:cxnSpMkLst>
        </pc:cxnChg>
        <pc:cxnChg chg="add mod">
          <ac:chgData name="Palit, Tapti" userId="dec6fbcd-7598-406a-8cbf-504d4a3bac15" providerId="ADAL" clId="{65104DF2-1B45-4C36-9E2A-F89658839DCF}" dt="2024-01-25T16:57:44.274" v="19992"/>
          <ac:cxnSpMkLst>
            <pc:docMk/>
            <pc:sldMk cId="2803374258" sldId="1015"/>
            <ac:cxnSpMk id="12" creationId="{A8E5D5D7-D699-2D8B-C219-B39C01D73412}"/>
          </ac:cxnSpMkLst>
        </pc:cxnChg>
        <pc:cxnChg chg="add mod">
          <ac:chgData name="Palit, Tapti" userId="dec6fbcd-7598-406a-8cbf-504d4a3bac15" providerId="ADAL" clId="{65104DF2-1B45-4C36-9E2A-F89658839DCF}" dt="2024-01-25T16:58:50.596" v="20041"/>
          <ac:cxnSpMkLst>
            <pc:docMk/>
            <pc:sldMk cId="2803374258" sldId="1015"/>
            <ac:cxnSpMk id="19" creationId="{92E829CA-4B9D-AE67-B624-2F33AB89B693}"/>
          </ac:cxnSpMkLst>
        </pc:cxnChg>
        <pc:cxnChg chg="add mod">
          <ac:chgData name="Palit, Tapti" userId="dec6fbcd-7598-406a-8cbf-504d4a3bac15" providerId="ADAL" clId="{65104DF2-1B45-4C36-9E2A-F89658839DCF}" dt="2024-01-25T16:59:35.083" v="20054" actId="692"/>
          <ac:cxnSpMkLst>
            <pc:docMk/>
            <pc:sldMk cId="2803374258" sldId="1015"/>
            <ac:cxnSpMk id="22" creationId="{9998D824-83E1-6A52-866E-EF4B4A183116}"/>
          </ac:cxnSpMkLst>
        </pc:cxnChg>
      </pc:sldChg>
      <pc:sldChg chg="addSp modSp add mod">
        <pc:chgData name="Palit, Tapti" userId="dec6fbcd-7598-406a-8cbf-504d4a3bac15" providerId="ADAL" clId="{65104DF2-1B45-4C36-9E2A-F89658839DCF}" dt="2024-01-25T17:00:31.335" v="20067" actId="692"/>
        <pc:sldMkLst>
          <pc:docMk/>
          <pc:sldMk cId="2719160243" sldId="1016"/>
        </pc:sldMkLst>
        <pc:spChg chg="add mod">
          <ac:chgData name="Palit, Tapti" userId="dec6fbcd-7598-406a-8cbf-504d4a3bac15" providerId="ADAL" clId="{65104DF2-1B45-4C36-9E2A-F89658839DCF}" dt="2024-01-25T16:59:59.122" v="20056"/>
          <ac:spMkLst>
            <pc:docMk/>
            <pc:sldMk cId="2719160243" sldId="1016"/>
            <ac:spMk id="12" creationId="{5908FD77-3147-2AD4-07C3-8A512F3D6342}"/>
          </ac:spMkLst>
        </pc:spChg>
        <pc:picChg chg="add mod">
          <ac:chgData name="Palit, Tapti" userId="dec6fbcd-7598-406a-8cbf-504d4a3bac15" providerId="ADAL" clId="{65104DF2-1B45-4C36-9E2A-F89658839DCF}" dt="2024-01-25T16:59:59.122" v="20056"/>
          <ac:picMkLst>
            <pc:docMk/>
            <pc:sldMk cId="2719160243" sldId="1016"/>
            <ac:picMk id="2" creationId="{46D953E9-FC77-24F3-A330-5AC72DB043C4}"/>
          </ac:picMkLst>
        </pc:picChg>
        <pc:cxnChg chg="add mod">
          <ac:chgData name="Palit, Tapti" userId="dec6fbcd-7598-406a-8cbf-504d4a3bac15" providerId="ADAL" clId="{65104DF2-1B45-4C36-9E2A-F89658839DCF}" dt="2024-01-25T16:59:59.122" v="20056"/>
          <ac:cxnSpMkLst>
            <pc:docMk/>
            <pc:sldMk cId="2719160243" sldId="1016"/>
            <ac:cxnSpMk id="11" creationId="{F4630134-5D58-9862-BF7D-CF0C146AAAE5}"/>
          </ac:cxnSpMkLst>
        </pc:cxnChg>
        <pc:cxnChg chg="mod">
          <ac:chgData name="Palit, Tapti" userId="dec6fbcd-7598-406a-8cbf-504d4a3bac15" providerId="ADAL" clId="{65104DF2-1B45-4C36-9E2A-F89658839DCF}" dt="2024-01-25T17:00:31.335" v="20067" actId="692"/>
          <ac:cxnSpMkLst>
            <pc:docMk/>
            <pc:sldMk cId="2719160243" sldId="1016"/>
            <ac:cxnSpMk id="22" creationId="{9998D824-83E1-6A52-866E-EF4B4A183116}"/>
          </ac:cxnSpMkLst>
        </pc:cxnChg>
      </pc:sldChg>
      <pc:sldChg chg="addSp delSp modSp add mod">
        <pc:chgData name="Palit, Tapti" userId="dec6fbcd-7598-406a-8cbf-504d4a3bac15" providerId="ADAL" clId="{65104DF2-1B45-4C36-9E2A-F89658839DCF}" dt="2024-01-25T17:01:16.390" v="20082" actId="478"/>
        <pc:sldMkLst>
          <pc:docMk/>
          <pc:sldMk cId="3236774336" sldId="1017"/>
        </pc:sldMkLst>
        <pc:spChg chg="del">
          <ac:chgData name="Palit, Tapti" userId="dec6fbcd-7598-406a-8cbf-504d4a3bac15" providerId="ADAL" clId="{65104DF2-1B45-4C36-9E2A-F89658839DCF}" dt="2024-01-25T17:01:16.390" v="20082" actId="478"/>
          <ac:spMkLst>
            <pc:docMk/>
            <pc:sldMk cId="3236774336" sldId="1017"/>
            <ac:spMk id="12" creationId="{5908FD77-3147-2AD4-07C3-8A512F3D6342}"/>
          </ac:spMkLst>
        </pc:spChg>
        <pc:spChg chg="add mod">
          <ac:chgData name="Palit, Tapti" userId="dec6fbcd-7598-406a-8cbf-504d4a3bac15" providerId="ADAL" clId="{65104DF2-1B45-4C36-9E2A-F89658839DCF}" dt="2024-01-25T17:01:10.270" v="20081" actId="692"/>
          <ac:spMkLst>
            <pc:docMk/>
            <pc:sldMk cId="3236774336" sldId="1017"/>
            <ac:spMk id="13" creationId="{3A766046-F365-556D-7E61-7E2920DD9BCF}"/>
          </ac:spMkLst>
        </pc:spChg>
        <pc:cxnChg chg="del mod">
          <ac:chgData name="Palit, Tapti" userId="dec6fbcd-7598-406a-8cbf-504d4a3bac15" providerId="ADAL" clId="{65104DF2-1B45-4C36-9E2A-F89658839DCF}" dt="2024-01-25T17:01:16.390" v="20082" actId="478"/>
          <ac:cxnSpMkLst>
            <pc:docMk/>
            <pc:sldMk cId="3236774336" sldId="1017"/>
            <ac:cxnSpMk id="11" creationId="{F4630134-5D58-9862-BF7D-CF0C146AAAE5}"/>
          </ac:cxnSpMkLst>
        </pc:cxnChg>
      </pc:sldChg>
      <pc:sldChg chg="addSp delSp modSp add mod chgLayout">
        <pc:chgData name="Palit, Tapti" userId="dec6fbcd-7598-406a-8cbf-504d4a3bac15" providerId="ADAL" clId="{65104DF2-1B45-4C36-9E2A-F89658839DCF}" dt="2024-01-25T17:04:45.686" v="20289" actId="5793"/>
        <pc:sldMkLst>
          <pc:docMk/>
          <pc:sldMk cId="852812054" sldId="1018"/>
        </pc:sldMkLst>
        <pc:spChg chg="mod ord">
          <ac:chgData name="Palit, Tapti" userId="dec6fbcd-7598-406a-8cbf-504d4a3bac15" providerId="ADAL" clId="{65104DF2-1B45-4C36-9E2A-F89658839DCF}" dt="2024-01-25T17:04:37.335" v="20257" actId="6264"/>
          <ac:spMkLst>
            <pc:docMk/>
            <pc:sldMk cId="852812054" sldId="1018"/>
            <ac:spMk id="3" creationId="{A972EE72-CE04-4275-49A8-8C4F180C547E}"/>
          </ac:spMkLst>
        </pc:spChg>
        <pc:spChg chg="mod ord">
          <ac:chgData name="Palit, Tapti" userId="dec6fbcd-7598-406a-8cbf-504d4a3bac15" providerId="ADAL" clId="{65104DF2-1B45-4C36-9E2A-F89658839DCF}" dt="2024-01-25T17:04:37.335" v="20257" actId="6264"/>
          <ac:spMkLst>
            <pc:docMk/>
            <pc:sldMk cId="852812054" sldId="1018"/>
            <ac:spMk id="4" creationId="{78F7EF59-E4C2-A5EB-C184-02A83C6929E4}"/>
          </ac:spMkLst>
        </pc:spChg>
        <pc:spChg chg="mod ord">
          <ac:chgData name="Palit, Tapti" userId="dec6fbcd-7598-406a-8cbf-504d4a3bac15" providerId="ADAL" clId="{65104DF2-1B45-4C36-9E2A-F89658839DCF}" dt="2024-01-25T17:04:37.335" v="20257" actId="6264"/>
          <ac:spMkLst>
            <pc:docMk/>
            <pc:sldMk cId="852812054" sldId="1018"/>
            <ac:spMk id="5" creationId="{6A16820F-4E3C-D94A-AF37-38E1BA86DC74}"/>
          </ac:spMkLst>
        </pc:spChg>
        <pc:spChg chg="add del mod">
          <ac:chgData name="Palit, Tapti" userId="dec6fbcd-7598-406a-8cbf-504d4a3bac15" providerId="ADAL" clId="{65104DF2-1B45-4C36-9E2A-F89658839DCF}" dt="2024-01-25T17:04:37.335" v="20257" actId="6264"/>
          <ac:spMkLst>
            <pc:docMk/>
            <pc:sldMk cId="852812054" sldId="1018"/>
            <ac:spMk id="12" creationId="{73AF4AA7-8F32-3D48-D3A9-F34FA5A849D3}"/>
          </ac:spMkLst>
        </pc:spChg>
        <pc:spChg chg="add del mod">
          <ac:chgData name="Palit, Tapti" userId="dec6fbcd-7598-406a-8cbf-504d4a3bac15" providerId="ADAL" clId="{65104DF2-1B45-4C36-9E2A-F89658839DCF}" dt="2024-01-25T17:04:37.335" v="20257" actId="6264"/>
          <ac:spMkLst>
            <pc:docMk/>
            <pc:sldMk cId="852812054" sldId="1018"/>
            <ac:spMk id="16" creationId="{1B737BFE-95B5-4A9A-4D3A-B685F50561AD}"/>
          </ac:spMkLst>
        </pc:spChg>
        <pc:spChg chg="add del mod">
          <ac:chgData name="Palit, Tapti" userId="dec6fbcd-7598-406a-8cbf-504d4a3bac15" providerId="ADAL" clId="{65104DF2-1B45-4C36-9E2A-F89658839DCF}" dt="2024-01-25T17:04:37.335" v="20257" actId="6264"/>
          <ac:spMkLst>
            <pc:docMk/>
            <pc:sldMk cId="852812054" sldId="1018"/>
            <ac:spMk id="17" creationId="{3692FF0B-677C-FFBB-8903-60676A0F7A09}"/>
          </ac:spMkLst>
        </pc:spChg>
        <pc:spChg chg="add mod ord">
          <ac:chgData name="Palit, Tapti" userId="dec6fbcd-7598-406a-8cbf-504d4a3bac15" providerId="ADAL" clId="{65104DF2-1B45-4C36-9E2A-F89658839DCF}" dt="2024-01-25T17:04:45.686" v="20289" actId="5793"/>
          <ac:spMkLst>
            <pc:docMk/>
            <pc:sldMk cId="852812054" sldId="1018"/>
            <ac:spMk id="18" creationId="{F6909437-D043-2C29-21BC-C06F5DCB2F59}"/>
          </ac:spMkLst>
        </pc:spChg>
        <pc:picChg chg="add mod">
          <ac:chgData name="Palit, Tapti" userId="dec6fbcd-7598-406a-8cbf-504d4a3bac15" providerId="ADAL" clId="{65104DF2-1B45-4C36-9E2A-F89658839DCF}" dt="2024-01-25T17:01:39.221" v="20085" actId="1076"/>
          <ac:picMkLst>
            <pc:docMk/>
            <pc:sldMk cId="852812054" sldId="1018"/>
            <ac:picMk id="11" creationId="{71435A73-6B56-0322-F1D2-D1616A3AEB4A}"/>
          </ac:picMkLst>
        </pc:picChg>
      </pc:sldChg>
      <pc:sldChg chg="addSp delSp modSp new mod modClrScheme chgLayout">
        <pc:chgData name="Palit, Tapti" userId="dec6fbcd-7598-406a-8cbf-504d4a3bac15" providerId="ADAL" clId="{65104DF2-1B45-4C36-9E2A-F89658839DCF}" dt="2024-01-25T17:05:30.051" v="20366" actId="20577"/>
        <pc:sldMkLst>
          <pc:docMk/>
          <pc:sldMk cId="3604206084" sldId="1019"/>
        </pc:sldMkLst>
        <pc:spChg chg="del mod ord">
          <ac:chgData name="Palit, Tapti" userId="dec6fbcd-7598-406a-8cbf-504d4a3bac15" providerId="ADAL" clId="{65104DF2-1B45-4C36-9E2A-F89658839DCF}" dt="2024-01-25T17:05:13.258" v="20312" actId="700"/>
          <ac:spMkLst>
            <pc:docMk/>
            <pc:sldMk cId="3604206084" sldId="1019"/>
            <ac:spMk id="2" creationId="{39666FD6-0C4C-931F-DB54-378D40D30673}"/>
          </ac:spMkLst>
        </pc:spChg>
        <pc:spChg chg="mod ord">
          <ac:chgData name="Palit, Tapti" userId="dec6fbcd-7598-406a-8cbf-504d4a3bac15" providerId="ADAL" clId="{65104DF2-1B45-4C36-9E2A-F89658839DCF}" dt="2024-01-25T17:05:30.051" v="20366" actId="20577"/>
          <ac:spMkLst>
            <pc:docMk/>
            <pc:sldMk cId="3604206084" sldId="1019"/>
            <ac:spMk id="3" creationId="{59868DF7-37D5-8D1F-549A-5551B802282E}"/>
          </ac:spMkLst>
        </pc:spChg>
        <pc:spChg chg="mod ord">
          <ac:chgData name="Palit, Tapti" userId="dec6fbcd-7598-406a-8cbf-504d4a3bac15" providerId="ADAL" clId="{65104DF2-1B45-4C36-9E2A-F89658839DCF}" dt="2024-01-25T17:05:16.146" v="20313" actId="700"/>
          <ac:spMkLst>
            <pc:docMk/>
            <pc:sldMk cId="3604206084" sldId="1019"/>
            <ac:spMk id="4" creationId="{CAC4E2C7-6993-B298-5C1A-70279A833AC3}"/>
          </ac:spMkLst>
        </pc:spChg>
        <pc:spChg chg="del">
          <ac:chgData name="Palit, Tapti" userId="dec6fbcd-7598-406a-8cbf-504d4a3bac15" providerId="ADAL" clId="{65104DF2-1B45-4C36-9E2A-F89658839DCF}" dt="2024-01-25T17:05:13.258" v="20312" actId="700"/>
          <ac:spMkLst>
            <pc:docMk/>
            <pc:sldMk cId="3604206084" sldId="1019"/>
            <ac:spMk id="5" creationId="{CDB0437F-2EDA-CE78-19F1-6BED8FB5BAAF}"/>
          </ac:spMkLst>
        </pc:spChg>
        <pc:spChg chg="add del mod ord">
          <ac:chgData name="Palit, Tapti" userId="dec6fbcd-7598-406a-8cbf-504d4a3bac15" providerId="ADAL" clId="{65104DF2-1B45-4C36-9E2A-F89658839DCF}" dt="2024-01-25T17:05:16.146" v="20313" actId="700"/>
          <ac:spMkLst>
            <pc:docMk/>
            <pc:sldMk cId="3604206084" sldId="1019"/>
            <ac:spMk id="6" creationId="{D17495AE-6195-93F5-C9CA-93AA8967D8DF}"/>
          </ac:spMkLst>
        </pc:spChg>
      </pc:sldChg>
      <pc:sldChg chg="modSp add mod modShow">
        <pc:chgData name="Palit, Tapti" userId="dec6fbcd-7598-406a-8cbf-504d4a3bac15" providerId="ADAL" clId="{65104DF2-1B45-4C36-9E2A-F89658839DCF}" dt="2024-01-25T17:07:05.696" v="20516" actId="20577"/>
        <pc:sldMkLst>
          <pc:docMk/>
          <pc:sldMk cId="73727201" sldId="1020"/>
        </pc:sldMkLst>
        <pc:spChg chg="mod">
          <ac:chgData name="Palit, Tapti" userId="dec6fbcd-7598-406a-8cbf-504d4a3bac15" providerId="ADAL" clId="{65104DF2-1B45-4C36-9E2A-F89658839DCF}" dt="2024-01-25T17:07:05.696" v="20516" actId="20577"/>
          <ac:spMkLst>
            <pc:docMk/>
            <pc:sldMk cId="73727201" sldId="1020"/>
            <ac:spMk id="9" creationId="{05E5E1A5-9203-86D7-D2D2-6F8449423FB7}"/>
          </ac:spMkLst>
        </pc:spChg>
      </pc:sldChg>
      <pc:sldChg chg="modSp add del mod">
        <pc:chgData name="Palit, Tapti" userId="dec6fbcd-7598-406a-8cbf-504d4a3bac15" providerId="ADAL" clId="{65104DF2-1B45-4C36-9E2A-F89658839DCF}" dt="2024-01-25T17:04:32.598" v="20256" actId="47"/>
        <pc:sldMkLst>
          <pc:docMk/>
          <pc:sldMk cId="795764120" sldId="1020"/>
        </pc:sldMkLst>
        <pc:spChg chg="mod">
          <ac:chgData name="Palit, Tapti" userId="dec6fbcd-7598-406a-8cbf-504d4a3bac15" providerId="ADAL" clId="{65104DF2-1B45-4C36-9E2A-F89658839DCF}" dt="2024-01-25T17:04:28.425" v="20254" actId="20577"/>
          <ac:spMkLst>
            <pc:docMk/>
            <pc:sldMk cId="795764120" sldId="1020"/>
            <ac:spMk id="5" creationId="{6A16820F-4E3C-D94A-AF37-38E1BA86DC74}"/>
          </ac:spMkLst>
        </pc:spChg>
      </pc:sldChg>
      <pc:sldChg chg="modSp add mod modAnim">
        <pc:chgData name="Palit, Tapti" userId="dec6fbcd-7598-406a-8cbf-504d4a3bac15" providerId="ADAL" clId="{65104DF2-1B45-4C36-9E2A-F89658839DCF}" dt="2024-01-25T17:23:30.473" v="20998" actId="20577"/>
        <pc:sldMkLst>
          <pc:docMk/>
          <pc:sldMk cId="1011192950" sldId="1021"/>
        </pc:sldMkLst>
        <pc:spChg chg="mod">
          <ac:chgData name="Palit, Tapti" userId="dec6fbcd-7598-406a-8cbf-504d4a3bac15" providerId="ADAL" clId="{65104DF2-1B45-4C36-9E2A-F89658839DCF}" dt="2024-01-25T17:23:19.236" v="20990" actId="20577"/>
          <ac:spMkLst>
            <pc:docMk/>
            <pc:sldMk cId="1011192950" sldId="1021"/>
            <ac:spMk id="31" creationId="{A1AE6AAE-C7D3-E8E2-BBBE-C8BA0B0FDD7B}"/>
          </ac:spMkLst>
        </pc:spChg>
        <pc:graphicFrameChg chg="modGraphic">
          <ac:chgData name="Palit, Tapti" userId="dec6fbcd-7598-406a-8cbf-504d4a3bac15" providerId="ADAL" clId="{65104DF2-1B45-4C36-9E2A-F89658839DCF}" dt="2024-01-25T17:23:30.473" v="20998" actId="20577"/>
          <ac:graphicFrameMkLst>
            <pc:docMk/>
            <pc:sldMk cId="1011192950" sldId="1021"/>
            <ac:graphicFrameMk id="32" creationId="{662E3E91-EC1F-FAC9-6710-BA112B8C33B9}"/>
          </ac:graphicFrameMkLst>
        </pc:graphicFrameChg>
      </pc:sldChg>
      <pc:sldChg chg="modSp mod">
        <pc:chgData name="Palit, Tapti" userId="dec6fbcd-7598-406a-8cbf-504d4a3bac15" providerId="ADAL" clId="{65104DF2-1B45-4C36-9E2A-F89658839DCF}" dt="2024-02-06T18:30:51.451" v="26048" actId="20577"/>
        <pc:sldMkLst>
          <pc:docMk/>
          <pc:sldMk cId="2364622868" sldId="1021"/>
        </pc:sldMkLst>
        <pc:spChg chg="mod">
          <ac:chgData name="Palit, Tapti" userId="dec6fbcd-7598-406a-8cbf-504d4a3bac15" providerId="ADAL" clId="{65104DF2-1B45-4C36-9E2A-F89658839DCF}" dt="2024-02-06T18:30:51.451" v="26048" actId="20577"/>
          <ac:spMkLst>
            <pc:docMk/>
            <pc:sldMk cId="2364622868" sldId="1021"/>
            <ac:spMk id="3" creationId="{DBF81D88-EE7F-4956-ADB0-DA856615FD00}"/>
          </ac:spMkLst>
        </pc:spChg>
      </pc:sldChg>
      <pc:sldChg chg="add mod modShow">
        <pc:chgData name="Palit, Tapti" userId="dec6fbcd-7598-406a-8cbf-504d4a3bac15" providerId="ADAL" clId="{65104DF2-1B45-4C36-9E2A-F89658839DCF}" dt="2024-01-26T20:08:37.806" v="23932" actId="729"/>
        <pc:sldMkLst>
          <pc:docMk/>
          <pc:sldMk cId="1500167412" sldId="1022"/>
        </pc:sldMkLst>
      </pc:sldChg>
      <pc:sldChg chg="modSp add del mod">
        <pc:chgData name="Palit, Tapti" userId="dec6fbcd-7598-406a-8cbf-504d4a3bac15" providerId="ADAL" clId="{65104DF2-1B45-4C36-9E2A-F89658839DCF}" dt="2024-01-26T19:11:58.947" v="22966" actId="2696"/>
        <pc:sldMkLst>
          <pc:docMk/>
          <pc:sldMk cId="2493544275" sldId="1022"/>
        </pc:sldMkLst>
        <pc:spChg chg="mod">
          <ac:chgData name="Palit, Tapti" userId="dec6fbcd-7598-406a-8cbf-504d4a3bac15" providerId="ADAL" clId="{65104DF2-1B45-4C36-9E2A-F89658839DCF}" dt="2024-01-25T17:23:44.048" v="20999"/>
          <ac:spMkLst>
            <pc:docMk/>
            <pc:sldMk cId="2493544275" sldId="1022"/>
            <ac:spMk id="31" creationId="{A1AE6AAE-C7D3-E8E2-BBBE-C8BA0B0FDD7B}"/>
          </ac:spMkLst>
        </pc:spChg>
        <pc:graphicFrameChg chg="modGraphic">
          <ac:chgData name="Palit, Tapti" userId="dec6fbcd-7598-406a-8cbf-504d4a3bac15" providerId="ADAL" clId="{65104DF2-1B45-4C36-9E2A-F89658839DCF}" dt="2024-01-25T17:24:27.518" v="21018" actId="20577"/>
          <ac:graphicFrameMkLst>
            <pc:docMk/>
            <pc:sldMk cId="2493544275" sldId="1022"/>
            <ac:graphicFrameMk id="32" creationId="{662E3E91-EC1F-FAC9-6710-BA112B8C33B9}"/>
          </ac:graphicFrameMkLst>
        </pc:graphicFrameChg>
      </pc:sldChg>
      <pc:sldChg chg="add del">
        <pc:chgData name="Palit, Tapti" userId="dec6fbcd-7598-406a-8cbf-504d4a3bac15" providerId="ADAL" clId="{65104DF2-1B45-4C36-9E2A-F89658839DCF}" dt="2024-01-26T20:08:31.372" v="23930" actId="2696"/>
        <pc:sldMkLst>
          <pc:docMk/>
          <pc:sldMk cId="4176752549" sldId="1022"/>
        </pc:sldMkLst>
      </pc:sldChg>
      <pc:sldChg chg="modSp add del mod">
        <pc:chgData name="Palit, Tapti" userId="dec6fbcd-7598-406a-8cbf-504d4a3bac15" providerId="ADAL" clId="{65104DF2-1B45-4C36-9E2A-F89658839DCF}" dt="2024-01-26T19:11:58.947" v="22966" actId="2696"/>
        <pc:sldMkLst>
          <pc:docMk/>
          <pc:sldMk cId="2688675452" sldId="1023"/>
        </pc:sldMkLst>
        <pc:spChg chg="mod">
          <ac:chgData name="Palit, Tapti" userId="dec6fbcd-7598-406a-8cbf-504d4a3bac15" providerId="ADAL" clId="{65104DF2-1B45-4C36-9E2A-F89658839DCF}" dt="2024-01-25T17:23:46.574" v="21000"/>
          <ac:spMkLst>
            <pc:docMk/>
            <pc:sldMk cId="2688675452" sldId="1023"/>
            <ac:spMk id="31" creationId="{A1AE6AAE-C7D3-E8E2-BBBE-C8BA0B0FDD7B}"/>
          </ac:spMkLst>
        </pc:spChg>
        <pc:graphicFrameChg chg="modGraphic">
          <ac:chgData name="Palit, Tapti" userId="dec6fbcd-7598-406a-8cbf-504d4a3bac15" providerId="ADAL" clId="{65104DF2-1B45-4C36-9E2A-F89658839DCF}" dt="2024-01-25T17:24:35.537" v="21026" actId="20577"/>
          <ac:graphicFrameMkLst>
            <pc:docMk/>
            <pc:sldMk cId="2688675452" sldId="1023"/>
            <ac:graphicFrameMk id="32" creationId="{662E3E91-EC1F-FAC9-6710-BA112B8C33B9}"/>
          </ac:graphicFrameMkLst>
        </pc:graphicFrameChg>
      </pc:sldChg>
      <pc:sldChg chg="modSp add mod">
        <pc:chgData name="Palit, Tapti" userId="dec6fbcd-7598-406a-8cbf-504d4a3bac15" providerId="ADAL" clId="{65104DF2-1B45-4C36-9E2A-F89658839DCF}" dt="2024-01-26T20:19:17.818" v="23972" actId="5793"/>
        <pc:sldMkLst>
          <pc:docMk/>
          <pc:sldMk cId="3926940956" sldId="1023"/>
        </pc:sldMkLst>
        <pc:spChg chg="mod">
          <ac:chgData name="Palit, Tapti" userId="dec6fbcd-7598-406a-8cbf-504d4a3bac15" providerId="ADAL" clId="{65104DF2-1B45-4C36-9E2A-F89658839DCF}" dt="2024-01-26T20:19:13.753" v="23970" actId="20577"/>
          <ac:spMkLst>
            <pc:docMk/>
            <pc:sldMk cId="3926940956" sldId="1023"/>
            <ac:spMk id="2" creationId="{D7EC638E-4A77-46B8-B32A-298B47F2DEB0}"/>
          </ac:spMkLst>
        </pc:spChg>
        <pc:spChg chg="mod">
          <ac:chgData name="Palit, Tapti" userId="dec6fbcd-7598-406a-8cbf-504d4a3bac15" providerId="ADAL" clId="{65104DF2-1B45-4C36-9E2A-F89658839DCF}" dt="2024-01-26T20:19:17.818" v="23972" actId="5793"/>
          <ac:spMkLst>
            <pc:docMk/>
            <pc:sldMk cId="3926940956" sldId="1023"/>
            <ac:spMk id="3" creationId="{DBF81D88-EE7F-4956-ADB0-DA856615FD00}"/>
          </ac:spMkLst>
        </pc:spChg>
      </pc:sldChg>
      <pc:sldChg chg="addSp delSp modSp add mod">
        <pc:chgData name="Palit, Tapti" userId="dec6fbcd-7598-406a-8cbf-504d4a3bac15" providerId="ADAL" clId="{65104DF2-1B45-4C36-9E2A-F89658839DCF}" dt="2024-02-06T18:29:31.819" v="26016" actId="1035"/>
        <pc:sldMkLst>
          <pc:docMk/>
          <pc:sldMk cId="271275750" sldId="1024"/>
        </pc:sldMkLst>
        <pc:spChg chg="mod">
          <ac:chgData name="Palit, Tapti" userId="dec6fbcd-7598-406a-8cbf-504d4a3bac15" providerId="ADAL" clId="{65104DF2-1B45-4C36-9E2A-F89658839DCF}" dt="2024-01-25T17:18:15.290" v="20707" actId="20577"/>
          <ac:spMkLst>
            <pc:docMk/>
            <pc:sldMk cId="271275750" sldId="1024"/>
            <ac:spMk id="2" creationId="{E470CC57-6C32-7825-9CCD-F4A192D3119F}"/>
          </ac:spMkLst>
        </pc:spChg>
        <pc:spChg chg="mod">
          <ac:chgData name="Palit, Tapti" userId="dec6fbcd-7598-406a-8cbf-504d4a3bac15" providerId="ADAL" clId="{65104DF2-1B45-4C36-9E2A-F89658839DCF}" dt="2024-01-25T17:10:04.290" v="20533" actId="20577"/>
          <ac:spMkLst>
            <pc:docMk/>
            <pc:sldMk cId="271275750" sldId="1024"/>
            <ac:spMk id="3" creationId="{E4A3937F-3571-5A5D-0101-49651F5C7D3F}"/>
          </ac:spMkLst>
        </pc:spChg>
        <pc:spChg chg="mod">
          <ac:chgData name="Palit, Tapti" userId="dec6fbcd-7598-406a-8cbf-504d4a3bac15" providerId="ADAL" clId="{65104DF2-1B45-4C36-9E2A-F89658839DCF}" dt="2024-02-06T18:29:31.819" v="26016" actId="1035"/>
          <ac:spMkLst>
            <pc:docMk/>
            <pc:sldMk cId="271275750" sldId="1024"/>
            <ac:spMk id="5" creationId="{F5F324E9-714C-1CBF-1CCD-9A6C2AA76298}"/>
          </ac:spMkLst>
        </pc:spChg>
        <pc:spChg chg="mod">
          <ac:chgData name="Palit, Tapti" userId="dec6fbcd-7598-406a-8cbf-504d4a3bac15" providerId="ADAL" clId="{65104DF2-1B45-4C36-9E2A-F89658839DCF}" dt="2024-02-06T18:29:31.819" v="26016" actId="1035"/>
          <ac:spMkLst>
            <pc:docMk/>
            <pc:sldMk cId="271275750" sldId="1024"/>
            <ac:spMk id="6" creationId="{18132DDA-DB08-4137-C62D-F1B586D0284D}"/>
          </ac:spMkLst>
        </pc:spChg>
        <pc:spChg chg="mod">
          <ac:chgData name="Palit, Tapti" userId="dec6fbcd-7598-406a-8cbf-504d4a3bac15" providerId="ADAL" clId="{65104DF2-1B45-4C36-9E2A-F89658839DCF}" dt="2024-02-06T18:29:31.819" v="26016" actId="1035"/>
          <ac:spMkLst>
            <pc:docMk/>
            <pc:sldMk cId="271275750" sldId="1024"/>
            <ac:spMk id="8" creationId="{CD142230-6606-3059-9159-E801862B6AB2}"/>
          </ac:spMkLst>
        </pc:spChg>
        <pc:spChg chg="mod">
          <ac:chgData name="Palit, Tapti" userId="dec6fbcd-7598-406a-8cbf-504d4a3bac15" providerId="ADAL" clId="{65104DF2-1B45-4C36-9E2A-F89658839DCF}" dt="2024-02-06T18:29:31.819" v="26016" actId="1035"/>
          <ac:spMkLst>
            <pc:docMk/>
            <pc:sldMk cId="271275750" sldId="1024"/>
            <ac:spMk id="9" creationId="{B6EA2D89-810C-AE28-37BF-B9D24992AE20}"/>
          </ac:spMkLst>
        </pc:spChg>
        <pc:spChg chg="del">
          <ac:chgData name="Palit, Tapti" userId="dec6fbcd-7598-406a-8cbf-504d4a3bac15" providerId="ADAL" clId="{65104DF2-1B45-4C36-9E2A-F89658839DCF}" dt="2024-02-06T18:25:10.254" v="25953" actId="478"/>
          <ac:spMkLst>
            <pc:docMk/>
            <pc:sldMk cId="271275750" sldId="1024"/>
            <ac:spMk id="10" creationId="{46849302-1299-6088-3944-A4A5A488C43C}"/>
          </ac:spMkLst>
        </pc:spChg>
        <pc:spChg chg="mod">
          <ac:chgData name="Palit, Tapti" userId="dec6fbcd-7598-406a-8cbf-504d4a3bac15" providerId="ADAL" clId="{65104DF2-1B45-4C36-9E2A-F89658839DCF}" dt="2024-02-06T18:29:31.819" v="26016" actId="1035"/>
          <ac:spMkLst>
            <pc:docMk/>
            <pc:sldMk cId="271275750" sldId="1024"/>
            <ac:spMk id="12" creationId="{B45C68AF-79FF-97D3-03A3-B6F915DF77AF}"/>
          </ac:spMkLst>
        </pc:spChg>
        <pc:spChg chg="add mod">
          <ac:chgData name="Palit, Tapti" userId="dec6fbcd-7598-406a-8cbf-504d4a3bac15" providerId="ADAL" clId="{65104DF2-1B45-4C36-9E2A-F89658839DCF}" dt="2024-02-06T18:29:31.819" v="26016" actId="1035"/>
          <ac:spMkLst>
            <pc:docMk/>
            <pc:sldMk cId="271275750" sldId="1024"/>
            <ac:spMk id="16" creationId="{384F5094-B781-BFAB-ED79-709E9C3C1E64}"/>
          </ac:spMkLst>
        </pc:spChg>
        <pc:picChg chg="del">
          <ac:chgData name="Palit, Tapti" userId="dec6fbcd-7598-406a-8cbf-504d4a3bac15" providerId="ADAL" clId="{65104DF2-1B45-4C36-9E2A-F89658839DCF}" dt="2024-01-25T17:13:38.838" v="20642" actId="478"/>
          <ac:picMkLst>
            <pc:docMk/>
            <pc:sldMk cId="271275750" sldId="1024"/>
            <ac:picMk id="10" creationId="{613987A6-F187-E522-A11D-DFEAB29D1236}"/>
          </ac:picMkLst>
        </pc:picChg>
        <pc:picChg chg="del">
          <ac:chgData name="Palit, Tapti" userId="dec6fbcd-7598-406a-8cbf-504d4a3bac15" providerId="ADAL" clId="{65104DF2-1B45-4C36-9E2A-F89658839DCF}" dt="2024-02-06T18:25:10.254" v="25953" actId="478"/>
          <ac:picMkLst>
            <pc:docMk/>
            <pc:sldMk cId="271275750" sldId="1024"/>
            <ac:picMk id="11" creationId="{923357D2-30CA-B996-1977-2EE94E9B961D}"/>
          </ac:picMkLst>
        </pc:picChg>
        <pc:picChg chg="add mod">
          <ac:chgData name="Palit, Tapti" userId="dec6fbcd-7598-406a-8cbf-504d4a3bac15" providerId="ADAL" clId="{65104DF2-1B45-4C36-9E2A-F89658839DCF}" dt="2024-02-06T18:29:31.819" v="26016" actId="1035"/>
          <ac:picMkLst>
            <pc:docMk/>
            <pc:sldMk cId="271275750" sldId="1024"/>
            <ac:picMk id="17" creationId="{BE12CD51-C586-0D1B-4382-013AD90F8D95}"/>
          </ac:picMkLst>
        </pc:picChg>
        <pc:cxnChg chg="mod">
          <ac:chgData name="Palit, Tapti" userId="dec6fbcd-7598-406a-8cbf-504d4a3bac15" providerId="ADAL" clId="{65104DF2-1B45-4C36-9E2A-F89658839DCF}" dt="2024-02-06T18:29:31.819" v="26016" actId="1035"/>
          <ac:cxnSpMkLst>
            <pc:docMk/>
            <pc:sldMk cId="271275750" sldId="1024"/>
            <ac:cxnSpMk id="7" creationId="{BC8EB2D9-0A72-0953-FC3C-1ECB90465A56}"/>
          </ac:cxnSpMkLst>
        </pc:cxnChg>
      </pc:sldChg>
      <pc:sldChg chg="modSp add del mod">
        <pc:chgData name="Palit, Tapti" userId="dec6fbcd-7598-406a-8cbf-504d4a3bac15" providerId="ADAL" clId="{65104DF2-1B45-4C36-9E2A-F89658839DCF}" dt="2024-02-06T18:29:12.188" v="25996" actId="47"/>
        <pc:sldMkLst>
          <pc:docMk/>
          <pc:sldMk cId="395946385" sldId="1025"/>
        </pc:sldMkLst>
        <pc:spChg chg="mod">
          <ac:chgData name="Palit, Tapti" userId="dec6fbcd-7598-406a-8cbf-504d4a3bac15" providerId="ADAL" clId="{65104DF2-1B45-4C36-9E2A-F89658839DCF}" dt="2024-01-25T17:18:18.725" v="20708" actId="20577"/>
          <ac:spMkLst>
            <pc:docMk/>
            <pc:sldMk cId="395946385" sldId="1025"/>
            <ac:spMk id="2" creationId="{E470CC57-6C32-7825-9CCD-F4A192D3119F}"/>
          </ac:spMkLst>
        </pc:spChg>
        <pc:spChg chg="mod">
          <ac:chgData name="Palit, Tapti" userId="dec6fbcd-7598-406a-8cbf-504d4a3bac15" providerId="ADAL" clId="{65104DF2-1B45-4C36-9E2A-F89658839DCF}" dt="2024-01-25T17:25:10.092" v="21034"/>
          <ac:spMkLst>
            <pc:docMk/>
            <pc:sldMk cId="395946385" sldId="1025"/>
            <ac:spMk id="5" creationId="{F5F324E9-714C-1CBF-1CCD-9A6C2AA76298}"/>
          </ac:spMkLst>
        </pc:spChg>
        <pc:spChg chg="mod">
          <ac:chgData name="Palit, Tapti" userId="dec6fbcd-7598-406a-8cbf-504d4a3bac15" providerId="ADAL" clId="{65104DF2-1B45-4C36-9E2A-F89658839DCF}" dt="2024-01-25T17:25:33.835" v="21062" actId="207"/>
          <ac:spMkLst>
            <pc:docMk/>
            <pc:sldMk cId="395946385" sldId="1025"/>
            <ac:spMk id="6" creationId="{18132DDA-DB08-4137-C62D-F1B586D0284D}"/>
          </ac:spMkLst>
        </pc:spChg>
        <pc:spChg chg="mod">
          <ac:chgData name="Palit, Tapti" userId="dec6fbcd-7598-406a-8cbf-504d4a3bac15" providerId="ADAL" clId="{65104DF2-1B45-4C36-9E2A-F89658839DCF}" dt="2024-01-25T17:25:56.176" v="21075" actId="1076"/>
          <ac:spMkLst>
            <pc:docMk/>
            <pc:sldMk cId="395946385" sldId="1025"/>
            <ac:spMk id="8" creationId="{CD142230-6606-3059-9159-E801862B6AB2}"/>
          </ac:spMkLst>
        </pc:spChg>
        <pc:spChg chg="mod">
          <ac:chgData name="Palit, Tapti" userId="dec6fbcd-7598-406a-8cbf-504d4a3bac15" providerId="ADAL" clId="{65104DF2-1B45-4C36-9E2A-F89658839DCF}" dt="2024-02-06T18:26:40.765" v="25964"/>
          <ac:spMkLst>
            <pc:docMk/>
            <pc:sldMk cId="395946385" sldId="1025"/>
            <ac:spMk id="11" creationId="{29307AF8-12AE-6E55-7E39-F5C536917790}"/>
          </ac:spMkLst>
        </pc:spChg>
      </pc:sldChg>
      <pc:sldChg chg="modSp add del mod">
        <pc:chgData name="Palit, Tapti" userId="dec6fbcd-7598-406a-8cbf-504d4a3bac15" providerId="ADAL" clId="{65104DF2-1B45-4C36-9E2A-F89658839DCF}" dt="2024-01-25T17:12:00.669" v="20610" actId="47"/>
        <pc:sldMkLst>
          <pc:docMk/>
          <pc:sldMk cId="2285285487" sldId="1025"/>
        </pc:sldMkLst>
        <pc:graphicFrameChg chg="modGraphic">
          <ac:chgData name="Palit, Tapti" userId="dec6fbcd-7598-406a-8cbf-504d4a3bac15" providerId="ADAL" clId="{65104DF2-1B45-4C36-9E2A-F89658839DCF}" dt="2024-01-25T17:11:19.758" v="20581" actId="20577"/>
          <ac:graphicFrameMkLst>
            <pc:docMk/>
            <pc:sldMk cId="2285285487" sldId="1025"/>
            <ac:graphicFrameMk id="32" creationId="{662E3E91-EC1F-FAC9-6710-BA112B8C33B9}"/>
          </ac:graphicFrameMkLst>
        </pc:graphicFrameChg>
      </pc:sldChg>
      <pc:sldChg chg="modSp add mod modNotesTx">
        <pc:chgData name="Palit, Tapti" userId="dec6fbcd-7598-406a-8cbf-504d4a3bac15" providerId="ADAL" clId="{65104DF2-1B45-4C36-9E2A-F89658839DCF}" dt="2024-01-26T20:40:50.526" v="24335" actId="20577"/>
        <pc:sldMkLst>
          <pc:docMk/>
          <pc:sldMk cId="1600423913" sldId="1026"/>
        </pc:sldMkLst>
        <pc:spChg chg="mod">
          <ac:chgData name="Palit, Tapti" userId="dec6fbcd-7598-406a-8cbf-504d4a3bac15" providerId="ADAL" clId="{65104DF2-1B45-4C36-9E2A-F89658839DCF}" dt="2024-01-26T19:53:46.918" v="23713" actId="114"/>
          <ac:spMkLst>
            <pc:docMk/>
            <pc:sldMk cId="1600423913" sldId="1026"/>
            <ac:spMk id="3" creationId="{1DE32838-0EFD-ED43-CD51-D5E95C26D3D4}"/>
          </ac:spMkLst>
        </pc:spChg>
      </pc:sldChg>
      <pc:sldChg chg="modSp add del mod addAnim delAnim">
        <pc:chgData name="Palit, Tapti" userId="dec6fbcd-7598-406a-8cbf-504d4a3bac15" providerId="ADAL" clId="{65104DF2-1B45-4C36-9E2A-F89658839DCF}" dt="2024-01-25T17:12:00.669" v="20610" actId="47"/>
        <pc:sldMkLst>
          <pc:docMk/>
          <pc:sldMk cId="2473080184" sldId="1026"/>
        </pc:sldMkLst>
        <pc:graphicFrameChg chg="modGraphic">
          <ac:chgData name="Palit, Tapti" userId="dec6fbcd-7598-406a-8cbf-504d4a3bac15" providerId="ADAL" clId="{65104DF2-1B45-4C36-9E2A-F89658839DCF}" dt="2024-01-25T17:11:40.881" v="20609" actId="207"/>
          <ac:graphicFrameMkLst>
            <pc:docMk/>
            <pc:sldMk cId="2473080184" sldId="1026"/>
            <ac:graphicFrameMk id="32" creationId="{662E3E91-EC1F-FAC9-6710-BA112B8C33B9}"/>
          </ac:graphicFrameMkLst>
        </pc:graphicFrameChg>
      </pc:sldChg>
      <pc:sldChg chg="modSp new del mod">
        <pc:chgData name="Palit, Tapti" userId="dec6fbcd-7598-406a-8cbf-504d4a3bac15" providerId="ADAL" clId="{65104DF2-1B45-4C36-9E2A-F89658839DCF}" dt="2024-01-25T17:31:40.316" v="21460" actId="47"/>
        <pc:sldMkLst>
          <pc:docMk/>
          <pc:sldMk cId="403089916" sldId="1027"/>
        </pc:sldMkLst>
        <pc:spChg chg="mod">
          <ac:chgData name="Palit, Tapti" userId="dec6fbcd-7598-406a-8cbf-504d4a3bac15" providerId="ADAL" clId="{65104DF2-1B45-4C36-9E2A-F89658839DCF}" dt="2024-01-25T17:31:34.636" v="21459" actId="20577"/>
          <ac:spMkLst>
            <pc:docMk/>
            <pc:sldMk cId="403089916" sldId="1027"/>
            <ac:spMk id="3" creationId="{3310D84E-392B-64F6-36AC-8051E90FDE18}"/>
          </ac:spMkLst>
        </pc:spChg>
      </pc:sldChg>
      <pc:sldChg chg="add modAnim">
        <pc:chgData name="Palit, Tapti" userId="dec6fbcd-7598-406a-8cbf-504d4a3bac15" providerId="ADAL" clId="{65104DF2-1B45-4C36-9E2A-F89658839DCF}" dt="2024-01-25T18:08:57.113" v="22350"/>
        <pc:sldMkLst>
          <pc:docMk/>
          <pc:sldMk cId="1072800903" sldId="1027"/>
        </pc:sldMkLst>
      </pc:sldChg>
      <pc:sldChg chg="addSp delSp modSp add mod ord delAnim modAnim">
        <pc:chgData name="Palit, Tapti" userId="dec6fbcd-7598-406a-8cbf-504d4a3bac15" providerId="ADAL" clId="{65104DF2-1B45-4C36-9E2A-F89658839DCF}" dt="2024-01-25T18:08:51.872" v="22349"/>
        <pc:sldMkLst>
          <pc:docMk/>
          <pc:sldMk cId="2515668265" sldId="1028"/>
        </pc:sldMkLst>
        <pc:spChg chg="add mod">
          <ac:chgData name="Palit, Tapti" userId="dec6fbcd-7598-406a-8cbf-504d4a3bac15" providerId="ADAL" clId="{65104DF2-1B45-4C36-9E2A-F89658839DCF}" dt="2024-01-25T17:35:40.525" v="21584" actId="14100"/>
          <ac:spMkLst>
            <pc:docMk/>
            <pc:sldMk cId="2515668265" sldId="1028"/>
            <ac:spMk id="2" creationId="{CB585135-B6E1-9F68-1A9F-5C1041B1B302}"/>
          </ac:spMkLst>
        </pc:spChg>
        <pc:spChg chg="del">
          <ac:chgData name="Palit, Tapti" userId="dec6fbcd-7598-406a-8cbf-504d4a3bac15" providerId="ADAL" clId="{65104DF2-1B45-4C36-9E2A-F89658839DCF}" dt="2024-01-25T17:35:10.961" v="21542" actId="478"/>
          <ac:spMkLst>
            <pc:docMk/>
            <pc:sldMk cId="2515668265" sldId="1028"/>
            <ac:spMk id="26" creationId="{258C86E8-8F62-EB2C-6B52-95955C75AF4F}"/>
          </ac:spMkLst>
        </pc:spChg>
        <pc:spChg chg="del">
          <ac:chgData name="Palit, Tapti" userId="dec6fbcd-7598-406a-8cbf-504d4a3bac15" providerId="ADAL" clId="{65104DF2-1B45-4C36-9E2A-F89658839DCF}" dt="2024-01-25T17:35:15.182" v="21543" actId="478"/>
          <ac:spMkLst>
            <pc:docMk/>
            <pc:sldMk cId="2515668265" sldId="1028"/>
            <ac:spMk id="27" creationId="{ED46B6B2-6ACB-B836-8F9F-37284BACC293}"/>
          </ac:spMkLst>
        </pc:spChg>
        <pc:cxnChg chg="del mod">
          <ac:chgData name="Palit, Tapti" userId="dec6fbcd-7598-406a-8cbf-504d4a3bac15" providerId="ADAL" clId="{65104DF2-1B45-4C36-9E2A-F89658839DCF}" dt="2024-01-25T17:35:15.182" v="21543" actId="478"/>
          <ac:cxnSpMkLst>
            <pc:docMk/>
            <pc:sldMk cId="2515668265" sldId="1028"/>
            <ac:cxnSpMk id="24" creationId="{054AA8E2-7C35-513F-A322-C4357ADEBE52}"/>
          </ac:cxnSpMkLst>
        </pc:cxnChg>
        <pc:cxnChg chg="del mod">
          <ac:chgData name="Palit, Tapti" userId="dec6fbcd-7598-406a-8cbf-504d4a3bac15" providerId="ADAL" clId="{65104DF2-1B45-4C36-9E2A-F89658839DCF}" dt="2024-01-25T17:35:15.182" v="21543" actId="478"/>
          <ac:cxnSpMkLst>
            <pc:docMk/>
            <pc:sldMk cId="2515668265" sldId="1028"/>
            <ac:cxnSpMk id="28" creationId="{185F974F-3034-714F-C899-34DB07A20BAC}"/>
          </ac:cxnSpMkLst>
        </pc:cxnChg>
      </pc:sldChg>
      <pc:sldChg chg="modSp add mod">
        <pc:chgData name="Palit, Tapti" userId="dec6fbcd-7598-406a-8cbf-504d4a3bac15" providerId="ADAL" clId="{65104DF2-1B45-4C36-9E2A-F89658839DCF}" dt="2024-01-26T19:54:48.129" v="23716" actId="207"/>
        <pc:sldMkLst>
          <pc:docMk/>
          <pc:sldMk cId="478277902" sldId="1029"/>
        </pc:sldMkLst>
        <pc:spChg chg="mod">
          <ac:chgData name="Palit, Tapti" userId="dec6fbcd-7598-406a-8cbf-504d4a3bac15" providerId="ADAL" clId="{65104DF2-1B45-4C36-9E2A-F89658839DCF}" dt="2024-01-26T19:54:48.129" v="23716" actId="207"/>
          <ac:spMkLst>
            <pc:docMk/>
            <pc:sldMk cId="478277902" sldId="1029"/>
            <ac:spMk id="3" creationId="{1DE32838-0EFD-ED43-CD51-D5E95C26D3D4}"/>
          </ac:spMkLst>
        </pc:spChg>
      </pc:sldChg>
      <pc:sldChg chg="addSp delSp modSp add mod modAnim modShow chgLayout">
        <pc:chgData name="Palit, Tapti" userId="dec6fbcd-7598-406a-8cbf-504d4a3bac15" providerId="ADAL" clId="{65104DF2-1B45-4C36-9E2A-F89658839DCF}" dt="2024-02-06T19:43:21.283" v="26676"/>
        <pc:sldMkLst>
          <pc:docMk/>
          <pc:sldMk cId="2951242320" sldId="1030"/>
        </pc:sldMkLst>
        <pc:spChg chg="mod ord">
          <ac:chgData name="Palit, Tapti" userId="dec6fbcd-7598-406a-8cbf-504d4a3bac15" providerId="ADAL" clId="{65104DF2-1B45-4C36-9E2A-F89658839DCF}" dt="2024-01-25T17:38:44.983" v="21676" actId="20577"/>
          <ac:spMkLst>
            <pc:docMk/>
            <pc:sldMk cId="2951242320" sldId="1030"/>
            <ac:spMk id="2" creationId="{FDC508B3-EA90-9347-6D4C-EF7A07AF44DF}"/>
          </ac:spMkLst>
        </pc:spChg>
        <pc:spChg chg="mod ord">
          <ac:chgData name="Palit, Tapti" userId="dec6fbcd-7598-406a-8cbf-504d4a3bac15" providerId="ADAL" clId="{65104DF2-1B45-4C36-9E2A-F89658839DCF}" dt="2024-01-25T17:37:58.462" v="21629" actId="6264"/>
          <ac:spMkLst>
            <pc:docMk/>
            <pc:sldMk cId="2951242320" sldId="1030"/>
            <ac:spMk id="3" creationId="{2246E50D-C821-CBE0-85B0-00E195167CAF}"/>
          </ac:spMkLst>
        </pc:spChg>
        <pc:spChg chg="mod ord">
          <ac:chgData name="Palit, Tapti" userId="dec6fbcd-7598-406a-8cbf-504d4a3bac15" providerId="ADAL" clId="{65104DF2-1B45-4C36-9E2A-F89658839DCF}" dt="2024-01-25T17:37:58.462" v="21629" actId="6264"/>
          <ac:spMkLst>
            <pc:docMk/>
            <pc:sldMk cId="2951242320" sldId="1030"/>
            <ac:spMk id="4" creationId="{A321B73A-33D9-AE8B-0339-06063916F56C}"/>
          </ac:spMkLst>
        </pc:spChg>
        <pc:spChg chg="add del mod">
          <ac:chgData name="Palit, Tapti" userId="dec6fbcd-7598-406a-8cbf-504d4a3bac15" providerId="ADAL" clId="{65104DF2-1B45-4C36-9E2A-F89658839DCF}" dt="2024-01-25T17:37:58.462" v="21629" actId="6264"/>
          <ac:spMkLst>
            <pc:docMk/>
            <pc:sldMk cId="2951242320" sldId="1030"/>
            <ac:spMk id="5" creationId="{4BE10851-D68F-C6A0-5D93-71C2082F7CB3}"/>
          </ac:spMkLst>
        </pc:spChg>
        <pc:spChg chg="add del mod">
          <ac:chgData name="Palit, Tapti" userId="dec6fbcd-7598-406a-8cbf-504d4a3bac15" providerId="ADAL" clId="{65104DF2-1B45-4C36-9E2A-F89658839DCF}" dt="2024-01-25T17:37:58.462" v="21629" actId="6264"/>
          <ac:spMkLst>
            <pc:docMk/>
            <pc:sldMk cId="2951242320" sldId="1030"/>
            <ac:spMk id="7" creationId="{707E7015-5E77-2049-B42E-8B7D26F540A7}"/>
          </ac:spMkLst>
        </pc:spChg>
        <pc:spChg chg="add del mod">
          <ac:chgData name="Palit, Tapti" userId="dec6fbcd-7598-406a-8cbf-504d4a3bac15" providerId="ADAL" clId="{65104DF2-1B45-4C36-9E2A-F89658839DCF}" dt="2024-01-25T17:37:58.462" v="21629" actId="6264"/>
          <ac:spMkLst>
            <pc:docMk/>
            <pc:sldMk cId="2951242320" sldId="1030"/>
            <ac:spMk id="8" creationId="{D52B809B-0910-F2FF-0E45-667516266682}"/>
          </ac:spMkLst>
        </pc:spChg>
        <pc:picChg chg="mod">
          <ac:chgData name="Palit, Tapti" userId="dec6fbcd-7598-406a-8cbf-504d4a3bac15" providerId="ADAL" clId="{65104DF2-1B45-4C36-9E2A-F89658839DCF}" dt="2024-01-25T17:38:20.540" v="21639" actId="1076"/>
          <ac:picMkLst>
            <pc:docMk/>
            <pc:sldMk cId="2951242320" sldId="1030"/>
            <ac:picMk id="6" creationId="{100B0E69-54BA-603E-E062-E4D6E2C7CF5F}"/>
          </ac:picMkLst>
        </pc:picChg>
        <pc:picChg chg="mod">
          <ac:chgData name="Palit, Tapti" userId="dec6fbcd-7598-406a-8cbf-504d4a3bac15" providerId="ADAL" clId="{65104DF2-1B45-4C36-9E2A-F89658839DCF}" dt="2024-01-25T17:38:20.540" v="21639" actId="1076"/>
          <ac:picMkLst>
            <pc:docMk/>
            <pc:sldMk cId="2951242320" sldId="1030"/>
            <ac:picMk id="10" creationId="{18FD86B8-3F8C-E69F-45BF-2D258C92B4DB}"/>
          </ac:picMkLst>
        </pc:picChg>
        <pc:picChg chg="mod">
          <ac:chgData name="Palit, Tapti" userId="dec6fbcd-7598-406a-8cbf-504d4a3bac15" providerId="ADAL" clId="{65104DF2-1B45-4C36-9E2A-F89658839DCF}" dt="2024-01-25T17:38:20.540" v="21639" actId="1076"/>
          <ac:picMkLst>
            <pc:docMk/>
            <pc:sldMk cId="2951242320" sldId="1030"/>
            <ac:picMk id="12" creationId="{EDC08997-D719-947E-A72F-7640FC6258DB}"/>
          </ac:picMkLst>
        </pc:picChg>
      </pc:sldChg>
      <pc:sldChg chg="add del">
        <pc:chgData name="Palit, Tapti" userId="dec6fbcd-7598-406a-8cbf-504d4a3bac15" providerId="ADAL" clId="{65104DF2-1B45-4C36-9E2A-F89658839DCF}" dt="2024-01-25T17:46:03.410" v="21810" actId="2696"/>
        <pc:sldMkLst>
          <pc:docMk/>
          <pc:sldMk cId="3400384913" sldId="1031"/>
        </pc:sldMkLst>
      </pc:sldChg>
      <pc:sldChg chg="modSp add del mod">
        <pc:chgData name="Palit, Tapti" userId="dec6fbcd-7598-406a-8cbf-504d4a3bac15" providerId="ADAL" clId="{65104DF2-1B45-4C36-9E2A-F89658839DCF}" dt="2024-01-25T17:48:45.062" v="21886" actId="47"/>
        <pc:sldMkLst>
          <pc:docMk/>
          <pc:sldMk cId="3520511757" sldId="1032"/>
        </pc:sldMkLst>
        <pc:spChg chg="mod">
          <ac:chgData name="Palit, Tapti" userId="dec6fbcd-7598-406a-8cbf-504d4a3bac15" providerId="ADAL" clId="{65104DF2-1B45-4C36-9E2A-F89658839DCF}" dt="2024-01-25T17:46:25.711" v="21842" actId="20577"/>
          <ac:spMkLst>
            <pc:docMk/>
            <pc:sldMk cId="3520511757" sldId="1032"/>
            <ac:spMk id="3" creationId="{DBF81D88-EE7F-4956-ADB0-DA856615FD00}"/>
          </ac:spMkLst>
        </pc:spChg>
      </pc:sldChg>
      <pc:sldChg chg="addSp modSp add modNotesTx">
        <pc:chgData name="Palit, Tapti" userId="dec6fbcd-7598-406a-8cbf-504d4a3bac15" providerId="ADAL" clId="{65104DF2-1B45-4C36-9E2A-F89658839DCF}" dt="2024-01-25T17:49:14.469" v="21923" actId="20577"/>
        <pc:sldMkLst>
          <pc:docMk/>
          <pc:sldMk cId="3824714029" sldId="1032"/>
        </pc:sldMkLst>
        <pc:spChg chg="add mod">
          <ac:chgData name="Palit, Tapti" userId="dec6fbcd-7598-406a-8cbf-504d4a3bac15" providerId="ADAL" clId="{65104DF2-1B45-4C36-9E2A-F89658839DCF}" dt="2024-01-25T17:49:08.365" v="21913"/>
          <ac:spMkLst>
            <pc:docMk/>
            <pc:sldMk cId="3824714029" sldId="1032"/>
            <ac:spMk id="6" creationId="{E2465E7F-1B40-61F5-3048-911F93C58C51}"/>
          </ac:spMkLst>
        </pc:spChg>
      </pc:sldChg>
      <pc:sldChg chg="addSp delSp modSp new mod modClrScheme chgLayout">
        <pc:chgData name="Palit, Tapti" userId="dec6fbcd-7598-406a-8cbf-504d4a3bac15" providerId="ADAL" clId="{65104DF2-1B45-4C36-9E2A-F89658839DCF}" dt="2024-01-25T18:02:27.499" v="22242" actId="20577"/>
        <pc:sldMkLst>
          <pc:docMk/>
          <pc:sldMk cId="1040606210" sldId="1033"/>
        </pc:sldMkLst>
        <pc:spChg chg="del">
          <ac:chgData name="Palit, Tapti" userId="dec6fbcd-7598-406a-8cbf-504d4a3bac15" providerId="ADAL" clId="{65104DF2-1B45-4C36-9E2A-F89658839DCF}" dt="2024-01-25T17:55:01.304" v="22020" actId="700"/>
          <ac:spMkLst>
            <pc:docMk/>
            <pc:sldMk cId="1040606210" sldId="1033"/>
            <ac:spMk id="2" creationId="{9B4E1440-A4E4-98EA-E41E-3CDDD916327C}"/>
          </ac:spMkLst>
        </pc:spChg>
        <pc:spChg chg="del mod ord">
          <ac:chgData name="Palit, Tapti" userId="dec6fbcd-7598-406a-8cbf-504d4a3bac15" providerId="ADAL" clId="{65104DF2-1B45-4C36-9E2A-F89658839DCF}" dt="2024-01-25T17:55:01.304" v="22020" actId="700"/>
          <ac:spMkLst>
            <pc:docMk/>
            <pc:sldMk cId="1040606210" sldId="1033"/>
            <ac:spMk id="3" creationId="{9C3CA8A0-1588-4220-CE6D-92C9DACE0B93}"/>
          </ac:spMkLst>
        </pc:spChg>
        <pc:spChg chg="mod ord">
          <ac:chgData name="Palit, Tapti" userId="dec6fbcd-7598-406a-8cbf-504d4a3bac15" providerId="ADAL" clId="{65104DF2-1B45-4C36-9E2A-F89658839DCF}" dt="2024-01-25T17:55:01.304" v="22020" actId="700"/>
          <ac:spMkLst>
            <pc:docMk/>
            <pc:sldMk cId="1040606210" sldId="1033"/>
            <ac:spMk id="4" creationId="{64EDF603-82E9-BBF4-F5C6-0A77A19028CF}"/>
          </ac:spMkLst>
        </pc:spChg>
        <pc:spChg chg="add mod ord">
          <ac:chgData name="Palit, Tapti" userId="dec6fbcd-7598-406a-8cbf-504d4a3bac15" providerId="ADAL" clId="{65104DF2-1B45-4C36-9E2A-F89658839DCF}" dt="2024-01-25T18:02:27.499" v="22242" actId="20577"/>
          <ac:spMkLst>
            <pc:docMk/>
            <pc:sldMk cId="1040606210" sldId="1033"/>
            <ac:spMk id="5" creationId="{D2BE94A9-6C37-52C8-1C76-B6946FAE9B43}"/>
          </ac:spMkLst>
        </pc:spChg>
      </pc:sldChg>
      <pc:sldChg chg="addSp delSp modSp add mod addCm">
        <pc:chgData name="Palit, Tapti" userId="dec6fbcd-7598-406a-8cbf-504d4a3bac15" providerId="ADAL" clId="{65104DF2-1B45-4C36-9E2A-F89658839DCF}" dt="2024-02-06T18:17:52.095" v="25888" actId="20577"/>
        <pc:sldMkLst>
          <pc:docMk/>
          <pc:sldMk cId="3386390439" sldId="1034"/>
        </pc:sldMkLst>
        <pc:spChg chg="mod">
          <ac:chgData name="Palit, Tapti" userId="dec6fbcd-7598-406a-8cbf-504d4a3bac15" providerId="ADAL" clId="{65104DF2-1B45-4C36-9E2A-F89658839DCF}" dt="2024-02-06T18:17:44.707" v="25884" actId="20577"/>
          <ac:spMkLst>
            <pc:docMk/>
            <pc:sldMk cId="3386390439" sldId="1034"/>
            <ac:spMk id="3" creationId="{F41F5800-0C87-D92F-5B6B-52E096B070E2}"/>
          </ac:spMkLst>
        </pc:spChg>
        <pc:spChg chg="del">
          <ac:chgData name="Palit, Tapti" userId="dec6fbcd-7598-406a-8cbf-504d4a3bac15" providerId="ADAL" clId="{65104DF2-1B45-4C36-9E2A-F89658839DCF}" dt="2024-01-25T17:58:50.264" v="22114" actId="478"/>
          <ac:spMkLst>
            <pc:docMk/>
            <pc:sldMk cId="3386390439" sldId="1034"/>
            <ac:spMk id="5" creationId="{3D373F79-5AD1-75EC-290D-9961F87C759F}"/>
          </ac:spMkLst>
        </pc:spChg>
        <pc:spChg chg="del">
          <ac:chgData name="Palit, Tapti" userId="dec6fbcd-7598-406a-8cbf-504d4a3bac15" providerId="ADAL" clId="{65104DF2-1B45-4C36-9E2A-F89658839DCF}" dt="2024-01-25T17:58:50.264" v="22114" actId="478"/>
          <ac:spMkLst>
            <pc:docMk/>
            <pc:sldMk cId="3386390439" sldId="1034"/>
            <ac:spMk id="8" creationId="{885F85A1-4076-A50D-98B5-C6EE4BE5346E}"/>
          </ac:spMkLst>
        </pc:spChg>
        <pc:spChg chg="del">
          <ac:chgData name="Palit, Tapti" userId="dec6fbcd-7598-406a-8cbf-504d4a3bac15" providerId="ADAL" clId="{65104DF2-1B45-4C36-9E2A-F89658839DCF}" dt="2024-01-25T17:58:50.264" v="22114" actId="478"/>
          <ac:spMkLst>
            <pc:docMk/>
            <pc:sldMk cId="3386390439" sldId="1034"/>
            <ac:spMk id="10" creationId="{B2849599-0146-037A-56B0-2E75EF2FFB10}"/>
          </ac:spMkLst>
        </pc:spChg>
        <pc:spChg chg="del">
          <ac:chgData name="Palit, Tapti" userId="dec6fbcd-7598-406a-8cbf-504d4a3bac15" providerId="ADAL" clId="{65104DF2-1B45-4C36-9E2A-F89658839DCF}" dt="2024-01-25T17:58:50.264" v="22114" actId="478"/>
          <ac:spMkLst>
            <pc:docMk/>
            <pc:sldMk cId="3386390439" sldId="1034"/>
            <ac:spMk id="11" creationId="{707AC7D3-B300-6284-F4BF-9F14BCFDD045}"/>
          </ac:spMkLst>
        </pc:spChg>
        <pc:spChg chg="del">
          <ac:chgData name="Palit, Tapti" userId="dec6fbcd-7598-406a-8cbf-504d4a3bac15" providerId="ADAL" clId="{65104DF2-1B45-4C36-9E2A-F89658839DCF}" dt="2024-01-25T17:58:50.264" v="22114" actId="478"/>
          <ac:spMkLst>
            <pc:docMk/>
            <pc:sldMk cId="3386390439" sldId="1034"/>
            <ac:spMk id="12" creationId="{C902EB02-8612-75F0-CB75-A557CCFF913B}"/>
          </ac:spMkLst>
        </pc:spChg>
        <pc:spChg chg="add del mod ord">
          <ac:chgData name="Palit, Tapti" userId="dec6fbcd-7598-406a-8cbf-504d4a3bac15" providerId="ADAL" clId="{65104DF2-1B45-4C36-9E2A-F89658839DCF}" dt="2024-01-25T17:58:21.329" v="22103" actId="478"/>
          <ac:spMkLst>
            <pc:docMk/>
            <pc:sldMk cId="3386390439" sldId="1034"/>
            <ac:spMk id="13" creationId="{456483A7-98CA-FE99-C540-3660998D3117}"/>
          </ac:spMkLst>
        </pc:spChg>
        <pc:spChg chg="del">
          <ac:chgData name="Palit, Tapti" userId="dec6fbcd-7598-406a-8cbf-504d4a3bac15" providerId="ADAL" clId="{65104DF2-1B45-4C36-9E2A-F89658839DCF}" dt="2024-01-25T17:58:28.045" v="22104" actId="478"/>
          <ac:spMkLst>
            <pc:docMk/>
            <pc:sldMk cId="3386390439" sldId="1034"/>
            <ac:spMk id="15" creationId="{632CDA17-2240-B34F-44F8-5573404E1E94}"/>
          </ac:spMkLst>
        </pc:spChg>
        <pc:spChg chg="del">
          <ac:chgData name="Palit, Tapti" userId="dec6fbcd-7598-406a-8cbf-504d4a3bac15" providerId="ADAL" clId="{65104DF2-1B45-4C36-9E2A-F89658839DCF}" dt="2024-01-25T17:58:50.264" v="22114" actId="478"/>
          <ac:spMkLst>
            <pc:docMk/>
            <pc:sldMk cId="3386390439" sldId="1034"/>
            <ac:spMk id="16" creationId="{BA3828BB-07C9-6A22-0125-6282103A5ED6}"/>
          </ac:spMkLst>
        </pc:spChg>
        <pc:spChg chg="del">
          <ac:chgData name="Palit, Tapti" userId="dec6fbcd-7598-406a-8cbf-504d4a3bac15" providerId="ADAL" clId="{65104DF2-1B45-4C36-9E2A-F89658839DCF}" dt="2024-01-25T17:58:53.010" v="22115" actId="478"/>
          <ac:spMkLst>
            <pc:docMk/>
            <pc:sldMk cId="3386390439" sldId="1034"/>
            <ac:spMk id="18" creationId="{38158093-6F13-9634-0C40-CB520D742CFB}"/>
          </ac:spMkLst>
        </pc:spChg>
        <pc:spChg chg="del">
          <ac:chgData name="Palit, Tapti" userId="dec6fbcd-7598-406a-8cbf-504d4a3bac15" providerId="ADAL" clId="{65104DF2-1B45-4C36-9E2A-F89658839DCF}" dt="2024-01-25T17:58:29.975" v="22105" actId="478"/>
          <ac:spMkLst>
            <pc:docMk/>
            <pc:sldMk cId="3386390439" sldId="1034"/>
            <ac:spMk id="19" creationId="{62A0C4CA-2A0C-7E20-4EEB-512723DBF9F9}"/>
          </ac:spMkLst>
        </pc:spChg>
        <pc:spChg chg="del">
          <ac:chgData name="Palit, Tapti" userId="dec6fbcd-7598-406a-8cbf-504d4a3bac15" providerId="ADAL" clId="{65104DF2-1B45-4C36-9E2A-F89658839DCF}" dt="2024-01-25T17:58:50.264" v="22114" actId="478"/>
          <ac:spMkLst>
            <pc:docMk/>
            <pc:sldMk cId="3386390439" sldId="1034"/>
            <ac:spMk id="20" creationId="{6B846521-CF3C-1C2E-5EFA-E362CE8B0255}"/>
          </ac:spMkLst>
        </pc:spChg>
        <pc:spChg chg="del">
          <ac:chgData name="Palit, Tapti" userId="dec6fbcd-7598-406a-8cbf-504d4a3bac15" providerId="ADAL" clId="{65104DF2-1B45-4C36-9E2A-F89658839DCF}" dt="2024-01-25T17:58:50.264" v="22114" actId="478"/>
          <ac:spMkLst>
            <pc:docMk/>
            <pc:sldMk cId="3386390439" sldId="1034"/>
            <ac:spMk id="21" creationId="{D7179A03-A83C-A828-EB03-DB0E95ED3A9F}"/>
          </ac:spMkLst>
        </pc:spChg>
        <pc:spChg chg="del">
          <ac:chgData name="Palit, Tapti" userId="dec6fbcd-7598-406a-8cbf-504d4a3bac15" providerId="ADAL" clId="{65104DF2-1B45-4C36-9E2A-F89658839DCF}" dt="2024-01-25T17:58:50.264" v="22114" actId="478"/>
          <ac:spMkLst>
            <pc:docMk/>
            <pc:sldMk cId="3386390439" sldId="1034"/>
            <ac:spMk id="22" creationId="{DFEE423D-239B-0159-2953-A9F255A35310}"/>
          </ac:spMkLst>
        </pc:spChg>
        <pc:spChg chg="mod">
          <ac:chgData name="Palit, Tapti" userId="dec6fbcd-7598-406a-8cbf-504d4a3bac15" providerId="ADAL" clId="{65104DF2-1B45-4C36-9E2A-F89658839DCF}" dt="2024-02-06T18:17:52.095" v="25888" actId="20577"/>
          <ac:spMkLst>
            <pc:docMk/>
            <pc:sldMk cId="3386390439" sldId="1034"/>
            <ac:spMk id="24" creationId="{61E1D992-FB9B-AF0E-0524-B1AE2D228029}"/>
          </ac:spMkLst>
        </pc:spChg>
        <pc:spChg chg="del">
          <ac:chgData name="Palit, Tapti" userId="dec6fbcd-7598-406a-8cbf-504d4a3bac15" providerId="ADAL" clId="{65104DF2-1B45-4C36-9E2A-F89658839DCF}" dt="2024-01-25T17:58:37.767" v="22109" actId="478"/>
          <ac:spMkLst>
            <pc:docMk/>
            <pc:sldMk cId="3386390439" sldId="1034"/>
            <ac:spMk id="27" creationId="{A514031C-BE6B-B376-1F8D-A6CBB52D164E}"/>
          </ac:spMkLst>
        </pc:spChg>
        <pc:spChg chg="del">
          <ac:chgData name="Palit, Tapti" userId="dec6fbcd-7598-406a-8cbf-504d4a3bac15" providerId="ADAL" clId="{65104DF2-1B45-4C36-9E2A-F89658839DCF}" dt="2024-01-25T17:58:39.655" v="22110" actId="478"/>
          <ac:spMkLst>
            <pc:docMk/>
            <pc:sldMk cId="3386390439" sldId="1034"/>
            <ac:spMk id="29" creationId="{B51B138B-CA6E-D442-540A-519FABFF1C4E}"/>
          </ac:spMkLst>
        </pc:spChg>
        <pc:spChg chg="mod">
          <ac:chgData name="Palit, Tapti" userId="dec6fbcd-7598-406a-8cbf-504d4a3bac15" providerId="ADAL" clId="{65104DF2-1B45-4C36-9E2A-F89658839DCF}" dt="2024-01-25T18:04:10.449" v="22307" actId="20577"/>
          <ac:spMkLst>
            <pc:docMk/>
            <pc:sldMk cId="3386390439" sldId="1034"/>
            <ac:spMk id="31" creationId="{8066DF09-0DDE-0E4A-743E-1BD29398BBC7}"/>
          </ac:spMkLst>
        </pc:spChg>
        <pc:picChg chg="del">
          <ac:chgData name="Palit, Tapti" userId="dec6fbcd-7598-406a-8cbf-504d4a3bac15" providerId="ADAL" clId="{65104DF2-1B45-4C36-9E2A-F89658839DCF}" dt="2024-01-25T17:58:31.637" v="22106" actId="478"/>
          <ac:picMkLst>
            <pc:docMk/>
            <pc:sldMk cId="3386390439" sldId="1034"/>
            <ac:picMk id="2" creationId="{5C5B91B7-4BF3-EF22-73A2-268F52918630}"/>
          </ac:picMkLst>
        </pc:picChg>
        <pc:picChg chg="mod">
          <ac:chgData name="Palit, Tapti" userId="dec6fbcd-7598-406a-8cbf-504d4a3bac15" providerId="ADAL" clId="{65104DF2-1B45-4C36-9E2A-F89658839DCF}" dt="2024-01-25T17:58:55.944" v="22116" actId="1076"/>
          <ac:picMkLst>
            <pc:docMk/>
            <pc:sldMk cId="3386390439" sldId="1034"/>
            <ac:picMk id="30" creationId="{C4A9D9C3-B220-ECBA-34F5-F32FE43D70F1}"/>
          </ac:picMkLst>
        </pc:picChg>
        <pc:picChg chg="mod">
          <ac:chgData name="Palit, Tapti" userId="dec6fbcd-7598-406a-8cbf-504d4a3bac15" providerId="ADAL" clId="{65104DF2-1B45-4C36-9E2A-F89658839DCF}" dt="2024-01-25T17:58:58.214" v="22117" actId="1076"/>
          <ac:picMkLst>
            <pc:docMk/>
            <pc:sldMk cId="3386390439" sldId="1034"/>
            <ac:picMk id="1026" creationId="{85D56089-2BE5-60FF-6DAA-7CE90B5C9556}"/>
          </ac:picMkLst>
        </pc:picChg>
        <pc:cxnChg chg="del">
          <ac:chgData name="Palit, Tapti" userId="dec6fbcd-7598-406a-8cbf-504d4a3bac15" providerId="ADAL" clId="{65104DF2-1B45-4C36-9E2A-F89658839DCF}" dt="2024-01-25T17:58:35.465" v="22108" actId="478"/>
          <ac:cxnSpMkLst>
            <pc:docMk/>
            <pc:sldMk cId="3386390439" sldId="1034"/>
            <ac:cxnSpMk id="6" creationId="{9A228DE5-2A47-7DC0-AB7D-AA240CDBFA38}"/>
          </ac:cxnSpMkLst>
        </pc:cxnChg>
        <pc:cxnChg chg="del">
          <ac:chgData name="Palit, Tapti" userId="dec6fbcd-7598-406a-8cbf-504d4a3bac15" providerId="ADAL" clId="{65104DF2-1B45-4C36-9E2A-F89658839DCF}" dt="2024-01-25T17:58:50.264" v="22114" actId="478"/>
          <ac:cxnSpMkLst>
            <pc:docMk/>
            <pc:sldMk cId="3386390439" sldId="1034"/>
            <ac:cxnSpMk id="7" creationId="{61D65FAB-D08A-1F97-5A56-A0AFDCACE3EE}"/>
          </ac:cxnSpMkLst>
        </pc:cxnChg>
        <pc:cxnChg chg="del mod">
          <ac:chgData name="Palit, Tapti" userId="dec6fbcd-7598-406a-8cbf-504d4a3bac15" providerId="ADAL" clId="{65104DF2-1B45-4C36-9E2A-F89658839DCF}" dt="2024-01-25T17:58:50.264" v="22114" actId="478"/>
          <ac:cxnSpMkLst>
            <pc:docMk/>
            <pc:sldMk cId="3386390439" sldId="1034"/>
            <ac:cxnSpMk id="9" creationId="{5B659DB4-1E58-9C88-6147-F8AE219D326E}"/>
          </ac:cxnSpMkLst>
        </pc:cxnChg>
        <pc:cxnChg chg="del mod">
          <ac:chgData name="Palit, Tapti" userId="dec6fbcd-7598-406a-8cbf-504d4a3bac15" providerId="ADAL" clId="{65104DF2-1B45-4C36-9E2A-F89658839DCF}" dt="2024-01-25T17:58:33.379" v="22107" actId="478"/>
          <ac:cxnSpMkLst>
            <pc:docMk/>
            <pc:sldMk cId="3386390439" sldId="1034"/>
            <ac:cxnSpMk id="14" creationId="{E3057DF5-1ED5-9116-B096-D42DE1A11886}"/>
          </ac:cxnSpMkLst>
        </pc:cxnChg>
        <pc:cxnChg chg="del mod">
          <ac:chgData name="Palit, Tapti" userId="dec6fbcd-7598-406a-8cbf-504d4a3bac15" providerId="ADAL" clId="{65104DF2-1B45-4C36-9E2A-F89658839DCF}" dt="2024-01-25T17:58:50.264" v="22114" actId="478"/>
          <ac:cxnSpMkLst>
            <pc:docMk/>
            <pc:sldMk cId="3386390439" sldId="1034"/>
            <ac:cxnSpMk id="17" creationId="{3F645796-6659-6C62-0048-A9C63762DB52}"/>
          </ac:cxnSpMkLst>
        </pc:cxnChg>
        <pc:cxnChg chg="del">
          <ac:chgData name="Palit, Tapti" userId="dec6fbcd-7598-406a-8cbf-504d4a3bac15" providerId="ADAL" clId="{65104DF2-1B45-4C36-9E2A-F89658839DCF}" dt="2024-01-25T17:58:41.429" v="22111" actId="478"/>
          <ac:cxnSpMkLst>
            <pc:docMk/>
            <pc:sldMk cId="3386390439" sldId="1034"/>
            <ac:cxnSpMk id="23" creationId="{D16509D8-28D2-A44B-77B1-1128B454B009}"/>
          </ac:cxnSpMkLst>
        </pc:cxnChg>
        <pc:cxnChg chg="del">
          <ac:chgData name="Palit, Tapti" userId="dec6fbcd-7598-406a-8cbf-504d4a3bac15" providerId="ADAL" clId="{65104DF2-1B45-4C36-9E2A-F89658839DCF}" dt="2024-01-25T17:58:43.014" v="22112" actId="478"/>
          <ac:cxnSpMkLst>
            <pc:docMk/>
            <pc:sldMk cId="3386390439" sldId="1034"/>
            <ac:cxnSpMk id="26" creationId="{CC017F9E-EDAB-28CE-0FC4-6DC0F6308385}"/>
          </ac:cxnSpMkLst>
        </pc:cxn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65104DF2-1B45-4C36-9E2A-F89658839DCF}" dt="2024-02-05T17:40:19.796" v="25447"/>
              <pc2:cmMkLst xmlns:pc2="http://schemas.microsoft.com/office/powerpoint/2019/9/main/command">
                <pc:docMk/>
                <pc:sldMk cId="3386390439" sldId="1034"/>
                <pc2:cmMk id="{409A4FB5-0779-4C44-B1ED-07A27718C28E}"/>
              </pc2:cmMkLst>
            </pc226:cmChg>
          </p:ext>
        </pc:extLst>
      </pc:sldChg>
      <pc:sldChg chg="addSp delSp modSp add mod">
        <pc:chgData name="Palit, Tapti" userId="dec6fbcd-7598-406a-8cbf-504d4a3bac15" providerId="ADAL" clId="{65104DF2-1B45-4C36-9E2A-F89658839DCF}" dt="2024-01-25T18:01:31.285" v="22157" actId="478"/>
        <pc:sldMkLst>
          <pc:docMk/>
          <pc:sldMk cId="2254985898" sldId="1035"/>
        </pc:sldMkLst>
        <pc:spChg chg="del">
          <ac:chgData name="Palit, Tapti" userId="dec6fbcd-7598-406a-8cbf-504d4a3bac15" providerId="ADAL" clId="{65104DF2-1B45-4C36-9E2A-F89658839DCF}" dt="2024-01-25T18:00:19.049" v="22154" actId="478"/>
          <ac:spMkLst>
            <pc:docMk/>
            <pc:sldMk cId="2254985898" sldId="1035"/>
            <ac:spMk id="5" creationId="{6A16820F-4E3C-D94A-AF37-38E1BA86DC74}"/>
          </ac:spMkLst>
        </pc:spChg>
        <pc:spChg chg="add mod">
          <ac:chgData name="Palit, Tapti" userId="dec6fbcd-7598-406a-8cbf-504d4a3bac15" providerId="ADAL" clId="{65104DF2-1B45-4C36-9E2A-F89658839DCF}" dt="2024-01-25T18:00:19.049" v="22154" actId="478"/>
          <ac:spMkLst>
            <pc:docMk/>
            <pc:sldMk cId="2254985898" sldId="1035"/>
            <ac:spMk id="16" creationId="{5EA55818-71C4-7804-922F-796706A41320}"/>
          </ac:spMkLst>
        </pc:spChg>
        <pc:spChg chg="del mod">
          <ac:chgData name="Palit, Tapti" userId="dec6fbcd-7598-406a-8cbf-504d4a3bac15" providerId="ADAL" clId="{65104DF2-1B45-4C36-9E2A-F89658839DCF}" dt="2024-01-25T18:00:25.106" v="22155" actId="478"/>
          <ac:spMkLst>
            <pc:docMk/>
            <pc:sldMk cId="2254985898" sldId="1035"/>
            <ac:spMk id="18" creationId="{F6909437-D043-2C29-21BC-C06F5DCB2F59}"/>
          </ac:spMkLst>
        </pc:spChg>
        <pc:spChg chg="add mod">
          <ac:chgData name="Palit, Tapti" userId="dec6fbcd-7598-406a-8cbf-504d4a3bac15" providerId="ADAL" clId="{65104DF2-1B45-4C36-9E2A-F89658839DCF}" dt="2024-01-25T18:01:21.282" v="22156"/>
          <ac:spMkLst>
            <pc:docMk/>
            <pc:sldMk cId="2254985898" sldId="1035"/>
            <ac:spMk id="19" creationId="{41571BFA-A0C5-C304-F812-7C2A466F3ACC}"/>
          </ac:spMkLst>
        </pc:spChg>
        <pc:picChg chg="del">
          <ac:chgData name="Palit, Tapti" userId="dec6fbcd-7598-406a-8cbf-504d4a3bac15" providerId="ADAL" clId="{65104DF2-1B45-4C36-9E2A-F89658839DCF}" dt="2024-01-25T18:01:31.285" v="22157" actId="478"/>
          <ac:picMkLst>
            <pc:docMk/>
            <pc:sldMk cId="2254985898" sldId="1035"/>
            <ac:picMk id="11" creationId="{71435A73-6B56-0322-F1D2-D1616A3AEB4A}"/>
          </ac:picMkLst>
        </pc:picChg>
        <pc:cxnChg chg="add mod">
          <ac:chgData name="Palit, Tapti" userId="dec6fbcd-7598-406a-8cbf-504d4a3bac15" providerId="ADAL" clId="{65104DF2-1B45-4C36-9E2A-F89658839DCF}" dt="2024-01-25T18:01:21.282" v="22156"/>
          <ac:cxnSpMkLst>
            <pc:docMk/>
            <pc:sldMk cId="2254985898" sldId="1035"/>
            <ac:cxnSpMk id="17" creationId="{0B7C1332-F898-F4A6-41BF-E5BAAD9AB82B}"/>
          </ac:cxnSpMkLst>
        </pc:cxnChg>
      </pc:sldChg>
      <pc:sldChg chg="addSp delSp modSp add del mod">
        <pc:chgData name="Palit, Tapti" userId="dec6fbcd-7598-406a-8cbf-504d4a3bac15" providerId="ADAL" clId="{65104DF2-1B45-4C36-9E2A-F89658839DCF}" dt="2024-01-26T19:12:37.175" v="22968" actId="2696"/>
        <pc:sldMkLst>
          <pc:docMk/>
          <pc:sldMk cId="1225240606" sldId="1036"/>
        </pc:sldMkLst>
        <pc:spChg chg="add del">
          <ac:chgData name="Palit, Tapti" userId="dec6fbcd-7598-406a-8cbf-504d4a3bac15" providerId="ADAL" clId="{65104DF2-1B45-4C36-9E2A-F89658839DCF}" dt="2024-01-25T18:17:14.405" v="22639" actId="478"/>
          <ac:spMkLst>
            <pc:docMk/>
            <pc:sldMk cId="1225240606" sldId="1036"/>
            <ac:spMk id="2" creationId="{656DB987-E898-4BA7-39FC-75CB5E3A5011}"/>
          </ac:spMkLst>
        </pc:spChg>
        <pc:spChg chg="mod">
          <ac:chgData name="Palit, Tapti" userId="dec6fbcd-7598-406a-8cbf-504d4a3bac15" providerId="ADAL" clId="{65104DF2-1B45-4C36-9E2A-F89658839DCF}" dt="2024-01-25T18:11:15.271" v="22382" actId="20577"/>
          <ac:spMkLst>
            <pc:docMk/>
            <pc:sldMk cId="1225240606" sldId="1036"/>
            <ac:spMk id="12" creationId="{498AE73A-CEAA-1376-AD9C-8110A90B14BF}"/>
          </ac:spMkLst>
        </pc:spChg>
        <pc:picChg chg="mod">
          <ac:chgData name="Palit, Tapti" userId="dec6fbcd-7598-406a-8cbf-504d4a3bac15" providerId="ADAL" clId="{65104DF2-1B45-4C36-9E2A-F89658839DCF}" dt="2024-01-25T18:11:21.485" v="22384" actId="1076"/>
          <ac:picMkLst>
            <pc:docMk/>
            <pc:sldMk cId="1225240606" sldId="1036"/>
            <ac:picMk id="3076" creationId="{26E16DAD-48E1-CD95-693A-FD190AF70FC1}"/>
          </ac:picMkLst>
        </pc:picChg>
        <pc:picChg chg="mod">
          <ac:chgData name="Palit, Tapti" userId="dec6fbcd-7598-406a-8cbf-504d4a3bac15" providerId="ADAL" clId="{65104DF2-1B45-4C36-9E2A-F89658839DCF}" dt="2024-01-25T18:11:28.187" v="22387" actId="1076"/>
          <ac:picMkLst>
            <pc:docMk/>
            <pc:sldMk cId="1225240606" sldId="1036"/>
            <ac:picMk id="3078" creationId="{E7B4BB44-207D-AF75-B605-841BD4E59D8A}"/>
          </ac:picMkLst>
        </pc:picChg>
        <pc:picChg chg="mod">
          <ac:chgData name="Palit, Tapti" userId="dec6fbcd-7598-406a-8cbf-504d4a3bac15" providerId="ADAL" clId="{65104DF2-1B45-4C36-9E2A-F89658839DCF}" dt="2024-01-25T18:11:25.551" v="22386" actId="1076"/>
          <ac:picMkLst>
            <pc:docMk/>
            <pc:sldMk cId="1225240606" sldId="1036"/>
            <ac:picMk id="3080" creationId="{68567777-1E75-80A0-2589-2E2BA7DE8F73}"/>
          </ac:picMkLst>
        </pc:picChg>
      </pc:sldChg>
      <pc:sldChg chg="add mod modShow">
        <pc:chgData name="Palit, Tapti" userId="dec6fbcd-7598-406a-8cbf-504d4a3bac15" providerId="ADAL" clId="{65104DF2-1B45-4C36-9E2A-F89658839DCF}" dt="2024-01-26T19:13:07.975" v="22972" actId="729"/>
        <pc:sldMkLst>
          <pc:docMk/>
          <pc:sldMk cId="2068681319" sldId="1036"/>
        </pc:sldMkLst>
      </pc:sldChg>
      <pc:sldChg chg="add del">
        <pc:chgData name="Palit, Tapti" userId="dec6fbcd-7598-406a-8cbf-504d4a3bac15" providerId="ADAL" clId="{65104DF2-1B45-4C36-9E2A-F89658839DCF}" dt="2024-01-26T19:12:49.080" v="22970" actId="2696"/>
        <pc:sldMkLst>
          <pc:docMk/>
          <pc:sldMk cId="4134499393" sldId="1036"/>
        </pc:sldMkLst>
      </pc:sldChg>
      <pc:sldChg chg="addSp delSp modSp add mod modClrScheme chgLayout">
        <pc:chgData name="Palit, Tapti" userId="dec6fbcd-7598-406a-8cbf-504d4a3bac15" providerId="ADAL" clId="{65104DF2-1B45-4C36-9E2A-F89658839DCF}" dt="2024-01-26T19:33:43.801" v="23424" actId="20577"/>
        <pc:sldMkLst>
          <pc:docMk/>
          <pc:sldMk cId="1424143934" sldId="1037"/>
        </pc:sldMkLst>
        <pc:spChg chg="add mod ord">
          <ac:chgData name="Palit, Tapti" userId="dec6fbcd-7598-406a-8cbf-504d4a3bac15" providerId="ADAL" clId="{65104DF2-1B45-4C36-9E2A-F89658839DCF}" dt="2024-01-26T19:32:15.765" v="23390" actId="14100"/>
          <ac:spMkLst>
            <pc:docMk/>
            <pc:sldMk cId="1424143934" sldId="1037"/>
            <ac:spMk id="2" creationId="{9DACA139-6BE7-72A7-42F6-952EC2B3A3DC}"/>
          </ac:spMkLst>
        </pc:spChg>
        <pc:spChg chg="add mod">
          <ac:chgData name="Palit, Tapti" userId="dec6fbcd-7598-406a-8cbf-504d4a3bac15" providerId="ADAL" clId="{65104DF2-1B45-4C36-9E2A-F89658839DCF}" dt="2024-01-26T19:33:33.268" v="23411" actId="14100"/>
          <ac:spMkLst>
            <pc:docMk/>
            <pc:sldMk cId="1424143934" sldId="1037"/>
            <ac:spMk id="3" creationId="{E470BD9D-EFD5-3C86-9E4F-CDA368536399}"/>
          </ac:spMkLst>
        </pc:spChg>
        <pc:spChg chg="mod ord">
          <ac:chgData name="Palit, Tapti" userId="dec6fbcd-7598-406a-8cbf-504d4a3bac15" providerId="ADAL" clId="{65104DF2-1B45-4C36-9E2A-F89658839DCF}" dt="2024-01-26T19:31:13.286" v="23280" actId="700"/>
          <ac:spMkLst>
            <pc:docMk/>
            <pc:sldMk cId="1424143934" sldId="1037"/>
            <ac:spMk id="4" creationId="{98D80283-D8DA-71D9-5393-C040601DD2E7}"/>
          </ac:spMkLst>
        </pc:spChg>
        <pc:spChg chg="add mod">
          <ac:chgData name="Palit, Tapti" userId="dec6fbcd-7598-406a-8cbf-504d4a3bac15" providerId="ADAL" clId="{65104DF2-1B45-4C36-9E2A-F89658839DCF}" dt="2024-01-26T19:33:43.801" v="23424" actId="20577"/>
          <ac:spMkLst>
            <pc:docMk/>
            <pc:sldMk cId="1424143934" sldId="1037"/>
            <ac:spMk id="5" creationId="{266BC853-2E85-D496-9042-967B14123CA6}"/>
          </ac:spMkLst>
        </pc:spChg>
        <pc:spChg chg="mod ord">
          <ac:chgData name="Palit, Tapti" userId="dec6fbcd-7598-406a-8cbf-504d4a3bac15" providerId="ADAL" clId="{65104DF2-1B45-4C36-9E2A-F89658839DCF}" dt="2024-01-26T19:31:27.500" v="23309" actId="20577"/>
          <ac:spMkLst>
            <pc:docMk/>
            <pc:sldMk cId="1424143934" sldId="1037"/>
            <ac:spMk id="6" creationId="{C83B4F0D-9E97-1F40-2BE7-29B171E0C65F}"/>
          </ac:spMkLst>
        </pc:spChg>
        <pc:picChg chg="add">
          <ac:chgData name="Palit, Tapti" userId="dec6fbcd-7598-406a-8cbf-504d4a3bac15" providerId="ADAL" clId="{65104DF2-1B45-4C36-9E2A-F89658839DCF}" dt="2024-01-26T19:29:46.847" v="23278"/>
          <ac:picMkLst>
            <pc:docMk/>
            <pc:sldMk cId="1424143934" sldId="1037"/>
            <ac:picMk id="2050" creationId="{D6DF9E36-55CF-A5E9-6BE6-3D261F7D9FB7}"/>
          </ac:picMkLst>
        </pc:picChg>
        <pc:picChg chg="add del mod">
          <ac:chgData name="Palit, Tapti" userId="dec6fbcd-7598-406a-8cbf-504d4a3bac15" providerId="ADAL" clId="{65104DF2-1B45-4C36-9E2A-F89658839DCF}" dt="2024-01-26T19:33:15.646" v="23399" actId="1076"/>
          <ac:picMkLst>
            <pc:docMk/>
            <pc:sldMk cId="1424143934" sldId="1037"/>
            <ac:picMk id="2052" creationId="{E801F39D-0E03-5226-EA64-06BC0B2511E1}"/>
          </ac:picMkLst>
        </pc:picChg>
        <pc:picChg chg="add mod">
          <ac:chgData name="Palit, Tapti" userId="dec6fbcd-7598-406a-8cbf-504d4a3bac15" providerId="ADAL" clId="{65104DF2-1B45-4C36-9E2A-F89658839DCF}" dt="2024-01-26T19:33:15.646" v="23399" actId="1076"/>
          <ac:picMkLst>
            <pc:docMk/>
            <pc:sldMk cId="1424143934" sldId="1037"/>
            <ac:picMk id="2054" creationId="{ECBCF509-6FCC-3CF6-E3A2-3CB61E2601C3}"/>
          </ac:picMkLst>
        </pc:picChg>
      </pc:sldChg>
      <pc:sldChg chg="add">
        <pc:chgData name="Palit, Tapti" userId="dec6fbcd-7598-406a-8cbf-504d4a3bac15" providerId="ADAL" clId="{65104DF2-1B45-4C36-9E2A-F89658839DCF}" dt="2024-01-26T19:12:42.323" v="22969"/>
        <pc:sldMkLst>
          <pc:docMk/>
          <pc:sldMk cId="665262604" sldId="1038"/>
        </pc:sldMkLst>
      </pc:sldChg>
      <pc:sldChg chg="modSp add del mod">
        <pc:chgData name="Palit, Tapti" userId="dec6fbcd-7598-406a-8cbf-504d4a3bac15" providerId="ADAL" clId="{65104DF2-1B45-4C36-9E2A-F89658839DCF}" dt="2024-01-26T19:12:37.175" v="22968" actId="2696"/>
        <pc:sldMkLst>
          <pc:docMk/>
          <pc:sldMk cId="1055822117" sldId="1038"/>
        </pc:sldMkLst>
        <pc:spChg chg="mod">
          <ac:chgData name="Palit, Tapti" userId="dec6fbcd-7598-406a-8cbf-504d4a3bac15" providerId="ADAL" clId="{65104DF2-1B45-4C36-9E2A-F89658839DCF}" dt="2024-01-25T18:11:50.802" v="22398" actId="20577"/>
          <ac:spMkLst>
            <pc:docMk/>
            <pc:sldMk cId="1055822117" sldId="1038"/>
            <ac:spMk id="10" creationId="{EEA573DB-F656-4DB1-2FEF-7880B86E2669}"/>
          </ac:spMkLst>
        </pc:spChg>
        <pc:graphicFrameChg chg="modGraphic">
          <ac:chgData name="Palit, Tapti" userId="dec6fbcd-7598-406a-8cbf-504d4a3bac15" providerId="ADAL" clId="{65104DF2-1B45-4C36-9E2A-F89658839DCF}" dt="2024-01-25T18:12:10.217" v="22417" actId="20577"/>
          <ac:graphicFrameMkLst>
            <pc:docMk/>
            <pc:sldMk cId="1055822117" sldId="1038"/>
            <ac:graphicFrameMk id="12" creationId="{ACF69396-1115-0103-FBDD-196ABEA621B6}"/>
          </ac:graphicFrameMkLst>
        </pc:graphicFrameChg>
      </pc:sldChg>
      <pc:sldChg chg="add del">
        <pc:chgData name="Palit, Tapti" userId="dec6fbcd-7598-406a-8cbf-504d4a3bac15" providerId="ADAL" clId="{65104DF2-1B45-4C36-9E2A-F89658839DCF}" dt="2024-01-26T17:57:07.769" v="22960"/>
        <pc:sldMkLst>
          <pc:docMk/>
          <pc:sldMk cId="2166015998" sldId="1038"/>
        </pc:sldMkLst>
      </pc:sldChg>
      <pc:sldChg chg="add addCm modCm modNotesTx">
        <pc:chgData name="Palit, Tapti" userId="dec6fbcd-7598-406a-8cbf-504d4a3bac15" providerId="ADAL" clId="{65104DF2-1B45-4C36-9E2A-F89658839DCF}" dt="2024-01-26T20:23:13.068" v="24004" actId="20577"/>
        <pc:sldMkLst>
          <pc:docMk/>
          <pc:sldMk cId="1642077207" sldId="1039"/>
        </pc:sldMkLst>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65104DF2-1B45-4C36-9E2A-F89658839DCF}" dt="2024-01-26T20:22:31.706" v="23976"/>
              <pc2:cmMkLst xmlns:pc2="http://schemas.microsoft.com/office/powerpoint/2019/9/main/command">
                <pc:docMk/>
                <pc:sldMk cId="1642077207" sldId="1039"/>
                <pc2:cmMk id="{78424721-8093-4D9F-AFE8-B5E5DC78579A}"/>
              </pc2:cmMkLst>
              <pc226:cmRplyChg chg="add">
                <pc226:chgData name="Palit, Tapti" userId="dec6fbcd-7598-406a-8cbf-504d4a3bac15" providerId="ADAL" clId="{65104DF2-1B45-4C36-9E2A-F89658839DCF}" dt="2024-01-26T20:22:31.706" v="23976"/>
                <pc2:cmRplyMkLst xmlns:pc2="http://schemas.microsoft.com/office/powerpoint/2019/9/main/command">
                  <pc:docMk/>
                  <pc:sldMk cId="1642077207" sldId="1039"/>
                  <pc2:cmMk id="{78424721-8093-4D9F-AFE8-B5E5DC78579A}"/>
                  <pc2:cmRplyMk id="{BF80C220-3EC4-47CB-A7AE-F52A18F6F508}"/>
                </pc2:cmRplyMkLst>
              </pc226:cmRplyChg>
            </pc226:cmChg>
          </p:ext>
        </pc:extLst>
      </pc:sldChg>
      <pc:sldChg chg="add del">
        <pc:chgData name="Palit, Tapti" userId="dec6fbcd-7598-406a-8cbf-504d4a3bac15" providerId="ADAL" clId="{65104DF2-1B45-4C36-9E2A-F89658839DCF}" dt="2024-01-26T17:57:07.769" v="22960"/>
        <pc:sldMkLst>
          <pc:docMk/>
          <pc:sldMk cId="3497374644" sldId="1039"/>
        </pc:sldMkLst>
      </pc:sldChg>
      <pc:sldChg chg="modSp add del mod">
        <pc:chgData name="Palit, Tapti" userId="dec6fbcd-7598-406a-8cbf-504d4a3bac15" providerId="ADAL" clId="{65104DF2-1B45-4C36-9E2A-F89658839DCF}" dt="2024-01-26T19:12:37.175" v="22968" actId="2696"/>
        <pc:sldMkLst>
          <pc:docMk/>
          <pc:sldMk cId="4270396083" sldId="1039"/>
        </pc:sldMkLst>
        <pc:spChg chg="mod">
          <ac:chgData name="Palit, Tapti" userId="dec6fbcd-7598-406a-8cbf-504d4a3bac15" providerId="ADAL" clId="{65104DF2-1B45-4C36-9E2A-F89658839DCF}" dt="2024-01-25T18:12:17.544" v="22418"/>
          <ac:spMkLst>
            <pc:docMk/>
            <pc:sldMk cId="4270396083" sldId="1039"/>
            <ac:spMk id="10" creationId="{EEA573DB-F656-4DB1-2FEF-7880B86E2669}"/>
          </ac:spMkLst>
        </pc:spChg>
        <pc:graphicFrameChg chg="modGraphic">
          <ac:chgData name="Palit, Tapti" userId="dec6fbcd-7598-406a-8cbf-504d4a3bac15" providerId="ADAL" clId="{65104DF2-1B45-4C36-9E2A-F89658839DCF}" dt="2024-01-25T18:12:42.135" v="22430" actId="20577"/>
          <ac:graphicFrameMkLst>
            <pc:docMk/>
            <pc:sldMk cId="4270396083" sldId="1039"/>
            <ac:graphicFrameMk id="12" creationId="{ACF69396-1115-0103-FBDD-196ABEA621B6}"/>
          </ac:graphicFrameMkLst>
        </pc:graphicFrameChg>
      </pc:sldChg>
      <pc:sldChg chg="addSp delSp modSp new mod modClrScheme chgLayout">
        <pc:chgData name="Palit, Tapti" userId="dec6fbcd-7598-406a-8cbf-504d4a3bac15" providerId="ADAL" clId="{65104DF2-1B45-4C36-9E2A-F89658839DCF}" dt="2024-01-26T20:40:28.397" v="24334" actId="20577"/>
        <pc:sldMkLst>
          <pc:docMk/>
          <pc:sldMk cId="2504136269" sldId="1040"/>
        </pc:sldMkLst>
        <pc:spChg chg="del">
          <ac:chgData name="Palit, Tapti" userId="dec6fbcd-7598-406a-8cbf-504d4a3bac15" providerId="ADAL" clId="{65104DF2-1B45-4C36-9E2A-F89658839DCF}" dt="2024-01-25T18:13:14.525" v="22432" actId="700"/>
          <ac:spMkLst>
            <pc:docMk/>
            <pc:sldMk cId="2504136269" sldId="1040"/>
            <ac:spMk id="2" creationId="{2508678A-AC48-9953-BBF0-4C3DDEDD4E1B}"/>
          </ac:spMkLst>
        </pc:spChg>
        <pc:spChg chg="del mod ord">
          <ac:chgData name="Palit, Tapti" userId="dec6fbcd-7598-406a-8cbf-504d4a3bac15" providerId="ADAL" clId="{65104DF2-1B45-4C36-9E2A-F89658839DCF}" dt="2024-01-25T18:13:14.525" v="22432" actId="700"/>
          <ac:spMkLst>
            <pc:docMk/>
            <pc:sldMk cId="2504136269" sldId="1040"/>
            <ac:spMk id="3" creationId="{34665B6E-0E54-5DD6-B019-90BD5129CC48}"/>
          </ac:spMkLst>
        </pc:spChg>
        <pc:spChg chg="mod ord">
          <ac:chgData name="Palit, Tapti" userId="dec6fbcd-7598-406a-8cbf-504d4a3bac15" providerId="ADAL" clId="{65104DF2-1B45-4C36-9E2A-F89658839DCF}" dt="2024-01-25T18:13:14.525" v="22432" actId="700"/>
          <ac:spMkLst>
            <pc:docMk/>
            <pc:sldMk cId="2504136269" sldId="1040"/>
            <ac:spMk id="4" creationId="{69B7CE31-0FFE-BDB6-D569-ACC888DD573D}"/>
          </ac:spMkLst>
        </pc:spChg>
        <pc:spChg chg="del">
          <ac:chgData name="Palit, Tapti" userId="dec6fbcd-7598-406a-8cbf-504d4a3bac15" providerId="ADAL" clId="{65104DF2-1B45-4C36-9E2A-F89658839DCF}" dt="2024-01-25T18:13:14.525" v="22432" actId="700"/>
          <ac:spMkLst>
            <pc:docMk/>
            <pc:sldMk cId="2504136269" sldId="1040"/>
            <ac:spMk id="5" creationId="{F74C50BF-1A32-48BB-1B6B-CD7E0D8EDF33}"/>
          </ac:spMkLst>
        </pc:spChg>
        <pc:spChg chg="add mod ord">
          <ac:chgData name="Palit, Tapti" userId="dec6fbcd-7598-406a-8cbf-504d4a3bac15" providerId="ADAL" clId="{65104DF2-1B45-4C36-9E2A-F89658839DCF}" dt="2024-01-26T20:40:28.397" v="24334" actId="20577"/>
          <ac:spMkLst>
            <pc:docMk/>
            <pc:sldMk cId="2504136269" sldId="1040"/>
            <ac:spMk id="6" creationId="{E821C609-F920-0F4B-CA3D-7BC4E0A8FDBA}"/>
          </ac:spMkLst>
        </pc:spChg>
      </pc:sldChg>
      <pc:sldChg chg="addSp delSp modSp new mod modClrScheme chgLayout">
        <pc:chgData name="Palit, Tapti" userId="dec6fbcd-7598-406a-8cbf-504d4a3bac15" providerId="ADAL" clId="{65104DF2-1B45-4C36-9E2A-F89658839DCF}" dt="2024-01-25T18:19:11.726" v="22740" actId="20577"/>
        <pc:sldMkLst>
          <pc:docMk/>
          <pc:sldMk cId="10976018" sldId="1041"/>
        </pc:sldMkLst>
        <pc:spChg chg="del">
          <ac:chgData name="Palit, Tapti" userId="dec6fbcd-7598-406a-8cbf-504d4a3bac15" providerId="ADAL" clId="{65104DF2-1B45-4C36-9E2A-F89658839DCF}" dt="2024-01-25T18:18:52.863" v="22644" actId="700"/>
          <ac:spMkLst>
            <pc:docMk/>
            <pc:sldMk cId="10976018" sldId="1041"/>
            <ac:spMk id="2" creationId="{E3461E66-0BEA-49AF-0C26-706D8C361D43}"/>
          </ac:spMkLst>
        </pc:spChg>
        <pc:spChg chg="del mod ord">
          <ac:chgData name="Palit, Tapti" userId="dec6fbcd-7598-406a-8cbf-504d4a3bac15" providerId="ADAL" clId="{65104DF2-1B45-4C36-9E2A-F89658839DCF}" dt="2024-01-25T18:18:52.863" v="22644" actId="700"/>
          <ac:spMkLst>
            <pc:docMk/>
            <pc:sldMk cId="10976018" sldId="1041"/>
            <ac:spMk id="3" creationId="{65C62922-F9AF-3669-22D4-059AC15940EE}"/>
          </ac:spMkLst>
        </pc:spChg>
        <pc:spChg chg="mod ord">
          <ac:chgData name="Palit, Tapti" userId="dec6fbcd-7598-406a-8cbf-504d4a3bac15" providerId="ADAL" clId="{65104DF2-1B45-4C36-9E2A-F89658839DCF}" dt="2024-01-25T18:18:52.863" v="22644" actId="700"/>
          <ac:spMkLst>
            <pc:docMk/>
            <pc:sldMk cId="10976018" sldId="1041"/>
            <ac:spMk id="4" creationId="{BFFAB8E3-62C2-2EE2-DC39-C95584015FE7}"/>
          </ac:spMkLst>
        </pc:spChg>
        <pc:spChg chg="del">
          <ac:chgData name="Palit, Tapti" userId="dec6fbcd-7598-406a-8cbf-504d4a3bac15" providerId="ADAL" clId="{65104DF2-1B45-4C36-9E2A-F89658839DCF}" dt="2024-01-25T18:18:52.863" v="22644" actId="700"/>
          <ac:spMkLst>
            <pc:docMk/>
            <pc:sldMk cId="10976018" sldId="1041"/>
            <ac:spMk id="5" creationId="{1E2FABD1-DB8F-5F7C-91BA-407D26C5CD00}"/>
          </ac:spMkLst>
        </pc:spChg>
        <pc:spChg chg="add mod ord">
          <ac:chgData name="Palit, Tapti" userId="dec6fbcd-7598-406a-8cbf-504d4a3bac15" providerId="ADAL" clId="{65104DF2-1B45-4C36-9E2A-F89658839DCF}" dt="2024-01-25T18:19:11.726" v="22740" actId="20577"/>
          <ac:spMkLst>
            <pc:docMk/>
            <pc:sldMk cId="10976018" sldId="1041"/>
            <ac:spMk id="6" creationId="{FDC74DA8-C237-A341-3E03-E5F1314CC573}"/>
          </ac:spMkLst>
        </pc:spChg>
      </pc:sldChg>
      <pc:sldChg chg="modSp add del">
        <pc:chgData name="Palit, Tapti" userId="dec6fbcd-7598-406a-8cbf-504d4a3bac15" providerId="ADAL" clId="{65104DF2-1B45-4C36-9E2A-F89658839DCF}" dt="2024-01-26T19:12:37.175" v="22968" actId="2696"/>
        <pc:sldMkLst>
          <pc:docMk/>
          <pc:sldMk cId="90702374" sldId="1042"/>
        </pc:sldMkLst>
        <pc:graphicFrameChg chg="mod">
          <ac:chgData name="Palit, Tapti" userId="dec6fbcd-7598-406a-8cbf-504d4a3bac15" providerId="ADAL" clId="{65104DF2-1B45-4C36-9E2A-F89658839DCF}" dt="2024-01-26T17:59:17.810" v="22964" actId="21"/>
          <ac:graphicFrameMkLst>
            <pc:docMk/>
            <pc:sldMk cId="90702374" sldId="1042"/>
            <ac:graphicFrameMk id="7" creationId="{7FB95747-6BF9-2F56-5051-E05960A8385D}"/>
          </ac:graphicFrameMkLst>
        </pc:graphicFrameChg>
      </pc:sldChg>
      <pc:sldChg chg="modSp add mod">
        <pc:chgData name="Palit, Tapti" userId="dec6fbcd-7598-406a-8cbf-504d4a3bac15" providerId="ADAL" clId="{65104DF2-1B45-4C36-9E2A-F89658839DCF}" dt="2024-01-26T20:18:28.031" v="23933" actId="1076"/>
        <pc:sldMkLst>
          <pc:docMk/>
          <pc:sldMk cId="325945214" sldId="1042"/>
        </pc:sldMkLst>
        <pc:spChg chg="mod">
          <ac:chgData name="Palit, Tapti" userId="dec6fbcd-7598-406a-8cbf-504d4a3bac15" providerId="ADAL" clId="{65104DF2-1B45-4C36-9E2A-F89658839DCF}" dt="2024-01-26T20:18:28.031" v="23933" actId="1076"/>
          <ac:spMkLst>
            <pc:docMk/>
            <pc:sldMk cId="325945214" sldId="1042"/>
            <ac:spMk id="6" creationId="{055AEA24-7981-894A-12F1-23185A3472D6}"/>
          </ac:spMkLst>
        </pc:spChg>
      </pc:sldChg>
      <pc:sldChg chg="modSp add del mod ord">
        <pc:chgData name="Palit, Tapti" userId="dec6fbcd-7598-406a-8cbf-504d4a3bac15" providerId="ADAL" clId="{65104DF2-1B45-4C36-9E2A-F89658839DCF}" dt="2024-01-26T17:57:07.769" v="22960"/>
        <pc:sldMkLst>
          <pc:docMk/>
          <pc:sldMk cId="2990013046" sldId="1042"/>
        </pc:sldMkLst>
        <pc:spChg chg="mod">
          <ac:chgData name="Palit, Tapti" userId="dec6fbcd-7598-406a-8cbf-504d4a3bac15" providerId="ADAL" clId="{65104DF2-1B45-4C36-9E2A-F89658839DCF}" dt="2024-01-26T17:56:59.938" v="22951" actId="20577"/>
          <ac:spMkLst>
            <pc:docMk/>
            <pc:sldMk cId="2990013046" sldId="1042"/>
            <ac:spMk id="3" creationId="{C343FF30-3F93-C0B0-EE77-861CE789DCD4}"/>
          </ac:spMkLst>
        </pc:spChg>
        <pc:graphicFrameChg chg="mod">
          <ac:chgData name="Palit, Tapti" userId="dec6fbcd-7598-406a-8cbf-504d4a3bac15" providerId="ADAL" clId="{65104DF2-1B45-4C36-9E2A-F89658839DCF}" dt="2024-01-26T17:54:31.574" v="22928" actId="21"/>
          <ac:graphicFrameMkLst>
            <pc:docMk/>
            <pc:sldMk cId="2990013046" sldId="1042"/>
            <ac:graphicFrameMk id="7" creationId="{7FB95747-6BF9-2F56-5051-E05960A8385D}"/>
          </ac:graphicFrameMkLst>
        </pc:graphicFrameChg>
      </pc:sldChg>
      <pc:sldChg chg="add del">
        <pc:chgData name="Palit, Tapti" userId="dec6fbcd-7598-406a-8cbf-504d4a3bac15" providerId="ADAL" clId="{65104DF2-1B45-4C36-9E2A-F89658839DCF}" dt="2024-01-26T20:20:43.352" v="23973" actId="47"/>
        <pc:sldMkLst>
          <pc:docMk/>
          <pc:sldMk cId="734663227" sldId="1043"/>
        </pc:sldMkLst>
      </pc:sldChg>
      <pc:sldChg chg="add del">
        <pc:chgData name="Palit, Tapti" userId="dec6fbcd-7598-406a-8cbf-504d4a3bac15" providerId="ADAL" clId="{65104DF2-1B45-4C36-9E2A-F89658839DCF}" dt="2024-01-26T17:57:07.769" v="22960"/>
        <pc:sldMkLst>
          <pc:docMk/>
          <pc:sldMk cId="1854724695" sldId="1043"/>
        </pc:sldMkLst>
      </pc:sldChg>
      <pc:sldChg chg="add del">
        <pc:chgData name="Palit, Tapti" userId="dec6fbcd-7598-406a-8cbf-504d4a3bac15" providerId="ADAL" clId="{65104DF2-1B45-4C36-9E2A-F89658839DCF}" dt="2024-01-26T19:12:37.175" v="22968" actId="2696"/>
        <pc:sldMkLst>
          <pc:docMk/>
          <pc:sldMk cId="3205366510" sldId="1043"/>
        </pc:sldMkLst>
      </pc:sldChg>
      <pc:sldChg chg="add del">
        <pc:chgData name="Palit, Tapti" userId="dec6fbcd-7598-406a-8cbf-504d4a3bac15" providerId="ADAL" clId="{65104DF2-1B45-4C36-9E2A-F89658839DCF}" dt="2024-01-26T17:57:07.769" v="22960"/>
        <pc:sldMkLst>
          <pc:docMk/>
          <pc:sldMk cId="1384446805" sldId="1044"/>
        </pc:sldMkLst>
      </pc:sldChg>
      <pc:sldChg chg="add del">
        <pc:chgData name="Palit, Tapti" userId="dec6fbcd-7598-406a-8cbf-504d4a3bac15" providerId="ADAL" clId="{65104DF2-1B45-4C36-9E2A-F89658839DCF}" dt="2024-01-26T19:12:37.175" v="22968" actId="2696"/>
        <pc:sldMkLst>
          <pc:docMk/>
          <pc:sldMk cId="4202352494" sldId="1044"/>
        </pc:sldMkLst>
      </pc:sldChg>
      <pc:sldChg chg="add del">
        <pc:chgData name="Palit, Tapti" userId="dec6fbcd-7598-406a-8cbf-504d4a3bac15" providerId="ADAL" clId="{65104DF2-1B45-4C36-9E2A-F89658839DCF}" dt="2024-01-26T20:20:45.746" v="23974" actId="47"/>
        <pc:sldMkLst>
          <pc:docMk/>
          <pc:sldMk cId="4210400537" sldId="1044"/>
        </pc:sldMkLst>
      </pc:sldChg>
      <pc:sldChg chg="add">
        <pc:chgData name="Palit, Tapti" userId="dec6fbcd-7598-406a-8cbf-504d4a3bac15" providerId="ADAL" clId="{65104DF2-1B45-4C36-9E2A-F89658839DCF}" dt="2024-01-26T19:12:42.323" v="22969"/>
        <pc:sldMkLst>
          <pc:docMk/>
          <pc:sldMk cId="1025534057" sldId="1045"/>
        </pc:sldMkLst>
      </pc:sldChg>
      <pc:sldChg chg="modSp add del mod ord">
        <pc:chgData name="Palit, Tapti" userId="dec6fbcd-7598-406a-8cbf-504d4a3bac15" providerId="ADAL" clId="{65104DF2-1B45-4C36-9E2A-F89658839DCF}" dt="2024-01-26T17:57:07.769" v="22960"/>
        <pc:sldMkLst>
          <pc:docMk/>
          <pc:sldMk cId="1891039797" sldId="1045"/>
        </pc:sldMkLst>
        <pc:spChg chg="mod">
          <ac:chgData name="Palit, Tapti" userId="dec6fbcd-7598-406a-8cbf-504d4a3bac15" providerId="ADAL" clId="{65104DF2-1B45-4C36-9E2A-F89658839DCF}" dt="2024-01-26T17:56:59.632" v="22950" actId="20577"/>
          <ac:spMkLst>
            <pc:docMk/>
            <pc:sldMk cId="1891039797" sldId="1045"/>
            <ac:spMk id="3" creationId="{C343FF30-3F93-C0B0-EE77-861CE789DCD4}"/>
          </ac:spMkLst>
        </pc:spChg>
        <pc:graphicFrameChg chg="mod modGraphic">
          <ac:chgData name="Palit, Tapti" userId="dec6fbcd-7598-406a-8cbf-504d4a3bac15" providerId="ADAL" clId="{65104DF2-1B45-4C36-9E2A-F89658839DCF}" dt="2024-01-26T17:57:02.512" v="22955" actId="20577"/>
          <ac:graphicFrameMkLst>
            <pc:docMk/>
            <pc:sldMk cId="1891039797" sldId="1045"/>
            <ac:graphicFrameMk id="7" creationId="{7FB95747-6BF9-2F56-5051-E05960A8385D}"/>
          </ac:graphicFrameMkLst>
        </pc:graphicFrameChg>
      </pc:sldChg>
      <pc:sldChg chg="modSp add del">
        <pc:chgData name="Palit, Tapti" userId="dec6fbcd-7598-406a-8cbf-504d4a3bac15" providerId="ADAL" clId="{65104DF2-1B45-4C36-9E2A-F89658839DCF}" dt="2024-01-26T19:12:37.175" v="22968" actId="2696"/>
        <pc:sldMkLst>
          <pc:docMk/>
          <pc:sldMk cId="2524436785" sldId="1045"/>
        </pc:sldMkLst>
        <pc:graphicFrameChg chg="mod">
          <ac:chgData name="Palit, Tapti" userId="dec6fbcd-7598-406a-8cbf-504d4a3bac15" providerId="ADAL" clId="{65104DF2-1B45-4C36-9E2A-F89658839DCF}" dt="2024-01-26T17:59:19.615" v="22965"/>
          <ac:graphicFrameMkLst>
            <pc:docMk/>
            <pc:sldMk cId="2524436785" sldId="1045"/>
            <ac:graphicFrameMk id="7" creationId="{7FB95747-6BF9-2F56-5051-E05960A8385D}"/>
          </ac:graphicFrameMkLst>
        </pc:graphicFrameChg>
      </pc:sldChg>
      <pc:sldChg chg="modSp add del mod">
        <pc:chgData name="Palit, Tapti" userId="dec6fbcd-7598-406a-8cbf-504d4a3bac15" providerId="ADAL" clId="{65104DF2-1B45-4C36-9E2A-F89658839DCF}" dt="2024-01-26T17:57:00.660" v="22953"/>
        <pc:sldMkLst>
          <pc:docMk/>
          <pc:sldMk cId="185874435" sldId="1046"/>
        </pc:sldMkLst>
        <pc:spChg chg="mod">
          <ac:chgData name="Palit, Tapti" userId="dec6fbcd-7598-406a-8cbf-504d4a3bac15" providerId="ADAL" clId="{65104DF2-1B45-4C36-9E2A-F89658839DCF}" dt="2024-01-26T17:57:00.236" v="22952" actId="6549"/>
          <ac:spMkLst>
            <pc:docMk/>
            <pc:sldMk cId="185874435" sldId="1046"/>
            <ac:spMk id="24" creationId="{61E1D992-FB9B-AF0E-0524-B1AE2D228029}"/>
          </ac:spMkLst>
        </pc:spChg>
      </pc:sldChg>
      <pc:sldChg chg="modSp new del mod">
        <pc:chgData name="Palit, Tapti" userId="dec6fbcd-7598-406a-8cbf-504d4a3bac15" providerId="ADAL" clId="{65104DF2-1B45-4C36-9E2A-F89658839DCF}" dt="2024-01-26T19:15:37.911" v="23064" actId="47"/>
        <pc:sldMkLst>
          <pc:docMk/>
          <pc:sldMk cId="398924268" sldId="1046"/>
        </pc:sldMkLst>
        <pc:spChg chg="mod">
          <ac:chgData name="Palit, Tapti" userId="dec6fbcd-7598-406a-8cbf-504d4a3bac15" providerId="ADAL" clId="{65104DF2-1B45-4C36-9E2A-F89658839DCF}" dt="2024-01-26T19:14:09.441" v="23006" actId="20577"/>
          <ac:spMkLst>
            <pc:docMk/>
            <pc:sldMk cId="398924268" sldId="1046"/>
            <ac:spMk id="3" creationId="{263B19C3-6B9D-AACF-08F4-E598FA0100D5}"/>
          </ac:spMkLst>
        </pc:spChg>
      </pc:sldChg>
      <pc:sldChg chg="new del">
        <pc:chgData name="Palit, Tapti" userId="dec6fbcd-7598-406a-8cbf-504d4a3bac15" providerId="ADAL" clId="{65104DF2-1B45-4C36-9E2A-F89658839DCF}" dt="2024-01-26T19:14:31.131" v="23007" actId="2696"/>
        <pc:sldMkLst>
          <pc:docMk/>
          <pc:sldMk cId="403194783" sldId="1047"/>
        </pc:sldMkLst>
      </pc:sldChg>
      <pc:sldChg chg="addSp delSp modSp add mod">
        <pc:chgData name="Palit, Tapti" userId="dec6fbcd-7598-406a-8cbf-504d4a3bac15" providerId="ADAL" clId="{65104DF2-1B45-4C36-9E2A-F89658839DCF}" dt="2024-01-26T19:27:21.165" v="23181" actId="478"/>
        <pc:sldMkLst>
          <pc:docMk/>
          <pc:sldMk cId="461927356" sldId="1047"/>
        </pc:sldMkLst>
        <pc:spChg chg="mod">
          <ac:chgData name="Palit, Tapti" userId="dec6fbcd-7598-406a-8cbf-504d4a3bac15" providerId="ADAL" clId="{65104DF2-1B45-4C36-9E2A-F89658839DCF}" dt="2024-01-26T19:14:42.211" v="23032" actId="20577"/>
          <ac:spMkLst>
            <pc:docMk/>
            <pc:sldMk cId="461927356" sldId="1047"/>
            <ac:spMk id="3" creationId="{E8DCE5B1-F4A6-5476-8A4E-2E2E78733BA8}"/>
          </ac:spMkLst>
        </pc:spChg>
        <pc:spChg chg="add del mod">
          <ac:chgData name="Palit, Tapti" userId="dec6fbcd-7598-406a-8cbf-504d4a3bac15" providerId="ADAL" clId="{65104DF2-1B45-4C36-9E2A-F89658839DCF}" dt="2024-01-26T19:27:00.489" v="23175" actId="478"/>
          <ac:spMkLst>
            <pc:docMk/>
            <pc:sldMk cId="461927356" sldId="1047"/>
            <ac:spMk id="5" creationId="{7C2EDCF3-5D18-5ECF-37D8-C814E61EF7DC}"/>
          </ac:spMkLst>
        </pc:spChg>
        <pc:picChg chg="add del mod">
          <ac:chgData name="Palit, Tapti" userId="dec6fbcd-7598-406a-8cbf-504d4a3bac15" providerId="ADAL" clId="{65104DF2-1B45-4C36-9E2A-F89658839DCF}" dt="2024-01-26T19:27:21.165" v="23181" actId="478"/>
          <ac:picMkLst>
            <pc:docMk/>
            <pc:sldMk cId="461927356" sldId="1047"/>
            <ac:picMk id="6" creationId="{158C1CB4-9B9A-352D-57EF-360B34139D81}"/>
          </ac:picMkLst>
        </pc:picChg>
        <pc:picChg chg="add mod">
          <ac:chgData name="Palit, Tapti" userId="dec6fbcd-7598-406a-8cbf-504d4a3bac15" providerId="ADAL" clId="{65104DF2-1B45-4C36-9E2A-F89658839DCF}" dt="2024-01-26T19:24:50.879" v="23148" actId="1076"/>
          <ac:picMkLst>
            <pc:docMk/>
            <pc:sldMk cId="461927356" sldId="1047"/>
            <ac:picMk id="1026" creationId="{2741BB2C-9BB8-CB63-35AE-0EDCAF4019B2}"/>
          </ac:picMkLst>
        </pc:picChg>
        <pc:picChg chg="add del mod">
          <ac:chgData name="Palit, Tapti" userId="dec6fbcd-7598-406a-8cbf-504d4a3bac15" providerId="ADAL" clId="{65104DF2-1B45-4C36-9E2A-F89658839DCF}" dt="2024-01-26T19:25:50.926" v="23153" actId="478"/>
          <ac:picMkLst>
            <pc:docMk/>
            <pc:sldMk cId="461927356" sldId="1047"/>
            <ac:picMk id="1028" creationId="{E1329B61-606B-F4FC-9DE7-FA01F4F09073}"/>
          </ac:picMkLst>
        </pc:picChg>
        <pc:picChg chg="add del mod">
          <ac:chgData name="Palit, Tapti" userId="dec6fbcd-7598-406a-8cbf-504d4a3bac15" providerId="ADAL" clId="{65104DF2-1B45-4C36-9E2A-F89658839DCF}" dt="2024-01-26T19:27:21.165" v="23181" actId="478"/>
          <ac:picMkLst>
            <pc:docMk/>
            <pc:sldMk cId="461927356" sldId="1047"/>
            <ac:picMk id="1030" creationId="{6D883A85-B77D-BE66-4479-EFBF5F2674B2}"/>
          </ac:picMkLst>
        </pc:picChg>
      </pc:sldChg>
      <pc:sldChg chg="add del">
        <pc:chgData name="Palit, Tapti" userId="dec6fbcd-7598-406a-8cbf-504d4a3bac15" providerId="ADAL" clId="{65104DF2-1B45-4C36-9E2A-F89658839DCF}" dt="2024-01-26T17:56:59.357" v="22949" actId="2890"/>
        <pc:sldMkLst>
          <pc:docMk/>
          <pc:sldMk cId="632616739" sldId="1047"/>
        </pc:sldMkLst>
      </pc:sldChg>
      <pc:sldChg chg="delSp modSp add mod">
        <pc:chgData name="Palit, Tapti" userId="dec6fbcd-7598-406a-8cbf-504d4a3bac15" providerId="ADAL" clId="{65104DF2-1B45-4C36-9E2A-F89658839DCF}" dt="2024-01-26T19:59:35.295" v="23787" actId="20577"/>
        <pc:sldMkLst>
          <pc:docMk/>
          <pc:sldMk cId="317721606" sldId="1048"/>
        </pc:sldMkLst>
        <pc:spChg chg="mod">
          <ac:chgData name="Palit, Tapti" userId="dec6fbcd-7598-406a-8cbf-504d4a3bac15" providerId="ADAL" clId="{65104DF2-1B45-4C36-9E2A-F89658839DCF}" dt="2024-01-26T19:15:33.383" v="23063" actId="20577"/>
          <ac:spMkLst>
            <pc:docMk/>
            <pc:sldMk cId="317721606" sldId="1048"/>
            <ac:spMk id="2" creationId="{D7EC638E-4A77-46B8-B32A-298B47F2DEB0}"/>
          </ac:spMkLst>
        </pc:spChg>
        <pc:spChg chg="mod">
          <ac:chgData name="Palit, Tapti" userId="dec6fbcd-7598-406a-8cbf-504d4a3bac15" providerId="ADAL" clId="{65104DF2-1B45-4C36-9E2A-F89658839DCF}" dt="2024-01-26T19:59:35.295" v="23787" actId="20577"/>
          <ac:spMkLst>
            <pc:docMk/>
            <pc:sldMk cId="317721606" sldId="1048"/>
            <ac:spMk id="3" creationId="{DBF81D88-EE7F-4956-ADB0-DA856615FD00}"/>
          </ac:spMkLst>
        </pc:spChg>
        <pc:spChg chg="del">
          <ac:chgData name="Palit, Tapti" userId="dec6fbcd-7598-406a-8cbf-504d4a3bac15" providerId="ADAL" clId="{65104DF2-1B45-4C36-9E2A-F89658839DCF}" dt="2024-01-26T19:16:31.247" v="23139" actId="478"/>
          <ac:spMkLst>
            <pc:docMk/>
            <pc:sldMk cId="317721606" sldId="1048"/>
            <ac:spMk id="5" creationId="{31DCD2A0-6CAE-119A-2D94-9777B39F7F53}"/>
          </ac:spMkLst>
        </pc:spChg>
        <pc:graphicFrameChg chg="modGraphic">
          <ac:chgData name="Palit, Tapti" userId="dec6fbcd-7598-406a-8cbf-504d4a3bac15" providerId="ADAL" clId="{65104DF2-1B45-4C36-9E2A-F89658839DCF}" dt="2024-01-26T19:16:38.793" v="23141" actId="6549"/>
          <ac:graphicFrameMkLst>
            <pc:docMk/>
            <pc:sldMk cId="317721606" sldId="1048"/>
            <ac:graphicFrameMk id="32" creationId="{662E3E91-EC1F-FAC9-6710-BA112B8C33B9}"/>
          </ac:graphicFrameMkLst>
        </pc:graphicFrameChg>
      </pc:sldChg>
      <pc:sldChg chg="add">
        <pc:chgData name="Palit, Tapti" userId="dec6fbcd-7598-406a-8cbf-504d4a3bac15" providerId="ADAL" clId="{65104DF2-1B45-4C36-9E2A-F89658839DCF}" dt="2024-01-26T19:27:17.778" v="23180" actId="2890"/>
        <pc:sldMkLst>
          <pc:docMk/>
          <pc:sldMk cId="636879538" sldId="1049"/>
        </pc:sldMkLst>
      </pc:sldChg>
      <pc:sldChg chg="add del">
        <pc:chgData name="Palit, Tapti" userId="dec6fbcd-7598-406a-8cbf-504d4a3bac15" providerId="ADAL" clId="{65104DF2-1B45-4C36-9E2A-F89658839DCF}" dt="2024-01-26T19:16:42.126" v="23142" actId="47"/>
        <pc:sldMkLst>
          <pc:docMk/>
          <pc:sldMk cId="3066329691" sldId="1049"/>
        </pc:sldMkLst>
      </pc:sldChg>
      <pc:sldChg chg="addSp delSp modSp new mod modClrScheme chgLayout">
        <pc:chgData name="Palit, Tapti" userId="dec6fbcd-7598-406a-8cbf-504d4a3bac15" providerId="ADAL" clId="{65104DF2-1B45-4C36-9E2A-F89658839DCF}" dt="2024-01-26T19:34:38.559" v="23434" actId="20577"/>
        <pc:sldMkLst>
          <pc:docMk/>
          <pc:sldMk cId="2934567446" sldId="1050"/>
        </pc:sldMkLst>
        <pc:spChg chg="del mod ord">
          <ac:chgData name="Palit, Tapti" userId="dec6fbcd-7598-406a-8cbf-504d4a3bac15" providerId="ADAL" clId="{65104DF2-1B45-4C36-9E2A-F89658839DCF}" dt="2024-01-26T19:28:11.192" v="23183" actId="700"/>
          <ac:spMkLst>
            <pc:docMk/>
            <pc:sldMk cId="2934567446" sldId="1050"/>
            <ac:spMk id="2" creationId="{B269AB6E-F6C1-7B4E-3081-6D81351CBFCD}"/>
          </ac:spMkLst>
        </pc:spChg>
        <pc:spChg chg="del mod ord">
          <ac:chgData name="Palit, Tapti" userId="dec6fbcd-7598-406a-8cbf-504d4a3bac15" providerId="ADAL" clId="{65104DF2-1B45-4C36-9E2A-F89658839DCF}" dt="2024-01-26T19:28:11.192" v="23183" actId="700"/>
          <ac:spMkLst>
            <pc:docMk/>
            <pc:sldMk cId="2934567446" sldId="1050"/>
            <ac:spMk id="3" creationId="{949C630D-FA9A-71DF-FE75-8830D638109F}"/>
          </ac:spMkLst>
        </pc:spChg>
        <pc:spChg chg="mod ord">
          <ac:chgData name="Palit, Tapti" userId="dec6fbcd-7598-406a-8cbf-504d4a3bac15" providerId="ADAL" clId="{65104DF2-1B45-4C36-9E2A-F89658839DCF}" dt="2024-01-26T19:28:14.321" v="23184" actId="700"/>
          <ac:spMkLst>
            <pc:docMk/>
            <pc:sldMk cId="2934567446" sldId="1050"/>
            <ac:spMk id="4" creationId="{FFADCDDB-8093-8EBE-69F0-6DD1EC4D6812}"/>
          </ac:spMkLst>
        </pc:spChg>
        <pc:spChg chg="add del mod ord">
          <ac:chgData name="Palit, Tapti" userId="dec6fbcd-7598-406a-8cbf-504d4a3bac15" providerId="ADAL" clId="{65104DF2-1B45-4C36-9E2A-F89658839DCF}" dt="2024-01-26T19:28:14.321" v="23184" actId="700"/>
          <ac:spMkLst>
            <pc:docMk/>
            <pc:sldMk cId="2934567446" sldId="1050"/>
            <ac:spMk id="5" creationId="{841A7413-CB03-5D34-175C-E28DB0493D93}"/>
          </ac:spMkLst>
        </pc:spChg>
        <pc:spChg chg="add del mod ord">
          <ac:chgData name="Palit, Tapti" userId="dec6fbcd-7598-406a-8cbf-504d4a3bac15" providerId="ADAL" clId="{65104DF2-1B45-4C36-9E2A-F89658839DCF}" dt="2024-01-26T19:28:14.321" v="23184" actId="700"/>
          <ac:spMkLst>
            <pc:docMk/>
            <pc:sldMk cId="2934567446" sldId="1050"/>
            <ac:spMk id="6" creationId="{D51986DC-CB14-1B7C-3F93-3DDB173C070B}"/>
          </ac:spMkLst>
        </pc:spChg>
        <pc:spChg chg="add mod ord">
          <ac:chgData name="Palit, Tapti" userId="dec6fbcd-7598-406a-8cbf-504d4a3bac15" providerId="ADAL" clId="{65104DF2-1B45-4C36-9E2A-F89658839DCF}" dt="2024-01-26T19:34:38.559" v="23434" actId="20577"/>
          <ac:spMkLst>
            <pc:docMk/>
            <pc:sldMk cId="2934567446" sldId="1050"/>
            <ac:spMk id="7" creationId="{E498D4B2-BB20-4B40-B85D-554C40BE6DB1}"/>
          </ac:spMkLst>
        </pc:spChg>
      </pc:sldChg>
      <pc:sldChg chg="delSp new del mod">
        <pc:chgData name="Palit, Tapti" userId="dec6fbcd-7598-406a-8cbf-504d4a3bac15" providerId="ADAL" clId="{65104DF2-1B45-4C36-9E2A-F89658839DCF}" dt="2024-01-26T19:43:12.292" v="23514" actId="47"/>
        <pc:sldMkLst>
          <pc:docMk/>
          <pc:sldMk cId="153997547" sldId="1051"/>
        </pc:sldMkLst>
        <pc:spChg chg="del">
          <ac:chgData name="Palit, Tapti" userId="dec6fbcd-7598-406a-8cbf-504d4a3bac15" providerId="ADAL" clId="{65104DF2-1B45-4C36-9E2A-F89658839DCF}" dt="2024-01-26T19:36:33.999" v="23465" actId="478"/>
          <ac:spMkLst>
            <pc:docMk/>
            <pc:sldMk cId="153997547" sldId="1051"/>
            <ac:spMk id="2" creationId="{E1221533-B002-5B4B-BEBA-9581D132D02B}"/>
          </ac:spMkLst>
        </pc:spChg>
      </pc:sldChg>
      <pc:sldChg chg="add del">
        <pc:chgData name="Palit, Tapti" userId="dec6fbcd-7598-406a-8cbf-504d4a3bac15" providerId="ADAL" clId="{65104DF2-1B45-4C36-9E2A-F89658839DCF}" dt="2024-01-26T19:58:19.302" v="23778" actId="47"/>
        <pc:sldMkLst>
          <pc:docMk/>
          <pc:sldMk cId="3067358313" sldId="1052"/>
        </pc:sldMkLst>
      </pc:sldChg>
      <pc:sldChg chg="addSp delSp modSp add mod">
        <pc:chgData name="Palit, Tapti" userId="dec6fbcd-7598-406a-8cbf-504d4a3bac15" providerId="ADAL" clId="{65104DF2-1B45-4C36-9E2A-F89658839DCF}" dt="2024-01-26T19:59:42.411" v="23796" actId="20577"/>
        <pc:sldMkLst>
          <pc:docMk/>
          <pc:sldMk cId="2131034263" sldId="1053"/>
        </pc:sldMkLst>
        <pc:spChg chg="mod">
          <ac:chgData name="Palit, Tapti" userId="dec6fbcd-7598-406a-8cbf-504d4a3bac15" providerId="ADAL" clId="{65104DF2-1B45-4C36-9E2A-F89658839DCF}" dt="2024-01-26T19:59:42.411" v="23796" actId="20577"/>
          <ac:spMkLst>
            <pc:docMk/>
            <pc:sldMk cId="2131034263" sldId="1053"/>
            <ac:spMk id="3" creationId="{DBF81D88-EE7F-4956-ADB0-DA856615FD00}"/>
          </ac:spMkLst>
        </pc:spChg>
        <pc:spChg chg="add del mod">
          <ac:chgData name="Palit, Tapti" userId="dec6fbcd-7598-406a-8cbf-504d4a3bac15" providerId="ADAL" clId="{65104DF2-1B45-4C36-9E2A-F89658839DCF}" dt="2024-01-26T19:39:06.244" v="23494" actId="478"/>
          <ac:spMkLst>
            <pc:docMk/>
            <pc:sldMk cId="2131034263" sldId="1053"/>
            <ac:spMk id="8" creationId="{0AF34AFC-0BA0-C4A9-0295-B73C6321FB8A}"/>
          </ac:spMkLst>
        </pc:spChg>
        <pc:graphicFrameChg chg="modGraphic">
          <ac:chgData name="Palit, Tapti" userId="dec6fbcd-7598-406a-8cbf-504d4a3bac15" providerId="ADAL" clId="{65104DF2-1B45-4C36-9E2A-F89658839DCF}" dt="2024-01-26T19:37:54.325" v="23487" actId="20577"/>
          <ac:graphicFrameMkLst>
            <pc:docMk/>
            <pc:sldMk cId="2131034263" sldId="1053"/>
            <ac:graphicFrameMk id="32" creationId="{662E3E91-EC1F-FAC9-6710-BA112B8C33B9}"/>
          </ac:graphicFrameMkLst>
        </pc:graphicFrameChg>
        <pc:cxnChg chg="add del">
          <ac:chgData name="Palit, Tapti" userId="dec6fbcd-7598-406a-8cbf-504d4a3bac15" providerId="ADAL" clId="{65104DF2-1B45-4C36-9E2A-F89658839DCF}" dt="2024-01-26T19:38:10.847" v="23489" actId="478"/>
          <ac:cxnSpMkLst>
            <pc:docMk/>
            <pc:sldMk cId="2131034263" sldId="1053"/>
            <ac:cxnSpMk id="6" creationId="{299F92A9-D7CF-F3A3-BD6B-3E5176C5F1A8}"/>
          </ac:cxnSpMkLst>
        </pc:cxnChg>
        <pc:cxnChg chg="add mod">
          <ac:chgData name="Palit, Tapti" userId="dec6fbcd-7598-406a-8cbf-504d4a3bac15" providerId="ADAL" clId="{65104DF2-1B45-4C36-9E2A-F89658839DCF}" dt="2024-01-26T19:39:32.168" v="23511" actId="692"/>
          <ac:cxnSpMkLst>
            <pc:docMk/>
            <pc:sldMk cId="2131034263" sldId="1053"/>
            <ac:cxnSpMk id="10" creationId="{28C31156-334A-6D36-9A23-3CBBDEF5CE11}"/>
          </ac:cxnSpMkLst>
        </pc:cxnChg>
        <pc:cxnChg chg="add mod">
          <ac:chgData name="Palit, Tapti" userId="dec6fbcd-7598-406a-8cbf-504d4a3bac15" providerId="ADAL" clId="{65104DF2-1B45-4C36-9E2A-F89658839DCF}" dt="2024-01-26T19:39:38.018" v="23513" actId="1076"/>
          <ac:cxnSpMkLst>
            <pc:docMk/>
            <pc:sldMk cId="2131034263" sldId="1053"/>
            <ac:cxnSpMk id="11" creationId="{513BB263-820D-4ACE-29C3-5DDC926724A1}"/>
          </ac:cxnSpMkLst>
        </pc:cxnChg>
      </pc:sldChg>
      <pc:sldChg chg="addSp delSp modSp new del mod">
        <pc:chgData name="Palit, Tapti" userId="dec6fbcd-7598-406a-8cbf-504d4a3bac15" providerId="ADAL" clId="{65104DF2-1B45-4C36-9E2A-F89658839DCF}" dt="2024-01-26T19:53:22.082" v="23711" actId="47"/>
        <pc:sldMkLst>
          <pc:docMk/>
          <pc:sldMk cId="1227635227" sldId="1054"/>
        </pc:sldMkLst>
        <pc:spChg chg="del">
          <ac:chgData name="Palit, Tapti" userId="dec6fbcd-7598-406a-8cbf-504d4a3bac15" providerId="ADAL" clId="{65104DF2-1B45-4C36-9E2A-F89658839DCF}" dt="2024-01-26T19:43:48.438" v="23516" actId="478"/>
          <ac:spMkLst>
            <pc:docMk/>
            <pc:sldMk cId="1227635227" sldId="1054"/>
            <ac:spMk id="2" creationId="{6FC6A689-5C5B-4D8C-BB15-5AF968C4AF8D}"/>
          </ac:spMkLst>
        </pc:spChg>
        <pc:spChg chg="add mod">
          <ac:chgData name="Palit, Tapti" userId="dec6fbcd-7598-406a-8cbf-504d4a3bac15" providerId="ADAL" clId="{65104DF2-1B45-4C36-9E2A-F89658839DCF}" dt="2024-01-26T19:48:58.710" v="23622" actId="1076"/>
          <ac:spMkLst>
            <pc:docMk/>
            <pc:sldMk cId="1227635227" sldId="1054"/>
            <ac:spMk id="4" creationId="{BFE3E1B3-EAB2-5CF2-E548-DCD4E6FB9762}"/>
          </ac:spMkLst>
        </pc:spChg>
        <pc:spChg chg="add del mod">
          <ac:chgData name="Palit, Tapti" userId="dec6fbcd-7598-406a-8cbf-504d4a3bac15" providerId="ADAL" clId="{65104DF2-1B45-4C36-9E2A-F89658839DCF}" dt="2024-01-26T19:44:10.082" v="23519" actId="478"/>
          <ac:spMkLst>
            <pc:docMk/>
            <pc:sldMk cId="1227635227" sldId="1054"/>
            <ac:spMk id="6" creationId="{74DD8D8B-9C99-C6E0-D2C1-D2C329E4E69A}"/>
          </ac:spMkLst>
        </pc:spChg>
        <pc:spChg chg="add mod">
          <ac:chgData name="Palit, Tapti" userId="dec6fbcd-7598-406a-8cbf-504d4a3bac15" providerId="ADAL" clId="{65104DF2-1B45-4C36-9E2A-F89658839DCF}" dt="2024-01-26T19:48:58.710" v="23622" actId="1076"/>
          <ac:spMkLst>
            <pc:docMk/>
            <pc:sldMk cId="1227635227" sldId="1054"/>
            <ac:spMk id="7" creationId="{A3E19834-172E-313F-C976-FD1280EBC56B}"/>
          </ac:spMkLst>
        </pc:spChg>
        <pc:spChg chg="add del mod">
          <ac:chgData name="Palit, Tapti" userId="dec6fbcd-7598-406a-8cbf-504d4a3bac15" providerId="ADAL" clId="{65104DF2-1B45-4C36-9E2A-F89658839DCF}" dt="2024-01-26T19:45:07.897" v="23540" actId="478"/>
          <ac:spMkLst>
            <pc:docMk/>
            <pc:sldMk cId="1227635227" sldId="1054"/>
            <ac:spMk id="11" creationId="{EC3EB92B-CEE5-1695-730F-F57229C401C7}"/>
          </ac:spMkLst>
        </pc:spChg>
        <pc:spChg chg="add del mod">
          <ac:chgData name="Palit, Tapti" userId="dec6fbcd-7598-406a-8cbf-504d4a3bac15" providerId="ADAL" clId="{65104DF2-1B45-4C36-9E2A-F89658839DCF}" dt="2024-01-26T19:45:07.897" v="23540" actId="478"/>
          <ac:spMkLst>
            <pc:docMk/>
            <pc:sldMk cId="1227635227" sldId="1054"/>
            <ac:spMk id="13" creationId="{BF52FBEB-11F2-1AAC-CA36-9AD89ABF30AA}"/>
          </ac:spMkLst>
        </pc:spChg>
        <pc:spChg chg="add mod">
          <ac:chgData name="Palit, Tapti" userId="dec6fbcd-7598-406a-8cbf-504d4a3bac15" providerId="ADAL" clId="{65104DF2-1B45-4C36-9E2A-F89658839DCF}" dt="2024-01-26T19:48:58.710" v="23622" actId="1076"/>
          <ac:spMkLst>
            <pc:docMk/>
            <pc:sldMk cId="1227635227" sldId="1054"/>
            <ac:spMk id="14" creationId="{ED53A3EF-1809-90C8-7CB6-921B167408D8}"/>
          </ac:spMkLst>
        </pc:spChg>
        <pc:spChg chg="add mod">
          <ac:chgData name="Palit, Tapti" userId="dec6fbcd-7598-406a-8cbf-504d4a3bac15" providerId="ADAL" clId="{65104DF2-1B45-4C36-9E2A-F89658839DCF}" dt="2024-01-26T19:48:58.710" v="23622" actId="1076"/>
          <ac:spMkLst>
            <pc:docMk/>
            <pc:sldMk cId="1227635227" sldId="1054"/>
            <ac:spMk id="15" creationId="{24DFC828-FE2A-20B3-9FFA-EC4BBE12A417}"/>
          </ac:spMkLst>
        </pc:spChg>
        <pc:spChg chg="add mod">
          <ac:chgData name="Palit, Tapti" userId="dec6fbcd-7598-406a-8cbf-504d4a3bac15" providerId="ADAL" clId="{65104DF2-1B45-4C36-9E2A-F89658839DCF}" dt="2024-01-26T19:48:58.710" v="23622" actId="1076"/>
          <ac:spMkLst>
            <pc:docMk/>
            <pc:sldMk cId="1227635227" sldId="1054"/>
            <ac:spMk id="22" creationId="{12B7F716-3FE0-035E-E082-B5A8D43D01F4}"/>
          </ac:spMkLst>
        </pc:spChg>
        <pc:spChg chg="add mod">
          <ac:chgData name="Palit, Tapti" userId="dec6fbcd-7598-406a-8cbf-504d4a3bac15" providerId="ADAL" clId="{65104DF2-1B45-4C36-9E2A-F89658839DCF}" dt="2024-01-26T19:48:58.710" v="23622" actId="1076"/>
          <ac:spMkLst>
            <pc:docMk/>
            <pc:sldMk cId="1227635227" sldId="1054"/>
            <ac:spMk id="34" creationId="{6260A853-0EAA-ED6A-BCBC-03F892987053}"/>
          </ac:spMkLst>
        </pc:spChg>
        <pc:spChg chg="add mod">
          <ac:chgData name="Palit, Tapti" userId="dec6fbcd-7598-406a-8cbf-504d4a3bac15" providerId="ADAL" clId="{65104DF2-1B45-4C36-9E2A-F89658839DCF}" dt="2024-01-26T19:48:58.710" v="23622" actId="1076"/>
          <ac:spMkLst>
            <pc:docMk/>
            <pc:sldMk cId="1227635227" sldId="1054"/>
            <ac:spMk id="40" creationId="{32B1BECC-595F-5227-A289-783E54024DCC}"/>
          </ac:spMkLst>
        </pc:spChg>
        <pc:spChg chg="add mod">
          <ac:chgData name="Palit, Tapti" userId="dec6fbcd-7598-406a-8cbf-504d4a3bac15" providerId="ADAL" clId="{65104DF2-1B45-4C36-9E2A-F89658839DCF}" dt="2024-01-26T19:48:58.710" v="23622" actId="1076"/>
          <ac:spMkLst>
            <pc:docMk/>
            <pc:sldMk cId="1227635227" sldId="1054"/>
            <ac:spMk id="47" creationId="{537BDDBB-087A-8502-DB23-3296E248D373}"/>
          </ac:spMkLst>
        </pc:spChg>
        <pc:spChg chg="add mod">
          <ac:chgData name="Palit, Tapti" userId="dec6fbcd-7598-406a-8cbf-504d4a3bac15" providerId="ADAL" clId="{65104DF2-1B45-4C36-9E2A-F89658839DCF}" dt="2024-01-26T19:48:58.710" v="23622" actId="1076"/>
          <ac:spMkLst>
            <pc:docMk/>
            <pc:sldMk cId="1227635227" sldId="1054"/>
            <ac:spMk id="50" creationId="{DBC361A0-C1B5-FBD9-A185-E424BCC22A3B}"/>
          </ac:spMkLst>
        </pc:spChg>
        <pc:spChg chg="add mod">
          <ac:chgData name="Palit, Tapti" userId="dec6fbcd-7598-406a-8cbf-504d4a3bac15" providerId="ADAL" clId="{65104DF2-1B45-4C36-9E2A-F89658839DCF}" dt="2024-01-26T19:48:58.710" v="23622" actId="1076"/>
          <ac:spMkLst>
            <pc:docMk/>
            <pc:sldMk cId="1227635227" sldId="1054"/>
            <ac:spMk id="51" creationId="{C7EBB1F4-ABDC-9E84-19B7-26C17EC610CE}"/>
          </ac:spMkLst>
        </pc:spChg>
        <pc:spChg chg="add mod">
          <ac:chgData name="Palit, Tapti" userId="dec6fbcd-7598-406a-8cbf-504d4a3bac15" providerId="ADAL" clId="{65104DF2-1B45-4C36-9E2A-F89658839DCF}" dt="2024-01-26T19:52:16.156" v="23709" actId="1076"/>
          <ac:spMkLst>
            <pc:docMk/>
            <pc:sldMk cId="1227635227" sldId="1054"/>
            <ac:spMk id="52" creationId="{9E3BFC50-4732-3F6A-D3A4-56DDABD06980}"/>
          </ac:spMkLst>
        </pc:spChg>
        <pc:spChg chg="add del mod">
          <ac:chgData name="Palit, Tapti" userId="dec6fbcd-7598-406a-8cbf-504d4a3bac15" providerId="ADAL" clId="{65104DF2-1B45-4C36-9E2A-F89658839DCF}" dt="2024-01-26T19:51:10.086" v="23701" actId="478"/>
          <ac:spMkLst>
            <pc:docMk/>
            <pc:sldMk cId="1227635227" sldId="1054"/>
            <ac:spMk id="54" creationId="{76E26277-EEA2-C31B-3819-041DC1894D73}"/>
          </ac:spMkLst>
        </pc:spChg>
        <pc:picChg chg="add mod">
          <ac:chgData name="Palit, Tapti" userId="dec6fbcd-7598-406a-8cbf-504d4a3bac15" providerId="ADAL" clId="{65104DF2-1B45-4C36-9E2A-F89658839DCF}" dt="2024-01-26T19:53:04.053" v="23710" actId="1076"/>
          <ac:picMkLst>
            <pc:docMk/>
            <pc:sldMk cId="1227635227" sldId="1054"/>
            <ac:picMk id="53" creationId="{A02AC56A-FD4A-1472-F07C-5C2761494991}"/>
          </ac:picMkLst>
        </pc:picChg>
        <pc:picChg chg="add mod">
          <ac:chgData name="Palit, Tapti" userId="dec6fbcd-7598-406a-8cbf-504d4a3bac15" providerId="ADAL" clId="{65104DF2-1B45-4C36-9E2A-F89658839DCF}" dt="2024-01-26T19:53:04.053" v="23710" actId="1076"/>
          <ac:picMkLst>
            <pc:docMk/>
            <pc:sldMk cId="1227635227" sldId="1054"/>
            <ac:picMk id="3074" creationId="{5C8434E7-6CDC-2D91-9EF4-AA032B2B8678}"/>
          </ac:picMkLst>
        </pc:picChg>
        <pc:cxnChg chg="add mod">
          <ac:chgData name="Palit, Tapti" userId="dec6fbcd-7598-406a-8cbf-504d4a3bac15" providerId="ADAL" clId="{65104DF2-1B45-4C36-9E2A-F89658839DCF}" dt="2024-01-26T19:48:58.710" v="23622" actId="1076"/>
          <ac:cxnSpMkLst>
            <pc:docMk/>
            <pc:sldMk cId="1227635227" sldId="1054"/>
            <ac:cxnSpMk id="5" creationId="{40B271DD-2C77-4E31-28A2-633DA7FB3053}"/>
          </ac:cxnSpMkLst>
        </pc:cxnChg>
        <pc:cxnChg chg="add del mod">
          <ac:chgData name="Palit, Tapti" userId="dec6fbcd-7598-406a-8cbf-504d4a3bac15" providerId="ADAL" clId="{65104DF2-1B45-4C36-9E2A-F89658839DCF}" dt="2024-01-26T19:45:07.897" v="23540" actId="478"/>
          <ac:cxnSpMkLst>
            <pc:docMk/>
            <pc:sldMk cId="1227635227" sldId="1054"/>
            <ac:cxnSpMk id="12" creationId="{7CD46AA0-CB23-5F77-30D2-18446F412581}"/>
          </ac:cxnSpMkLst>
        </pc:cxnChg>
        <pc:cxnChg chg="add mod">
          <ac:chgData name="Palit, Tapti" userId="dec6fbcd-7598-406a-8cbf-504d4a3bac15" providerId="ADAL" clId="{65104DF2-1B45-4C36-9E2A-F89658839DCF}" dt="2024-01-26T19:48:58.710" v="23622" actId="1076"/>
          <ac:cxnSpMkLst>
            <pc:docMk/>
            <pc:sldMk cId="1227635227" sldId="1054"/>
            <ac:cxnSpMk id="16" creationId="{0F94814F-8503-EC8F-5AD2-6BFC31574D98}"/>
          </ac:cxnSpMkLst>
        </pc:cxnChg>
        <pc:cxnChg chg="add mod">
          <ac:chgData name="Palit, Tapti" userId="dec6fbcd-7598-406a-8cbf-504d4a3bac15" providerId="ADAL" clId="{65104DF2-1B45-4C36-9E2A-F89658839DCF}" dt="2024-01-26T19:48:58.710" v="23622" actId="1076"/>
          <ac:cxnSpMkLst>
            <pc:docMk/>
            <pc:sldMk cId="1227635227" sldId="1054"/>
            <ac:cxnSpMk id="19" creationId="{FC234E84-F816-3B34-C896-DE157A8AC242}"/>
          </ac:cxnSpMkLst>
        </pc:cxnChg>
        <pc:cxnChg chg="add mod">
          <ac:chgData name="Palit, Tapti" userId="dec6fbcd-7598-406a-8cbf-504d4a3bac15" providerId="ADAL" clId="{65104DF2-1B45-4C36-9E2A-F89658839DCF}" dt="2024-01-26T19:48:58.710" v="23622" actId="1076"/>
          <ac:cxnSpMkLst>
            <pc:docMk/>
            <pc:sldMk cId="1227635227" sldId="1054"/>
            <ac:cxnSpMk id="23" creationId="{382CBE68-B5EA-ABE8-F933-9D812DDB5BDC}"/>
          </ac:cxnSpMkLst>
        </pc:cxnChg>
        <pc:cxnChg chg="add mod">
          <ac:chgData name="Palit, Tapti" userId="dec6fbcd-7598-406a-8cbf-504d4a3bac15" providerId="ADAL" clId="{65104DF2-1B45-4C36-9E2A-F89658839DCF}" dt="2024-01-26T19:48:58.710" v="23622" actId="1076"/>
          <ac:cxnSpMkLst>
            <pc:docMk/>
            <pc:sldMk cId="1227635227" sldId="1054"/>
            <ac:cxnSpMk id="31" creationId="{FD621CFD-4D80-95F5-1BB8-E4543AB245E9}"/>
          </ac:cxnSpMkLst>
        </pc:cxnChg>
        <pc:cxnChg chg="add mod">
          <ac:chgData name="Palit, Tapti" userId="dec6fbcd-7598-406a-8cbf-504d4a3bac15" providerId="ADAL" clId="{65104DF2-1B45-4C36-9E2A-F89658839DCF}" dt="2024-01-26T19:48:58.710" v="23622" actId="1076"/>
          <ac:cxnSpMkLst>
            <pc:docMk/>
            <pc:sldMk cId="1227635227" sldId="1054"/>
            <ac:cxnSpMk id="37" creationId="{46ADF8A4-DF2F-775F-4134-3562C75E922E}"/>
          </ac:cxnSpMkLst>
        </pc:cxnChg>
        <pc:cxnChg chg="add mod">
          <ac:chgData name="Palit, Tapti" userId="dec6fbcd-7598-406a-8cbf-504d4a3bac15" providerId="ADAL" clId="{65104DF2-1B45-4C36-9E2A-F89658839DCF}" dt="2024-01-26T19:48:58.710" v="23622" actId="1076"/>
          <ac:cxnSpMkLst>
            <pc:docMk/>
            <pc:sldMk cId="1227635227" sldId="1054"/>
            <ac:cxnSpMk id="42" creationId="{2D2DD051-50E2-8DE9-98D5-BE237A013632}"/>
          </ac:cxnSpMkLst>
        </pc:cxnChg>
        <pc:cxnChg chg="add mod">
          <ac:chgData name="Palit, Tapti" userId="dec6fbcd-7598-406a-8cbf-504d4a3bac15" providerId="ADAL" clId="{65104DF2-1B45-4C36-9E2A-F89658839DCF}" dt="2024-01-26T19:48:58.710" v="23622" actId="1076"/>
          <ac:cxnSpMkLst>
            <pc:docMk/>
            <pc:sldMk cId="1227635227" sldId="1054"/>
            <ac:cxnSpMk id="49" creationId="{A8146C87-789D-CCD6-0F5A-25064354540F}"/>
          </ac:cxnSpMkLst>
        </pc:cxnChg>
      </pc:sldChg>
      <pc:sldChg chg="addSp delSp modSp add del mod">
        <pc:chgData name="Palit, Tapti" userId="dec6fbcd-7598-406a-8cbf-504d4a3bac15" providerId="ADAL" clId="{65104DF2-1B45-4C36-9E2A-F89658839DCF}" dt="2024-01-26T20:05:55.572" v="23929" actId="47"/>
        <pc:sldMkLst>
          <pc:docMk/>
          <pc:sldMk cId="2931114430" sldId="1054"/>
        </pc:sldMkLst>
        <pc:spChg chg="mod">
          <ac:chgData name="Palit, Tapti" userId="dec6fbcd-7598-406a-8cbf-504d4a3bac15" providerId="ADAL" clId="{65104DF2-1B45-4C36-9E2A-F89658839DCF}" dt="2024-01-26T20:00:37.542" v="23806" actId="20577"/>
          <ac:spMkLst>
            <pc:docMk/>
            <pc:sldMk cId="2931114430" sldId="1054"/>
            <ac:spMk id="3" creationId="{F41F5800-0C87-D92F-5B6B-52E096B070E2}"/>
          </ac:spMkLst>
        </pc:spChg>
        <pc:spChg chg="mod">
          <ac:chgData name="Palit, Tapti" userId="dec6fbcd-7598-406a-8cbf-504d4a3bac15" providerId="ADAL" clId="{65104DF2-1B45-4C36-9E2A-F89658839DCF}" dt="2024-01-26T19:57:51.950" v="23730" actId="1076"/>
          <ac:spMkLst>
            <pc:docMk/>
            <pc:sldMk cId="2931114430" sldId="1054"/>
            <ac:spMk id="5" creationId="{3D373F79-5AD1-75EC-290D-9961F87C759F}"/>
          </ac:spMkLst>
        </pc:spChg>
        <pc:spChg chg="mod">
          <ac:chgData name="Palit, Tapti" userId="dec6fbcd-7598-406a-8cbf-504d4a3bac15" providerId="ADAL" clId="{65104DF2-1B45-4C36-9E2A-F89658839DCF}" dt="2024-01-26T19:57:54.923" v="23731" actId="1076"/>
          <ac:spMkLst>
            <pc:docMk/>
            <pc:sldMk cId="2931114430" sldId="1054"/>
            <ac:spMk id="8" creationId="{885F85A1-4076-A50D-98B5-C6EE4BE5346E}"/>
          </ac:spMkLst>
        </pc:spChg>
        <pc:spChg chg="mod">
          <ac:chgData name="Palit, Tapti" userId="dec6fbcd-7598-406a-8cbf-504d4a3bac15" providerId="ADAL" clId="{65104DF2-1B45-4C36-9E2A-F89658839DCF}" dt="2024-01-26T19:57:51.950" v="23730" actId="1076"/>
          <ac:spMkLst>
            <pc:docMk/>
            <pc:sldMk cId="2931114430" sldId="1054"/>
            <ac:spMk id="10" creationId="{B2849599-0146-037A-56B0-2E75EF2FFB10}"/>
          </ac:spMkLst>
        </pc:spChg>
        <pc:spChg chg="del mod">
          <ac:chgData name="Palit, Tapti" userId="dec6fbcd-7598-406a-8cbf-504d4a3bac15" providerId="ADAL" clId="{65104DF2-1B45-4C36-9E2A-F89658839DCF}" dt="2024-01-26T20:00:24.490" v="23799" actId="478"/>
          <ac:spMkLst>
            <pc:docMk/>
            <pc:sldMk cId="2931114430" sldId="1054"/>
            <ac:spMk id="11" creationId="{707AC7D3-B300-6284-F4BF-9F14BCFDD045}"/>
          </ac:spMkLst>
        </pc:spChg>
        <pc:spChg chg="mod">
          <ac:chgData name="Palit, Tapti" userId="dec6fbcd-7598-406a-8cbf-504d4a3bac15" providerId="ADAL" clId="{65104DF2-1B45-4C36-9E2A-F89658839DCF}" dt="2024-01-26T19:57:51.950" v="23730" actId="1076"/>
          <ac:spMkLst>
            <pc:docMk/>
            <pc:sldMk cId="2931114430" sldId="1054"/>
            <ac:spMk id="12" creationId="{C902EB02-8612-75F0-CB75-A557CCFF913B}"/>
          </ac:spMkLst>
        </pc:spChg>
        <pc:spChg chg="add del mod">
          <ac:chgData name="Palit, Tapti" userId="dec6fbcd-7598-406a-8cbf-504d4a3bac15" providerId="ADAL" clId="{65104DF2-1B45-4C36-9E2A-F89658839DCF}" dt="2024-01-26T20:00:29.296" v="23800" actId="20577"/>
          <ac:spMkLst>
            <pc:docMk/>
            <pc:sldMk cId="2931114430" sldId="1054"/>
            <ac:spMk id="15" creationId="{632CDA17-2240-B34F-44F8-5573404E1E94}"/>
          </ac:spMkLst>
        </pc:spChg>
        <pc:spChg chg="mod">
          <ac:chgData name="Palit, Tapti" userId="dec6fbcd-7598-406a-8cbf-504d4a3bac15" providerId="ADAL" clId="{65104DF2-1B45-4C36-9E2A-F89658839DCF}" dt="2024-01-26T19:57:51.950" v="23730" actId="1076"/>
          <ac:spMkLst>
            <pc:docMk/>
            <pc:sldMk cId="2931114430" sldId="1054"/>
            <ac:spMk id="16" creationId="{BA3828BB-07C9-6A22-0125-6282103A5ED6}"/>
          </ac:spMkLst>
        </pc:spChg>
        <pc:spChg chg="add del">
          <ac:chgData name="Palit, Tapti" userId="dec6fbcd-7598-406a-8cbf-504d4a3bac15" providerId="ADAL" clId="{65104DF2-1B45-4C36-9E2A-F89658839DCF}" dt="2024-01-26T19:57:24.780" v="23725" actId="478"/>
          <ac:spMkLst>
            <pc:docMk/>
            <pc:sldMk cId="2931114430" sldId="1054"/>
            <ac:spMk id="18" creationId="{38158093-6F13-9634-0C40-CB520D742CFB}"/>
          </ac:spMkLst>
        </pc:spChg>
        <pc:spChg chg="add del mod">
          <ac:chgData name="Palit, Tapti" userId="dec6fbcd-7598-406a-8cbf-504d4a3bac15" providerId="ADAL" clId="{65104DF2-1B45-4C36-9E2A-F89658839DCF}" dt="2024-01-26T20:00:23.022" v="23798" actId="478"/>
          <ac:spMkLst>
            <pc:docMk/>
            <pc:sldMk cId="2931114430" sldId="1054"/>
            <ac:spMk id="19" creationId="{62A0C4CA-2A0C-7E20-4EEB-512723DBF9F9}"/>
          </ac:spMkLst>
        </pc:spChg>
        <pc:spChg chg="mod">
          <ac:chgData name="Palit, Tapti" userId="dec6fbcd-7598-406a-8cbf-504d4a3bac15" providerId="ADAL" clId="{65104DF2-1B45-4C36-9E2A-F89658839DCF}" dt="2024-01-26T19:57:51.950" v="23730" actId="1076"/>
          <ac:spMkLst>
            <pc:docMk/>
            <pc:sldMk cId="2931114430" sldId="1054"/>
            <ac:spMk id="20" creationId="{6B846521-CF3C-1C2E-5EFA-E362CE8B0255}"/>
          </ac:spMkLst>
        </pc:spChg>
        <pc:spChg chg="mod">
          <ac:chgData name="Palit, Tapti" userId="dec6fbcd-7598-406a-8cbf-504d4a3bac15" providerId="ADAL" clId="{65104DF2-1B45-4C36-9E2A-F89658839DCF}" dt="2024-01-26T19:57:51.950" v="23730" actId="1076"/>
          <ac:spMkLst>
            <pc:docMk/>
            <pc:sldMk cId="2931114430" sldId="1054"/>
            <ac:spMk id="21" creationId="{D7179A03-A83C-A828-EB03-DB0E95ED3A9F}"/>
          </ac:spMkLst>
        </pc:spChg>
        <pc:spChg chg="mod">
          <ac:chgData name="Palit, Tapti" userId="dec6fbcd-7598-406a-8cbf-504d4a3bac15" providerId="ADAL" clId="{65104DF2-1B45-4C36-9E2A-F89658839DCF}" dt="2024-01-26T19:57:51.950" v="23730" actId="1076"/>
          <ac:spMkLst>
            <pc:docMk/>
            <pc:sldMk cId="2931114430" sldId="1054"/>
            <ac:spMk id="22" creationId="{DFEE423D-239B-0159-2953-A9F255A35310}"/>
          </ac:spMkLst>
        </pc:spChg>
        <pc:spChg chg="add del">
          <ac:chgData name="Palit, Tapti" userId="dec6fbcd-7598-406a-8cbf-504d4a3bac15" providerId="ADAL" clId="{65104DF2-1B45-4C36-9E2A-F89658839DCF}" dt="2024-01-26T19:57:33.446" v="23728" actId="478"/>
          <ac:spMkLst>
            <pc:docMk/>
            <pc:sldMk cId="2931114430" sldId="1054"/>
            <ac:spMk id="27" creationId="{A514031C-BE6B-B376-1F8D-A6CBB52D164E}"/>
          </ac:spMkLst>
        </pc:spChg>
        <pc:spChg chg="add del">
          <ac:chgData name="Palit, Tapti" userId="dec6fbcd-7598-406a-8cbf-504d4a3bac15" providerId="ADAL" clId="{65104DF2-1B45-4C36-9E2A-F89658839DCF}" dt="2024-01-26T19:57:24.780" v="23725" actId="478"/>
          <ac:spMkLst>
            <pc:docMk/>
            <pc:sldMk cId="2931114430" sldId="1054"/>
            <ac:spMk id="29" creationId="{B51B138B-CA6E-D442-540A-519FABFF1C4E}"/>
          </ac:spMkLst>
        </pc:spChg>
        <pc:spChg chg="mod">
          <ac:chgData name="Palit, Tapti" userId="dec6fbcd-7598-406a-8cbf-504d4a3bac15" providerId="ADAL" clId="{65104DF2-1B45-4C36-9E2A-F89658839DCF}" dt="2024-01-26T20:00:41.357" v="23807" actId="20577"/>
          <ac:spMkLst>
            <pc:docMk/>
            <pc:sldMk cId="2931114430" sldId="1054"/>
            <ac:spMk id="31" creationId="{8066DF09-0DDE-0E4A-743E-1BD29398BBC7}"/>
          </ac:spMkLst>
        </pc:spChg>
        <pc:picChg chg="add del">
          <ac:chgData name="Palit, Tapti" userId="dec6fbcd-7598-406a-8cbf-504d4a3bac15" providerId="ADAL" clId="{65104DF2-1B45-4C36-9E2A-F89658839DCF}" dt="2024-01-26T19:57:24.780" v="23725" actId="478"/>
          <ac:picMkLst>
            <pc:docMk/>
            <pc:sldMk cId="2931114430" sldId="1054"/>
            <ac:picMk id="2" creationId="{5C5B91B7-4BF3-EF22-73A2-268F52918630}"/>
          </ac:picMkLst>
        </pc:picChg>
        <pc:picChg chg="add mod">
          <ac:chgData name="Palit, Tapti" userId="dec6fbcd-7598-406a-8cbf-504d4a3bac15" providerId="ADAL" clId="{65104DF2-1B45-4C36-9E2A-F89658839DCF}" dt="2024-01-26T20:01:02.910" v="23809" actId="1076"/>
          <ac:picMkLst>
            <pc:docMk/>
            <pc:sldMk cId="2931114430" sldId="1054"/>
            <ac:picMk id="13" creationId="{51E41E2E-90E0-102E-2EF0-0D5AA2B51E94}"/>
          </ac:picMkLst>
        </pc:picChg>
        <pc:cxnChg chg="add del">
          <ac:chgData name="Palit, Tapti" userId="dec6fbcd-7598-406a-8cbf-504d4a3bac15" providerId="ADAL" clId="{65104DF2-1B45-4C36-9E2A-F89658839DCF}" dt="2024-01-26T19:57:24.780" v="23725" actId="478"/>
          <ac:cxnSpMkLst>
            <pc:docMk/>
            <pc:sldMk cId="2931114430" sldId="1054"/>
            <ac:cxnSpMk id="6" creationId="{9A228DE5-2A47-7DC0-AB7D-AA240CDBFA38}"/>
          </ac:cxnSpMkLst>
        </pc:cxnChg>
        <pc:cxnChg chg="add del">
          <ac:chgData name="Palit, Tapti" userId="dec6fbcd-7598-406a-8cbf-504d4a3bac15" providerId="ADAL" clId="{65104DF2-1B45-4C36-9E2A-F89658839DCF}" dt="2024-01-26T19:57:24.780" v="23725" actId="478"/>
          <ac:cxnSpMkLst>
            <pc:docMk/>
            <pc:sldMk cId="2931114430" sldId="1054"/>
            <ac:cxnSpMk id="7" creationId="{61D65FAB-D08A-1F97-5A56-A0AFDCACE3EE}"/>
          </ac:cxnSpMkLst>
        </pc:cxnChg>
        <pc:cxnChg chg="mod">
          <ac:chgData name="Palit, Tapti" userId="dec6fbcd-7598-406a-8cbf-504d4a3bac15" providerId="ADAL" clId="{65104DF2-1B45-4C36-9E2A-F89658839DCF}" dt="2024-01-26T19:57:51.950" v="23730" actId="1076"/>
          <ac:cxnSpMkLst>
            <pc:docMk/>
            <pc:sldMk cId="2931114430" sldId="1054"/>
            <ac:cxnSpMk id="9" creationId="{5B659DB4-1E58-9C88-6147-F8AE219D326E}"/>
          </ac:cxnSpMkLst>
        </pc:cxnChg>
        <pc:cxnChg chg="add del">
          <ac:chgData name="Palit, Tapti" userId="dec6fbcd-7598-406a-8cbf-504d4a3bac15" providerId="ADAL" clId="{65104DF2-1B45-4C36-9E2A-F89658839DCF}" dt="2024-01-26T19:57:24.780" v="23725" actId="478"/>
          <ac:cxnSpMkLst>
            <pc:docMk/>
            <pc:sldMk cId="2931114430" sldId="1054"/>
            <ac:cxnSpMk id="14" creationId="{E3057DF5-1ED5-9116-B096-D42DE1A11886}"/>
          </ac:cxnSpMkLst>
        </pc:cxnChg>
        <pc:cxnChg chg="mod">
          <ac:chgData name="Palit, Tapti" userId="dec6fbcd-7598-406a-8cbf-504d4a3bac15" providerId="ADAL" clId="{65104DF2-1B45-4C36-9E2A-F89658839DCF}" dt="2024-01-26T19:57:51.950" v="23730" actId="1076"/>
          <ac:cxnSpMkLst>
            <pc:docMk/>
            <pc:sldMk cId="2931114430" sldId="1054"/>
            <ac:cxnSpMk id="17" creationId="{3F645796-6659-6C62-0048-A9C63762DB52}"/>
          </ac:cxnSpMkLst>
        </pc:cxnChg>
        <pc:cxnChg chg="del">
          <ac:chgData name="Palit, Tapti" userId="dec6fbcd-7598-406a-8cbf-504d4a3bac15" providerId="ADAL" clId="{65104DF2-1B45-4C36-9E2A-F89658839DCF}" dt="2024-01-26T19:57:27.282" v="23726" actId="478"/>
          <ac:cxnSpMkLst>
            <pc:docMk/>
            <pc:sldMk cId="2931114430" sldId="1054"/>
            <ac:cxnSpMk id="23" creationId="{D16509D8-28D2-A44B-77B1-1128B454B009}"/>
          </ac:cxnSpMkLst>
        </pc:cxnChg>
        <pc:cxnChg chg="del">
          <ac:chgData name="Palit, Tapti" userId="dec6fbcd-7598-406a-8cbf-504d4a3bac15" providerId="ADAL" clId="{65104DF2-1B45-4C36-9E2A-F89658839DCF}" dt="2024-01-26T19:57:29.131" v="23727" actId="478"/>
          <ac:cxnSpMkLst>
            <pc:docMk/>
            <pc:sldMk cId="2931114430" sldId="1054"/>
            <ac:cxnSpMk id="26" creationId="{CC017F9E-EDAB-28CE-0FC4-6DC0F6308385}"/>
          </ac:cxnSpMkLst>
        </pc:cxnChg>
      </pc:sldChg>
      <pc:sldChg chg="modSp add mod">
        <pc:chgData name="Palit, Tapti" userId="dec6fbcd-7598-406a-8cbf-504d4a3bac15" providerId="ADAL" clId="{65104DF2-1B45-4C36-9E2A-F89658839DCF}" dt="2024-01-26T20:18:58.592" v="23941" actId="1036"/>
        <pc:sldMkLst>
          <pc:docMk/>
          <pc:sldMk cId="2862058683" sldId="1055"/>
        </pc:sldMkLst>
        <pc:spChg chg="mod">
          <ac:chgData name="Palit, Tapti" userId="dec6fbcd-7598-406a-8cbf-504d4a3bac15" providerId="ADAL" clId="{65104DF2-1B45-4C36-9E2A-F89658839DCF}" dt="2024-01-26T20:18:58.592" v="23941" actId="1036"/>
          <ac:spMkLst>
            <pc:docMk/>
            <pc:sldMk cId="2862058683" sldId="1055"/>
            <ac:spMk id="19" creationId="{62A0C4CA-2A0C-7E20-4EEB-512723DBF9F9}"/>
          </ac:spMkLst>
        </pc:spChg>
      </pc:sldChg>
      <pc:sldChg chg="addSp delSp modSp add mod">
        <pc:chgData name="Palit, Tapti" userId="dec6fbcd-7598-406a-8cbf-504d4a3bac15" providerId="ADAL" clId="{65104DF2-1B45-4C36-9E2A-F89658839DCF}" dt="2024-01-26T20:05:25.111" v="23928" actId="14100"/>
        <pc:sldMkLst>
          <pc:docMk/>
          <pc:sldMk cId="3149305771" sldId="1056"/>
        </pc:sldMkLst>
        <pc:spChg chg="mod">
          <ac:chgData name="Palit, Tapti" userId="dec6fbcd-7598-406a-8cbf-504d4a3bac15" providerId="ADAL" clId="{65104DF2-1B45-4C36-9E2A-F89658839DCF}" dt="2024-01-26T20:03:24.802" v="23824" actId="20577"/>
          <ac:spMkLst>
            <pc:docMk/>
            <pc:sldMk cId="3149305771" sldId="1056"/>
            <ac:spMk id="3" creationId="{F41F5800-0C87-D92F-5B6B-52E096B070E2}"/>
          </ac:spMkLst>
        </pc:spChg>
        <pc:spChg chg="del">
          <ac:chgData name="Palit, Tapti" userId="dec6fbcd-7598-406a-8cbf-504d4a3bac15" providerId="ADAL" clId="{65104DF2-1B45-4C36-9E2A-F89658839DCF}" dt="2024-01-26T20:04:39.871" v="23881" actId="478"/>
          <ac:spMkLst>
            <pc:docMk/>
            <pc:sldMk cId="3149305771" sldId="1056"/>
            <ac:spMk id="11" creationId="{707AC7D3-B300-6284-F4BF-9F14BCFDD045}"/>
          </ac:spMkLst>
        </pc:spChg>
        <pc:spChg chg="mod">
          <ac:chgData name="Palit, Tapti" userId="dec6fbcd-7598-406a-8cbf-504d4a3bac15" providerId="ADAL" clId="{65104DF2-1B45-4C36-9E2A-F89658839DCF}" dt="2024-01-26T20:05:25.111" v="23928" actId="14100"/>
          <ac:spMkLst>
            <pc:docMk/>
            <pc:sldMk cId="3149305771" sldId="1056"/>
            <ac:spMk id="15" creationId="{632CDA17-2240-B34F-44F8-5573404E1E94}"/>
          </ac:spMkLst>
        </pc:spChg>
        <pc:spChg chg="mod">
          <ac:chgData name="Palit, Tapti" userId="dec6fbcd-7598-406a-8cbf-504d4a3bac15" providerId="ADAL" clId="{65104DF2-1B45-4C36-9E2A-F89658839DCF}" dt="2024-01-26T20:04:35.665" v="23880" actId="14100"/>
          <ac:spMkLst>
            <pc:docMk/>
            <pc:sldMk cId="3149305771" sldId="1056"/>
            <ac:spMk id="19" creationId="{62A0C4CA-2A0C-7E20-4EEB-512723DBF9F9}"/>
          </ac:spMkLst>
        </pc:spChg>
        <pc:spChg chg="mod">
          <ac:chgData name="Palit, Tapti" userId="dec6fbcd-7598-406a-8cbf-504d4a3bac15" providerId="ADAL" clId="{65104DF2-1B45-4C36-9E2A-F89658839DCF}" dt="2024-01-26T20:05:19.340" v="23926" actId="20577"/>
          <ac:spMkLst>
            <pc:docMk/>
            <pc:sldMk cId="3149305771" sldId="1056"/>
            <ac:spMk id="31" creationId="{8066DF09-0DDE-0E4A-743E-1BD29398BBC7}"/>
          </ac:spMkLst>
        </pc:spChg>
        <pc:picChg chg="add mod">
          <ac:chgData name="Palit, Tapti" userId="dec6fbcd-7598-406a-8cbf-504d4a3bac15" providerId="ADAL" clId="{65104DF2-1B45-4C36-9E2A-F89658839DCF}" dt="2024-01-26T20:04:57.828" v="23883" actId="1076"/>
          <ac:picMkLst>
            <pc:docMk/>
            <pc:sldMk cId="3149305771" sldId="1056"/>
            <ac:picMk id="2" creationId="{5A544DF6-9721-422E-F46B-1F574F7AE593}"/>
          </ac:picMkLst>
        </pc:picChg>
      </pc:sldChg>
      <pc:sldChg chg="modSp mod addCm modNotesTx">
        <pc:chgData name="Palit, Tapti" userId="dec6fbcd-7598-406a-8cbf-504d4a3bac15" providerId="ADAL" clId="{65104DF2-1B45-4C36-9E2A-F89658839DCF}" dt="2024-02-06T18:38:19.402" v="26123" actId="20577"/>
        <pc:sldMkLst>
          <pc:docMk/>
          <pc:sldMk cId="3931205847" sldId="1056"/>
        </pc:sldMkLst>
        <pc:spChg chg="mod">
          <ac:chgData name="Palit, Tapti" userId="dec6fbcd-7598-406a-8cbf-504d4a3bac15" providerId="ADAL" clId="{65104DF2-1B45-4C36-9E2A-F89658839DCF}" dt="2024-02-06T17:24:54.242" v="25648" actId="20577"/>
          <ac:spMkLst>
            <pc:docMk/>
            <pc:sldMk cId="3931205847" sldId="1056"/>
            <ac:spMk id="6" creationId="{910529FC-DDE5-9112-621B-039FFAD41807}"/>
          </ac:spMkLst>
        </pc:sp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65104DF2-1B45-4C36-9E2A-F89658839DCF}" dt="2024-02-05T17:48:42.579" v="25448"/>
              <pc2:cmMkLst xmlns:pc2="http://schemas.microsoft.com/office/powerpoint/2019/9/main/command">
                <pc:docMk/>
                <pc:sldMk cId="3931205847" sldId="1056"/>
                <pc2:cmMk id="{E9D4E47C-80E9-49E7-B237-6D083D4C5808}"/>
              </pc2:cmMkLst>
            </pc226:cmChg>
          </p:ext>
        </pc:extLst>
      </pc:sldChg>
      <pc:sldChg chg="modSp new mod">
        <pc:chgData name="Palit, Tapti" userId="dec6fbcd-7598-406a-8cbf-504d4a3bac15" providerId="ADAL" clId="{65104DF2-1B45-4C36-9E2A-F89658839DCF}" dt="2024-01-26T20:23:25.733" v="24027" actId="20577"/>
        <pc:sldMkLst>
          <pc:docMk/>
          <pc:sldMk cId="1269888319" sldId="1057"/>
        </pc:sldMkLst>
        <pc:spChg chg="mod">
          <ac:chgData name="Palit, Tapti" userId="dec6fbcd-7598-406a-8cbf-504d4a3bac15" providerId="ADAL" clId="{65104DF2-1B45-4C36-9E2A-F89658839DCF}" dt="2024-01-26T20:23:25.733" v="24027" actId="20577"/>
          <ac:spMkLst>
            <pc:docMk/>
            <pc:sldMk cId="1269888319" sldId="1057"/>
            <ac:spMk id="3" creationId="{962BB4A7-A64E-E32F-D326-1C4530189909}"/>
          </ac:spMkLst>
        </pc:spChg>
      </pc:sldChg>
      <pc:sldChg chg="modSp mod">
        <pc:chgData name="Palit, Tapti" userId="dec6fbcd-7598-406a-8cbf-504d4a3bac15" providerId="ADAL" clId="{65104DF2-1B45-4C36-9E2A-F89658839DCF}" dt="2024-02-06T19:13:56.726" v="26509" actId="20577"/>
        <pc:sldMkLst>
          <pc:docMk/>
          <pc:sldMk cId="1309478449" sldId="1061"/>
        </pc:sldMkLst>
        <pc:spChg chg="mod">
          <ac:chgData name="Palit, Tapti" userId="dec6fbcd-7598-406a-8cbf-504d4a3bac15" providerId="ADAL" clId="{65104DF2-1B45-4C36-9E2A-F89658839DCF}" dt="2024-02-06T19:13:56.726" v="26509" actId="20577"/>
          <ac:spMkLst>
            <pc:docMk/>
            <pc:sldMk cId="1309478449" sldId="1061"/>
            <ac:spMk id="2" creationId="{D7EC638E-4A77-46B8-B32A-298B47F2DEB0}"/>
          </ac:spMkLst>
        </pc:spChg>
      </pc:sldChg>
      <pc:sldChg chg="modSp mod">
        <pc:chgData name="Palit, Tapti" userId="dec6fbcd-7598-406a-8cbf-504d4a3bac15" providerId="ADAL" clId="{65104DF2-1B45-4C36-9E2A-F89658839DCF}" dt="2024-02-06T18:55:59.778" v="26476" actId="14100"/>
        <pc:sldMkLst>
          <pc:docMk/>
          <pc:sldMk cId="968843865" sldId="1072"/>
        </pc:sldMkLst>
        <pc:spChg chg="mod">
          <ac:chgData name="Palit, Tapti" userId="dec6fbcd-7598-406a-8cbf-504d4a3bac15" providerId="ADAL" clId="{65104DF2-1B45-4C36-9E2A-F89658839DCF}" dt="2024-02-06T18:55:59.778" v="26476" actId="14100"/>
          <ac:spMkLst>
            <pc:docMk/>
            <pc:sldMk cId="968843865" sldId="1072"/>
            <ac:spMk id="6" creationId="{CDF54C75-8E57-C212-0645-30E19DBAEFC3}"/>
          </ac:spMkLst>
        </pc:spChg>
        <pc:cxnChg chg="mod">
          <ac:chgData name="Palit, Tapti" userId="dec6fbcd-7598-406a-8cbf-504d4a3bac15" providerId="ADAL" clId="{65104DF2-1B45-4C36-9E2A-F89658839DCF}" dt="2024-02-06T18:55:59.778" v="26476" actId="14100"/>
          <ac:cxnSpMkLst>
            <pc:docMk/>
            <pc:sldMk cId="968843865" sldId="1072"/>
            <ac:cxnSpMk id="10" creationId="{9E94C896-B232-9692-30F5-7EADDBA316F1}"/>
          </ac:cxnSpMkLst>
        </pc:cxnChg>
      </pc:sldChg>
      <pc:sldChg chg="modSp mod">
        <pc:chgData name="Palit, Tapti" userId="dec6fbcd-7598-406a-8cbf-504d4a3bac15" providerId="ADAL" clId="{65104DF2-1B45-4C36-9E2A-F89658839DCF}" dt="2024-02-06T18:56:04.994" v="26477" actId="14100"/>
        <pc:sldMkLst>
          <pc:docMk/>
          <pc:sldMk cId="2966847284" sldId="1073"/>
        </pc:sldMkLst>
        <pc:spChg chg="mod">
          <ac:chgData name="Palit, Tapti" userId="dec6fbcd-7598-406a-8cbf-504d4a3bac15" providerId="ADAL" clId="{65104DF2-1B45-4C36-9E2A-F89658839DCF}" dt="2024-02-06T18:56:04.994" v="26477" actId="14100"/>
          <ac:spMkLst>
            <pc:docMk/>
            <pc:sldMk cId="2966847284" sldId="1073"/>
            <ac:spMk id="6" creationId="{CDF54C75-8E57-C212-0645-30E19DBAEFC3}"/>
          </ac:spMkLst>
        </pc:spChg>
      </pc:sldChg>
      <pc:sldChg chg="modSp mod">
        <pc:chgData name="Palit, Tapti" userId="dec6fbcd-7598-406a-8cbf-504d4a3bac15" providerId="ADAL" clId="{65104DF2-1B45-4C36-9E2A-F89658839DCF}" dt="2024-02-06T18:56:19.589" v="26479" actId="14100"/>
        <pc:sldMkLst>
          <pc:docMk/>
          <pc:sldMk cId="1203570601" sldId="1074"/>
        </pc:sldMkLst>
        <pc:spChg chg="mod">
          <ac:chgData name="Palit, Tapti" userId="dec6fbcd-7598-406a-8cbf-504d4a3bac15" providerId="ADAL" clId="{65104DF2-1B45-4C36-9E2A-F89658839DCF}" dt="2024-02-06T18:56:19.589" v="26479" actId="14100"/>
          <ac:spMkLst>
            <pc:docMk/>
            <pc:sldMk cId="1203570601" sldId="1074"/>
            <ac:spMk id="6" creationId="{CDF54C75-8E57-C212-0645-30E19DBAEFC3}"/>
          </ac:spMkLst>
        </pc:spChg>
        <pc:graphicFrameChg chg="modGraphic">
          <ac:chgData name="Palit, Tapti" userId="dec6fbcd-7598-406a-8cbf-504d4a3bac15" providerId="ADAL" clId="{65104DF2-1B45-4C36-9E2A-F89658839DCF}" dt="2024-01-29T19:30:07.786" v="24680" actId="14734"/>
          <ac:graphicFrameMkLst>
            <pc:docMk/>
            <pc:sldMk cId="1203570601" sldId="1074"/>
            <ac:graphicFrameMk id="28" creationId="{7A06F78A-A30D-EA99-2E4E-624D76067CB7}"/>
          </ac:graphicFrameMkLst>
        </pc:graphicFrameChg>
        <pc:cxnChg chg="mod">
          <ac:chgData name="Palit, Tapti" userId="dec6fbcd-7598-406a-8cbf-504d4a3bac15" providerId="ADAL" clId="{65104DF2-1B45-4C36-9E2A-F89658839DCF}" dt="2024-02-06T18:56:19.589" v="26479" actId="14100"/>
          <ac:cxnSpMkLst>
            <pc:docMk/>
            <pc:sldMk cId="1203570601" sldId="1074"/>
            <ac:cxnSpMk id="10" creationId="{9E94C896-B232-9692-30F5-7EADDBA316F1}"/>
          </ac:cxnSpMkLst>
        </pc:cxnChg>
        <pc:cxnChg chg="mod">
          <ac:chgData name="Palit, Tapti" userId="dec6fbcd-7598-406a-8cbf-504d4a3bac15" providerId="ADAL" clId="{65104DF2-1B45-4C36-9E2A-F89658839DCF}" dt="2024-02-06T18:56:19.589" v="26479" actId="14100"/>
          <ac:cxnSpMkLst>
            <pc:docMk/>
            <pc:sldMk cId="1203570601" sldId="1074"/>
            <ac:cxnSpMk id="12" creationId="{B7D84180-1A4B-8131-B469-70328178D2E9}"/>
          </ac:cxnSpMkLst>
        </pc:cxnChg>
      </pc:sldChg>
      <pc:sldChg chg="modSp mod">
        <pc:chgData name="Palit, Tapti" userId="dec6fbcd-7598-406a-8cbf-504d4a3bac15" providerId="ADAL" clId="{65104DF2-1B45-4C36-9E2A-F89658839DCF}" dt="2024-01-29T19:30:21.202" v="24683" actId="14734"/>
        <pc:sldMkLst>
          <pc:docMk/>
          <pc:sldMk cId="3356062350" sldId="1075"/>
        </pc:sldMkLst>
        <pc:graphicFrameChg chg="modGraphic">
          <ac:chgData name="Palit, Tapti" userId="dec6fbcd-7598-406a-8cbf-504d4a3bac15" providerId="ADAL" clId="{65104DF2-1B45-4C36-9E2A-F89658839DCF}" dt="2024-01-29T19:30:21.202" v="24683" actId="14734"/>
          <ac:graphicFrameMkLst>
            <pc:docMk/>
            <pc:sldMk cId="3356062350" sldId="1075"/>
            <ac:graphicFrameMk id="28" creationId="{7A06F78A-A30D-EA99-2E4E-624D76067CB7}"/>
          </ac:graphicFrameMkLst>
        </pc:graphicFrameChg>
      </pc:sldChg>
      <pc:sldChg chg="modSp mod">
        <pc:chgData name="Palit, Tapti" userId="dec6fbcd-7598-406a-8cbf-504d4a3bac15" providerId="ADAL" clId="{65104DF2-1B45-4C36-9E2A-F89658839DCF}" dt="2024-01-29T19:30:45.824" v="24688" actId="14734"/>
        <pc:sldMkLst>
          <pc:docMk/>
          <pc:sldMk cId="3284359703" sldId="1076"/>
        </pc:sldMkLst>
        <pc:graphicFrameChg chg="modGraphic">
          <ac:chgData name="Palit, Tapti" userId="dec6fbcd-7598-406a-8cbf-504d4a3bac15" providerId="ADAL" clId="{65104DF2-1B45-4C36-9E2A-F89658839DCF}" dt="2024-01-29T19:30:45.824" v="24688" actId="14734"/>
          <ac:graphicFrameMkLst>
            <pc:docMk/>
            <pc:sldMk cId="3284359703" sldId="1076"/>
            <ac:graphicFrameMk id="28" creationId="{7A06F78A-A30D-EA99-2E4E-624D76067CB7}"/>
          </ac:graphicFrameMkLst>
        </pc:graphicFrameChg>
      </pc:sldChg>
      <pc:sldChg chg="modSp mod">
        <pc:chgData name="Palit, Tapti" userId="dec6fbcd-7598-406a-8cbf-504d4a3bac15" providerId="ADAL" clId="{65104DF2-1B45-4C36-9E2A-F89658839DCF}" dt="2024-01-29T19:30:30.318" v="24685" actId="14734"/>
        <pc:sldMkLst>
          <pc:docMk/>
          <pc:sldMk cId="1175467105" sldId="1077"/>
        </pc:sldMkLst>
        <pc:graphicFrameChg chg="modGraphic">
          <ac:chgData name="Palit, Tapti" userId="dec6fbcd-7598-406a-8cbf-504d4a3bac15" providerId="ADAL" clId="{65104DF2-1B45-4C36-9E2A-F89658839DCF}" dt="2024-01-29T19:30:30.318" v="24685" actId="14734"/>
          <ac:graphicFrameMkLst>
            <pc:docMk/>
            <pc:sldMk cId="1175467105" sldId="1077"/>
            <ac:graphicFrameMk id="28" creationId="{7A06F78A-A30D-EA99-2E4E-624D76067CB7}"/>
          </ac:graphicFrameMkLst>
        </pc:graphicFrameChg>
      </pc:sldChg>
      <pc:sldChg chg="modSp mod">
        <pc:chgData name="Palit, Tapti" userId="dec6fbcd-7598-406a-8cbf-504d4a3bac15" providerId="ADAL" clId="{65104DF2-1B45-4C36-9E2A-F89658839DCF}" dt="2024-01-29T19:30:57.720" v="24695" actId="14734"/>
        <pc:sldMkLst>
          <pc:docMk/>
          <pc:sldMk cId="2704095549" sldId="1078"/>
        </pc:sldMkLst>
        <pc:graphicFrameChg chg="mod modGraphic">
          <ac:chgData name="Palit, Tapti" userId="dec6fbcd-7598-406a-8cbf-504d4a3bac15" providerId="ADAL" clId="{65104DF2-1B45-4C36-9E2A-F89658839DCF}" dt="2024-01-29T19:30:57.720" v="24695" actId="14734"/>
          <ac:graphicFrameMkLst>
            <pc:docMk/>
            <pc:sldMk cId="2704095549" sldId="1078"/>
            <ac:graphicFrameMk id="28" creationId="{7A06F78A-A30D-EA99-2E4E-624D76067CB7}"/>
          </ac:graphicFrameMkLst>
        </pc:graphicFrameChg>
        <pc:cxnChg chg="mod">
          <ac:chgData name="Palit, Tapti" userId="dec6fbcd-7598-406a-8cbf-504d4a3bac15" providerId="ADAL" clId="{65104DF2-1B45-4C36-9E2A-F89658839DCF}" dt="2024-01-29T19:30:54.298" v="24694" actId="14100"/>
          <ac:cxnSpMkLst>
            <pc:docMk/>
            <pc:sldMk cId="2704095549" sldId="1078"/>
            <ac:cxnSpMk id="16" creationId="{A8382162-7596-D715-7552-7B1A7214FB3D}"/>
          </ac:cxnSpMkLst>
        </pc:cxnChg>
      </pc:sldChg>
      <pc:sldChg chg="modSp mod">
        <pc:chgData name="Palit, Tapti" userId="dec6fbcd-7598-406a-8cbf-504d4a3bac15" providerId="ADAL" clId="{65104DF2-1B45-4C36-9E2A-F89658839DCF}" dt="2024-01-29T19:31:24.376" v="24698" actId="14734"/>
        <pc:sldMkLst>
          <pc:docMk/>
          <pc:sldMk cId="1851296034" sldId="1079"/>
        </pc:sldMkLst>
        <pc:graphicFrameChg chg="modGraphic">
          <ac:chgData name="Palit, Tapti" userId="dec6fbcd-7598-406a-8cbf-504d4a3bac15" providerId="ADAL" clId="{65104DF2-1B45-4C36-9E2A-F89658839DCF}" dt="2024-01-29T19:31:24.376" v="24698" actId="14734"/>
          <ac:graphicFrameMkLst>
            <pc:docMk/>
            <pc:sldMk cId="1851296034" sldId="1079"/>
            <ac:graphicFrameMk id="28" creationId="{7A06F78A-A30D-EA99-2E4E-624D76067CB7}"/>
          </ac:graphicFrameMkLst>
        </pc:graphicFrameChg>
        <pc:cxnChg chg="mod">
          <ac:chgData name="Palit, Tapti" userId="dec6fbcd-7598-406a-8cbf-504d4a3bac15" providerId="ADAL" clId="{65104DF2-1B45-4C36-9E2A-F89658839DCF}" dt="2024-01-29T19:31:21.347" v="24697" actId="14100"/>
          <ac:cxnSpMkLst>
            <pc:docMk/>
            <pc:sldMk cId="1851296034" sldId="1079"/>
            <ac:cxnSpMk id="16" creationId="{A8382162-7596-D715-7552-7B1A7214FB3D}"/>
          </ac:cxnSpMkLst>
        </pc:cxnChg>
      </pc:sldChg>
      <pc:sldChg chg="addSp delSp mod addAnim delAnim modAnim">
        <pc:chgData name="Palit, Tapti" userId="dec6fbcd-7598-406a-8cbf-504d4a3bac15" providerId="ADAL" clId="{65104DF2-1B45-4C36-9E2A-F89658839DCF}" dt="2024-02-06T21:52:49.682" v="28000"/>
        <pc:sldMkLst>
          <pc:docMk/>
          <pc:sldMk cId="2192467322" sldId="1087"/>
        </pc:sldMkLst>
        <pc:picChg chg="add">
          <ac:chgData name="Palit, Tapti" userId="dec6fbcd-7598-406a-8cbf-504d4a3bac15" providerId="ADAL" clId="{65104DF2-1B45-4C36-9E2A-F89658839DCF}" dt="2024-02-06T21:52:47.168" v="27999" actId="22"/>
          <ac:picMkLst>
            <pc:docMk/>
            <pc:sldMk cId="2192467322" sldId="1087"/>
            <ac:picMk id="5" creationId="{6723ACAF-4738-6541-D086-B7F6C06410D6}"/>
          </ac:picMkLst>
        </pc:picChg>
        <pc:picChg chg="add del">
          <ac:chgData name="Palit, Tapti" userId="dec6fbcd-7598-406a-8cbf-504d4a3bac15" providerId="ADAL" clId="{65104DF2-1B45-4C36-9E2A-F89658839DCF}" dt="2024-02-06T21:52:46.823" v="27998" actId="478"/>
          <ac:picMkLst>
            <pc:docMk/>
            <pc:sldMk cId="2192467322" sldId="1087"/>
            <ac:picMk id="6" creationId="{810BA18D-DC5D-C28B-30E5-6A4AF1D1BB53}"/>
          </ac:picMkLst>
        </pc:picChg>
      </pc:sldChg>
      <pc:sldChg chg="modSp mod">
        <pc:chgData name="Palit, Tapti" userId="dec6fbcd-7598-406a-8cbf-504d4a3bac15" providerId="ADAL" clId="{65104DF2-1B45-4C36-9E2A-F89658839DCF}" dt="2024-01-29T19:31:36.428" v="24701" actId="14734"/>
        <pc:sldMkLst>
          <pc:docMk/>
          <pc:sldMk cId="2990312088" sldId="1089"/>
        </pc:sldMkLst>
        <pc:graphicFrameChg chg="modGraphic">
          <ac:chgData name="Palit, Tapti" userId="dec6fbcd-7598-406a-8cbf-504d4a3bac15" providerId="ADAL" clId="{65104DF2-1B45-4C36-9E2A-F89658839DCF}" dt="2024-01-29T19:31:36.428" v="24701" actId="14734"/>
          <ac:graphicFrameMkLst>
            <pc:docMk/>
            <pc:sldMk cId="2990312088" sldId="1089"/>
            <ac:graphicFrameMk id="28" creationId="{7A06F78A-A30D-EA99-2E4E-624D76067CB7}"/>
          </ac:graphicFrameMkLst>
        </pc:graphicFrameChg>
        <pc:cxnChg chg="mod">
          <ac:chgData name="Palit, Tapti" userId="dec6fbcd-7598-406a-8cbf-504d4a3bac15" providerId="ADAL" clId="{65104DF2-1B45-4C36-9E2A-F89658839DCF}" dt="2024-01-29T19:31:33.948" v="24700" actId="14100"/>
          <ac:cxnSpMkLst>
            <pc:docMk/>
            <pc:sldMk cId="2990312088" sldId="1089"/>
            <ac:cxnSpMk id="16" creationId="{A8382162-7596-D715-7552-7B1A7214FB3D}"/>
          </ac:cxnSpMkLst>
        </pc:cxnChg>
      </pc:sldChg>
      <pc:sldChg chg="modSp mod">
        <pc:chgData name="Palit, Tapti" userId="dec6fbcd-7598-406a-8cbf-504d4a3bac15" providerId="ADAL" clId="{65104DF2-1B45-4C36-9E2A-F89658839DCF}" dt="2024-01-29T19:33:21.558" v="24822" actId="20577"/>
        <pc:sldMkLst>
          <pc:docMk/>
          <pc:sldMk cId="3015977904" sldId="1094"/>
        </pc:sldMkLst>
        <pc:spChg chg="mod">
          <ac:chgData name="Palit, Tapti" userId="dec6fbcd-7598-406a-8cbf-504d4a3bac15" providerId="ADAL" clId="{65104DF2-1B45-4C36-9E2A-F89658839DCF}" dt="2024-01-29T19:33:21.558" v="24822" actId="20577"/>
          <ac:spMkLst>
            <pc:docMk/>
            <pc:sldMk cId="3015977904" sldId="1094"/>
            <ac:spMk id="3" creationId="{8F1EE9CA-6180-F533-C45C-1CDA916DA4BE}"/>
          </ac:spMkLst>
        </pc:spChg>
      </pc:sldChg>
      <pc:sldChg chg="addSp delSp modSp mod modAnim">
        <pc:chgData name="Palit, Tapti" userId="dec6fbcd-7598-406a-8cbf-504d4a3bac15" providerId="ADAL" clId="{65104DF2-1B45-4C36-9E2A-F89658839DCF}" dt="2024-02-06T20:02:26.546" v="26906" actId="1076"/>
        <pc:sldMkLst>
          <pc:docMk/>
          <pc:sldMk cId="3972812291" sldId="1099"/>
        </pc:sldMkLst>
        <pc:spChg chg="mod">
          <ac:chgData name="Palit, Tapti" userId="dec6fbcd-7598-406a-8cbf-504d4a3bac15" providerId="ADAL" clId="{65104DF2-1B45-4C36-9E2A-F89658839DCF}" dt="2024-02-06T19:24:00.761" v="26606"/>
          <ac:spMkLst>
            <pc:docMk/>
            <pc:sldMk cId="3972812291" sldId="1099"/>
            <ac:spMk id="2" creationId="{DF11CC87-4AAD-3012-5E40-5FE127F284B9}"/>
          </ac:spMkLst>
        </pc:spChg>
        <pc:spChg chg="mod">
          <ac:chgData name="Palit, Tapti" userId="dec6fbcd-7598-406a-8cbf-504d4a3bac15" providerId="ADAL" clId="{65104DF2-1B45-4C36-9E2A-F89658839DCF}" dt="2024-02-06T19:24:03.415" v="26607" actId="5793"/>
          <ac:spMkLst>
            <pc:docMk/>
            <pc:sldMk cId="3972812291" sldId="1099"/>
            <ac:spMk id="3" creationId="{F864FEFB-02CD-3530-1407-456878CB7C5C}"/>
          </ac:spMkLst>
        </pc:spChg>
        <pc:spChg chg="del">
          <ac:chgData name="Palit, Tapti" userId="dec6fbcd-7598-406a-8cbf-504d4a3bac15" providerId="ADAL" clId="{65104DF2-1B45-4C36-9E2A-F89658839DCF}" dt="2024-02-06T19:24:15.889" v="26608" actId="478"/>
          <ac:spMkLst>
            <pc:docMk/>
            <pc:sldMk cId="3972812291" sldId="1099"/>
            <ac:spMk id="5" creationId="{C5093DFA-0D1D-D5EF-5BC7-A52F3689FA96}"/>
          </ac:spMkLst>
        </pc:spChg>
        <pc:spChg chg="mod">
          <ac:chgData name="Palit, Tapti" userId="dec6fbcd-7598-406a-8cbf-504d4a3bac15" providerId="ADAL" clId="{65104DF2-1B45-4C36-9E2A-F89658839DCF}" dt="2024-02-06T20:02:15.085" v="26904" actId="1076"/>
          <ac:spMkLst>
            <pc:docMk/>
            <pc:sldMk cId="3972812291" sldId="1099"/>
            <ac:spMk id="7" creationId="{B3B0A36C-3E16-9C19-79CA-1ED4F1B7D97A}"/>
          </ac:spMkLst>
        </pc:spChg>
        <pc:spChg chg="mod">
          <ac:chgData name="Palit, Tapti" userId="dec6fbcd-7598-406a-8cbf-504d4a3bac15" providerId="ADAL" clId="{65104DF2-1B45-4C36-9E2A-F89658839DCF}" dt="2024-02-06T20:02:15.085" v="26904" actId="1076"/>
          <ac:spMkLst>
            <pc:docMk/>
            <pc:sldMk cId="3972812291" sldId="1099"/>
            <ac:spMk id="8" creationId="{FEE9A8B3-EC1C-C93F-321B-2431AB56C88A}"/>
          </ac:spMkLst>
        </pc:spChg>
        <pc:spChg chg="mod">
          <ac:chgData name="Palit, Tapti" userId="dec6fbcd-7598-406a-8cbf-504d4a3bac15" providerId="ADAL" clId="{65104DF2-1B45-4C36-9E2A-F89658839DCF}" dt="2024-02-06T20:02:15.085" v="26904" actId="1076"/>
          <ac:spMkLst>
            <pc:docMk/>
            <pc:sldMk cId="3972812291" sldId="1099"/>
            <ac:spMk id="9" creationId="{5BDC5A0C-1760-6E31-3EE8-83E42BABA1ED}"/>
          </ac:spMkLst>
        </pc:spChg>
        <pc:spChg chg="mod">
          <ac:chgData name="Palit, Tapti" userId="dec6fbcd-7598-406a-8cbf-504d4a3bac15" providerId="ADAL" clId="{65104DF2-1B45-4C36-9E2A-F89658839DCF}" dt="2024-02-06T20:02:15.085" v="26904" actId="1076"/>
          <ac:spMkLst>
            <pc:docMk/>
            <pc:sldMk cId="3972812291" sldId="1099"/>
            <ac:spMk id="10" creationId="{FB094938-1935-AB92-21A0-9F81025EFC38}"/>
          </ac:spMkLst>
        </pc:spChg>
        <pc:spChg chg="mod">
          <ac:chgData name="Palit, Tapti" userId="dec6fbcd-7598-406a-8cbf-504d4a3bac15" providerId="ADAL" clId="{65104DF2-1B45-4C36-9E2A-F89658839DCF}" dt="2024-02-06T20:02:15.085" v="26904" actId="1076"/>
          <ac:spMkLst>
            <pc:docMk/>
            <pc:sldMk cId="3972812291" sldId="1099"/>
            <ac:spMk id="12" creationId="{A0DDA5C8-50FB-DC2A-DD9C-8C03D4B036D6}"/>
          </ac:spMkLst>
        </pc:spChg>
        <pc:spChg chg="mod">
          <ac:chgData name="Palit, Tapti" userId="dec6fbcd-7598-406a-8cbf-504d4a3bac15" providerId="ADAL" clId="{65104DF2-1B45-4C36-9E2A-F89658839DCF}" dt="2024-02-06T20:02:26.546" v="26906" actId="1076"/>
          <ac:spMkLst>
            <pc:docMk/>
            <pc:sldMk cId="3972812291" sldId="1099"/>
            <ac:spMk id="13" creationId="{658CAE95-D470-44CC-B302-AAED154147AE}"/>
          </ac:spMkLst>
        </pc:spChg>
        <pc:spChg chg="mod">
          <ac:chgData name="Palit, Tapti" userId="dec6fbcd-7598-406a-8cbf-504d4a3bac15" providerId="ADAL" clId="{65104DF2-1B45-4C36-9E2A-F89658839DCF}" dt="2024-02-06T20:02:15.085" v="26904" actId="1076"/>
          <ac:spMkLst>
            <pc:docMk/>
            <pc:sldMk cId="3972812291" sldId="1099"/>
            <ac:spMk id="14" creationId="{ABC8FD5E-61C0-1FA5-25BB-436ACCB2377E}"/>
          </ac:spMkLst>
        </pc:spChg>
        <pc:spChg chg="mod">
          <ac:chgData name="Palit, Tapti" userId="dec6fbcd-7598-406a-8cbf-504d4a3bac15" providerId="ADAL" clId="{65104DF2-1B45-4C36-9E2A-F89658839DCF}" dt="2024-02-06T20:02:15.085" v="26904" actId="1076"/>
          <ac:spMkLst>
            <pc:docMk/>
            <pc:sldMk cId="3972812291" sldId="1099"/>
            <ac:spMk id="15" creationId="{9200CB21-6C93-F35E-02C8-A5C85AADD2BC}"/>
          </ac:spMkLst>
        </pc:spChg>
        <pc:spChg chg="del">
          <ac:chgData name="Palit, Tapti" userId="dec6fbcd-7598-406a-8cbf-504d4a3bac15" providerId="ADAL" clId="{65104DF2-1B45-4C36-9E2A-F89658839DCF}" dt="2024-02-06T19:24:15.889" v="26608" actId="478"/>
          <ac:spMkLst>
            <pc:docMk/>
            <pc:sldMk cId="3972812291" sldId="1099"/>
            <ac:spMk id="17" creationId="{44BF2813-A3B5-B3E7-51DF-4243D38A3C57}"/>
          </ac:spMkLst>
        </pc:spChg>
        <pc:spChg chg="mod">
          <ac:chgData name="Palit, Tapti" userId="dec6fbcd-7598-406a-8cbf-504d4a3bac15" providerId="ADAL" clId="{65104DF2-1B45-4C36-9E2A-F89658839DCF}" dt="2024-02-06T20:02:15.085" v="26904" actId="1076"/>
          <ac:spMkLst>
            <pc:docMk/>
            <pc:sldMk cId="3972812291" sldId="1099"/>
            <ac:spMk id="18" creationId="{108EB59D-7EC9-040B-DC4E-2DA0963EB634}"/>
          </ac:spMkLst>
        </pc:spChg>
        <pc:spChg chg="add del mod">
          <ac:chgData name="Palit, Tapti" userId="dec6fbcd-7598-406a-8cbf-504d4a3bac15" providerId="ADAL" clId="{65104DF2-1B45-4C36-9E2A-F89658839DCF}" dt="2024-02-06T19:55:20.124" v="26839" actId="478"/>
          <ac:spMkLst>
            <pc:docMk/>
            <pc:sldMk cId="3972812291" sldId="1099"/>
            <ac:spMk id="21" creationId="{27FB85C9-E2C8-D89D-5770-B9C9A005038A}"/>
          </ac:spMkLst>
        </pc:spChg>
        <pc:spChg chg="add del mod">
          <ac:chgData name="Palit, Tapti" userId="dec6fbcd-7598-406a-8cbf-504d4a3bac15" providerId="ADAL" clId="{65104DF2-1B45-4C36-9E2A-F89658839DCF}" dt="2024-02-06T19:55:20.124" v="26839" actId="478"/>
          <ac:spMkLst>
            <pc:docMk/>
            <pc:sldMk cId="3972812291" sldId="1099"/>
            <ac:spMk id="22" creationId="{56E81B9C-337C-1281-F3C0-12A6EE904733}"/>
          </ac:spMkLst>
        </pc:spChg>
        <pc:spChg chg="add mod">
          <ac:chgData name="Palit, Tapti" userId="dec6fbcd-7598-406a-8cbf-504d4a3bac15" providerId="ADAL" clId="{65104DF2-1B45-4C36-9E2A-F89658839DCF}" dt="2024-02-06T19:55:33.635" v="26843"/>
          <ac:spMkLst>
            <pc:docMk/>
            <pc:sldMk cId="3972812291" sldId="1099"/>
            <ac:spMk id="25" creationId="{95C2AE74-F355-08AD-A0B9-038AF6C97DF3}"/>
          </ac:spMkLst>
        </pc:spChg>
        <pc:spChg chg="add mod">
          <ac:chgData name="Palit, Tapti" userId="dec6fbcd-7598-406a-8cbf-504d4a3bac15" providerId="ADAL" clId="{65104DF2-1B45-4C36-9E2A-F89658839DCF}" dt="2024-02-06T19:55:33.635" v="26843"/>
          <ac:spMkLst>
            <pc:docMk/>
            <pc:sldMk cId="3972812291" sldId="1099"/>
            <ac:spMk id="26" creationId="{D3DB73F6-6062-0AB1-F1E4-ED0434DC3033}"/>
          </ac:spMkLst>
        </pc:spChg>
        <pc:grpChg chg="mod">
          <ac:chgData name="Palit, Tapti" userId="dec6fbcd-7598-406a-8cbf-504d4a3bac15" providerId="ADAL" clId="{65104DF2-1B45-4C36-9E2A-F89658839DCF}" dt="2024-02-06T20:02:15.085" v="26904" actId="1076"/>
          <ac:grpSpMkLst>
            <pc:docMk/>
            <pc:sldMk cId="3972812291" sldId="1099"/>
            <ac:grpSpMk id="11" creationId="{090561B4-08BE-D9D9-C676-890896DE911B}"/>
          </ac:grpSpMkLst>
        </pc:grpChg>
        <pc:grpChg chg="mod">
          <ac:chgData name="Palit, Tapti" userId="dec6fbcd-7598-406a-8cbf-504d4a3bac15" providerId="ADAL" clId="{65104DF2-1B45-4C36-9E2A-F89658839DCF}" dt="2024-02-06T20:02:15.085" v="26904" actId="1076"/>
          <ac:grpSpMkLst>
            <pc:docMk/>
            <pc:sldMk cId="3972812291" sldId="1099"/>
            <ac:grpSpMk id="16" creationId="{B9862B4B-6F6D-42F6-65DD-02EFECEDC0AD}"/>
          </ac:grpSpMkLst>
        </pc:grpChg>
        <pc:picChg chg="del">
          <ac:chgData name="Palit, Tapti" userId="dec6fbcd-7598-406a-8cbf-504d4a3bac15" providerId="ADAL" clId="{65104DF2-1B45-4C36-9E2A-F89658839DCF}" dt="2024-02-06T19:24:15.889" v="26608" actId="478"/>
          <ac:picMkLst>
            <pc:docMk/>
            <pc:sldMk cId="3972812291" sldId="1099"/>
            <ac:picMk id="6" creationId="{2C64309F-5B6E-D150-ED3C-F4D779E48D86}"/>
          </ac:picMkLst>
        </pc:picChg>
        <pc:picChg chg="add del mod">
          <ac:chgData name="Palit, Tapti" userId="dec6fbcd-7598-406a-8cbf-504d4a3bac15" providerId="ADAL" clId="{65104DF2-1B45-4C36-9E2A-F89658839DCF}" dt="2024-02-06T19:55:20.124" v="26839" actId="478"/>
          <ac:picMkLst>
            <pc:docMk/>
            <pc:sldMk cId="3972812291" sldId="1099"/>
            <ac:picMk id="19" creationId="{B6D31D77-D098-E03A-B3AB-C4BB9DE7A1F2}"/>
          </ac:picMkLst>
        </pc:picChg>
        <pc:picChg chg="add del mod">
          <ac:chgData name="Palit, Tapti" userId="dec6fbcd-7598-406a-8cbf-504d4a3bac15" providerId="ADAL" clId="{65104DF2-1B45-4C36-9E2A-F89658839DCF}" dt="2024-02-06T19:55:20.124" v="26839" actId="478"/>
          <ac:picMkLst>
            <pc:docMk/>
            <pc:sldMk cId="3972812291" sldId="1099"/>
            <ac:picMk id="20" creationId="{1DCF23B9-FAC0-595D-ECDE-EC0EA4D7439D}"/>
          </ac:picMkLst>
        </pc:picChg>
        <pc:picChg chg="add mod">
          <ac:chgData name="Palit, Tapti" userId="dec6fbcd-7598-406a-8cbf-504d4a3bac15" providerId="ADAL" clId="{65104DF2-1B45-4C36-9E2A-F89658839DCF}" dt="2024-02-06T19:55:33.635" v="26843"/>
          <ac:picMkLst>
            <pc:docMk/>
            <pc:sldMk cId="3972812291" sldId="1099"/>
            <ac:picMk id="23" creationId="{B3A41F38-AEC2-593F-9C1F-C97AFAAC1C0C}"/>
          </ac:picMkLst>
        </pc:picChg>
        <pc:picChg chg="add mod">
          <ac:chgData name="Palit, Tapti" userId="dec6fbcd-7598-406a-8cbf-504d4a3bac15" providerId="ADAL" clId="{65104DF2-1B45-4C36-9E2A-F89658839DCF}" dt="2024-02-06T19:55:33.635" v="26843"/>
          <ac:picMkLst>
            <pc:docMk/>
            <pc:sldMk cId="3972812291" sldId="1099"/>
            <ac:picMk id="24" creationId="{C2937EB1-F7F3-3304-34D2-8CDA263416B0}"/>
          </ac:picMkLst>
        </pc:picChg>
        <pc:picChg chg="del">
          <ac:chgData name="Palit, Tapti" userId="dec6fbcd-7598-406a-8cbf-504d4a3bac15" providerId="ADAL" clId="{65104DF2-1B45-4C36-9E2A-F89658839DCF}" dt="2024-02-06T19:24:15.889" v="26608" actId="478"/>
          <ac:picMkLst>
            <pc:docMk/>
            <pc:sldMk cId="3972812291" sldId="1099"/>
            <ac:picMk id="4098" creationId="{92C4798C-820F-CB9D-95B7-B09FFE4F0500}"/>
          </ac:picMkLst>
        </pc:picChg>
        <pc:picChg chg="mod">
          <ac:chgData name="Palit, Tapti" userId="dec6fbcd-7598-406a-8cbf-504d4a3bac15" providerId="ADAL" clId="{65104DF2-1B45-4C36-9E2A-F89658839DCF}" dt="2024-02-06T20:02:15.085" v="26904" actId="1076"/>
          <ac:picMkLst>
            <pc:docMk/>
            <pc:sldMk cId="3972812291" sldId="1099"/>
            <ac:picMk id="10242" creationId="{585E0853-440D-3289-5359-0D9638544E82}"/>
          </ac:picMkLst>
        </pc:picChg>
      </pc:sldChg>
      <pc:sldChg chg="modSp mod">
        <pc:chgData name="Palit, Tapti" userId="dec6fbcd-7598-406a-8cbf-504d4a3bac15" providerId="ADAL" clId="{65104DF2-1B45-4C36-9E2A-F89658839DCF}" dt="2024-01-29T18:35:49.945" v="24463" actId="20577"/>
        <pc:sldMkLst>
          <pc:docMk/>
          <pc:sldMk cId="508198956" sldId="1103"/>
        </pc:sldMkLst>
        <pc:spChg chg="mod">
          <ac:chgData name="Palit, Tapti" userId="dec6fbcd-7598-406a-8cbf-504d4a3bac15" providerId="ADAL" clId="{65104DF2-1B45-4C36-9E2A-F89658839DCF}" dt="2024-01-29T18:35:49.945" v="24463" actId="20577"/>
          <ac:spMkLst>
            <pc:docMk/>
            <pc:sldMk cId="508198956" sldId="1103"/>
            <ac:spMk id="2" creationId="{C3623B5E-743A-7F7A-8B18-5CA4CA7B413E}"/>
          </ac:spMkLst>
        </pc:spChg>
      </pc:sldChg>
      <pc:sldChg chg="modNotesTx">
        <pc:chgData name="Palit, Tapti" userId="dec6fbcd-7598-406a-8cbf-504d4a3bac15" providerId="ADAL" clId="{65104DF2-1B45-4C36-9E2A-F89658839DCF}" dt="2024-01-29T19:32:12.834" v="24705" actId="20577"/>
        <pc:sldMkLst>
          <pc:docMk/>
          <pc:sldMk cId="1877975122" sldId="1104"/>
        </pc:sldMkLst>
      </pc:sldChg>
      <pc:sldChg chg="delSp mod">
        <pc:chgData name="Palit, Tapti" userId="dec6fbcd-7598-406a-8cbf-504d4a3bac15" providerId="ADAL" clId="{65104DF2-1B45-4C36-9E2A-F89658839DCF}" dt="2024-01-29T19:31:54.394" v="24702" actId="478"/>
        <pc:sldMkLst>
          <pc:docMk/>
          <pc:sldMk cId="1121300100" sldId="1105"/>
        </pc:sldMkLst>
        <pc:spChg chg="del">
          <ac:chgData name="Palit, Tapti" userId="dec6fbcd-7598-406a-8cbf-504d4a3bac15" providerId="ADAL" clId="{65104DF2-1B45-4C36-9E2A-F89658839DCF}" dt="2024-01-29T19:31:54.394" v="24702" actId="478"/>
          <ac:spMkLst>
            <pc:docMk/>
            <pc:sldMk cId="1121300100" sldId="1105"/>
            <ac:spMk id="3" creationId="{CF3B4516-3BB3-EAA2-719D-201C5FF11CA0}"/>
          </ac:spMkLst>
        </pc:spChg>
      </pc:sldChg>
      <pc:sldChg chg="modNotesTx">
        <pc:chgData name="Palit, Tapti" userId="dec6fbcd-7598-406a-8cbf-504d4a3bac15" providerId="ADAL" clId="{65104DF2-1B45-4C36-9E2A-F89658839DCF}" dt="2024-02-06T19:14:10.152" v="26554" actId="20577"/>
        <pc:sldMkLst>
          <pc:docMk/>
          <pc:sldMk cId="277670777" sldId="1110"/>
        </pc:sldMkLst>
      </pc:sldChg>
      <pc:sldChg chg="addSp modSp mod modNotesTx">
        <pc:chgData name="Palit, Tapti" userId="dec6fbcd-7598-406a-8cbf-504d4a3bac15" providerId="ADAL" clId="{65104DF2-1B45-4C36-9E2A-F89658839DCF}" dt="2024-02-06T18:41:32.852" v="26263" actId="113"/>
        <pc:sldMkLst>
          <pc:docMk/>
          <pc:sldMk cId="152220018" sldId="1115"/>
        </pc:sldMkLst>
        <pc:spChg chg="mod">
          <ac:chgData name="Palit, Tapti" userId="dec6fbcd-7598-406a-8cbf-504d4a3bac15" providerId="ADAL" clId="{65104DF2-1B45-4C36-9E2A-F89658839DCF}" dt="2024-02-06T17:42:16.205" v="25728" actId="1076"/>
          <ac:spMkLst>
            <pc:docMk/>
            <pc:sldMk cId="152220018" sldId="1115"/>
            <ac:spMk id="5" creationId="{B6A5DFA7-15D4-5DE4-04DA-733642AAD6B2}"/>
          </ac:spMkLst>
        </pc:spChg>
        <pc:spChg chg="add mod">
          <ac:chgData name="Palit, Tapti" userId="dec6fbcd-7598-406a-8cbf-504d4a3bac15" providerId="ADAL" clId="{65104DF2-1B45-4C36-9E2A-F89658839DCF}" dt="2024-01-29T18:33:29.731" v="24361"/>
          <ac:spMkLst>
            <pc:docMk/>
            <pc:sldMk cId="152220018" sldId="1115"/>
            <ac:spMk id="6" creationId="{EB1B7746-976D-D064-B720-BE3AB97E4142}"/>
          </ac:spMkLst>
        </pc:spChg>
        <pc:graphicFrameChg chg="mod">
          <ac:chgData name="Palit, Tapti" userId="dec6fbcd-7598-406a-8cbf-504d4a3bac15" providerId="ADAL" clId="{65104DF2-1B45-4C36-9E2A-F89658839DCF}" dt="2024-02-06T17:39:47.105" v="25686" actId="1957"/>
          <ac:graphicFrameMkLst>
            <pc:docMk/>
            <pc:sldMk cId="152220018" sldId="1115"/>
            <ac:graphicFrameMk id="13" creationId="{8AD63073-F432-BE5C-FFCC-6F13270A901F}"/>
          </ac:graphicFrameMkLst>
        </pc:graphicFrameChg>
      </pc:sldChg>
      <pc:sldChg chg="delSp mod">
        <pc:chgData name="Palit, Tapti" userId="dec6fbcd-7598-406a-8cbf-504d4a3bac15" providerId="ADAL" clId="{65104DF2-1B45-4C36-9E2A-F89658839DCF}" dt="2024-01-29T19:31:57.533" v="24703" actId="478"/>
        <pc:sldMkLst>
          <pc:docMk/>
          <pc:sldMk cId="101936852" sldId="1116"/>
        </pc:sldMkLst>
        <pc:spChg chg="del">
          <ac:chgData name="Palit, Tapti" userId="dec6fbcd-7598-406a-8cbf-504d4a3bac15" providerId="ADAL" clId="{65104DF2-1B45-4C36-9E2A-F89658839DCF}" dt="2024-01-29T19:31:57.533" v="24703" actId="478"/>
          <ac:spMkLst>
            <pc:docMk/>
            <pc:sldMk cId="101936852" sldId="1116"/>
            <ac:spMk id="3" creationId="{CF3B4516-3BB3-EAA2-719D-201C5FF11CA0}"/>
          </ac:spMkLst>
        </pc:spChg>
      </pc:sldChg>
      <pc:sldChg chg="modNotesTx">
        <pc:chgData name="Palit, Tapti" userId="dec6fbcd-7598-406a-8cbf-504d4a3bac15" providerId="ADAL" clId="{65104DF2-1B45-4C36-9E2A-F89658839DCF}" dt="2024-02-06T18:35:50.011" v="26082" actId="20577"/>
        <pc:sldMkLst>
          <pc:docMk/>
          <pc:sldMk cId="2732538138" sldId="1121"/>
        </pc:sldMkLst>
      </pc:sldChg>
      <pc:sldChg chg="modSp add mod modNotesTx">
        <pc:chgData name="Palit, Tapti" userId="dec6fbcd-7598-406a-8cbf-504d4a3bac15" providerId="ADAL" clId="{65104DF2-1B45-4C36-9E2A-F89658839DCF}" dt="2024-01-29T19:38:34.355" v="25444" actId="20577"/>
        <pc:sldMkLst>
          <pc:docMk/>
          <pc:sldMk cId="1400518434" sldId="1123"/>
        </pc:sldMkLst>
        <pc:spChg chg="mod">
          <ac:chgData name="Palit, Tapti" userId="dec6fbcd-7598-406a-8cbf-504d4a3bac15" providerId="ADAL" clId="{65104DF2-1B45-4C36-9E2A-F89658839DCF}" dt="2024-01-29T19:38:05.180" v="25286" actId="5793"/>
          <ac:spMkLst>
            <pc:docMk/>
            <pc:sldMk cId="1400518434" sldId="1123"/>
            <ac:spMk id="5" creationId="{A809105A-C2EA-9CC2-1FCC-8EE4E7A6FB1E}"/>
          </ac:spMkLst>
        </pc:spChg>
      </pc:sldChg>
      <pc:sldChg chg="addCm">
        <pc:chgData name="Palit, Tapti" userId="dec6fbcd-7598-406a-8cbf-504d4a3bac15" providerId="ADAL" clId="{65104DF2-1B45-4C36-9E2A-F89658839DCF}" dt="2024-02-06T20:55:22.862" v="27892"/>
        <pc:sldMkLst>
          <pc:docMk/>
          <pc:sldMk cId="2109658825" sldId="1124"/>
        </pc:sldMkLst>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65104DF2-1B45-4C36-9E2A-F89658839DCF}" dt="2024-02-06T20:55:22.862" v="27892"/>
              <pc2:cmMkLst xmlns:pc2="http://schemas.microsoft.com/office/powerpoint/2019/9/main/command">
                <pc:docMk/>
                <pc:sldMk cId="2109658825" sldId="1124"/>
                <pc2:cmMk id="{6069BD6B-1F9B-4C6A-8D1B-876DF4033548}"/>
              </pc2:cmMkLst>
            </pc226:cmChg>
          </p:ext>
        </pc:extLst>
      </pc:sldChg>
      <pc:sldChg chg="modSp mod">
        <pc:chgData name="Palit, Tapti" userId="dec6fbcd-7598-406a-8cbf-504d4a3bac15" providerId="ADAL" clId="{65104DF2-1B45-4C36-9E2A-F89658839DCF}" dt="2024-02-06T18:23:00.432" v="25905" actId="20577"/>
        <pc:sldMkLst>
          <pc:docMk/>
          <pc:sldMk cId="1907210277" sldId="1126"/>
        </pc:sldMkLst>
        <pc:spChg chg="mod">
          <ac:chgData name="Palit, Tapti" userId="dec6fbcd-7598-406a-8cbf-504d4a3bac15" providerId="ADAL" clId="{65104DF2-1B45-4C36-9E2A-F89658839DCF}" dt="2024-02-06T18:23:00.432" v="25905" actId="20577"/>
          <ac:spMkLst>
            <pc:docMk/>
            <pc:sldMk cId="1907210277" sldId="1126"/>
            <ac:spMk id="15" creationId="{632CDA17-2240-B34F-44F8-5573404E1E94}"/>
          </ac:spMkLst>
        </pc:spChg>
      </pc:sldChg>
      <pc:sldChg chg="modSp mod">
        <pc:chgData name="Palit, Tapti" userId="dec6fbcd-7598-406a-8cbf-504d4a3bac15" providerId="ADAL" clId="{65104DF2-1B45-4C36-9E2A-F89658839DCF}" dt="2024-02-06T18:23:11.870" v="25917" actId="20577"/>
        <pc:sldMkLst>
          <pc:docMk/>
          <pc:sldMk cId="1372902057" sldId="1129"/>
        </pc:sldMkLst>
        <pc:spChg chg="mod">
          <ac:chgData name="Palit, Tapti" userId="dec6fbcd-7598-406a-8cbf-504d4a3bac15" providerId="ADAL" clId="{65104DF2-1B45-4C36-9E2A-F89658839DCF}" dt="2024-02-06T18:23:11.870" v="25917" actId="20577"/>
          <ac:spMkLst>
            <pc:docMk/>
            <pc:sldMk cId="1372902057" sldId="1129"/>
            <ac:spMk id="15" creationId="{632CDA17-2240-B34F-44F8-5573404E1E94}"/>
          </ac:spMkLst>
        </pc:spChg>
      </pc:sldChg>
      <pc:sldChg chg="modSp mod">
        <pc:chgData name="Palit, Tapti" userId="dec6fbcd-7598-406a-8cbf-504d4a3bac15" providerId="ADAL" clId="{65104DF2-1B45-4C36-9E2A-F89658839DCF}" dt="2024-02-06T18:23:16.018" v="25921" actId="20577"/>
        <pc:sldMkLst>
          <pc:docMk/>
          <pc:sldMk cId="1250971762" sldId="1130"/>
        </pc:sldMkLst>
        <pc:spChg chg="mod">
          <ac:chgData name="Palit, Tapti" userId="dec6fbcd-7598-406a-8cbf-504d4a3bac15" providerId="ADAL" clId="{65104DF2-1B45-4C36-9E2A-F89658839DCF}" dt="2024-02-06T18:23:16.018" v="25921" actId="20577"/>
          <ac:spMkLst>
            <pc:docMk/>
            <pc:sldMk cId="1250971762" sldId="1130"/>
            <ac:spMk id="15" creationId="{632CDA17-2240-B34F-44F8-5573404E1E94}"/>
          </ac:spMkLst>
        </pc:spChg>
      </pc:sldChg>
      <pc:sldChg chg="modSp mod">
        <pc:chgData name="Palit, Tapti" userId="dec6fbcd-7598-406a-8cbf-504d4a3bac15" providerId="ADAL" clId="{65104DF2-1B45-4C36-9E2A-F89658839DCF}" dt="2024-02-06T18:23:04.281" v="25909" actId="20577"/>
        <pc:sldMkLst>
          <pc:docMk/>
          <pc:sldMk cId="2179722726" sldId="1131"/>
        </pc:sldMkLst>
        <pc:spChg chg="mod">
          <ac:chgData name="Palit, Tapti" userId="dec6fbcd-7598-406a-8cbf-504d4a3bac15" providerId="ADAL" clId="{65104DF2-1B45-4C36-9E2A-F89658839DCF}" dt="2024-02-06T18:23:04.281" v="25909" actId="20577"/>
          <ac:spMkLst>
            <pc:docMk/>
            <pc:sldMk cId="2179722726" sldId="1131"/>
            <ac:spMk id="15" creationId="{632CDA17-2240-B34F-44F8-5573404E1E94}"/>
          </ac:spMkLst>
        </pc:spChg>
      </pc:sldChg>
      <pc:sldChg chg="modSp mod">
        <pc:chgData name="Palit, Tapti" userId="dec6fbcd-7598-406a-8cbf-504d4a3bac15" providerId="ADAL" clId="{65104DF2-1B45-4C36-9E2A-F89658839DCF}" dt="2024-02-06T18:23:08.276" v="25913" actId="20577"/>
        <pc:sldMkLst>
          <pc:docMk/>
          <pc:sldMk cId="1693193192" sldId="1132"/>
        </pc:sldMkLst>
        <pc:spChg chg="mod">
          <ac:chgData name="Palit, Tapti" userId="dec6fbcd-7598-406a-8cbf-504d4a3bac15" providerId="ADAL" clId="{65104DF2-1B45-4C36-9E2A-F89658839DCF}" dt="2024-02-06T18:23:08.276" v="25913" actId="20577"/>
          <ac:spMkLst>
            <pc:docMk/>
            <pc:sldMk cId="1693193192" sldId="1132"/>
            <ac:spMk id="15" creationId="{632CDA17-2240-B34F-44F8-5573404E1E94}"/>
          </ac:spMkLst>
        </pc:spChg>
      </pc:sldChg>
      <pc:sldChg chg="modSp mod">
        <pc:chgData name="Palit, Tapti" userId="dec6fbcd-7598-406a-8cbf-504d4a3bac15" providerId="ADAL" clId="{65104DF2-1B45-4C36-9E2A-F89658839DCF}" dt="2024-02-06T18:43:39.004" v="26283" actId="1076"/>
        <pc:sldMkLst>
          <pc:docMk/>
          <pc:sldMk cId="2804400997" sldId="1139"/>
        </pc:sldMkLst>
        <pc:spChg chg="mod">
          <ac:chgData name="Palit, Tapti" userId="dec6fbcd-7598-406a-8cbf-504d4a3bac15" providerId="ADAL" clId="{65104DF2-1B45-4C36-9E2A-F89658839DCF}" dt="2024-02-06T18:43:39.004" v="26283" actId="1076"/>
          <ac:spMkLst>
            <pc:docMk/>
            <pc:sldMk cId="2804400997" sldId="1139"/>
            <ac:spMk id="8" creationId="{404E5D02-C7BD-7A9F-A969-6D8A6F25DF86}"/>
          </ac:spMkLst>
        </pc:spChg>
        <pc:spChg chg="mod">
          <ac:chgData name="Palit, Tapti" userId="dec6fbcd-7598-406a-8cbf-504d4a3bac15" providerId="ADAL" clId="{65104DF2-1B45-4C36-9E2A-F89658839DCF}" dt="2024-02-06T18:43:39.004" v="26283" actId="1076"/>
          <ac:spMkLst>
            <pc:docMk/>
            <pc:sldMk cId="2804400997" sldId="1139"/>
            <ac:spMk id="9" creationId="{FE3FA576-1359-7D36-4784-CB570FB70315}"/>
          </ac:spMkLst>
        </pc:spChg>
        <pc:spChg chg="mod">
          <ac:chgData name="Palit, Tapti" userId="dec6fbcd-7598-406a-8cbf-504d4a3bac15" providerId="ADAL" clId="{65104DF2-1B45-4C36-9E2A-F89658839DCF}" dt="2024-02-06T18:43:39.004" v="26283" actId="1076"/>
          <ac:spMkLst>
            <pc:docMk/>
            <pc:sldMk cId="2804400997" sldId="1139"/>
            <ac:spMk id="12" creationId="{F6E21CA4-58ED-AF98-B091-9861E6D3D3BD}"/>
          </ac:spMkLst>
        </pc:spChg>
        <pc:spChg chg="mod">
          <ac:chgData name="Palit, Tapti" userId="dec6fbcd-7598-406a-8cbf-504d4a3bac15" providerId="ADAL" clId="{65104DF2-1B45-4C36-9E2A-F89658839DCF}" dt="2024-02-06T18:43:39.004" v="26283" actId="1076"/>
          <ac:spMkLst>
            <pc:docMk/>
            <pc:sldMk cId="2804400997" sldId="1139"/>
            <ac:spMk id="13" creationId="{8A8FBFCB-C472-E694-87DD-57F89928D45A}"/>
          </ac:spMkLst>
        </pc:spChg>
        <pc:spChg chg="mod">
          <ac:chgData name="Palit, Tapti" userId="dec6fbcd-7598-406a-8cbf-504d4a3bac15" providerId="ADAL" clId="{65104DF2-1B45-4C36-9E2A-F89658839DCF}" dt="2024-02-06T18:43:39.004" v="26283" actId="1076"/>
          <ac:spMkLst>
            <pc:docMk/>
            <pc:sldMk cId="2804400997" sldId="1139"/>
            <ac:spMk id="15" creationId="{36EBB0D3-5286-277D-70E5-AFC358232F98}"/>
          </ac:spMkLst>
        </pc:spChg>
        <pc:spChg chg="mod">
          <ac:chgData name="Palit, Tapti" userId="dec6fbcd-7598-406a-8cbf-504d4a3bac15" providerId="ADAL" clId="{65104DF2-1B45-4C36-9E2A-F89658839DCF}" dt="2024-02-06T18:43:39.004" v="26283" actId="1076"/>
          <ac:spMkLst>
            <pc:docMk/>
            <pc:sldMk cId="2804400997" sldId="1139"/>
            <ac:spMk id="16" creationId="{2A187A53-E5C6-EB07-ACF3-393CD3D4AEDA}"/>
          </ac:spMkLst>
        </pc:spChg>
        <pc:spChg chg="mod">
          <ac:chgData name="Palit, Tapti" userId="dec6fbcd-7598-406a-8cbf-504d4a3bac15" providerId="ADAL" clId="{65104DF2-1B45-4C36-9E2A-F89658839DCF}" dt="2024-02-06T18:42:18.748" v="26265" actId="1076"/>
          <ac:spMkLst>
            <pc:docMk/>
            <pc:sldMk cId="2804400997" sldId="1139"/>
            <ac:spMk id="22" creationId="{DFBAB18B-B695-F26B-3911-D08F72DB2AC1}"/>
          </ac:spMkLst>
        </pc:spChg>
      </pc:sldChg>
      <pc:sldChg chg="addSp delSp modSp mod">
        <pc:chgData name="Palit, Tapti" userId="dec6fbcd-7598-406a-8cbf-504d4a3bac15" providerId="ADAL" clId="{65104DF2-1B45-4C36-9E2A-F89658839DCF}" dt="2024-02-06T18:45:03.433" v="26305" actId="14100"/>
        <pc:sldMkLst>
          <pc:docMk/>
          <pc:sldMk cId="3604379590" sldId="1149"/>
        </pc:sldMkLst>
        <pc:spChg chg="add mod">
          <ac:chgData name="Palit, Tapti" userId="dec6fbcd-7598-406a-8cbf-504d4a3bac15" providerId="ADAL" clId="{65104DF2-1B45-4C36-9E2A-F89658839DCF}" dt="2024-02-06T18:44:49.810" v="26299"/>
          <ac:spMkLst>
            <pc:docMk/>
            <pc:sldMk cId="3604379590" sldId="1149"/>
            <ac:spMk id="6" creationId="{308DAB82-38F8-45E9-74F8-DD23EAF2F760}"/>
          </ac:spMkLst>
        </pc:spChg>
        <pc:spChg chg="del">
          <ac:chgData name="Palit, Tapti" userId="dec6fbcd-7598-406a-8cbf-504d4a3bac15" providerId="ADAL" clId="{65104DF2-1B45-4C36-9E2A-F89658839DCF}" dt="2024-02-06T18:44:43.869" v="26298" actId="478"/>
          <ac:spMkLst>
            <pc:docMk/>
            <pc:sldMk cId="3604379590" sldId="1149"/>
            <ac:spMk id="8" creationId="{404E5D02-C7BD-7A9F-A969-6D8A6F25DF86}"/>
          </ac:spMkLst>
        </pc:spChg>
        <pc:spChg chg="del">
          <ac:chgData name="Palit, Tapti" userId="dec6fbcd-7598-406a-8cbf-504d4a3bac15" providerId="ADAL" clId="{65104DF2-1B45-4C36-9E2A-F89658839DCF}" dt="2024-02-06T18:44:43.869" v="26298" actId="478"/>
          <ac:spMkLst>
            <pc:docMk/>
            <pc:sldMk cId="3604379590" sldId="1149"/>
            <ac:spMk id="9" creationId="{FE3FA576-1359-7D36-4784-CB570FB70315}"/>
          </ac:spMkLst>
        </pc:spChg>
        <pc:spChg chg="add mod">
          <ac:chgData name="Palit, Tapti" userId="dec6fbcd-7598-406a-8cbf-504d4a3bac15" providerId="ADAL" clId="{65104DF2-1B45-4C36-9E2A-F89658839DCF}" dt="2024-02-06T18:44:49.810" v="26299"/>
          <ac:spMkLst>
            <pc:docMk/>
            <pc:sldMk cId="3604379590" sldId="1149"/>
            <ac:spMk id="10" creationId="{4951E6E3-D170-0B29-459B-023B0B5B2C03}"/>
          </ac:spMkLst>
        </pc:spChg>
        <pc:spChg chg="del">
          <ac:chgData name="Palit, Tapti" userId="dec6fbcd-7598-406a-8cbf-504d4a3bac15" providerId="ADAL" clId="{65104DF2-1B45-4C36-9E2A-F89658839DCF}" dt="2024-02-06T18:44:43.869" v="26298" actId="478"/>
          <ac:spMkLst>
            <pc:docMk/>
            <pc:sldMk cId="3604379590" sldId="1149"/>
            <ac:spMk id="12" creationId="{F6E21CA4-58ED-AF98-B091-9861E6D3D3BD}"/>
          </ac:spMkLst>
        </pc:spChg>
        <pc:spChg chg="del">
          <ac:chgData name="Palit, Tapti" userId="dec6fbcd-7598-406a-8cbf-504d4a3bac15" providerId="ADAL" clId="{65104DF2-1B45-4C36-9E2A-F89658839DCF}" dt="2024-02-06T18:44:43.869" v="26298" actId="478"/>
          <ac:spMkLst>
            <pc:docMk/>
            <pc:sldMk cId="3604379590" sldId="1149"/>
            <ac:spMk id="13" creationId="{8A8FBFCB-C472-E694-87DD-57F89928D45A}"/>
          </ac:spMkLst>
        </pc:spChg>
        <pc:spChg chg="add mod">
          <ac:chgData name="Palit, Tapti" userId="dec6fbcd-7598-406a-8cbf-504d4a3bac15" providerId="ADAL" clId="{65104DF2-1B45-4C36-9E2A-F89658839DCF}" dt="2024-02-06T18:44:49.810" v="26299"/>
          <ac:spMkLst>
            <pc:docMk/>
            <pc:sldMk cId="3604379590" sldId="1149"/>
            <ac:spMk id="14" creationId="{C0B2F625-B739-B649-877F-F8146F26A9A5}"/>
          </ac:spMkLst>
        </pc:spChg>
        <pc:spChg chg="del">
          <ac:chgData name="Palit, Tapti" userId="dec6fbcd-7598-406a-8cbf-504d4a3bac15" providerId="ADAL" clId="{65104DF2-1B45-4C36-9E2A-F89658839DCF}" dt="2024-02-06T18:44:43.869" v="26298" actId="478"/>
          <ac:spMkLst>
            <pc:docMk/>
            <pc:sldMk cId="3604379590" sldId="1149"/>
            <ac:spMk id="15" creationId="{36EBB0D3-5286-277D-70E5-AFC358232F98}"/>
          </ac:spMkLst>
        </pc:spChg>
        <pc:spChg chg="del">
          <ac:chgData name="Palit, Tapti" userId="dec6fbcd-7598-406a-8cbf-504d4a3bac15" providerId="ADAL" clId="{65104DF2-1B45-4C36-9E2A-F89658839DCF}" dt="2024-02-06T18:44:43.869" v="26298" actId="478"/>
          <ac:spMkLst>
            <pc:docMk/>
            <pc:sldMk cId="3604379590" sldId="1149"/>
            <ac:spMk id="16" creationId="{2A187A53-E5C6-EB07-ACF3-393CD3D4AEDA}"/>
          </ac:spMkLst>
        </pc:spChg>
        <pc:spChg chg="add mod">
          <ac:chgData name="Palit, Tapti" userId="dec6fbcd-7598-406a-8cbf-504d4a3bac15" providerId="ADAL" clId="{65104DF2-1B45-4C36-9E2A-F89658839DCF}" dt="2024-02-06T18:44:49.810" v="26299"/>
          <ac:spMkLst>
            <pc:docMk/>
            <pc:sldMk cId="3604379590" sldId="1149"/>
            <ac:spMk id="19" creationId="{02DD8BF9-4577-BA42-4BA7-F633A8FA98B2}"/>
          </ac:spMkLst>
        </pc:spChg>
        <pc:spChg chg="add mod">
          <ac:chgData name="Palit, Tapti" userId="dec6fbcd-7598-406a-8cbf-504d4a3bac15" providerId="ADAL" clId="{65104DF2-1B45-4C36-9E2A-F89658839DCF}" dt="2024-02-06T18:44:49.810" v="26299"/>
          <ac:spMkLst>
            <pc:docMk/>
            <pc:sldMk cId="3604379590" sldId="1149"/>
            <ac:spMk id="21" creationId="{F6CDA4EF-0AA7-D115-AF40-1F8DE4746CD5}"/>
          </ac:spMkLst>
        </pc:spChg>
        <pc:spChg chg="add mod">
          <ac:chgData name="Palit, Tapti" userId="dec6fbcd-7598-406a-8cbf-504d4a3bac15" providerId="ADAL" clId="{65104DF2-1B45-4C36-9E2A-F89658839DCF}" dt="2024-02-06T18:44:49.810" v="26299"/>
          <ac:spMkLst>
            <pc:docMk/>
            <pc:sldMk cId="3604379590" sldId="1149"/>
            <ac:spMk id="23" creationId="{A85B3FCB-8623-2F7D-2CF4-4A0BA387713D}"/>
          </ac:spMkLst>
        </pc:spChg>
        <pc:cxnChg chg="del mod">
          <ac:chgData name="Palit, Tapti" userId="dec6fbcd-7598-406a-8cbf-504d4a3bac15" providerId="ADAL" clId="{65104DF2-1B45-4C36-9E2A-F89658839DCF}" dt="2024-02-06T18:44:43.869" v="26298" actId="478"/>
          <ac:cxnSpMkLst>
            <pc:docMk/>
            <pc:sldMk cId="3604379590" sldId="1149"/>
            <ac:cxnSpMk id="2" creationId="{FCD20EF2-683E-F4A6-EF85-F3DDE871901A}"/>
          </ac:cxnSpMkLst>
        </pc:cxnChg>
        <pc:cxnChg chg="del mod">
          <ac:chgData name="Palit, Tapti" userId="dec6fbcd-7598-406a-8cbf-504d4a3bac15" providerId="ADAL" clId="{65104DF2-1B45-4C36-9E2A-F89658839DCF}" dt="2024-02-06T18:44:43.869" v="26298" actId="478"/>
          <ac:cxnSpMkLst>
            <pc:docMk/>
            <pc:sldMk cId="3604379590" sldId="1149"/>
            <ac:cxnSpMk id="11" creationId="{34ADCB78-7E32-1294-35B5-028CB3B5795D}"/>
          </ac:cxnSpMkLst>
        </pc:cxnChg>
        <pc:cxnChg chg="del mod">
          <ac:chgData name="Palit, Tapti" userId="dec6fbcd-7598-406a-8cbf-504d4a3bac15" providerId="ADAL" clId="{65104DF2-1B45-4C36-9E2A-F89658839DCF}" dt="2024-02-06T18:44:43.869" v="26298" actId="478"/>
          <ac:cxnSpMkLst>
            <pc:docMk/>
            <pc:sldMk cId="3604379590" sldId="1149"/>
            <ac:cxnSpMk id="18" creationId="{A6038E17-CC26-E08F-C317-6C9DD75D396C}"/>
          </ac:cxnSpMkLst>
        </pc:cxnChg>
        <pc:cxnChg chg="del mod">
          <ac:chgData name="Palit, Tapti" userId="dec6fbcd-7598-406a-8cbf-504d4a3bac15" providerId="ADAL" clId="{65104DF2-1B45-4C36-9E2A-F89658839DCF}" dt="2024-02-06T18:44:43.869" v="26298" actId="478"/>
          <ac:cxnSpMkLst>
            <pc:docMk/>
            <pc:sldMk cId="3604379590" sldId="1149"/>
            <ac:cxnSpMk id="20" creationId="{495B6547-944C-E411-8011-CF584D219AB0}"/>
          </ac:cxnSpMkLst>
        </pc:cxnChg>
        <pc:cxnChg chg="add mod">
          <ac:chgData name="Palit, Tapti" userId="dec6fbcd-7598-406a-8cbf-504d4a3bac15" providerId="ADAL" clId="{65104DF2-1B45-4C36-9E2A-F89658839DCF}" dt="2024-02-06T18:44:49.810" v="26299"/>
          <ac:cxnSpMkLst>
            <pc:docMk/>
            <pc:sldMk cId="3604379590" sldId="1149"/>
            <ac:cxnSpMk id="24" creationId="{4BF5E510-5E5E-59D2-7CBD-4EDB98AEE8D8}"/>
          </ac:cxnSpMkLst>
        </pc:cxnChg>
        <pc:cxnChg chg="add mod">
          <ac:chgData name="Palit, Tapti" userId="dec6fbcd-7598-406a-8cbf-504d4a3bac15" providerId="ADAL" clId="{65104DF2-1B45-4C36-9E2A-F89658839DCF}" dt="2024-02-06T18:44:49.810" v="26299"/>
          <ac:cxnSpMkLst>
            <pc:docMk/>
            <pc:sldMk cId="3604379590" sldId="1149"/>
            <ac:cxnSpMk id="25" creationId="{F7707FAD-4076-1B76-CDDD-BF375FB2D118}"/>
          </ac:cxnSpMkLst>
        </pc:cxnChg>
        <pc:cxnChg chg="add mod">
          <ac:chgData name="Palit, Tapti" userId="dec6fbcd-7598-406a-8cbf-504d4a3bac15" providerId="ADAL" clId="{65104DF2-1B45-4C36-9E2A-F89658839DCF}" dt="2024-02-06T18:44:57.217" v="26302" actId="14100"/>
          <ac:cxnSpMkLst>
            <pc:docMk/>
            <pc:sldMk cId="3604379590" sldId="1149"/>
            <ac:cxnSpMk id="26" creationId="{58173DAB-3C21-8C8D-36AF-2025EB56C505}"/>
          </ac:cxnSpMkLst>
        </pc:cxnChg>
        <pc:cxnChg chg="add mod">
          <ac:chgData name="Palit, Tapti" userId="dec6fbcd-7598-406a-8cbf-504d4a3bac15" providerId="ADAL" clId="{65104DF2-1B45-4C36-9E2A-F89658839DCF}" dt="2024-02-06T18:45:03.433" v="26305" actId="14100"/>
          <ac:cxnSpMkLst>
            <pc:docMk/>
            <pc:sldMk cId="3604379590" sldId="1149"/>
            <ac:cxnSpMk id="29" creationId="{B82A7B01-6E8C-1011-5659-C4D172BB1D84}"/>
          </ac:cxnSpMkLst>
        </pc:cxnChg>
      </pc:sldChg>
      <pc:sldChg chg="addSp delSp modSp mod">
        <pc:chgData name="Palit, Tapti" userId="dec6fbcd-7598-406a-8cbf-504d4a3bac15" providerId="ADAL" clId="{65104DF2-1B45-4C36-9E2A-F89658839DCF}" dt="2024-02-06T18:45:38.239" v="26313" actId="1076"/>
        <pc:sldMkLst>
          <pc:docMk/>
          <pc:sldMk cId="1022924109" sldId="1151"/>
        </pc:sldMkLst>
        <pc:spChg chg="del">
          <ac:chgData name="Palit, Tapti" userId="dec6fbcd-7598-406a-8cbf-504d4a3bac15" providerId="ADAL" clId="{65104DF2-1B45-4C36-9E2A-F89658839DCF}" dt="2024-02-06T18:45:18.977" v="26308" actId="478"/>
          <ac:spMkLst>
            <pc:docMk/>
            <pc:sldMk cId="1022924109" sldId="1151"/>
            <ac:spMk id="8" creationId="{404E5D02-C7BD-7A9F-A969-6D8A6F25DF86}"/>
          </ac:spMkLst>
        </pc:spChg>
        <pc:spChg chg="del">
          <ac:chgData name="Palit, Tapti" userId="dec6fbcd-7598-406a-8cbf-504d4a3bac15" providerId="ADAL" clId="{65104DF2-1B45-4C36-9E2A-F89658839DCF}" dt="2024-02-06T18:45:18.977" v="26308" actId="478"/>
          <ac:spMkLst>
            <pc:docMk/>
            <pc:sldMk cId="1022924109" sldId="1151"/>
            <ac:spMk id="9" creationId="{FE3FA576-1359-7D36-4784-CB570FB70315}"/>
          </ac:spMkLst>
        </pc:spChg>
        <pc:spChg chg="mod">
          <ac:chgData name="Palit, Tapti" userId="dec6fbcd-7598-406a-8cbf-504d4a3bac15" providerId="ADAL" clId="{65104DF2-1B45-4C36-9E2A-F89658839DCF}" dt="2024-02-06T18:45:38.239" v="26313" actId="1076"/>
          <ac:spMkLst>
            <pc:docMk/>
            <pc:sldMk cId="1022924109" sldId="1151"/>
            <ac:spMk id="10" creationId="{27ED32C9-ECA0-16AC-6493-AC4E95EDB377}"/>
          </ac:spMkLst>
        </pc:spChg>
        <pc:spChg chg="del">
          <ac:chgData name="Palit, Tapti" userId="dec6fbcd-7598-406a-8cbf-504d4a3bac15" providerId="ADAL" clId="{65104DF2-1B45-4C36-9E2A-F89658839DCF}" dt="2024-02-06T18:45:18.977" v="26308" actId="478"/>
          <ac:spMkLst>
            <pc:docMk/>
            <pc:sldMk cId="1022924109" sldId="1151"/>
            <ac:spMk id="12" creationId="{F6E21CA4-58ED-AF98-B091-9861E6D3D3BD}"/>
          </ac:spMkLst>
        </pc:spChg>
        <pc:spChg chg="del">
          <ac:chgData name="Palit, Tapti" userId="dec6fbcd-7598-406a-8cbf-504d4a3bac15" providerId="ADAL" clId="{65104DF2-1B45-4C36-9E2A-F89658839DCF}" dt="2024-02-06T18:45:18.977" v="26308" actId="478"/>
          <ac:spMkLst>
            <pc:docMk/>
            <pc:sldMk cId="1022924109" sldId="1151"/>
            <ac:spMk id="13" creationId="{8A8FBFCB-C472-E694-87DD-57F89928D45A}"/>
          </ac:spMkLst>
        </pc:spChg>
        <pc:spChg chg="add mod">
          <ac:chgData name="Palit, Tapti" userId="dec6fbcd-7598-406a-8cbf-504d4a3bac15" providerId="ADAL" clId="{65104DF2-1B45-4C36-9E2A-F89658839DCF}" dt="2024-02-06T18:45:24.808" v="26309"/>
          <ac:spMkLst>
            <pc:docMk/>
            <pc:sldMk cId="1022924109" sldId="1151"/>
            <ac:spMk id="14" creationId="{7729F835-3BF8-7056-E46F-2B22C2474079}"/>
          </ac:spMkLst>
        </pc:spChg>
        <pc:spChg chg="del">
          <ac:chgData name="Palit, Tapti" userId="dec6fbcd-7598-406a-8cbf-504d4a3bac15" providerId="ADAL" clId="{65104DF2-1B45-4C36-9E2A-F89658839DCF}" dt="2024-02-06T18:45:18.977" v="26308" actId="478"/>
          <ac:spMkLst>
            <pc:docMk/>
            <pc:sldMk cId="1022924109" sldId="1151"/>
            <ac:spMk id="15" creationId="{36EBB0D3-5286-277D-70E5-AFC358232F98}"/>
          </ac:spMkLst>
        </pc:spChg>
        <pc:spChg chg="del">
          <ac:chgData name="Palit, Tapti" userId="dec6fbcd-7598-406a-8cbf-504d4a3bac15" providerId="ADAL" clId="{65104DF2-1B45-4C36-9E2A-F89658839DCF}" dt="2024-02-06T18:45:18.977" v="26308" actId="478"/>
          <ac:spMkLst>
            <pc:docMk/>
            <pc:sldMk cId="1022924109" sldId="1151"/>
            <ac:spMk id="16" creationId="{2A187A53-E5C6-EB07-ACF3-393CD3D4AEDA}"/>
          </ac:spMkLst>
        </pc:spChg>
        <pc:spChg chg="add mod">
          <ac:chgData name="Palit, Tapti" userId="dec6fbcd-7598-406a-8cbf-504d4a3bac15" providerId="ADAL" clId="{65104DF2-1B45-4C36-9E2A-F89658839DCF}" dt="2024-02-06T18:45:24.808" v="26309"/>
          <ac:spMkLst>
            <pc:docMk/>
            <pc:sldMk cId="1022924109" sldId="1151"/>
            <ac:spMk id="19" creationId="{040F0677-3599-BFB2-F2FC-C951E2B2903F}"/>
          </ac:spMkLst>
        </pc:spChg>
        <pc:spChg chg="add mod">
          <ac:chgData name="Palit, Tapti" userId="dec6fbcd-7598-406a-8cbf-504d4a3bac15" providerId="ADAL" clId="{65104DF2-1B45-4C36-9E2A-F89658839DCF}" dt="2024-02-06T18:45:24.808" v="26309"/>
          <ac:spMkLst>
            <pc:docMk/>
            <pc:sldMk cId="1022924109" sldId="1151"/>
            <ac:spMk id="21" creationId="{88DF8DB3-A8C5-F3D7-F000-9A93414716F5}"/>
          </ac:spMkLst>
        </pc:spChg>
        <pc:spChg chg="add mod">
          <ac:chgData name="Palit, Tapti" userId="dec6fbcd-7598-406a-8cbf-504d4a3bac15" providerId="ADAL" clId="{65104DF2-1B45-4C36-9E2A-F89658839DCF}" dt="2024-02-06T18:45:24.808" v="26309"/>
          <ac:spMkLst>
            <pc:docMk/>
            <pc:sldMk cId="1022924109" sldId="1151"/>
            <ac:spMk id="23" creationId="{444F6D34-0ADC-1B1D-1A1E-F0C91FF3F119}"/>
          </ac:spMkLst>
        </pc:spChg>
        <pc:spChg chg="add mod">
          <ac:chgData name="Palit, Tapti" userId="dec6fbcd-7598-406a-8cbf-504d4a3bac15" providerId="ADAL" clId="{65104DF2-1B45-4C36-9E2A-F89658839DCF}" dt="2024-02-06T18:45:24.808" v="26309"/>
          <ac:spMkLst>
            <pc:docMk/>
            <pc:sldMk cId="1022924109" sldId="1151"/>
            <ac:spMk id="24" creationId="{E84EC637-7D06-504B-C9FE-5FC071F01B5D}"/>
          </ac:spMkLst>
        </pc:spChg>
        <pc:spChg chg="add mod">
          <ac:chgData name="Palit, Tapti" userId="dec6fbcd-7598-406a-8cbf-504d4a3bac15" providerId="ADAL" clId="{65104DF2-1B45-4C36-9E2A-F89658839DCF}" dt="2024-02-06T18:45:24.808" v="26309"/>
          <ac:spMkLst>
            <pc:docMk/>
            <pc:sldMk cId="1022924109" sldId="1151"/>
            <ac:spMk id="25" creationId="{4CFE6A6E-2C77-7645-FAC5-B8635EBE9959}"/>
          </ac:spMkLst>
        </pc:spChg>
        <pc:cxnChg chg="del mod">
          <ac:chgData name="Palit, Tapti" userId="dec6fbcd-7598-406a-8cbf-504d4a3bac15" providerId="ADAL" clId="{65104DF2-1B45-4C36-9E2A-F89658839DCF}" dt="2024-02-06T18:45:18.977" v="26308" actId="478"/>
          <ac:cxnSpMkLst>
            <pc:docMk/>
            <pc:sldMk cId="1022924109" sldId="1151"/>
            <ac:cxnSpMk id="2" creationId="{FCD20EF2-683E-F4A6-EF85-F3DDE871901A}"/>
          </ac:cxnSpMkLst>
        </pc:cxnChg>
        <pc:cxnChg chg="del mod">
          <ac:chgData name="Palit, Tapti" userId="dec6fbcd-7598-406a-8cbf-504d4a3bac15" providerId="ADAL" clId="{65104DF2-1B45-4C36-9E2A-F89658839DCF}" dt="2024-02-06T18:45:18.977" v="26308" actId="478"/>
          <ac:cxnSpMkLst>
            <pc:docMk/>
            <pc:sldMk cId="1022924109" sldId="1151"/>
            <ac:cxnSpMk id="6" creationId="{6A83AC85-26A8-F15B-1CA0-C03623E12430}"/>
          </ac:cxnSpMkLst>
        </pc:cxnChg>
        <pc:cxnChg chg="del mod">
          <ac:chgData name="Palit, Tapti" userId="dec6fbcd-7598-406a-8cbf-504d4a3bac15" providerId="ADAL" clId="{65104DF2-1B45-4C36-9E2A-F89658839DCF}" dt="2024-02-06T18:45:18.977" v="26308" actId="478"/>
          <ac:cxnSpMkLst>
            <pc:docMk/>
            <pc:sldMk cId="1022924109" sldId="1151"/>
            <ac:cxnSpMk id="11" creationId="{34ADCB78-7E32-1294-35B5-028CB3B5795D}"/>
          </ac:cxnSpMkLst>
        </pc:cxnChg>
        <pc:cxnChg chg="del mod">
          <ac:chgData name="Palit, Tapti" userId="dec6fbcd-7598-406a-8cbf-504d4a3bac15" providerId="ADAL" clId="{65104DF2-1B45-4C36-9E2A-F89658839DCF}" dt="2024-02-06T18:45:18.977" v="26308" actId="478"/>
          <ac:cxnSpMkLst>
            <pc:docMk/>
            <pc:sldMk cId="1022924109" sldId="1151"/>
            <ac:cxnSpMk id="18" creationId="{A6038E17-CC26-E08F-C317-6C9DD75D396C}"/>
          </ac:cxnSpMkLst>
        </pc:cxnChg>
        <pc:cxnChg chg="del mod">
          <ac:chgData name="Palit, Tapti" userId="dec6fbcd-7598-406a-8cbf-504d4a3bac15" providerId="ADAL" clId="{65104DF2-1B45-4C36-9E2A-F89658839DCF}" dt="2024-02-06T18:45:18.977" v="26308" actId="478"/>
          <ac:cxnSpMkLst>
            <pc:docMk/>
            <pc:sldMk cId="1022924109" sldId="1151"/>
            <ac:cxnSpMk id="20" creationId="{495B6547-944C-E411-8011-CF584D219AB0}"/>
          </ac:cxnSpMkLst>
        </pc:cxnChg>
        <pc:cxnChg chg="add mod">
          <ac:chgData name="Palit, Tapti" userId="dec6fbcd-7598-406a-8cbf-504d4a3bac15" providerId="ADAL" clId="{65104DF2-1B45-4C36-9E2A-F89658839DCF}" dt="2024-02-06T18:45:24.808" v="26309"/>
          <ac:cxnSpMkLst>
            <pc:docMk/>
            <pc:sldMk cId="1022924109" sldId="1151"/>
            <ac:cxnSpMk id="26" creationId="{9121C330-5638-3B05-882A-29D2FCF2A444}"/>
          </ac:cxnSpMkLst>
        </pc:cxnChg>
        <pc:cxnChg chg="add mod">
          <ac:chgData name="Palit, Tapti" userId="dec6fbcd-7598-406a-8cbf-504d4a3bac15" providerId="ADAL" clId="{65104DF2-1B45-4C36-9E2A-F89658839DCF}" dt="2024-02-06T18:45:24.808" v="26309"/>
          <ac:cxnSpMkLst>
            <pc:docMk/>
            <pc:sldMk cId="1022924109" sldId="1151"/>
            <ac:cxnSpMk id="27" creationId="{0D205FB1-190C-DD4D-598E-D58E1727C6A8}"/>
          </ac:cxnSpMkLst>
        </pc:cxnChg>
        <pc:cxnChg chg="add mod">
          <ac:chgData name="Palit, Tapti" userId="dec6fbcd-7598-406a-8cbf-504d4a3bac15" providerId="ADAL" clId="{65104DF2-1B45-4C36-9E2A-F89658839DCF}" dt="2024-02-06T18:45:24.808" v="26309"/>
          <ac:cxnSpMkLst>
            <pc:docMk/>
            <pc:sldMk cId="1022924109" sldId="1151"/>
            <ac:cxnSpMk id="28" creationId="{2AB56C94-7375-8DCF-7614-6B7FE2DF473B}"/>
          </ac:cxnSpMkLst>
        </pc:cxnChg>
        <pc:cxnChg chg="add mod">
          <ac:chgData name="Palit, Tapti" userId="dec6fbcd-7598-406a-8cbf-504d4a3bac15" providerId="ADAL" clId="{65104DF2-1B45-4C36-9E2A-F89658839DCF}" dt="2024-02-06T18:45:24.808" v="26309"/>
          <ac:cxnSpMkLst>
            <pc:docMk/>
            <pc:sldMk cId="1022924109" sldId="1151"/>
            <ac:cxnSpMk id="29" creationId="{B94856E0-6917-B76B-F5B8-F7BCC7217E85}"/>
          </ac:cxnSpMkLst>
        </pc:cxnChg>
        <pc:cxnChg chg="add mod">
          <ac:chgData name="Palit, Tapti" userId="dec6fbcd-7598-406a-8cbf-504d4a3bac15" providerId="ADAL" clId="{65104DF2-1B45-4C36-9E2A-F89658839DCF}" dt="2024-02-06T18:45:34.689" v="26312" actId="14100"/>
          <ac:cxnSpMkLst>
            <pc:docMk/>
            <pc:sldMk cId="1022924109" sldId="1151"/>
            <ac:cxnSpMk id="30" creationId="{4FA4EE30-DD61-9519-2CF5-78B6810C718B}"/>
          </ac:cxnSpMkLst>
        </pc:cxnChg>
      </pc:sldChg>
      <pc:sldChg chg="addSp delSp modSp mod">
        <pc:chgData name="Palit, Tapti" userId="dec6fbcd-7598-406a-8cbf-504d4a3bac15" providerId="ADAL" clId="{65104DF2-1B45-4C36-9E2A-F89658839DCF}" dt="2024-02-06T18:48:35.418" v="26373" actId="14100"/>
        <pc:sldMkLst>
          <pc:docMk/>
          <pc:sldMk cId="3138492196" sldId="1152"/>
        </pc:sldMkLst>
        <pc:spChg chg="del">
          <ac:chgData name="Palit, Tapti" userId="dec6fbcd-7598-406a-8cbf-504d4a3bac15" providerId="ADAL" clId="{65104DF2-1B45-4C36-9E2A-F89658839DCF}" dt="2024-02-06T18:46:09.102" v="26318" actId="478"/>
          <ac:spMkLst>
            <pc:docMk/>
            <pc:sldMk cId="3138492196" sldId="1152"/>
            <ac:spMk id="8" creationId="{404E5D02-C7BD-7A9F-A969-6D8A6F25DF86}"/>
          </ac:spMkLst>
        </pc:spChg>
        <pc:spChg chg="del">
          <ac:chgData name="Palit, Tapti" userId="dec6fbcd-7598-406a-8cbf-504d4a3bac15" providerId="ADAL" clId="{65104DF2-1B45-4C36-9E2A-F89658839DCF}" dt="2024-02-06T18:46:09.102" v="26318" actId="478"/>
          <ac:spMkLst>
            <pc:docMk/>
            <pc:sldMk cId="3138492196" sldId="1152"/>
            <ac:spMk id="9" creationId="{FE3FA576-1359-7D36-4784-CB570FB70315}"/>
          </ac:spMkLst>
        </pc:spChg>
        <pc:spChg chg="del">
          <ac:chgData name="Palit, Tapti" userId="dec6fbcd-7598-406a-8cbf-504d4a3bac15" providerId="ADAL" clId="{65104DF2-1B45-4C36-9E2A-F89658839DCF}" dt="2024-02-06T18:46:09.102" v="26318" actId="478"/>
          <ac:spMkLst>
            <pc:docMk/>
            <pc:sldMk cId="3138492196" sldId="1152"/>
            <ac:spMk id="12" creationId="{F6E21CA4-58ED-AF98-B091-9861E6D3D3BD}"/>
          </ac:spMkLst>
        </pc:spChg>
        <pc:spChg chg="del">
          <ac:chgData name="Palit, Tapti" userId="dec6fbcd-7598-406a-8cbf-504d4a3bac15" providerId="ADAL" clId="{65104DF2-1B45-4C36-9E2A-F89658839DCF}" dt="2024-02-06T18:46:09.102" v="26318" actId="478"/>
          <ac:spMkLst>
            <pc:docMk/>
            <pc:sldMk cId="3138492196" sldId="1152"/>
            <ac:spMk id="13" creationId="{8A8FBFCB-C472-E694-87DD-57F89928D45A}"/>
          </ac:spMkLst>
        </pc:spChg>
        <pc:spChg chg="del">
          <ac:chgData name="Palit, Tapti" userId="dec6fbcd-7598-406a-8cbf-504d4a3bac15" providerId="ADAL" clId="{65104DF2-1B45-4C36-9E2A-F89658839DCF}" dt="2024-02-06T18:46:09.102" v="26318" actId="478"/>
          <ac:spMkLst>
            <pc:docMk/>
            <pc:sldMk cId="3138492196" sldId="1152"/>
            <ac:spMk id="15" creationId="{36EBB0D3-5286-277D-70E5-AFC358232F98}"/>
          </ac:spMkLst>
        </pc:spChg>
        <pc:spChg chg="del">
          <ac:chgData name="Palit, Tapti" userId="dec6fbcd-7598-406a-8cbf-504d4a3bac15" providerId="ADAL" clId="{65104DF2-1B45-4C36-9E2A-F89658839DCF}" dt="2024-02-06T18:46:09.102" v="26318" actId="478"/>
          <ac:spMkLst>
            <pc:docMk/>
            <pc:sldMk cId="3138492196" sldId="1152"/>
            <ac:spMk id="16" creationId="{2A187A53-E5C6-EB07-ACF3-393CD3D4AEDA}"/>
          </ac:spMkLst>
        </pc:spChg>
        <pc:spChg chg="add mod">
          <ac:chgData name="Palit, Tapti" userId="dec6fbcd-7598-406a-8cbf-504d4a3bac15" providerId="ADAL" clId="{65104DF2-1B45-4C36-9E2A-F89658839DCF}" dt="2024-02-06T18:46:17.590" v="26319"/>
          <ac:spMkLst>
            <pc:docMk/>
            <pc:sldMk cId="3138492196" sldId="1152"/>
            <ac:spMk id="19" creationId="{A6E0C782-E7DF-6D22-DBB7-35BA8437D16E}"/>
          </ac:spMkLst>
        </pc:spChg>
        <pc:spChg chg="add mod">
          <ac:chgData name="Palit, Tapti" userId="dec6fbcd-7598-406a-8cbf-504d4a3bac15" providerId="ADAL" clId="{65104DF2-1B45-4C36-9E2A-F89658839DCF}" dt="2024-02-06T18:46:17.590" v="26319"/>
          <ac:spMkLst>
            <pc:docMk/>
            <pc:sldMk cId="3138492196" sldId="1152"/>
            <ac:spMk id="23" creationId="{8E1DD7CE-1CFA-D38A-F70F-7B8D30DEE077}"/>
          </ac:spMkLst>
        </pc:spChg>
        <pc:spChg chg="add mod">
          <ac:chgData name="Palit, Tapti" userId="dec6fbcd-7598-406a-8cbf-504d4a3bac15" providerId="ADAL" clId="{65104DF2-1B45-4C36-9E2A-F89658839DCF}" dt="2024-02-06T18:46:17.590" v="26319"/>
          <ac:spMkLst>
            <pc:docMk/>
            <pc:sldMk cId="3138492196" sldId="1152"/>
            <ac:spMk id="24" creationId="{B234ECB9-E7EA-4FAC-326F-0746405B7164}"/>
          </ac:spMkLst>
        </pc:spChg>
        <pc:spChg chg="add mod">
          <ac:chgData name="Palit, Tapti" userId="dec6fbcd-7598-406a-8cbf-504d4a3bac15" providerId="ADAL" clId="{65104DF2-1B45-4C36-9E2A-F89658839DCF}" dt="2024-02-06T18:46:17.590" v="26319"/>
          <ac:spMkLst>
            <pc:docMk/>
            <pc:sldMk cId="3138492196" sldId="1152"/>
            <ac:spMk id="27" creationId="{7D84FD3F-1E24-F4CD-1859-CE6304581E69}"/>
          </ac:spMkLst>
        </pc:spChg>
        <pc:spChg chg="add mod">
          <ac:chgData name="Palit, Tapti" userId="dec6fbcd-7598-406a-8cbf-504d4a3bac15" providerId="ADAL" clId="{65104DF2-1B45-4C36-9E2A-F89658839DCF}" dt="2024-02-06T18:46:17.590" v="26319"/>
          <ac:spMkLst>
            <pc:docMk/>
            <pc:sldMk cId="3138492196" sldId="1152"/>
            <ac:spMk id="29" creationId="{A508A205-7167-733B-4725-C9D7AA4DCE46}"/>
          </ac:spMkLst>
        </pc:spChg>
        <pc:spChg chg="add mod">
          <ac:chgData name="Palit, Tapti" userId="dec6fbcd-7598-406a-8cbf-504d4a3bac15" providerId="ADAL" clId="{65104DF2-1B45-4C36-9E2A-F89658839DCF}" dt="2024-02-06T18:46:17.590" v="26319"/>
          <ac:spMkLst>
            <pc:docMk/>
            <pc:sldMk cId="3138492196" sldId="1152"/>
            <ac:spMk id="32" creationId="{51848693-88EB-4460-7D35-37E622C44071}"/>
          </ac:spMkLst>
        </pc:spChg>
        <pc:spChg chg="add mod">
          <ac:chgData name="Palit, Tapti" userId="dec6fbcd-7598-406a-8cbf-504d4a3bac15" providerId="ADAL" clId="{65104DF2-1B45-4C36-9E2A-F89658839DCF}" dt="2024-02-06T18:46:17.590" v="26319"/>
          <ac:spMkLst>
            <pc:docMk/>
            <pc:sldMk cId="3138492196" sldId="1152"/>
            <ac:spMk id="33" creationId="{AAC6413A-3489-9BA6-9034-0B34265CD4F4}"/>
          </ac:spMkLst>
        </pc:spChg>
        <pc:spChg chg="add mod">
          <ac:chgData name="Palit, Tapti" userId="dec6fbcd-7598-406a-8cbf-504d4a3bac15" providerId="ADAL" clId="{65104DF2-1B45-4C36-9E2A-F89658839DCF}" dt="2024-02-06T18:46:35.241" v="26324" actId="14100"/>
          <ac:spMkLst>
            <pc:docMk/>
            <pc:sldMk cId="3138492196" sldId="1152"/>
            <ac:spMk id="41" creationId="{A8B142F7-1165-19DA-94A7-8648FB5A0396}"/>
          </ac:spMkLst>
        </pc:spChg>
        <pc:spChg chg="del">
          <ac:chgData name="Palit, Tapti" userId="dec6fbcd-7598-406a-8cbf-504d4a3bac15" providerId="ADAL" clId="{65104DF2-1B45-4C36-9E2A-F89658839DCF}" dt="2024-02-06T18:46:20.103" v="26320" actId="478"/>
          <ac:spMkLst>
            <pc:docMk/>
            <pc:sldMk cId="3138492196" sldId="1152"/>
            <ac:spMk id="52" creationId="{1B8ECE4D-4DE5-5574-810B-C25B6FB8B1F3}"/>
          </ac:spMkLst>
        </pc:spChg>
        <pc:spChg chg="del">
          <ac:chgData name="Palit, Tapti" userId="dec6fbcd-7598-406a-8cbf-504d4a3bac15" providerId="ADAL" clId="{65104DF2-1B45-4C36-9E2A-F89658839DCF}" dt="2024-02-06T18:46:09.102" v="26318" actId="478"/>
          <ac:spMkLst>
            <pc:docMk/>
            <pc:sldMk cId="3138492196" sldId="1152"/>
            <ac:spMk id="53" creationId="{17196389-9AE0-F089-FC74-A1209B1893CF}"/>
          </ac:spMkLst>
        </pc:spChg>
        <pc:cxnChg chg="del mod">
          <ac:chgData name="Palit, Tapti" userId="dec6fbcd-7598-406a-8cbf-504d4a3bac15" providerId="ADAL" clId="{65104DF2-1B45-4C36-9E2A-F89658839DCF}" dt="2024-02-06T18:46:09.102" v="26318" actId="478"/>
          <ac:cxnSpMkLst>
            <pc:docMk/>
            <pc:sldMk cId="3138492196" sldId="1152"/>
            <ac:cxnSpMk id="2" creationId="{FCD20EF2-683E-F4A6-EF85-F3DDE871901A}"/>
          </ac:cxnSpMkLst>
        </pc:cxnChg>
        <pc:cxnChg chg="del mod">
          <ac:chgData name="Palit, Tapti" userId="dec6fbcd-7598-406a-8cbf-504d4a3bac15" providerId="ADAL" clId="{65104DF2-1B45-4C36-9E2A-F89658839DCF}" dt="2024-02-06T18:46:09.102" v="26318" actId="478"/>
          <ac:cxnSpMkLst>
            <pc:docMk/>
            <pc:sldMk cId="3138492196" sldId="1152"/>
            <ac:cxnSpMk id="6" creationId="{6A83AC85-26A8-F15B-1CA0-C03623E12430}"/>
          </ac:cxnSpMkLst>
        </pc:cxnChg>
        <pc:cxnChg chg="del mod">
          <ac:chgData name="Palit, Tapti" userId="dec6fbcd-7598-406a-8cbf-504d4a3bac15" providerId="ADAL" clId="{65104DF2-1B45-4C36-9E2A-F89658839DCF}" dt="2024-02-06T18:46:09.102" v="26318" actId="478"/>
          <ac:cxnSpMkLst>
            <pc:docMk/>
            <pc:sldMk cId="3138492196" sldId="1152"/>
            <ac:cxnSpMk id="10" creationId="{A466FFF3-2D83-9C5F-C7A7-73CCB1E96766}"/>
          </ac:cxnSpMkLst>
        </pc:cxnChg>
        <pc:cxnChg chg="del mod">
          <ac:chgData name="Palit, Tapti" userId="dec6fbcd-7598-406a-8cbf-504d4a3bac15" providerId="ADAL" clId="{65104DF2-1B45-4C36-9E2A-F89658839DCF}" dt="2024-02-06T18:46:09.102" v="26318" actId="478"/>
          <ac:cxnSpMkLst>
            <pc:docMk/>
            <pc:sldMk cId="3138492196" sldId="1152"/>
            <ac:cxnSpMk id="11" creationId="{34ADCB78-7E32-1294-35B5-028CB3B5795D}"/>
          </ac:cxnSpMkLst>
        </pc:cxnChg>
        <pc:cxnChg chg="del mod">
          <ac:chgData name="Palit, Tapti" userId="dec6fbcd-7598-406a-8cbf-504d4a3bac15" providerId="ADAL" clId="{65104DF2-1B45-4C36-9E2A-F89658839DCF}" dt="2024-02-06T18:46:09.102" v="26318" actId="478"/>
          <ac:cxnSpMkLst>
            <pc:docMk/>
            <pc:sldMk cId="3138492196" sldId="1152"/>
            <ac:cxnSpMk id="14" creationId="{130FE503-7A81-ECB4-3A67-23F55AB93FD8}"/>
          </ac:cxnSpMkLst>
        </pc:cxnChg>
        <pc:cxnChg chg="del mod">
          <ac:chgData name="Palit, Tapti" userId="dec6fbcd-7598-406a-8cbf-504d4a3bac15" providerId="ADAL" clId="{65104DF2-1B45-4C36-9E2A-F89658839DCF}" dt="2024-02-06T18:46:09.102" v="26318" actId="478"/>
          <ac:cxnSpMkLst>
            <pc:docMk/>
            <pc:sldMk cId="3138492196" sldId="1152"/>
            <ac:cxnSpMk id="18" creationId="{A6038E17-CC26-E08F-C317-6C9DD75D396C}"/>
          </ac:cxnSpMkLst>
        </pc:cxnChg>
        <pc:cxnChg chg="del mod">
          <ac:chgData name="Palit, Tapti" userId="dec6fbcd-7598-406a-8cbf-504d4a3bac15" providerId="ADAL" clId="{65104DF2-1B45-4C36-9E2A-F89658839DCF}" dt="2024-02-06T18:46:09.102" v="26318" actId="478"/>
          <ac:cxnSpMkLst>
            <pc:docMk/>
            <pc:sldMk cId="3138492196" sldId="1152"/>
            <ac:cxnSpMk id="20" creationId="{495B6547-944C-E411-8011-CF584D219AB0}"/>
          </ac:cxnSpMkLst>
        </pc:cxnChg>
        <pc:cxnChg chg="del mod">
          <ac:chgData name="Palit, Tapti" userId="dec6fbcd-7598-406a-8cbf-504d4a3bac15" providerId="ADAL" clId="{65104DF2-1B45-4C36-9E2A-F89658839DCF}" dt="2024-02-06T18:46:09.102" v="26318" actId="478"/>
          <ac:cxnSpMkLst>
            <pc:docMk/>
            <pc:sldMk cId="3138492196" sldId="1152"/>
            <ac:cxnSpMk id="21" creationId="{A041E1F3-C83B-6206-B97D-832D5B6865D0}"/>
          </ac:cxnSpMkLst>
        </pc:cxnChg>
        <pc:cxnChg chg="del mod">
          <ac:chgData name="Palit, Tapti" userId="dec6fbcd-7598-406a-8cbf-504d4a3bac15" providerId="ADAL" clId="{65104DF2-1B45-4C36-9E2A-F89658839DCF}" dt="2024-02-06T18:46:09.102" v="26318" actId="478"/>
          <ac:cxnSpMkLst>
            <pc:docMk/>
            <pc:sldMk cId="3138492196" sldId="1152"/>
            <ac:cxnSpMk id="25" creationId="{006A2470-4139-2556-40B3-0DE6B95985E7}"/>
          </ac:cxnSpMkLst>
        </pc:cxnChg>
        <pc:cxnChg chg="del mod">
          <ac:chgData name="Palit, Tapti" userId="dec6fbcd-7598-406a-8cbf-504d4a3bac15" providerId="ADAL" clId="{65104DF2-1B45-4C36-9E2A-F89658839DCF}" dt="2024-02-06T18:46:09.102" v="26318" actId="478"/>
          <ac:cxnSpMkLst>
            <pc:docMk/>
            <pc:sldMk cId="3138492196" sldId="1152"/>
            <ac:cxnSpMk id="26" creationId="{506C9240-5C85-138C-9BA3-C52D157E0997}"/>
          </ac:cxnSpMkLst>
        </pc:cxnChg>
        <pc:cxnChg chg="del mod">
          <ac:chgData name="Palit, Tapti" userId="dec6fbcd-7598-406a-8cbf-504d4a3bac15" providerId="ADAL" clId="{65104DF2-1B45-4C36-9E2A-F89658839DCF}" dt="2024-02-06T18:46:09.102" v="26318" actId="478"/>
          <ac:cxnSpMkLst>
            <pc:docMk/>
            <pc:sldMk cId="3138492196" sldId="1152"/>
            <ac:cxnSpMk id="28" creationId="{CFBE385A-1C90-687B-9ED9-9AAD22174ACE}"/>
          </ac:cxnSpMkLst>
        </pc:cxnChg>
        <pc:cxnChg chg="del mod">
          <ac:chgData name="Palit, Tapti" userId="dec6fbcd-7598-406a-8cbf-504d4a3bac15" providerId="ADAL" clId="{65104DF2-1B45-4C36-9E2A-F89658839DCF}" dt="2024-02-06T18:46:09.102" v="26318" actId="478"/>
          <ac:cxnSpMkLst>
            <pc:docMk/>
            <pc:sldMk cId="3138492196" sldId="1152"/>
            <ac:cxnSpMk id="30" creationId="{A6D6C83C-E0F0-AFAA-EFC9-8715489C3EA9}"/>
          </ac:cxnSpMkLst>
        </pc:cxnChg>
        <pc:cxnChg chg="del mod">
          <ac:chgData name="Palit, Tapti" userId="dec6fbcd-7598-406a-8cbf-504d4a3bac15" providerId="ADAL" clId="{65104DF2-1B45-4C36-9E2A-F89658839DCF}" dt="2024-02-06T18:46:09.102" v="26318" actId="478"/>
          <ac:cxnSpMkLst>
            <pc:docMk/>
            <pc:sldMk cId="3138492196" sldId="1152"/>
            <ac:cxnSpMk id="31" creationId="{0FF023DE-D8C8-1DD9-95A7-3734144FC31A}"/>
          </ac:cxnSpMkLst>
        </pc:cxnChg>
        <pc:cxnChg chg="del mod">
          <ac:chgData name="Palit, Tapti" userId="dec6fbcd-7598-406a-8cbf-504d4a3bac15" providerId="ADAL" clId="{65104DF2-1B45-4C36-9E2A-F89658839DCF}" dt="2024-02-06T18:46:09.102" v="26318" actId="478"/>
          <ac:cxnSpMkLst>
            <pc:docMk/>
            <pc:sldMk cId="3138492196" sldId="1152"/>
            <ac:cxnSpMk id="34" creationId="{E5E111F1-DFFF-2F07-20F0-294C45A9881C}"/>
          </ac:cxnSpMkLst>
        </pc:cxnChg>
        <pc:cxnChg chg="add mod">
          <ac:chgData name="Palit, Tapti" userId="dec6fbcd-7598-406a-8cbf-504d4a3bac15" providerId="ADAL" clId="{65104DF2-1B45-4C36-9E2A-F89658839DCF}" dt="2024-02-06T18:46:17.590" v="26319"/>
          <ac:cxnSpMkLst>
            <pc:docMk/>
            <pc:sldMk cId="3138492196" sldId="1152"/>
            <ac:cxnSpMk id="35" creationId="{93E39CB6-D6D4-7C4F-474C-AB2B74C2DF36}"/>
          </ac:cxnSpMkLst>
        </pc:cxnChg>
        <pc:cxnChg chg="add mod">
          <ac:chgData name="Palit, Tapti" userId="dec6fbcd-7598-406a-8cbf-504d4a3bac15" providerId="ADAL" clId="{65104DF2-1B45-4C36-9E2A-F89658839DCF}" dt="2024-02-06T18:46:17.590" v="26319"/>
          <ac:cxnSpMkLst>
            <pc:docMk/>
            <pc:sldMk cId="3138492196" sldId="1152"/>
            <ac:cxnSpMk id="36" creationId="{94CD254E-EC1B-DD8D-D492-AE4B042E4B6E}"/>
          </ac:cxnSpMkLst>
        </pc:cxnChg>
        <pc:cxnChg chg="add mod">
          <ac:chgData name="Palit, Tapti" userId="dec6fbcd-7598-406a-8cbf-504d4a3bac15" providerId="ADAL" clId="{65104DF2-1B45-4C36-9E2A-F89658839DCF}" dt="2024-02-06T18:46:17.590" v="26319"/>
          <ac:cxnSpMkLst>
            <pc:docMk/>
            <pc:sldMk cId="3138492196" sldId="1152"/>
            <ac:cxnSpMk id="37" creationId="{D19C9704-7E1E-273D-1515-85A047E6F0DD}"/>
          </ac:cxnSpMkLst>
        </pc:cxnChg>
        <pc:cxnChg chg="del mod">
          <ac:chgData name="Palit, Tapti" userId="dec6fbcd-7598-406a-8cbf-504d4a3bac15" providerId="ADAL" clId="{65104DF2-1B45-4C36-9E2A-F89658839DCF}" dt="2024-02-06T18:46:09.102" v="26318" actId="478"/>
          <ac:cxnSpMkLst>
            <pc:docMk/>
            <pc:sldMk cId="3138492196" sldId="1152"/>
            <ac:cxnSpMk id="38" creationId="{F0BD4461-543F-1ABB-9BE6-D6301792213E}"/>
          </ac:cxnSpMkLst>
        </pc:cxnChg>
        <pc:cxnChg chg="add mod">
          <ac:chgData name="Palit, Tapti" userId="dec6fbcd-7598-406a-8cbf-504d4a3bac15" providerId="ADAL" clId="{65104DF2-1B45-4C36-9E2A-F89658839DCF}" dt="2024-02-06T18:46:17.590" v="26319"/>
          <ac:cxnSpMkLst>
            <pc:docMk/>
            <pc:sldMk cId="3138492196" sldId="1152"/>
            <ac:cxnSpMk id="39" creationId="{A54073F0-BE09-4385-0B5F-195480EB29C3}"/>
          </ac:cxnSpMkLst>
        </pc:cxnChg>
        <pc:cxnChg chg="add mod">
          <ac:chgData name="Palit, Tapti" userId="dec6fbcd-7598-406a-8cbf-504d4a3bac15" providerId="ADAL" clId="{65104DF2-1B45-4C36-9E2A-F89658839DCF}" dt="2024-02-06T18:46:17.590" v="26319"/>
          <ac:cxnSpMkLst>
            <pc:docMk/>
            <pc:sldMk cId="3138492196" sldId="1152"/>
            <ac:cxnSpMk id="40" creationId="{E604B916-D69F-5D2D-B278-D6814C210C8C}"/>
          </ac:cxnSpMkLst>
        </pc:cxnChg>
        <pc:cxnChg chg="add mod">
          <ac:chgData name="Palit, Tapti" userId="dec6fbcd-7598-406a-8cbf-504d4a3bac15" providerId="ADAL" clId="{65104DF2-1B45-4C36-9E2A-F89658839DCF}" dt="2024-02-06T18:46:50.946" v="26327" actId="14100"/>
          <ac:cxnSpMkLst>
            <pc:docMk/>
            <pc:sldMk cId="3138492196" sldId="1152"/>
            <ac:cxnSpMk id="42" creationId="{43104D66-FB45-B624-7F22-84D98918F7F1}"/>
          </ac:cxnSpMkLst>
        </pc:cxnChg>
        <pc:cxnChg chg="del mod">
          <ac:chgData name="Palit, Tapti" userId="dec6fbcd-7598-406a-8cbf-504d4a3bac15" providerId="ADAL" clId="{65104DF2-1B45-4C36-9E2A-F89658839DCF}" dt="2024-02-06T18:46:09.102" v="26318" actId="478"/>
          <ac:cxnSpMkLst>
            <pc:docMk/>
            <pc:sldMk cId="3138492196" sldId="1152"/>
            <ac:cxnSpMk id="43" creationId="{243342FF-E3B7-2D15-BC6A-093054D329BB}"/>
          </ac:cxnSpMkLst>
        </pc:cxnChg>
        <pc:cxnChg chg="del mod">
          <ac:chgData name="Palit, Tapti" userId="dec6fbcd-7598-406a-8cbf-504d4a3bac15" providerId="ADAL" clId="{65104DF2-1B45-4C36-9E2A-F89658839DCF}" dt="2024-02-06T18:46:09.102" v="26318" actId="478"/>
          <ac:cxnSpMkLst>
            <pc:docMk/>
            <pc:sldMk cId="3138492196" sldId="1152"/>
            <ac:cxnSpMk id="46" creationId="{ED31FCE2-956E-71FB-468A-90BCFE3BA071}"/>
          </ac:cxnSpMkLst>
        </pc:cxnChg>
        <pc:cxnChg chg="add mod">
          <ac:chgData name="Palit, Tapti" userId="dec6fbcd-7598-406a-8cbf-504d4a3bac15" providerId="ADAL" clId="{65104DF2-1B45-4C36-9E2A-F89658839DCF}" dt="2024-02-06T18:46:55.660" v="26330" actId="14100"/>
          <ac:cxnSpMkLst>
            <pc:docMk/>
            <pc:sldMk cId="3138492196" sldId="1152"/>
            <ac:cxnSpMk id="47" creationId="{69565A64-2236-26DC-8D88-89BF22FE85CA}"/>
          </ac:cxnSpMkLst>
        </pc:cxnChg>
        <pc:cxnChg chg="add mod">
          <ac:chgData name="Palit, Tapti" userId="dec6fbcd-7598-406a-8cbf-504d4a3bac15" providerId="ADAL" clId="{65104DF2-1B45-4C36-9E2A-F89658839DCF}" dt="2024-02-06T18:47:01.462" v="26333" actId="14100"/>
          <ac:cxnSpMkLst>
            <pc:docMk/>
            <pc:sldMk cId="3138492196" sldId="1152"/>
            <ac:cxnSpMk id="50" creationId="{2A445052-CB63-35B2-377E-823DA90E6B3E}"/>
          </ac:cxnSpMkLst>
        </pc:cxnChg>
        <pc:cxnChg chg="add mod">
          <ac:chgData name="Palit, Tapti" userId="dec6fbcd-7598-406a-8cbf-504d4a3bac15" providerId="ADAL" clId="{65104DF2-1B45-4C36-9E2A-F89658839DCF}" dt="2024-02-06T18:47:08.451" v="26336" actId="14100"/>
          <ac:cxnSpMkLst>
            <pc:docMk/>
            <pc:sldMk cId="3138492196" sldId="1152"/>
            <ac:cxnSpMk id="56" creationId="{200B8D87-C7F4-EAF7-FDF5-2B5AABCA06CB}"/>
          </ac:cxnSpMkLst>
        </pc:cxnChg>
        <pc:cxnChg chg="add mod">
          <ac:chgData name="Palit, Tapti" userId="dec6fbcd-7598-406a-8cbf-504d4a3bac15" providerId="ADAL" clId="{65104DF2-1B45-4C36-9E2A-F89658839DCF}" dt="2024-02-06T18:47:13.786" v="26339" actId="14100"/>
          <ac:cxnSpMkLst>
            <pc:docMk/>
            <pc:sldMk cId="3138492196" sldId="1152"/>
            <ac:cxnSpMk id="59" creationId="{EFBAE891-D482-47EE-3B86-533F282445E6}"/>
          </ac:cxnSpMkLst>
        </pc:cxnChg>
        <pc:cxnChg chg="add mod">
          <ac:chgData name="Palit, Tapti" userId="dec6fbcd-7598-406a-8cbf-504d4a3bac15" providerId="ADAL" clId="{65104DF2-1B45-4C36-9E2A-F89658839DCF}" dt="2024-02-06T18:47:19.756" v="26342" actId="14100"/>
          <ac:cxnSpMkLst>
            <pc:docMk/>
            <pc:sldMk cId="3138492196" sldId="1152"/>
            <ac:cxnSpMk id="62" creationId="{BD6DC056-438E-B97F-CD3A-FFBC4F39BD42}"/>
          </ac:cxnSpMkLst>
        </pc:cxnChg>
        <pc:cxnChg chg="add mod">
          <ac:chgData name="Palit, Tapti" userId="dec6fbcd-7598-406a-8cbf-504d4a3bac15" providerId="ADAL" clId="{65104DF2-1B45-4C36-9E2A-F89658839DCF}" dt="2024-02-06T18:47:25.934" v="26345" actId="14100"/>
          <ac:cxnSpMkLst>
            <pc:docMk/>
            <pc:sldMk cId="3138492196" sldId="1152"/>
            <ac:cxnSpMk id="65" creationId="{D678D9F6-3A6C-5079-5AB6-67736D444B62}"/>
          </ac:cxnSpMkLst>
        </pc:cxnChg>
        <pc:cxnChg chg="add mod">
          <ac:chgData name="Palit, Tapti" userId="dec6fbcd-7598-406a-8cbf-504d4a3bac15" providerId="ADAL" clId="{65104DF2-1B45-4C36-9E2A-F89658839DCF}" dt="2024-02-06T18:47:41.435" v="26350" actId="14100"/>
          <ac:cxnSpMkLst>
            <pc:docMk/>
            <pc:sldMk cId="3138492196" sldId="1152"/>
            <ac:cxnSpMk id="68" creationId="{4537C871-7FCB-CEF2-B608-EC7CE4B48591}"/>
          </ac:cxnSpMkLst>
        </pc:cxnChg>
        <pc:cxnChg chg="add mod">
          <ac:chgData name="Palit, Tapti" userId="dec6fbcd-7598-406a-8cbf-504d4a3bac15" providerId="ADAL" clId="{65104DF2-1B45-4C36-9E2A-F89658839DCF}" dt="2024-02-06T18:47:48.446" v="26353" actId="14100"/>
          <ac:cxnSpMkLst>
            <pc:docMk/>
            <pc:sldMk cId="3138492196" sldId="1152"/>
            <ac:cxnSpMk id="73" creationId="{C2ACEE69-FB42-A836-2019-CAE2B4AA9485}"/>
          </ac:cxnSpMkLst>
        </pc:cxnChg>
        <pc:cxnChg chg="add mod">
          <ac:chgData name="Palit, Tapti" userId="dec6fbcd-7598-406a-8cbf-504d4a3bac15" providerId="ADAL" clId="{65104DF2-1B45-4C36-9E2A-F89658839DCF}" dt="2024-02-06T18:47:54.671" v="26356" actId="14100"/>
          <ac:cxnSpMkLst>
            <pc:docMk/>
            <pc:sldMk cId="3138492196" sldId="1152"/>
            <ac:cxnSpMk id="76" creationId="{5177DE1E-BF6F-B958-87B1-8C69F2BA03D4}"/>
          </ac:cxnSpMkLst>
        </pc:cxnChg>
        <pc:cxnChg chg="add mod">
          <ac:chgData name="Palit, Tapti" userId="dec6fbcd-7598-406a-8cbf-504d4a3bac15" providerId="ADAL" clId="{65104DF2-1B45-4C36-9E2A-F89658839DCF}" dt="2024-02-06T18:48:00.666" v="26359" actId="14100"/>
          <ac:cxnSpMkLst>
            <pc:docMk/>
            <pc:sldMk cId="3138492196" sldId="1152"/>
            <ac:cxnSpMk id="79" creationId="{3E92F010-53D9-19B6-29E9-1B3946D8E4AD}"/>
          </ac:cxnSpMkLst>
        </pc:cxnChg>
        <pc:cxnChg chg="add mod">
          <ac:chgData name="Palit, Tapti" userId="dec6fbcd-7598-406a-8cbf-504d4a3bac15" providerId="ADAL" clId="{65104DF2-1B45-4C36-9E2A-F89658839DCF}" dt="2024-02-06T18:48:05.912" v="26362" actId="14100"/>
          <ac:cxnSpMkLst>
            <pc:docMk/>
            <pc:sldMk cId="3138492196" sldId="1152"/>
            <ac:cxnSpMk id="82" creationId="{4F13416F-C4C2-1E89-997D-8237204DE46F}"/>
          </ac:cxnSpMkLst>
        </pc:cxnChg>
        <pc:cxnChg chg="add mod">
          <ac:chgData name="Palit, Tapti" userId="dec6fbcd-7598-406a-8cbf-504d4a3bac15" providerId="ADAL" clId="{65104DF2-1B45-4C36-9E2A-F89658839DCF}" dt="2024-02-06T18:48:16.429" v="26365" actId="14100"/>
          <ac:cxnSpMkLst>
            <pc:docMk/>
            <pc:sldMk cId="3138492196" sldId="1152"/>
            <ac:cxnSpMk id="85" creationId="{E3066688-5B75-EDBE-731D-FF8DB394A15C}"/>
          </ac:cxnSpMkLst>
        </pc:cxnChg>
        <pc:cxnChg chg="add mod">
          <ac:chgData name="Palit, Tapti" userId="dec6fbcd-7598-406a-8cbf-504d4a3bac15" providerId="ADAL" clId="{65104DF2-1B45-4C36-9E2A-F89658839DCF}" dt="2024-02-06T18:48:28.658" v="26370" actId="14100"/>
          <ac:cxnSpMkLst>
            <pc:docMk/>
            <pc:sldMk cId="3138492196" sldId="1152"/>
            <ac:cxnSpMk id="88" creationId="{67232519-64F9-3C4A-E68A-922815ADFA84}"/>
          </ac:cxnSpMkLst>
        </pc:cxnChg>
        <pc:cxnChg chg="add mod">
          <ac:chgData name="Palit, Tapti" userId="dec6fbcd-7598-406a-8cbf-504d4a3bac15" providerId="ADAL" clId="{65104DF2-1B45-4C36-9E2A-F89658839DCF}" dt="2024-02-06T18:48:35.418" v="26373" actId="14100"/>
          <ac:cxnSpMkLst>
            <pc:docMk/>
            <pc:sldMk cId="3138492196" sldId="1152"/>
            <ac:cxnSpMk id="92" creationId="{091F85DD-B81B-C216-163C-2D01B0FD59DF}"/>
          </ac:cxnSpMkLst>
        </pc:cxnChg>
      </pc:sldChg>
      <pc:sldChg chg="addSp delSp modSp mod">
        <pc:chgData name="Palit, Tapti" userId="dec6fbcd-7598-406a-8cbf-504d4a3bac15" providerId="ADAL" clId="{65104DF2-1B45-4C36-9E2A-F89658839DCF}" dt="2024-02-06T18:51:13.210" v="26404" actId="14100"/>
        <pc:sldMkLst>
          <pc:docMk/>
          <pc:sldMk cId="1291000996" sldId="1153"/>
        </pc:sldMkLst>
        <pc:spChg chg="del">
          <ac:chgData name="Palit, Tapti" userId="dec6fbcd-7598-406a-8cbf-504d4a3bac15" providerId="ADAL" clId="{65104DF2-1B45-4C36-9E2A-F89658839DCF}" dt="2024-02-06T18:49:48.521" v="26382" actId="478"/>
          <ac:spMkLst>
            <pc:docMk/>
            <pc:sldMk cId="1291000996" sldId="1153"/>
            <ac:spMk id="8" creationId="{404E5D02-C7BD-7A9F-A969-6D8A6F25DF86}"/>
          </ac:spMkLst>
        </pc:spChg>
        <pc:spChg chg="del">
          <ac:chgData name="Palit, Tapti" userId="dec6fbcd-7598-406a-8cbf-504d4a3bac15" providerId="ADAL" clId="{65104DF2-1B45-4C36-9E2A-F89658839DCF}" dt="2024-02-06T18:49:48.521" v="26382" actId="478"/>
          <ac:spMkLst>
            <pc:docMk/>
            <pc:sldMk cId="1291000996" sldId="1153"/>
            <ac:spMk id="9" creationId="{FE3FA576-1359-7D36-4784-CB570FB70315}"/>
          </ac:spMkLst>
        </pc:spChg>
        <pc:spChg chg="add mod">
          <ac:chgData name="Palit, Tapti" userId="dec6fbcd-7598-406a-8cbf-504d4a3bac15" providerId="ADAL" clId="{65104DF2-1B45-4C36-9E2A-F89658839DCF}" dt="2024-02-06T18:50:00.739" v="26383"/>
          <ac:spMkLst>
            <pc:docMk/>
            <pc:sldMk cId="1291000996" sldId="1153"/>
            <ac:spMk id="10" creationId="{6B9C6EC1-F7C3-685C-039F-ECDB48D50738}"/>
          </ac:spMkLst>
        </pc:spChg>
        <pc:spChg chg="del">
          <ac:chgData name="Palit, Tapti" userId="dec6fbcd-7598-406a-8cbf-504d4a3bac15" providerId="ADAL" clId="{65104DF2-1B45-4C36-9E2A-F89658839DCF}" dt="2024-02-06T18:49:48.521" v="26382" actId="478"/>
          <ac:spMkLst>
            <pc:docMk/>
            <pc:sldMk cId="1291000996" sldId="1153"/>
            <ac:spMk id="12" creationId="{F6E21CA4-58ED-AF98-B091-9861E6D3D3BD}"/>
          </ac:spMkLst>
        </pc:spChg>
        <pc:spChg chg="del">
          <ac:chgData name="Palit, Tapti" userId="dec6fbcd-7598-406a-8cbf-504d4a3bac15" providerId="ADAL" clId="{65104DF2-1B45-4C36-9E2A-F89658839DCF}" dt="2024-02-06T18:49:48.521" v="26382" actId="478"/>
          <ac:spMkLst>
            <pc:docMk/>
            <pc:sldMk cId="1291000996" sldId="1153"/>
            <ac:spMk id="13" creationId="{8A8FBFCB-C472-E694-87DD-57F89928D45A}"/>
          </ac:spMkLst>
        </pc:spChg>
        <pc:spChg chg="add mod">
          <ac:chgData name="Palit, Tapti" userId="dec6fbcd-7598-406a-8cbf-504d4a3bac15" providerId="ADAL" clId="{65104DF2-1B45-4C36-9E2A-F89658839DCF}" dt="2024-02-06T18:50:00.739" v="26383"/>
          <ac:spMkLst>
            <pc:docMk/>
            <pc:sldMk cId="1291000996" sldId="1153"/>
            <ac:spMk id="14" creationId="{2A68E8C2-69F2-B9CF-BB35-9B77BA2719F8}"/>
          </ac:spMkLst>
        </pc:spChg>
        <pc:spChg chg="del">
          <ac:chgData name="Palit, Tapti" userId="dec6fbcd-7598-406a-8cbf-504d4a3bac15" providerId="ADAL" clId="{65104DF2-1B45-4C36-9E2A-F89658839DCF}" dt="2024-02-06T18:49:48.521" v="26382" actId="478"/>
          <ac:spMkLst>
            <pc:docMk/>
            <pc:sldMk cId="1291000996" sldId="1153"/>
            <ac:spMk id="15" creationId="{36EBB0D3-5286-277D-70E5-AFC358232F98}"/>
          </ac:spMkLst>
        </pc:spChg>
        <pc:spChg chg="del">
          <ac:chgData name="Palit, Tapti" userId="dec6fbcd-7598-406a-8cbf-504d4a3bac15" providerId="ADAL" clId="{65104DF2-1B45-4C36-9E2A-F89658839DCF}" dt="2024-02-06T18:49:48.521" v="26382" actId="478"/>
          <ac:spMkLst>
            <pc:docMk/>
            <pc:sldMk cId="1291000996" sldId="1153"/>
            <ac:spMk id="16" creationId="{2A187A53-E5C6-EB07-ACF3-393CD3D4AEDA}"/>
          </ac:spMkLst>
        </pc:spChg>
        <pc:spChg chg="add mod">
          <ac:chgData name="Palit, Tapti" userId="dec6fbcd-7598-406a-8cbf-504d4a3bac15" providerId="ADAL" clId="{65104DF2-1B45-4C36-9E2A-F89658839DCF}" dt="2024-02-06T18:50:00.739" v="26383"/>
          <ac:spMkLst>
            <pc:docMk/>
            <pc:sldMk cId="1291000996" sldId="1153"/>
            <ac:spMk id="21" creationId="{CDEECE09-901A-9F13-50EF-3E459F43F10E}"/>
          </ac:spMkLst>
        </pc:spChg>
        <pc:spChg chg="add mod">
          <ac:chgData name="Palit, Tapti" userId="dec6fbcd-7598-406a-8cbf-504d4a3bac15" providerId="ADAL" clId="{65104DF2-1B45-4C36-9E2A-F89658839DCF}" dt="2024-02-06T18:50:00.739" v="26383"/>
          <ac:spMkLst>
            <pc:docMk/>
            <pc:sldMk cId="1291000996" sldId="1153"/>
            <ac:spMk id="25" creationId="{7A5E073B-2806-D612-49FC-080BAAC48B63}"/>
          </ac:spMkLst>
        </pc:spChg>
        <pc:spChg chg="add mod">
          <ac:chgData name="Palit, Tapti" userId="dec6fbcd-7598-406a-8cbf-504d4a3bac15" providerId="ADAL" clId="{65104DF2-1B45-4C36-9E2A-F89658839DCF}" dt="2024-02-06T18:50:00.739" v="26383"/>
          <ac:spMkLst>
            <pc:docMk/>
            <pc:sldMk cId="1291000996" sldId="1153"/>
            <ac:spMk id="26" creationId="{5FD4DF20-D5D5-FE45-09BB-460B99333B88}"/>
          </ac:spMkLst>
        </pc:spChg>
        <pc:spChg chg="add mod">
          <ac:chgData name="Palit, Tapti" userId="dec6fbcd-7598-406a-8cbf-504d4a3bac15" providerId="ADAL" clId="{65104DF2-1B45-4C36-9E2A-F89658839DCF}" dt="2024-02-06T18:50:00.739" v="26383"/>
          <ac:spMkLst>
            <pc:docMk/>
            <pc:sldMk cId="1291000996" sldId="1153"/>
            <ac:spMk id="27" creationId="{CCEF5EF3-706E-5A6B-0FED-E34C674739A6}"/>
          </ac:spMkLst>
        </pc:spChg>
        <pc:spChg chg="add mod">
          <ac:chgData name="Palit, Tapti" userId="dec6fbcd-7598-406a-8cbf-504d4a3bac15" providerId="ADAL" clId="{65104DF2-1B45-4C36-9E2A-F89658839DCF}" dt="2024-02-06T18:50:00.739" v="26383"/>
          <ac:spMkLst>
            <pc:docMk/>
            <pc:sldMk cId="1291000996" sldId="1153"/>
            <ac:spMk id="28" creationId="{66657350-78E4-87BE-EEEF-67D0E9ACE6DF}"/>
          </ac:spMkLst>
        </pc:spChg>
        <pc:spChg chg="add mod">
          <ac:chgData name="Palit, Tapti" userId="dec6fbcd-7598-406a-8cbf-504d4a3bac15" providerId="ADAL" clId="{65104DF2-1B45-4C36-9E2A-F89658839DCF}" dt="2024-02-06T18:50:00.739" v="26383"/>
          <ac:spMkLst>
            <pc:docMk/>
            <pc:sldMk cId="1291000996" sldId="1153"/>
            <ac:spMk id="34" creationId="{3857007A-46A3-1C6F-4959-5CE29CD9730B}"/>
          </ac:spMkLst>
        </pc:spChg>
        <pc:spChg chg="del">
          <ac:chgData name="Palit, Tapti" userId="dec6fbcd-7598-406a-8cbf-504d4a3bac15" providerId="ADAL" clId="{65104DF2-1B45-4C36-9E2A-F89658839DCF}" dt="2024-02-06T18:49:48.521" v="26382" actId="478"/>
          <ac:spMkLst>
            <pc:docMk/>
            <pc:sldMk cId="1291000996" sldId="1153"/>
            <ac:spMk id="52" creationId="{1B8ECE4D-4DE5-5574-810B-C25B6FB8B1F3}"/>
          </ac:spMkLst>
        </pc:spChg>
        <pc:spChg chg="del">
          <ac:chgData name="Palit, Tapti" userId="dec6fbcd-7598-406a-8cbf-504d4a3bac15" providerId="ADAL" clId="{65104DF2-1B45-4C36-9E2A-F89658839DCF}" dt="2024-02-06T18:49:48.521" v="26382" actId="478"/>
          <ac:spMkLst>
            <pc:docMk/>
            <pc:sldMk cId="1291000996" sldId="1153"/>
            <ac:spMk id="53" creationId="{17196389-9AE0-F089-FC74-A1209B1893CF}"/>
          </ac:spMkLst>
        </pc:spChg>
        <pc:cxnChg chg="del mod">
          <ac:chgData name="Palit, Tapti" userId="dec6fbcd-7598-406a-8cbf-504d4a3bac15" providerId="ADAL" clId="{65104DF2-1B45-4C36-9E2A-F89658839DCF}" dt="2024-02-06T18:49:48.521" v="26382" actId="478"/>
          <ac:cxnSpMkLst>
            <pc:docMk/>
            <pc:sldMk cId="1291000996" sldId="1153"/>
            <ac:cxnSpMk id="2" creationId="{FCD20EF2-683E-F4A6-EF85-F3DDE871901A}"/>
          </ac:cxnSpMkLst>
        </pc:cxnChg>
        <pc:cxnChg chg="del mod">
          <ac:chgData name="Palit, Tapti" userId="dec6fbcd-7598-406a-8cbf-504d4a3bac15" providerId="ADAL" clId="{65104DF2-1B45-4C36-9E2A-F89658839DCF}" dt="2024-02-06T18:49:48.521" v="26382" actId="478"/>
          <ac:cxnSpMkLst>
            <pc:docMk/>
            <pc:sldMk cId="1291000996" sldId="1153"/>
            <ac:cxnSpMk id="6" creationId="{6A83AC85-26A8-F15B-1CA0-C03623E12430}"/>
          </ac:cxnSpMkLst>
        </pc:cxnChg>
        <pc:cxnChg chg="del mod">
          <ac:chgData name="Palit, Tapti" userId="dec6fbcd-7598-406a-8cbf-504d4a3bac15" providerId="ADAL" clId="{65104DF2-1B45-4C36-9E2A-F89658839DCF}" dt="2024-02-06T18:49:48.521" v="26382" actId="478"/>
          <ac:cxnSpMkLst>
            <pc:docMk/>
            <pc:sldMk cId="1291000996" sldId="1153"/>
            <ac:cxnSpMk id="11" creationId="{34ADCB78-7E32-1294-35B5-028CB3B5795D}"/>
          </ac:cxnSpMkLst>
        </pc:cxnChg>
        <pc:cxnChg chg="del mod">
          <ac:chgData name="Palit, Tapti" userId="dec6fbcd-7598-406a-8cbf-504d4a3bac15" providerId="ADAL" clId="{65104DF2-1B45-4C36-9E2A-F89658839DCF}" dt="2024-02-06T18:49:48.521" v="26382" actId="478"/>
          <ac:cxnSpMkLst>
            <pc:docMk/>
            <pc:sldMk cId="1291000996" sldId="1153"/>
            <ac:cxnSpMk id="18" creationId="{A6038E17-CC26-E08F-C317-6C9DD75D396C}"/>
          </ac:cxnSpMkLst>
        </pc:cxnChg>
        <pc:cxnChg chg="del mod">
          <ac:chgData name="Palit, Tapti" userId="dec6fbcd-7598-406a-8cbf-504d4a3bac15" providerId="ADAL" clId="{65104DF2-1B45-4C36-9E2A-F89658839DCF}" dt="2024-02-06T18:49:48.521" v="26382" actId="478"/>
          <ac:cxnSpMkLst>
            <pc:docMk/>
            <pc:sldMk cId="1291000996" sldId="1153"/>
            <ac:cxnSpMk id="20" creationId="{495B6547-944C-E411-8011-CF584D219AB0}"/>
          </ac:cxnSpMkLst>
        </pc:cxnChg>
        <pc:cxnChg chg="del">
          <ac:chgData name="Palit, Tapti" userId="dec6fbcd-7598-406a-8cbf-504d4a3bac15" providerId="ADAL" clId="{65104DF2-1B45-4C36-9E2A-F89658839DCF}" dt="2024-02-06T18:49:48.521" v="26382" actId="478"/>
          <ac:cxnSpMkLst>
            <pc:docMk/>
            <pc:sldMk cId="1291000996" sldId="1153"/>
            <ac:cxnSpMk id="24" creationId="{9E8F7314-AF85-926A-AD53-FF29B64BE6FC}"/>
          </ac:cxnSpMkLst>
        </pc:cxnChg>
        <pc:cxnChg chg="add mod">
          <ac:chgData name="Palit, Tapti" userId="dec6fbcd-7598-406a-8cbf-504d4a3bac15" providerId="ADAL" clId="{65104DF2-1B45-4C36-9E2A-F89658839DCF}" dt="2024-02-06T18:50:00.739" v="26383"/>
          <ac:cxnSpMkLst>
            <pc:docMk/>
            <pc:sldMk cId="1291000996" sldId="1153"/>
            <ac:cxnSpMk id="29" creationId="{2CEFB3BD-CB00-8837-7486-52C9B47E8793}"/>
          </ac:cxnSpMkLst>
        </pc:cxnChg>
        <pc:cxnChg chg="add mod">
          <ac:chgData name="Palit, Tapti" userId="dec6fbcd-7598-406a-8cbf-504d4a3bac15" providerId="ADAL" clId="{65104DF2-1B45-4C36-9E2A-F89658839DCF}" dt="2024-02-06T18:50:00.739" v="26383"/>
          <ac:cxnSpMkLst>
            <pc:docMk/>
            <pc:sldMk cId="1291000996" sldId="1153"/>
            <ac:cxnSpMk id="30" creationId="{A3C1DE47-543F-FEEF-20A3-5FA85283D2D9}"/>
          </ac:cxnSpMkLst>
        </pc:cxnChg>
        <pc:cxnChg chg="add mod">
          <ac:chgData name="Palit, Tapti" userId="dec6fbcd-7598-406a-8cbf-504d4a3bac15" providerId="ADAL" clId="{65104DF2-1B45-4C36-9E2A-F89658839DCF}" dt="2024-02-06T18:50:00.739" v="26383"/>
          <ac:cxnSpMkLst>
            <pc:docMk/>
            <pc:sldMk cId="1291000996" sldId="1153"/>
            <ac:cxnSpMk id="31" creationId="{985FC86F-64D2-0B62-C020-B177033D129F}"/>
          </ac:cxnSpMkLst>
        </pc:cxnChg>
        <pc:cxnChg chg="add mod">
          <ac:chgData name="Palit, Tapti" userId="dec6fbcd-7598-406a-8cbf-504d4a3bac15" providerId="ADAL" clId="{65104DF2-1B45-4C36-9E2A-F89658839DCF}" dt="2024-02-06T18:50:00.739" v="26383"/>
          <ac:cxnSpMkLst>
            <pc:docMk/>
            <pc:sldMk cId="1291000996" sldId="1153"/>
            <ac:cxnSpMk id="32" creationId="{243C1812-C7E7-9217-584D-2EE05942BA2E}"/>
          </ac:cxnSpMkLst>
        </pc:cxnChg>
        <pc:cxnChg chg="add mod">
          <ac:chgData name="Palit, Tapti" userId="dec6fbcd-7598-406a-8cbf-504d4a3bac15" providerId="ADAL" clId="{65104DF2-1B45-4C36-9E2A-F89658839DCF}" dt="2024-02-06T18:50:00.739" v="26383"/>
          <ac:cxnSpMkLst>
            <pc:docMk/>
            <pc:sldMk cId="1291000996" sldId="1153"/>
            <ac:cxnSpMk id="33" creationId="{AB43B472-B190-1294-7807-611E0D52828C}"/>
          </ac:cxnSpMkLst>
        </pc:cxnChg>
        <pc:cxnChg chg="add del mod">
          <ac:chgData name="Palit, Tapti" userId="dec6fbcd-7598-406a-8cbf-504d4a3bac15" providerId="ADAL" clId="{65104DF2-1B45-4C36-9E2A-F89658839DCF}" dt="2024-02-06T18:50:06.427" v="26385" actId="478"/>
          <ac:cxnSpMkLst>
            <pc:docMk/>
            <pc:sldMk cId="1291000996" sldId="1153"/>
            <ac:cxnSpMk id="35" creationId="{6431B189-1DAE-3BAD-3765-BF78F6D57C27}"/>
          </ac:cxnSpMkLst>
        </pc:cxnChg>
        <pc:cxnChg chg="add del mod">
          <ac:chgData name="Palit, Tapti" userId="dec6fbcd-7598-406a-8cbf-504d4a3bac15" providerId="ADAL" clId="{65104DF2-1B45-4C36-9E2A-F89658839DCF}" dt="2024-02-06T18:50:12.657" v="26391" actId="478"/>
          <ac:cxnSpMkLst>
            <pc:docMk/>
            <pc:sldMk cId="1291000996" sldId="1153"/>
            <ac:cxnSpMk id="36" creationId="{C01881DE-FF68-D283-9BE8-C882B730DA67}"/>
          </ac:cxnSpMkLst>
        </pc:cxnChg>
        <pc:cxnChg chg="add del mod">
          <ac:chgData name="Palit, Tapti" userId="dec6fbcd-7598-406a-8cbf-504d4a3bac15" providerId="ADAL" clId="{65104DF2-1B45-4C36-9E2A-F89658839DCF}" dt="2024-02-06T18:50:13.410" v="26392" actId="478"/>
          <ac:cxnSpMkLst>
            <pc:docMk/>
            <pc:sldMk cId="1291000996" sldId="1153"/>
            <ac:cxnSpMk id="37" creationId="{A98D435A-6F72-3A47-C5F1-761C823F45B8}"/>
          </ac:cxnSpMkLst>
        </pc:cxnChg>
        <pc:cxnChg chg="add del mod">
          <ac:chgData name="Palit, Tapti" userId="dec6fbcd-7598-406a-8cbf-504d4a3bac15" providerId="ADAL" clId="{65104DF2-1B45-4C36-9E2A-F89658839DCF}" dt="2024-02-06T18:50:09.216" v="26387" actId="478"/>
          <ac:cxnSpMkLst>
            <pc:docMk/>
            <pc:sldMk cId="1291000996" sldId="1153"/>
            <ac:cxnSpMk id="38" creationId="{1EC7AF50-41DF-B411-1210-7531124D6912}"/>
          </ac:cxnSpMkLst>
        </pc:cxnChg>
        <pc:cxnChg chg="add del mod">
          <ac:chgData name="Palit, Tapti" userId="dec6fbcd-7598-406a-8cbf-504d4a3bac15" providerId="ADAL" clId="{65104DF2-1B45-4C36-9E2A-F89658839DCF}" dt="2024-02-06T18:50:10.236" v="26388" actId="478"/>
          <ac:cxnSpMkLst>
            <pc:docMk/>
            <pc:sldMk cId="1291000996" sldId="1153"/>
            <ac:cxnSpMk id="39" creationId="{A7158876-B414-94F8-1571-9D047045C2C3}"/>
          </ac:cxnSpMkLst>
        </pc:cxnChg>
        <pc:cxnChg chg="add del mod">
          <ac:chgData name="Palit, Tapti" userId="dec6fbcd-7598-406a-8cbf-504d4a3bac15" providerId="ADAL" clId="{65104DF2-1B45-4C36-9E2A-F89658839DCF}" dt="2024-02-06T18:50:17.947" v="26399" actId="478"/>
          <ac:cxnSpMkLst>
            <pc:docMk/>
            <pc:sldMk cId="1291000996" sldId="1153"/>
            <ac:cxnSpMk id="40" creationId="{5BB0044C-6970-3DC5-57BF-15936D52B1C2}"/>
          </ac:cxnSpMkLst>
        </pc:cxnChg>
        <pc:cxnChg chg="add del mod">
          <ac:chgData name="Palit, Tapti" userId="dec6fbcd-7598-406a-8cbf-504d4a3bac15" providerId="ADAL" clId="{65104DF2-1B45-4C36-9E2A-F89658839DCF}" dt="2024-02-06T18:50:14.822" v="26394" actId="478"/>
          <ac:cxnSpMkLst>
            <pc:docMk/>
            <pc:sldMk cId="1291000996" sldId="1153"/>
            <ac:cxnSpMk id="41" creationId="{ADF99A1A-78BB-9B11-4BFA-AAF794DFA633}"/>
          </ac:cxnSpMkLst>
        </pc:cxnChg>
        <pc:cxnChg chg="add del mod">
          <ac:chgData name="Palit, Tapti" userId="dec6fbcd-7598-406a-8cbf-504d4a3bac15" providerId="ADAL" clId="{65104DF2-1B45-4C36-9E2A-F89658839DCF}" dt="2024-02-06T18:50:16.110" v="26396" actId="478"/>
          <ac:cxnSpMkLst>
            <pc:docMk/>
            <pc:sldMk cId="1291000996" sldId="1153"/>
            <ac:cxnSpMk id="42" creationId="{34DFDAB1-0595-8E85-5A68-8FE10D181A6D}"/>
          </ac:cxnSpMkLst>
        </pc:cxnChg>
        <pc:cxnChg chg="add del mod">
          <ac:chgData name="Palit, Tapti" userId="dec6fbcd-7598-406a-8cbf-504d4a3bac15" providerId="ADAL" clId="{65104DF2-1B45-4C36-9E2A-F89658839DCF}" dt="2024-02-06T18:50:15.434" v="26395" actId="478"/>
          <ac:cxnSpMkLst>
            <pc:docMk/>
            <pc:sldMk cId="1291000996" sldId="1153"/>
            <ac:cxnSpMk id="43" creationId="{806EF246-704E-AC25-092A-ECCE38091390}"/>
          </ac:cxnSpMkLst>
        </pc:cxnChg>
        <pc:cxnChg chg="add del mod">
          <ac:chgData name="Palit, Tapti" userId="dec6fbcd-7598-406a-8cbf-504d4a3bac15" providerId="ADAL" clId="{65104DF2-1B45-4C36-9E2A-F89658839DCF}" dt="2024-02-06T18:50:12.012" v="26390" actId="478"/>
          <ac:cxnSpMkLst>
            <pc:docMk/>
            <pc:sldMk cId="1291000996" sldId="1153"/>
            <ac:cxnSpMk id="44" creationId="{523B481A-5BEC-9014-63C7-2B591FD91052}"/>
          </ac:cxnSpMkLst>
        </pc:cxnChg>
        <pc:cxnChg chg="add del mod">
          <ac:chgData name="Palit, Tapti" userId="dec6fbcd-7598-406a-8cbf-504d4a3bac15" providerId="ADAL" clId="{65104DF2-1B45-4C36-9E2A-F89658839DCF}" dt="2024-02-06T18:50:11.069" v="26389" actId="478"/>
          <ac:cxnSpMkLst>
            <pc:docMk/>
            <pc:sldMk cId="1291000996" sldId="1153"/>
            <ac:cxnSpMk id="45" creationId="{15EE5D84-029F-375C-7C42-1C62480834EE}"/>
          </ac:cxnSpMkLst>
        </pc:cxnChg>
        <pc:cxnChg chg="add del mod">
          <ac:chgData name="Palit, Tapti" userId="dec6fbcd-7598-406a-8cbf-504d4a3bac15" providerId="ADAL" clId="{65104DF2-1B45-4C36-9E2A-F89658839DCF}" dt="2024-02-06T18:50:14.058" v="26393" actId="478"/>
          <ac:cxnSpMkLst>
            <pc:docMk/>
            <pc:sldMk cId="1291000996" sldId="1153"/>
            <ac:cxnSpMk id="46" creationId="{FAA90742-B06F-DB51-9165-18D565EF2F72}"/>
          </ac:cxnSpMkLst>
        </pc:cxnChg>
        <pc:cxnChg chg="add del mod">
          <ac:chgData name="Palit, Tapti" userId="dec6fbcd-7598-406a-8cbf-504d4a3bac15" providerId="ADAL" clId="{65104DF2-1B45-4C36-9E2A-F89658839DCF}" dt="2024-02-06T18:50:07.943" v="26386" actId="478"/>
          <ac:cxnSpMkLst>
            <pc:docMk/>
            <pc:sldMk cId="1291000996" sldId="1153"/>
            <ac:cxnSpMk id="47" creationId="{607ECAB9-9FC0-B3C3-32B7-5EADBBE78C38}"/>
          </ac:cxnSpMkLst>
        </pc:cxnChg>
        <pc:cxnChg chg="add del mod">
          <ac:chgData name="Palit, Tapti" userId="dec6fbcd-7598-406a-8cbf-504d4a3bac15" providerId="ADAL" clId="{65104DF2-1B45-4C36-9E2A-F89658839DCF}" dt="2024-02-06T18:50:17.194" v="26398" actId="478"/>
          <ac:cxnSpMkLst>
            <pc:docMk/>
            <pc:sldMk cId="1291000996" sldId="1153"/>
            <ac:cxnSpMk id="48" creationId="{8054C8ED-E57F-2077-EE21-E0D102D3E04D}"/>
          </ac:cxnSpMkLst>
        </pc:cxnChg>
        <pc:cxnChg chg="add del mod">
          <ac:chgData name="Palit, Tapti" userId="dec6fbcd-7598-406a-8cbf-504d4a3bac15" providerId="ADAL" clId="{65104DF2-1B45-4C36-9E2A-F89658839DCF}" dt="2024-02-06T18:50:05.202" v="26384" actId="478"/>
          <ac:cxnSpMkLst>
            <pc:docMk/>
            <pc:sldMk cId="1291000996" sldId="1153"/>
            <ac:cxnSpMk id="49" creationId="{75012ADA-6F94-3F78-4BEB-1AF1B2B5E27B}"/>
          </ac:cxnSpMkLst>
        </pc:cxnChg>
        <pc:cxnChg chg="add mod">
          <ac:chgData name="Palit, Tapti" userId="dec6fbcd-7598-406a-8cbf-504d4a3bac15" providerId="ADAL" clId="{65104DF2-1B45-4C36-9E2A-F89658839DCF}" dt="2024-02-06T18:51:13.210" v="26404" actId="14100"/>
          <ac:cxnSpMkLst>
            <pc:docMk/>
            <pc:sldMk cId="1291000996" sldId="1153"/>
            <ac:cxnSpMk id="50" creationId="{BFD7FAA2-BB0E-C26E-C61E-69B9C7E9A0A0}"/>
          </ac:cxnSpMkLst>
        </pc:cxnChg>
      </pc:sldChg>
      <pc:sldChg chg="addSp delSp modSp mod">
        <pc:chgData name="Palit, Tapti" userId="dec6fbcd-7598-406a-8cbf-504d4a3bac15" providerId="ADAL" clId="{65104DF2-1B45-4C36-9E2A-F89658839DCF}" dt="2024-02-06T18:51:38.596" v="26410" actId="478"/>
        <pc:sldMkLst>
          <pc:docMk/>
          <pc:sldMk cId="4113520126" sldId="1155"/>
        </pc:sldMkLst>
        <pc:spChg chg="add del">
          <ac:chgData name="Palit, Tapti" userId="dec6fbcd-7598-406a-8cbf-504d4a3bac15" providerId="ADAL" clId="{65104DF2-1B45-4C36-9E2A-F89658839DCF}" dt="2024-02-06T18:51:35.278" v="26409" actId="478"/>
          <ac:spMkLst>
            <pc:docMk/>
            <pc:sldMk cId="4113520126" sldId="1155"/>
            <ac:spMk id="8" creationId="{404E5D02-C7BD-7A9F-A969-6D8A6F25DF86}"/>
          </ac:spMkLst>
        </pc:spChg>
        <pc:spChg chg="add del">
          <ac:chgData name="Palit, Tapti" userId="dec6fbcd-7598-406a-8cbf-504d4a3bac15" providerId="ADAL" clId="{65104DF2-1B45-4C36-9E2A-F89658839DCF}" dt="2024-02-06T18:51:35.278" v="26409" actId="478"/>
          <ac:spMkLst>
            <pc:docMk/>
            <pc:sldMk cId="4113520126" sldId="1155"/>
            <ac:spMk id="9" creationId="{FE3FA576-1359-7D36-4784-CB570FB70315}"/>
          </ac:spMkLst>
        </pc:spChg>
        <pc:spChg chg="add del">
          <ac:chgData name="Palit, Tapti" userId="dec6fbcd-7598-406a-8cbf-504d4a3bac15" providerId="ADAL" clId="{65104DF2-1B45-4C36-9E2A-F89658839DCF}" dt="2024-02-06T18:51:35.278" v="26409" actId="478"/>
          <ac:spMkLst>
            <pc:docMk/>
            <pc:sldMk cId="4113520126" sldId="1155"/>
            <ac:spMk id="12" creationId="{F6E21CA4-58ED-AF98-B091-9861E6D3D3BD}"/>
          </ac:spMkLst>
        </pc:spChg>
        <pc:spChg chg="add del">
          <ac:chgData name="Palit, Tapti" userId="dec6fbcd-7598-406a-8cbf-504d4a3bac15" providerId="ADAL" clId="{65104DF2-1B45-4C36-9E2A-F89658839DCF}" dt="2024-02-06T18:51:35.278" v="26409" actId="478"/>
          <ac:spMkLst>
            <pc:docMk/>
            <pc:sldMk cId="4113520126" sldId="1155"/>
            <ac:spMk id="13" creationId="{8A8FBFCB-C472-E694-87DD-57F89928D45A}"/>
          </ac:spMkLst>
        </pc:spChg>
        <pc:spChg chg="add del">
          <ac:chgData name="Palit, Tapti" userId="dec6fbcd-7598-406a-8cbf-504d4a3bac15" providerId="ADAL" clId="{65104DF2-1B45-4C36-9E2A-F89658839DCF}" dt="2024-02-06T18:51:35.278" v="26409" actId="478"/>
          <ac:spMkLst>
            <pc:docMk/>
            <pc:sldMk cId="4113520126" sldId="1155"/>
            <ac:spMk id="15" creationId="{36EBB0D3-5286-277D-70E5-AFC358232F98}"/>
          </ac:spMkLst>
        </pc:spChg>
        <pc:spChg chg="add del">
          <ac:chgData name="Palit, Tapti" userId="dec6fbcd-7598-406a-8cbf-504d4a3bac15" providerId="ADAL" clId="{65104DF2-1B45-4C36-9E2A-F89658839DCF}" dt="2024-02-06T18:51:35.278" v="26409" actId="478"/>
          <ac:spMkLst>
            <pc:docMk/>
            <pc:sldMk cId="4113520126" sldId="1155"/>
            <ac:spMk id="16" creationId="{2A187A53-E5C6-EB07-ACF3-393CD3D4AEDA}"/>
          </ac:spMkLst>
        </pc:spChg>
        <pc:spChg chg="add del mod">
          <ac:chgData name="Palit, Tapti" userId="dec6fbcd-7598-406a-8cbf-504d4a3bac15" providerId="ADAL" clId="{65104DF2-1B45-4C36-9E2A-F89658839DCF}" dt="2024-02-06T18:51:38.596" v="26410" actId="478"/>
          <ac:spMkLst>
            <pc:docMk/>
            <pc:sldMk cId="4113520126" sldId="1155"/>
            <ac:spMk id="19" creationId="{0652AE09-3970-D38C-51AF-C916A5F7A334}"/>
          </ac:spMkLst>
        </pc:spChg>
        <pc:spChg chg="add mod">
          <ac:chgData name="Palit, Tapti" userId="dec6fbcd-7598-406a-8cbf-504d4a3bac15" providerId="ADAL" clId="{65104DF2-1B45-4C36-9E2A-F89658839DCF}" dt="2024-02-06T18:51:30.161" v="26407"/>
          <ac:spMkLst>
            <pc:docMk/>
            <pc:sldMk cId="4113520126" sldId="1155"/>
            <ac:spMk id="21" creationId="{FB0BFE0C-D1C7-2AEF-1FD2-4736E3B78815}"/>
          </ac:spMkLst>
        </pc:spChg>
        <pc:spChg chg="add mod">
          <ac:chgData name="Palit, Tapti" userId="dec6fbcd-7598-406a-8cbf-504d4a3bac15" providerId="ADAL" clId="{65104DF2-1B45-4C36-9E2A-F89658839DCF}" dt="2024-02-06T18:51:30.161" v="26407"/>
          <ac:spMkLst>
            <pc:docMk/>
            <pc:sldMk cId="4113520126" sldId="1155"/>
            <ac:spMk id="23" creationId="{41318664-3EF6-8AC1-C2FB-A46B80E247B6}"/>
          </ac:spMkLst>
        </pc:spChg>
        <pc:spChg chg="add mod">
          <ac:chgData name="Palit, Tapti" userId="dec6fbcd-7598-406a-8cbf-504d4a3bac15" providerId="ADAL" clId="{65104DF2-1B45-4C36-9E2A-F89658839DCF}" dt="2024-02-06T18:51:30.161" v="26407"/>
          <ac:spMkLst>
            <pc:docMk/>
            <pc:sldMk cId="4113520126" sldId="1155"/>
            <ac:spMk id="25" creationId="{7FBA77A2-F634-9F7A-59B6-847A7A1BFB62}"/>
          </ac:spMkLst>
        </pc:spChg>
        <pc:spChg chg="add mod">
          <ac:chgData name="Palit, Tapti" userId="dec6fbcd-7598-406a-8cbf-504d4a3bac15" providerId="ADAL" clId="{65104DF2-1B45-4C36-9E2A-F89658839DCF}" dt="2024-02-06T18:51:30.161" v="26407"/>
          <ac:spMkLst>
            <pc:docMk/>
            <pc:sldMk cId="4113520126" sldId="1155"/>
            <ac:spMk id="26" creationId="{A201866D-7B87-AF1B-65B0-F58944998416}"/>
          </ac:spMkLst>
        </pc:spChg>
        <pc:spChg chg="add mod">
          <ac:chgData name="Palit, Tapti" userId="dec6fbcd-7598-406a-8cbf-504d4a3bac15" providerId="ADAL" clId="{65104DF2-1B45-4C36-9E2A-F89658839DCF}" dt="2024-02-06T18:51:30.161" v="26407"/>
          <ac:spMkLst>
            <pc:docMk/>
            <pc:sldMk cId="4113520126" sldId="1155"/>
            <ac:spMk id="27" creationId="{399E9E7E-D740-0FE6-F7B0-7316401769EF}"/>
          </ac:spMkLst>
        </pc:spChg>
        <pc:spChg chg="add mod">
          <ac:chgData name="Palit, Tapti" userId="dec6fbcd-7598-406a-8cbf-504d4a3bac15" providerId="ADAL" clId="{65104DF2-1B45-4C36-9E2A-F89658839DCF}" dt="2024-02-06T18:51:30.161" v="26407"/>
          <ac:spMkLst>
            <pc:docMk/>
            <pc:sldMk cId="4113520126" sldId="1155"/>
            <ac:spMk id="28" creationId="{2760695A-47FB-9D24-5798-8BEF5B132246}"/>
          </ac:spMkLst>
        </pc:spChg>
        <pc:spChg chg="add mod">
          <ac:chgData name="Palit, Tapti" userId="dec6fbcd-7598-406a-8cbf-504d4a3bac15" providerId="ADAL" clId="{65104DF2-1B45-4C36-9E2A-F89658839DCF}" dt="2024-02-06T18:51:30.161" v="26407"/>
          <ac:spMkLst>
            <pc:docMk/>
            <pc:sldMk cId="4113520126" sldId="1155"/>
            <ac:spMk id="34" creationId="{48815E2C-D85B-3F54-5C13-4970098B241C}"/>
          </ac:spMkLst>
        </pc:spChg>
        <pc:spChg chg="add del">
          <ac:chgData name="Palit, Tapti" userId="dec6fbcd-7598-406a-8cbf-504d4a3bac15" providerId="ADAL" clId="{65104DF2-1B45-4C36-9E2A-F89658839DCF}" dt="2024-02-06T18:51:35.278" v="26409" actId="478"/>
          <ac:spMkLst>
            <pc:docMk/>
            <pc:sldMk cId="4113520126" sldId="1155"/>
            <ac:spMk id="53" creationId="{17196389-9AE0-F089-FC74-A1209B1893CF}"/>
          </ac:spMkLst>
        </pc:spChg>
        <pc:cxnChg chg="add del mod">
          <ac:chgData name="Palit, Tapti" userId="dec6fbcd-7598-406a-8cbf-504d4a3bac15" providerId="ADAL" clId="{65104DF2-1B45-4C36-9E2A-F89658839DCF}" dt="2024-02-06T18:51:35.278" v="26409" actId="478"/>
          <ac:cxnSpMkLst>
            <pc:docMk/>
            <pc:sldMk cId="4113520126" sldId="1155"/>
            <ac:cxnSpMk id="2" creationId="{FCD20EF2-683E-F4A6-EF85-F3DDE871901A}"/>
          </ac:cxnSpMkLst>
        </pc:cxnChg>
        <pc:cxnChg chg="add del mod">
          <ac:chgData name="Palit, Tapti" userId="dec6fbcd-7598-406a-8cbf-504d4a3bac15" providerId="ADAL" clId="{65104DF2-1B45-4C36-9E2A-F89658839DCF}" dt="2024-02-06T18:51:35.278" v="26409" actId="478"/>
          <ac:cxnSpMkLst>
            <pc:docMk/>
            <pc:sldMk cId="4113520126" sldId="1155"/>
            <ac:cxnSpMk id="6" creationId="{6A83AC85-26A8-F15B-1CA0-C03623E12430}"/>
          </ac:cxnSpMkLst>
        </pc:cxnChg>
        <pc:cxnChg chg="add del mod">
          <ac:chgData name="Palit, Tapti" userId="dec6fbcd-7598-406a-8cbf-504d4a3bac15" providerId="ADAL" clId="{65104DF2-1B45-4C36-9E2A-F89658839DCF}" dt="2024-02-06T18:51:35.278" v="26409" actId="478"/>
          <ac:cxnSpMkLst>
            <pc:docMk/>
            <pc:sldMk cId="4113520126" sldId="1155"/>
            <ac:cxnSpMk id="11" creationId="{34ADCB78-7E32-1294-35B5-028CB3B5795D}"/>
          </ac:cxnSpMkLst>
        </pc:cxnChg>
        <pc:cxnChg chg="add del mod">
          <ac:chgData name="Palit, Tapti" userId="dec6fbcd-7598-406a-8cbf-504d4a3bac15" providerId="ADAL" clId="{65104DF2-1B45-4C36-9E2A-F89658839DCF}" dt="2024-02-06T18:51:35.278" v="26409" actId="478"/>
          <ac:cxnSpMkLst>
            <pc:docMk/>
            <pc:sldMk cId="4113520126" sldId="1155"/>
            <ac:cxnSpMk id="18" creationId="{A6038E17-CC26-E08F-C317-6C9DD75D396C}"/>
          </ac:cxnSpMkLst>
        </pc:cxnChg>
        <pc:cxnChg chg="add del mod">
          <ac:chgData name="Palit, Tapti" userId="dec6fbcd-7598-406a-8cbf-504d4a3bac15" providerId="ADAL" clId="{65104DF2-1B45-4C36-9E2A-F89658839DCF}" dt="2024-02-06T18:51:35.278" v="26409" actId="478"/>
          <ac:cxnSpMkLst>
            <pc:docMk/>
            <pc:sldMk cId="4113520126" sldId="1155"/>
            <ac:cxnSpMk id="20" creationId="{495B6547-944C-E411-8011-CF584D219AB0}"/>
          </ac:cxnSpMkLst>
        </pc:cxnChg>
        <pc:cxnChg chg="add del">
          <ac:chgData name="Palit, Tapti" userId="dec6fbcd-7598-406a-8cbf-504d4a3bac15" providerId="ADAL" clId="{65104DF2-1B45-4C36-9E2A-F89658839DCF}" dt="2024-02-06T18:51:35.278" v="26409" actId="478"/>
          <ac:cxnSpMkLst>
            <pc:docMk/>
            <pc:sldMk cId="4113520126" sldId="1155"/>
            <ac:cxnSpMk id="24" creationId="{9E8F7314-AF85-926A-AD53-FF29B64BE6FC}"/>
          </ac:cxnSpMkLst>
        </pc:cxnChg>
        <pc:cxnChg chg="add mod">
          <ac:chgData name="Palit, Tapti" userId="dec6fbcd-7598-406a-8cbf-504d4a3bac15" providerId="ADAL" clId="{65104DF2-1B45-4C36-9E2A-F89658839DCF}" dt="2024-02-06T18:51:30.161" v="26407"/>
          <ac:cxnSpMkLst>
            <pc:docMk/>
            <pc:sldMk cId="4113520126" sldId="1155"/>
            <ac:cxnSpMk id="29" creationId="{AC082BCD-4664-7BF5-DCB8-7406FACB479E}"/>
          </ac:cxnSpMkLst>
        </pc:cxnChg>
        <pc:cxnChg chg="add mod">
          <ac:chgData name="Palit, Tapti" userId="dec6fbcd-7598-406a-8cbf-504d4a3bac15" providerId="ADAL" clId="{65104DF2-1B45-4C36-9E2A-F89658839DCF}" dt="2024-02-06T18:51:30.161" v="26407"/>
          <ac:cxnSpMkLst>
            <pc:docMk/>
            <pc:sldMk cId="4113520126" sldId="1155"/>
            <ac:cxnSpMk id="30" creationId="{9EF715F5-5BE9-D6DC-76DF-E13966DCC8A2}"/>
          </ac:cxnSpMkLst>
        </pc:cxnChg>
        <pc:cxnChg chg="add mod">
          <ac:chgData name="Palit, Tapti" userId="dec6fbcd-7598-406a-8cbf-504d4a3bac15" providerId="ADAL" clId="{65104DF2-1B45-4C36-9E2A-F89658839DCF}" dt="2024-02-06T18:51:30.161" v="26407"/>
          <ac:cxnSpMkLst>
            <pc:docMk/>
            <pc:sldMk cId="4113520126" sldId="1155"/>
            <ac:cxnSpMk id="31" creationId="{562B6515-A1C7-08E9-9DD7-8751C268F132}"/>
          </ac:cxnSpMkLst>
        </pc:cxnChg>
        <pc:cxnChg chg="add mod">
          <ac:chgData name="Palit, Tapti" userId="dec6fbcd-7598-406a-8cbf-504d4a3bac15" providerId="ADAL" clId="{65104DF2-1B45-4C36-9E2A-F89658839DCF}" dt="2024-02-06T18:51:30.161" v="26407"/>
          <ac:cxnSpMkLst>
            <pc:docMk/>
            <pc:sldMk cId="4113520126" sldId="1155"/>
            <ac:cxnSpMk id="32" creationId="{50832BFA-6FA2-911D-467B-BB69D74548D7}"/>
          </ac:cxnSpMkLst>
        </pc:cxnChg>
        <pc:cxnChg chg="add mod">
          <ac:chgData name="Palit, Tapti" userId="dec6fbcd-7598-406a-8cbf-504d4a3bac15" providerId="ADAL" clId="{65104DF2-1B45-4C36-9E2A-F89658839DCF}" dt="2024-02-06T18:51:30.161" v="26407"/>
          <ac:cxnSpMkLst>
            <pc:docMk/>
            <pc:sldMk cId="4113520126" sldId="1155"/>
            <ac:cxnSpMk id="33" creationId="{871F20A3-6537-39B6-C75E-9CD35DE91B22}"/>
          </ac:cxnSpMkLst>
        </pc:cxnChg>
        <pc:cxnChg chg="add mod">
          <ac:chgData name="Palit, Tapti" userId="dec6fbcd-7598-406a-8cbf-504d4a3bac15" providerId="ADAL" clId="{65104DF2-1B45-4C36-9E2A-F89658839DCF}" dt="2024-02-06T18:51:30.161" v="26407"/>
          <ac:cxnSpMkLst>
            <pc:docMk/>
            <pc:sldMk cId="4113520126" sldId="1155"/>
            <ac:cxnSpMk id="35" creationId="{9E8A55BB-1FC7-860F-C349-78DC36D3BC9D}"/>
          </ac:cxnSpMkLst>
        </pc:cxnChg>
      </pc:sldChg>
      <pc:sldChg chg="addSp delSp modSp mod">
        <pc:chgData name="Palit, Tapti" userId="dec6fbcd-7598-406a-8cbf-504d4a3bac15" providerId="ADAL" clId="{65104DF2-1B45-4C36-9E2A-F89658839DCF}" dt="2024-02-06T18:54:13.670" v="26474" actId="692"/>
        <pc:sldMkLst>
          <pc:docMk/>
          <pc:sldMk cId="3835604708" sldId="1156"/>
        </pc:sldMkLst>
        <pc:spChg chg="del">
          <ac:chgData name="Palit, Tapti" userId="dec6fbcd-7598-406a-8cbf-504d4a3bac15" providerId="ADAL" clId="{65104DF2-1B45-4C36-9E2A-F89658839DCF}" dt="2024-02-06T18:51:52.470" v="26412" actId="478"/>
          <ac:spMkLst>
            <pc:docMk/>
            <pc:sldMk cId="3835604708" sldId="1156"/>
            <ac:spMk id="8" creationId="{404E5D02-C7BD-7A9F-A969-6D8A6F25DF86}"/>
          </ac:spMkLst>
        </pc:spChg>
        <pc:spChg chg="del">
          <ac:chgData name="Palit, Tapti" userId="dec6fbcd-7598-406a-8cbf-504d4a3bac15" providerId="ADAL" clId="{65104DF2-1B45-4C36-9E2A-F89658839DCF}" dt="2024-02-06T18:51:52.470" v="26412" actId="478"/>
          <ac:spMkLst>
            <pc:docMk/>
            <pc:sldMk cId="3835604708" sldId="1156"/>
            <ac:spMk id="9" creationId="{FE3FA576-1359-7D36-4784-CB570FB70315}"/>
          </ac:spMkLst>
        </pc:spChg>
        <pc:spChg chg="del">
          <ac:chgData name="Palit, Tapti" userId="dec6fbcd-7598-406a-8cbf-504d4a3bac15" providerId="ADAL" clId="{65104DF2-1B45-4C36-9E2A-F89658839DCF}" dt="2024-02-06T18:51:52.470" v="26412" actId="478"/>
          <ac:spMkLst>
            <pc:docMk/>
            <pc:sldMk cId="3835604708" sldId="1156"/>
            <ac:spMk id="12" creationId="{F6E21CA4-58ED-AF98-B091-9861E6D3D3BD}"/>
          </ac:spMkLst>
        </pc:spChg>
        <pc:spChg chg="del">
          <ac:chgData name="Palit, Tapti" userId="dec6fbcd-7598-406a-8cbf-504d4a3bac15" providerId="ADAL" clId="{65104DF2-1B45-4C36-9E2A-F89658839DCF}" dt="2024-02-06T18:51:52.470" v="26412" actId="478"/>
          <ac:spMkLst>
            <pc:docMk/>
            <pc:sldMk cId="3835604708" sldId="1156"/>
            <ac:spMk id="13" creationId="{8A8FBFCB-C472-E694-87DD-57F89928D45A}"/>
          </ac:spMkLst>
        </pc:spChg>
        <pc:spChg chg="del">
          <ac:chgData name="Palit, Tapti" userId="dec6fbcd-7598-406a-8cbf-504d4a3bac15" providerId="ADAL" clId="{65104DF2-1B45-4C36-9E2A-F89658839DCF}" dt="2024-02-06T18:51:52.470" v="26412" actId="478"/>
          <ac:spMkLst>
            <pc:docMk/>
            <pc:sldMk cId="3835604708" sldId="1156"/>
            <ac:spMk id="15" creationId="{36EBB0D3-5286-277D-70E5-AFC358232F98}"/>
          </ac:spMkLst>
        </pc:spChg>
        <pc:spChg chg="del">
          <ac:chgData name="Palit, Tapti" userId="dec6fbcd-7598-406a-8cbf-504d4a3bac15" providerId="ADAL" clId="{65104DF2-1B45-4C36-9E2A-F89658839DCF}" dt="2024-02-06T18:51:52.470" v="26412" actId="478"/>
          <ac:spMkLst>
            <pc:docMk/>
            <pc:sldMk cId="3835604708" sldId="1156"/>
            <ac:spMk id="16" creationId="{2A187A53-E5C6-EB07-ACF3-393CD3D4AEDA}"/>
          </ac:spMkLst>
        </pc:spChg>
        <pc:spChg chg="add mod">
          <ac:chgData name="Palit, Tapti" userId="dec6fbcd-7598-406a-8cbf-504d4a3bac15" providerId="ADAL" clId="{65104DF2-1B45-4C36-9E2A-F89658839DCF}" dt="2024-02-06T18:52:03.757" v="26413"/>
          <ac:spMkLst>
            <pc:docMk/>
            <pc:sldMk cId="3835604708" sldId="1156"/>
            <ac:spMk id="24" creationId="{850FA75B-FA5A-5D8E-8557-6E819E2EBE53}"/>
          </ac:spMkLst>
        </pc:spChg>
        <pc:spChg chg="add mod">
          <ac:chgData name="Palit, Tapti" userId="dec6fbcd-7598-406a-8cbf-504d4a3bac15" providerId="ADAL" clId="{65104DF2-1B45-4C36-9E2A-F89658839DCF}" dt="2024-02-06T18:52:03.757" v="26413"/>
          <ac:spMkLst>
            <pc:docMk/>
            <pc:sldMk cId="3835604708" sldId="1156"/>
            <ac:spMk id="35" creationId="{019825E6-9DA7-F530-B573-4F9CFB5D8D95}"/>
          </ac:spMkLst>
        </pc:spChg>
        <pc:spChg chg="add mod">
          <ac:chgData name="Palit, Tapti" userId="dec6fbcd-7598-406a-8cbf-504d4a3bac15" providerId="ADAL" clId="{65104DF2-1B45-4C36-9E2A-F89658839DCF}" dt="2024-02-06T18:52:03.757" v="26413"/>
          <ac:spMkLst>
            <pc:docMk/>
            <pc:sldMk cId="3835604708" sldId="1156"/>
            <ac:spMk id="36" creationId="{5CE8AE51-A068-3CE3-0F4D-5DE47AA2B2A4}"/>
          </ac:spMkLst>
        </pc:spChg>
        <pc:spChg chg="add mod">
          <ac:chgData name="Palit, Tapti" userId="dec6fbcd-7598-406a-8cbf-504d4a3bac15" providerId="ADAL" clId="{65104DF2-1B45-4C36-9E2A-F89658839DCF}" dt="2024-02-06T18:52:03.757" v="26413"/>
          <ac:spMkLst>
            <pc:docMk/>
            <pc:sldMk cId="3835604708" sldId="1156"/>
            <ac:spMk id="37" creationId="{1271B169-7AAC-FB7C-20EF-260E08D00522}"/>
          </ac:spMkLst>
        </pc:spChg>
        <pc:spChg chg="add mod">
          <ac:chgData name="Palit, Tapti" userId="dec6fbcd-7598-406a-8cbf-504d4a3bac15" providerId="ADAL" clId="{65104DF2-1B45-4C36-9E2A-F89658839DCF}" dt="2024-02-06T18:52:03.757" v="26413"/>
          <ac:spMkLst>
            <pc:docMk/>
            <pc:sldMk cId="3835604708" sldId="1156"/>
            <ac:spMk id="38" creationId="{A8414F55-9479-646D-9081-AC208E472466}"/>
          </ac:spMkLst>
        </pc:spChg>
        <pc:spChg chg="add mod">
          <ac:chgData name="Palit, Tapti" userId="dec6fbcd-7598-406a-8cbf-504d4a3bac15" providerId="ADAL" clId="{65104DF2-1B45-4C36-9E2A-F89658839DCF}" dt="2024-02-06T18:52:03.757" v="26413"/>
          <ac:spMkLst>
            <pc:docMk/>
            <pc:sldMk cId="3835604708" sldId="1156"/>
            <ac:spMk id="39" creationId="{CB0A81E4-84C5-7916-1664-2B2309B96D46}"/>
          </ac:spMkLst>
        </pc:spChg>
        <pc:spChg chg="add del mod">
          <ac:chgData name="Palit, Tapti" userId="dec6fbcd-7598-406a-8cbf-504d4a3bac15" providerId="ADAL" clId="{65104DF2-1B45-4C36-9E2A-F89658839DCF}" dt="2024-02-06T18:52:09.059" v="26414" actId="478"/>
          <ac:spMkLst>
            <pc:docMk/>
            <pc:sldMk cId="3835604708" sldId="1156"/>
            <ac:spMk id="45" creationId="{09AD4DD3-E22C-F9A6-ADB8-06E38F22EFBA}"/>
          </ac:spMkLst>
        </pc:spChg>
        <pc:cxnChg chg="del mod">
          <ac:chgData name="Palit, Tapti" userId="dec6fbcd-7598-406a-8cbf-504d4a3bac15" providerId="ADAL" clId="{65104DF2-1B45-4C36-9E2A-F89658839DCF}" dt="2024-02-06T18:51:52.470" v="26412" actId="478"/>
          <ac:cxnSpMkLst>
            <pc:docMk/>
            <pc:sldMk cId="3835604708" sldId="1156"/>
            <ac:cxnSpMk id="2" creationId="{FCD20EF2-683E-F4A6-EF85-F3DDE871901A}"/>
          </ac:cxnSpMkLst>
        </pc:cxnChg>
        <pc:cxnChg chg="del mod">
          <ac:chgData name="Palit, Tapti" userId="dec6fbcd-7598-406a-8cbf-504d4a3bac15" providerId="ADAL" clId="{65104DF2-1B45-4C36-9E2A-F89658839DCF}" dt="2024-02-06T18:51:52.470" v="26412" actId="478"/>
          <ac:cxnSpMkLst>
            <pc:docMk/>
            <pc:sldMk cId="3835604708" sldId="1156"/>
            <ac:cxnSpMk id="6" creationId="{6A83AC85-26A8-F15B-1CA0-C03623E12430}"/>
          </ac:cxnSpMkLst>
        </pc:cxnChg>
        <pc:cxnChg chg="del mod">
          <ac:chgData name="Palit, Tapti" userId="dec6fbcd-7598-406a-8cbf-504d4a3bac15" providerId="ADAL" clId="{65104DF2-1B45-4C36-9E2A-F89658839DCF}" dt="2024-02-06T18:51:52.470" v="26412" actId="478"/>
          <ac:cxnSpMkLst>
            <pc:docMk/>
            <pc:sldMk cId="3835604708" sldId="1156"/>
            <ac:cxnSpMk id="11" creationId="{34ADCB78-7E32-1294-35B5-028CB3B5795D}"/>
          </ac:cxnSpMkLst>
        </pc:cxnChg>
        <pc:cxnChg chg="del mod">
          <ac:chgData name="Palit, Tapti" userId="dec6fbcd-7598-406a-8cbf-504d4a3bac15" providerId="ADAL" clId="{65104DF2-1B45-4C36-9E2A-F89658839DCF}" dt="2024-02-06T18:51:52.470" v="26412" actId="478"/>
          <ac:cxnSpMkLst>
            <pc:docMk/>
            <pc:sldMk cId="3835604708" sldId="1156"/>
            <ac:cxnSpMk id="18" creationId="{A6038E17-CC26-E08F-C317-6C9DD75D396C}"/>
          </ac:cxnSpMkLst>
        </pc:cxnChg>
        <pc:cxnChg chg="del">
          <ac:chgData name="Palit, Tapti" userId="dec6fbcd-7598-406a-8cbf-504d4a3bac15" providerId="ADAL" clId="{65104DF2-1B45-4C36-9E2A-F89658839DCF}" dt="2024-02-06T18:51:52.470" v="26412" actId="478"/>
          <ac:cxnSpMkLst>
            <pc:docMk/>
            <pc:sldMk cId="3835604708" sldId="1156"/>
            <ac:cxnSpMk id="19" creationId="{A76EA64B-2A27-E174-B14F-E645483F6F2F}"/>
          </ac:cxnSpMkLst>
        </pc:cxnChg>
        <pc:cxnChg chg="del mod">
          <ac:chgData name="Palit, Tapti" userId="dec6fbcd-7598-406a-8cbf-504d4a3bac15" providerId="ADAL" clId="{65104DF2-1B45-4C36-9E2A-F89658839DCF}" dt="2024-02-06T18:51:52.470" v="26412" actId="478"/>
          <ac:cxnSpMkLst>
            <pc:docMk/>
            <pc:sldMk cId="3835604708" sldId="1156"/>
            <ac:cxnSpMk id="20" creationId="{495B6547-944C-E411-8011-CF584D219AB0}"/>
          </ac:cxnSpMkLst>
        </pc:cxnChg>
        <pc:cxnChg chg="del">
          <ac:chgData name="Palit, Tapti" userId="dec6fbcd-7598-406a-8cbf-504d4a3bac15" providerId="ADAL" clId="{65104DF2-1B45-4C36-9E2A-F89658839DCF}" dt="2024-02-06T18:51:52.470" v="26412" actId="478"/>
          <ac:cxnSpMkLst>
            <pc:docMk/>
            <pc:sldMk cId="3835604708" sldId="1156"/>
            <ac:cxnSpMk id="21" creationId="{7D4905B4-F00F-C230-271B-31003E299819}"/>
          </ac:cxnSpMkLst>
        </pc:cxnChg>
        <pc:cxnChg chg="del">
          <ac:chgData name="Palit, Tapti" userId="dec6fbcd-7598-406a-8cbf-504d4a3bac15" providerId="ADAL" clId="{65104DF2-1B45-4C36-9E2A-F89658839DCF}" dt="2024-02-06T18:51:52.470" v="26412" actId="478"/>
          <ac:cxnSpMkLst>
            <pc:docMk/>
            <pc:sldMk cId="3835604708" sldId="1156"/>
            <ac:cxnSpMk id="23" creationId="{B6656D99-5C3F-3965-D988-A0EC90B5926B}"/>
          </ac:cxnSpMkLst>
        </pc:cxnChg>
        <pc:cxnChg chg="del">
          <ac:chgData name="Palit, Tapti" userId="dec6fbcd-7598-406a-8cbf-504d4a3bac15" providerId="ADAL" clId="{65104DF2-1B45-4C36-9E2A-F89658839DCF}" dt="2024-02-06T18:51:52.470" v="26412" actId="478"/>
          <ac:cxnSpMkLst>
            <pc:docMk/>
            <pc:sldMk cId="3835604708" sldId="1156"/>
            <ac:cxnSpMk id="25" creationId="{7353549C-FA1A-3C5A-52C7-97AD9280695F}"/>
          </ac:cxnSpMkLst>
        </pc:cxnChg>
        <pc:cxnChg chg="del">
          <ac:chgData name="Palit, Tapti" userId="dec6fbcd-7598-406a-8cbf-504d4a3bac15" providerId="ADAL" clId="{65104DF2-1B45-4C36-9E2A-F89658839DCF}" dt="2024-02-06T18:51:52.470" v="26412" actId="478"/>
          <ac:cxnSpMkLst>
            <pc:docMk/>
            <pc:sldMk cId="3835604708" sldId="1156"/>
            <ac:cxnSpMk id="26" creationId="{CAE5020A-BB1F-C7B3-DEE8-8421C28AEF18}"/>
          </ac:cxnSpMkLst>
        </pc:cxnChg>
        <pc:cxnChg chg="del">
          <ac:chgData name="Palit, Tapti" userId="dec6fbcd-7598-406a-8cbf-504d4a3bac15" providerId="ADAL" clId="{65104DF2-1B45-4C36-9E2A-F89658839DCF}" dt="2024-02-06T18:51:52.470" v="26412" actId="478"/>
          <ac:cxnSpMkLst>
            <pc:docMk/>
            <pc:sldMk cId="3835604708" sldId="1156"/>
            <ac:cxnSpMk id="27" creationId="{EC2A9BD8-EE1F-8D18-77B5-58188AA682B7}"/>
          </ac:cxnSpMkLst>
        </pc:cxnChg>
        <pc:cxnChg chg="del">
          <ac:chgData name="Palit, Tapti" userId="dec6fbcd-7598-406a-8cbf-504d4a3bac15" providerId="ADAL" clId="{65104DF2-1B45-4C36-9E2A-F89658839DCF}" dt="2024-02-06T18:51:52.470" v="26412" actId="478"/>
          <ac:cxnSpMkLst>
            <pc:docMk/>
            <pc:sldMk cId="3835604708" sldId="1156"/>
            <ac:cxnSpMk id="28" creationId="{4D1A80F7-D83F-A8BB-9661-51B7E8E8B865}"/>
          </ac:cxnSpMkLst>
        </pc:cxnChg>
        <pc:cxnChg chg="del">
          <ac:chgData name="Palit, Tapti" userId="dec6fbcd-7598-406a-8cbf-504d4a3bac15" providerId="ADAL" clId="{65104DF2-1B45-4C36-9E2A-F89658839DCF}" dt="2024-02-06T18:51:52.470" v="26412" actId="478"/>
          <ac:cxnSpMkLst>
            <pc:docMk/>
            <pc:sldMk cId="3835604708" sldId="1156"/>
            <ac:cxnSpMk id="29" creationId="{6285C67B-152D-F7CD-5E13-C3FD0413B4E2}"/>
          </ac:cxnSpMkLst>
        </pc:cxnChg>
        <pc:cxnChg chg="del">
          <ac:chgData name="Palit, Tapti" userId="dec6fbcd-7598-406a-8cbf-504d4a3bac15" providerId="ADAL" clId="{65104DF2-1B45-4C36-9E2A-F89658839DCF}" dt="2024-02-06T18:51:52.470" v="26412" actId="478"/>
          <ac:cxnSpMkLst>
            <pc:docMk/>
            <pc:sldMk cId="3835604708" sldId="1156"/>
            <ac:cxnSpMk id="30" creationId="{EB6F1F7D-823E-2438-0E8A-D919680E3986}"/>
          </ac:cxnSpMkLst>
        </pc:cxnChg>
        <pc:cxnChg chg="del">
          <ac:chgData name="Palit, Tapti" userId="dec6fbcd-7598-406a-8cbf-504d4a3bac15" providerId="ADAL" clId="{65104DF2-1B45-4C36-9E2A-F89658839DCF}" dt="2024-02-06T18:51:52.470" v="26412" actId="478"/>
          <ac:cxnSpMkLst>
            <pc:docMk/>
            <pc:sldMk cId="3835604708" sldId="1156"/>
            <ac:cxnSpMk id="31" creationId="{E9121FE2-9884-B76F-23CC-59B5448A4825}"/>
          </ac:cxnSpMkLst>
        </pc:cxnChg>
        <pc:cxnChg chg="del">
          <ac:chgData name="Palit, Tapti" userId="dec6fbcd-7598-406a-8cbf-504d4a3bac15" providerId="ADAL" clId="{65104DF2-1B45-4C36-9E2A-F89658839DCF}" dt="2024-02-06T18:51:52.470" v="26412" actId="478"/>
          <ac:cxnSpMkLst>
            <pc:docMk/>
            <pc:sldMk cId="3835604708" sldId="1156"/>
            <ac:cxnSpMk id="32" creationId="{FBEAE100-ECF3-7876-C906-C850CB4ACE8A}"/>
          </ac:cxnSpMkLst>
        </pc:cxnChg>
        <pc:cxnChg chg="del">
          <ac:chgData name="Palit, Tapti" userId="dec6fbcd-7598-406a-8cbf-504d4a3bac15" providerId="ADAL" clId="{65104DF2-1B45-4C36-9E2A-F89658839DCF}" dt="2024-02-06T18:51:52.470" v="26412" actId="478"/>
          <ac:cxnSpMkLst>
            <pc:docMk/>
            <pc:sldMk cId="3835604708" sldId="1156"/>
            <ac:cxnSpMk id="33" creationId="{DACEA327-D48C-696D-7C85-A902BE177260}"/>
          </ac:cxnSpMkLst>
        </pc:cxnChg>
        <pc:cxnChg chg="del">
          <ac:chgData name="Palit, Tapti" userId="dec6fbcd-7598-406a-8cbf-504d4a3bac15" providerId="ADAL" clId="{65104DF2-1B45-4C36-9E2A-F89658839DCF}" dt="2024-02-06T18:51:52.470" v="26412" actId="478"/>
          <ac:cxnSpMkLst>
            <pc:docMk/>
            <pc:sldMk cId="3835604708" sldId="1156"/>
            <ac:cxnSpMk id="34" creationId="{5D724AF6-2C5B-0E89-7C10-C601C5D384B4}"/>
          </ac:cxnSpMkLst>
        </pc:cxnChg>
        <pc:cxnChg chg="add mod">
          <ac:chgData name="Palit, Tapti" userId="dec6fbcd-7598-406a-8cbf-504d4a3bac15" providerId="ADAL" clId="{65104DF2-1B45-4C36-9E2A-F89658839DCF}" dt="2024-02-06T18:52:03.757" v="26413"/>
          <ac:cxnSpMkLst>
            <pc:docMk/>
            <pc:sldMk cId="3835604708" sldId="1156"/>
            <ac:cxnSpMk id="40" creationId="{FE4D4387-DA55-40DB-EB70-6662A9299C4F}"/>
          </ac:cxnSpMkLst>
        </pc:cxnChg>
        <pc:cxnChg chg="add mod">
          <ac:chgData name="Palit, Tapti" userId="dec6fbcd-7598-406a-8cbf-504d4a3bac15" providerId="ADAL" clId="{65104DF2-1B45-4C36-9E2A-F89658839DCF}" dt="2024-02-06T18:52:03.757" v="26413"/>
          <ac:cxnSpMkLst>
            <pc:docMk/>
            <pc:sldMk cId="3835604708" sldId="1156"/>
            <ac:cxnSpMk id="41" creationId="{C368B70C-D66C-39CD-BCFE-3B711E12932A}"/>
          </ac:cxnSpMkLst>
        </pc:cxnChg>
        <pc:cxnChg chg="add mod">
          <ac:chgData name="Palit, Tapti" userId="dec6fbcd-7598-406a-8cbf-504d4a3bac15" providerId="ADAL" clId="{65104DF2-1B45-4C36-9E2A-F89658839DCF}" dt="2024-02-06T18:52:03.757" v="26413"/>
          <ac:cxnSpMkLst>
            <pc:docMk/>
            <pc:sldMk cId="3835604708" sldId="1156"/>
            <ac:cxnSpMk id="42" creationId="{2C9556CD-C9D0-9E1F-88E8-098ABA95EFD2}"/>
          </ac:cxnSpMkLst>
        </pc:cxnChg>
        <pc:cxnChg chg="add mod">
          <ac:chgData name="Palit, Tapti" userId="dec6fbcd-7598-406a-8cbf-504d4a3bac15" providerId="ADAL" clId="{65104DF2-1B45-4C36-9E2A-F89658839DCF}" dt="2024-02-06T18:52:03.757" v="26413"/>
          <ac:cxnSpMkLst>
            <pc:docMk/>
            <pc:sldMk cId="3835604708" sldId="1156"/>
            <ac:cxnSpMk id="43" creationId="{3B247846-8E6B-B292-4CF9-E969AAD81170}"/>
          </ac:cxnSpMkLst>
        </pc:cxnChg>
        <pc:cxnChg chg="add mod">
          <ac:chgData name="Palit, Tapti" userId="dec6fbcd-7598-406a-8cbf-504d4a3bac15" providerId="ADAL" clId="{65104DF2-1B45-4C36-9E2A-F89658839DCF}" dt="2024-02-06T18:54:00.771" v="26468" actId="692"/>
          <ac:cxnSpMkLst>
            <pc:docMk/>
            <pc:sldMk cId="3835604708" sldId="1156"/>
            <ac:cxnSpMk id="44" creationId="{3A4AD9A9-61B8-D7C9-9346-BB8827E11E0A}"/>
          </ac:cxnSpMkLst>
        </pc:cxnChg>
        <pc:cxnChg chg="add mod">
          <ac:chgData name="Palit, Tapti" userId="dec6fbcd-7598-406a-8cbf-504d4a3bac15" providerId="ADAL" clId="{65104DF2-1B45-4C36-9E2A-F89658839DCF}" dt="2024-02-06T18:53:35.028" v="26456" actId="692"/>
          <ac:cxnSpMkLst>
            <pc:docMk/>
            <pc:sldMk cId="3835604708" sldId="1156"/>
            <ac:cxnSpMk id="46" creationId="{F8A3B254-74FA-51D7-D59D-326D4D74C5D4}"/>
          </ac:cxnSpMkLst>
        </pc:cxnChg>
        <pc:cxnChg chg="add mod">
          <ac:chgData name="Palit, Tapti" userId="dec6fbcd-7598-406a-8cbf-504d4a3bac15" providerId="ADAL" clId="{65104DF2-1B45-4C36-9E2A-F89658839DCF}" dt="2024-02-06T18:52:45.758" v="26426" actId="692"/>
          <ac:cxnSpMkLst>
            <pc:docMk/>
            <pc:sldMk cId="3835604708" sldId="1156"/>
            <ac:cxnSpMk id="47" creationId="{17F94500-73BF-A3BD-45E5-FE4BB1E88887}"/>
          </ac:cxnSpMkLst>
        </pc:cxnChg>
        <pc:cxnChg chg="add mod">
          <ac:chgData name="Palit, Tapti" userId="dec6fbcd-7598-406a-8cbf-504d4a3bac15" providerId="ADAL" clId="{65104DF2-1B45-4C36-9E2A-F89658839DCF}" dt="2024-02-06T18:54:00.771" v="26468" actId="692"/>
          <ac:cxnSpMkLst>
            <pc:docMk/>
            <pc:sldMk cId="3835604708" sldId="1156"/>
            <ac:cxnSpMk id="48" creationId="{1C433B74-4EBF-0C43-EC8C-1E49C99066A5}"/>
          </ac:cxnSpMkLst>
        </pc:cxnChg>
        <pc:cxnChg chg="add mod">
          <ac:chgData name="Palit, Tapti" userId="dec6fbcd-7598-406a-8cbf-504d4a3bac15" providerId="ADAL" clId="{65104DF2-1B45-4C36-9E2A-F89658839DCF}" dt="2024-02-06T18:53:46.105" v="26462" actId="692"/>
          <ac:cxnSpMkLst>
            <pc:docMk/>
            <pc:sldMk cId="3835604708" sldId="1156"/>
            <ac:cxnSpMk id="49" creationId="{EA875F0E-3B2A-C2B4-3A24-E5E90A283B3A}"/>
          </ac:cxnSpMkLst>
        </pc:cxnChg>
        <pc:cxnChg chg="add mod">
          <ac:chgData name="Palit, Tapti" userId="dec6fbcd-7598-406a-8cbf-504d4a3bac15" providerId="ADAL" clId="{65104DF2-1B45-4C36-9E2A-F89658839DCF}" dt="2024-02-06T18:53:15.945" v="26444" actId="692"/>
          <ac:cxnSpMkLst>
            <pc:docMk/>
            <pc:sldMk cId="3835604708" sldId="1156"/>
            <ac:cxnSpMk id="50" creationId="{8694D5BF-AEAA-9B61-803E-5CDF8D269F9D}"/>
          </ac:cxnSpMkLst>
        </pc:cxnChg>
        <pc:cxnChg chg="add mod">
          <ac:chgData name="Palit, Tapti" userId="dec6fbcd-7598-406a-8cbf-504d4a3bac15" providerId="ADAL" clId="{65104DF2-1B45-4C36-9E2A-F89658839DCF}" dt="2024-02-06T18:54:13.670" v="26474" actId="692"/>
          <ac:cxnSpMkLst>
            <pc:docMk/>
            <pc:sldMk cId="3835604708" sldId="1156"/>
            <ac:cxnSpMk id="51" creationId="{B54D53DC-AF97-0BCE-6129-A80BA20546F1}"/>
          </ac:cxnSpMkLst>
        </pc:cxnChg>
        <pc:cxnChg chg="add mod">
          <ac:chgData name="Palit, Tapti" userId="dec6fbcd-7598-406a-8cbf-504d4a3bac15" providerId="ADAL" clId="{65104DF2-1B45-4C36-9E2A-F89658839DCF}" dt="2024-02-06T18:54:13.670" v="26474" actId="692"/>
          <ac:cxnSpMkLst>
            <pc:docMk/>
            <pc:sldMk cId="3835604708" sldId="1156"/>
            <ac:cxnSpMk id="52" creationId="{4797C7F9-E3A9-E4D7-B567-E48217830296}"/>
          </ac:cxnSpMkLst>
        </pc:cxnChg>
        <pc:cxnChg chg="add mod">
          <ac:chgData name="Palit, Tapti" userId="dec6fbcd-7598-406a-8cbf-504d4a3bac15" providerId="ADAL" clId="{65104DF2-1B45-4C36-9E2A-F89658839DCF}" dt="2024-02-06T18:54:00.771" v="26468" actId="692"/>
          <ac:cxnSpMkLst>
            <pc:docMk/>
            <pc:sldMk cId="3835604708" sldId="1156"/>
            <ac:cxnSpMk id="53" creationId="{4D080D7E-9754-01C7-D5C6-AE2E499441C7}"/>
          </ac:cxnSpMkLst>
        </pc:cxnChg>
        <pc:cxnChg chg="add mod">
          <ac:chgData name="Palit, Tapti" userId="dec6fbcd-7598-406a-8cbf-504d4a3bac15" providerId="ADAL" clId="{65104DF2-1B45-4C36-9E2A-F89658839DCF}" dt="2024-02-06T18:54:00.771" v="26468" actId="692"/>
          <ac:cxnSpMkLst>
            <pc:docMk/>
            <pc:sldMk cId="3835604708" sldId="1156"/>
            <ac:cxnSpMk id="54" creationId="{D406E663-7A27-3DD9-CF67-88873F353854}"/>
          </ac:cxnSpMkLst>
        </pc:cxnChg>
        <pc:cxnChg chg="add mod">
          <ac:chgData name="Palit, Tapti" userId="dec6fbcd-7598-406a-8cbf-504d4a3bac15" providerId="ADAL" clId="{65104DF2-1B45-4C36-9E2A-F89658839DCF}" dt="2024-02-06T18:53:23.735" v="26450" actId="692"/>
          <ac:cxnSpMkLst>
            <pc:docMk/>
            <pc:sldMk cId="3835604708" sldId="1156"/>
            <ac:cxnSpMk id="56" creationId="{EF8A8179-5283-35A8-DCA7-10FECB2EB21F}"/>
          </ac:cxnSpMkLst>
        </pc:cxnChg>
        <pc:cxnChg chg="add mod">
          <ac:chgData name="Palit, Tapti" userId="dec6fbcd-7598-406a-8cbf-504d4a3bac15" providerId="ADAL" clId="{65104DF2-1B45-4C36-9E2A-F89658839DCF}" dt="2024-02-06T18:53:04.758" v="26438" actId="692"/>
          <ac:cxnSpMkLst>
            <pc:docMk/>
            <pc:sldMk cId="3835604708" sldId="1156"/>
            <ac:cxnSpMk id="57" creationId="{90815C2C-21D4-ACC8-BD92-A783F10510EA}"/>
          </ac:cxnSpMkLst>
        </pc:cxnChg>
        <pc:cxnChg chg="add mod">
          <ac:chgData name="Palit, Tapti" userId="dec6fbcd-7598-406a-8cbf-504d4a3bac15" providerId="ADAL" clId="{65104DF2-1B45-4C36-9E2A-F89658839DCF}" dt="2024-02-06T18:54:00.771" v="26468" actId="692"/>
          <ac:cxnSpMkLst>
            <pc:docMk/>
            <pc:sldMk cId="3835604708" sldId="1156"/>
            <ac:cxnSpMk id="58" creationId="{A7A1C43A-D41C-658E-03F2-C3B5332B781A}"/>
          </ac:cxnSpMkLst>
        </pc:cxnChg>
        <pc:cxnChg chg="add mod">
          <ac:chgData name="Palit, Tapti" userId="dec6fbcd-7598-406a-8cbf-504d4a3bac15" providerId="ADAL" clId="{65104DF2-1B45-4C36-9E2A-F89658839DCF}" dt="2024-02-06T18:52:57.234" v="26432" actId="692"/>
          <ac:cxnSpMkLst>
            <pc:docMk/>
            <pc:sldMk cId="3835604708" sldId="1156"/>
            <ac:cxnSpMk id="59" creationId="{F427231B-ECFD-2F1A-8534-F0B9F8C5358C}"/>
          </ac:cxnSpMkLst>
        </pc:cxnChg>
        <pc:cxnChg chg="add mod">
          <ac:chgData name="Palit, Tapti" userId="dec6fbcd-7598-406a-8cbf-504d4a3bac15" providerId="ADAL" clId="{65104DF2-1B45-4C36-9E2A-F89658839DCF}" dt="2024-02-06T18:54:13.670" v="26474" actId="692"/>
          <ac:cxnSpMkLst>
            <pc:docMk/>
            <pc:sldMk cId="3835604708" sldId="1156"/>
            <ac:cxnSpMk id="60" creationId="{41A6CB46-6B7A-A3D9-F052-CA00C991B854}"/>
          </ac:cxnSpMkLst>
        </pc:cxnChg>
        <pc:cxnChg chg="add mod">
          <ac:chgData name="Palit, Tapti" userId="dec6fbcd-7598-406a-8cbf-504d4a3bac15" providerId="ADAL" clId="{65104DF2-1B45-4C36-9E2A-F89658839DCF}" dt="2024-02-06T18:52:29.586" v="26420" actId="692"/>
          <ac:cxnSpMkLst>
            <pc:docMk/>
            <pc:sldMk cId="3835604708" sldId="1156"/>
            <ac:cxnSpMk id="61" creationId="{142A2F0C-4DA3-9ED5-CDD7-1C597A69A911}"/>
          </ac:cxnSpMkLst>
        </pc:cxnChg>
      </pc:sldChg>
      <pc:sldChg chg="modSp mod">
        <pc:chgData name="Palit, Tapti" userId="dec6fbcd-7598-406a-8cbf-504d4a3bac15" providerId="ADAL" clId="{65104DF2-1B45-4C36-9E2A-F89658839DCF}" dt="2024-02-06T18:56:26.473" v="26480" actId="14100"/>
        <pc:sldMkLst>
          <pc:docMk/>
          <pc:sldMk cId="2544815816" sldId="1158"/>
        </pc:sldMkLst>
        <pc:spChg chg="mod">
          <ac:chgData name="Palit, Tapti" userId="dec6fbcd-7598-406a-8cbf-504d4a3bac15" providerId="ADAL" clId="{65104DF2-1B45-4C36-9E2A-F89658839DCF}" dt="2024-02-06T18:56:26.473" v="26480" actId="14100"/>
          <ac:spMkLst>
            <pc:docMk/>
            <pc:sldMk cId="2544815816" sldId="1158"/>
            <ac:spMk id="6" creationId="{CDF54C75-8E57-C212-0645-30E19DBAEFC3}"/>
          </ac:spMkLst>
        </pc:spChg>
      </pc:sldChg>
      <pc:sldChg chg="modSp mod">
        <pc:chgData name="Palit, Tapti" userId="dec6fbcd-7598-406a-8cbf-504d4a3bac15" providerId="ADAL" clId="{65104DF2-1B45-4C36-9E2A-F89658839DCF}" dt="2024-02-06T18:56:29.740" v="26481" actId="14100"/>
        <pc:sldMkLst>
          <pc:docMk/>
          <pc:sldMk cId="1504973141" sldId="1159"/>
        </pc:sldMkLst>
        <pc:spChg chg="mod">
          <ac:chgData name="Palit, Tapti" userId="dec6fbcd-7598-406a-8cbf-504d4a3bac15" providerId="ADAL" clId="{65104DF2-1B45-4C36-9E2A-F89658839DCF}" dt="2024-02-06T18:56:29.740" v="26481" actId="14100"/>
          <ac:spMkLst>
            <pc:docMk/>
            <pc:sldMk cId="1504973141" sldId="1159"/>
            <ac:spMk id="6" creationId="{CDF54C75-8E57-C212-0645-30E19DBAEFC3}"/>
          </ac:spMkLst>
        </pc:spChg>
      </pc:sldChg>
      <pc:sldChg chg="modSp mod">
        <pc:chgData name="Palit, Tapti" userId="dec6fbcd-7598-406a-8cbf-504d4a3bac15" providerId="ADAL" clId="{65104DF2-1B45-4C36-9E2A-F89658839DCF}" dt="2024-02-06T18:56:35.427" v="26482" actId="14100"/>
        <pc:sldMkLst>
          <pc:docMk/>
          <pc:sldMk cId="2764160988" sldId="1160"/>
        </pc:sldMkLst>
        <pc:spChg chg="mod">
          <ac:chgData name="Palit, Tapti" userId="dec6fbcd-7598-406a-8cbf-504d4a3bac15" providerId="ADAL" clId="{65104DF2-1B45-4C36-9E2A-F89658839DCF}" dt="2024-02-06T18:56:35.427" v="26482" actId="14100"/>
          <ac:spMkLst>
            <pc:docMk/>
            <pc:sldMk cId="2764160988" sldId="1160"/>
            <ac:spMk id="6" creationId="{CDF54C75-8E57-C212-0645-30E19DBAEFC3}"/>
          </ac:spMkLst>
        </pc:spChg>
      </pc:sldChg>
      <pc:sldChg chg="modSp mod">
        <pc:chgData name="Palit, Tapti" userId="dec6fbcd-7598-406a-8cbf-504d4a3bac15" providerId="ADAL" clId="{65104DF2-1B45-4C36-9E2A-F89658839DCF}" dt="2024-02-06T18:56:42.181" v="26483" actId="14100"/>
        <pc:sldMkLst>
          <pc:docMk/>
          <pc:sldMk cId="126122317" sldId="1161"/>
        </pc:sldMkLst>
        <pc:spChg chg="mod">
          <ac:chgData name="Palit, Tapti" userId="dec6fbcd-7598-406a-8cbf-504d4a3bac15" providerId="ADAL" clId="{65104DF2-1B45-4C36-9E2A-F89658839DCF}" dt="2024-02-06T18:56:42.181" v="26483" actId="14100"/>
          <ac:spMkLst>
            <pc:docMk/>
            <pc:sldMk cId="126122317" sldId="1161"/>
            <ac:spMk id="6" creationId="{CDF54C75-8E57-C212-0645-30E19DBAEFC3}"/>
          </ac:spMkLst>
        </pc:spChg>
      </pc:sldChg>
      <pc:sldChg chg="modSp mod">
        <pc:chgData name="Palit, Tapti" userId="dec6fbcd-7598-406a-8cbf-504d4a3bac15" providerId="ADAL" clId="{65104DF2-1B45-4C36-9E2A-F89658839DCF}" dt="2024-02-06T18:56:12.156" v="26478" actId="14100"/>
        <pc:sldMkLst>
          <pc:docMk/>
          <pc:sldMk cId="1278495068" sldId="1162"/>
        </pc:sldMkLst>
        <pc:spChg chg="mod">
          <ac:chgData name="Palit, Tapti" userId="dec6fbcd-7598-406a-8cbf-504d4a3bac15" providerId="ADAL" clId="{65104DF2-1B45-4C36-9E2A-F89658839DCF}" dt="2024-02-06T18:56:12.156" v="26478" actId="14100"/>
          <ac:spMkLst>
            <pc:docMk/>
            <pc:sldMk cId="1278495068" sldId="1162"/>
            <ac:spMk id="6" creationId="{CDF54C75-8E57-C212-0645-30E19DBAEFC3}"/>
          </ac:spMkLst>
        </pc:spChg>
        <pc:cxnChg chg="mod">
          <ac:chgData name="Palit, Tapti" userId="dec6fbcd-7598-406a-8cbf-504d4a3bac15" providerId="ADAL" clId="{65104DF2-1B45-4C36-9E2A-F89658839DCF}" dt="2024-02-06T18:56:12.156" v="26478" actId="14100"/>
          <ac:cxnSpMkLst>
            <pc:docMk/>
            <pc:sldMk cId="1278495068" sldId="1162"/>
            <ac:cxnSpMk id="10" creationId="{9E94C896-B232-9692-30F5-7EADDBA316F1}"/>
          </ac:cxnSpMkLst>
        </pc:cxnChg>
        <pc:cxnChg chg="mod">
          <ac:chgData name="Palit, Tapti" userId="dec6fbcd-7598-406a-8cbf-504d4a3bac15" providerId="ADAL" clId="{65104DF2-1B45-4C36-9E2A-F89658839DCF}" dt="2024-02-06T18:56:12.156" v="26478" actId="14100"/>
          <ac:cxnSpMkLst>
            <pc:docMk/>
            <pc:sldMk cId="1278495068" sldId="1162"/>
            <ac:cxnSpMk id="12" creationId="{B7D84180-1A4B-8131-B469-70328178D2E9}"/>
          </ac:cxnSpMkLst>
        </pc:cxnChg>
      </pc:sldChg>
      <pc:sldChg chg="modSp mod">
        <pc:chgData name="Palit, Tapti" userId="dec6fbcd-7598-406a-8cbf-504d4a3bac15" providerId="ADAL" clId="{65104DF2-1B45-4C36-9E2A-F89658839DCF}" dt="2024-02-15T17:32:47.049" v="28003" actId="14100"/>
        <pc:sldMkLst>
          <pc:docMk/>
          <pc:sldMk cId="1810851311" sldId="1164"/>
        </pc:sldMkLst>
        <pc:spChg chg="mod">
          <ac:chgData name="Palit, Tapti" userId="dec6fbcd-7598-406a-8cbf-504d4a3bac15" providerId="ADAL" clId="{65104DF2-1B45-4C36-9E2A-F89658839DCF}" dt="2024-02-15T17:32:47.049" v="28003" actId="14100"/>
          <ac:spMkLst>
            <pc:docMk/>
            <pc:sldMk cId="1810851311" sldId="1164"/>
            <ac:spMk id="15" creationId="{632CDA17-2240-B34F-44F8-5573404E1E94}"/>
          </ac:spMkLst>
        </pc:spChg>
      </pc:sldChg>
      <pc:sldChg chg="modSp mod">
        <pc:chgData name="Palit, Tapti" userId="dec6fbcd-7598-406a-8cbf-504d4a3bac15" providerId="ADAL" clId="{65104DF2-1B45-4C36-9E2A-F89658839DCF}" dt="2024-02-06T18:23:21.061" v="25925" actId="20577"/>
        <pc:sldMkLst>
          <pc:docMk/>
          <pc:sldMk cId="293464083" sldId="1167"/>
        </pc:sldMkLst>
        <pc:spChg chg="mod">
          <ac:chgData name="Palit, Tapti" userId="dec6fbcd-7598-406a-8cbf-504d4a3bac15" providerId="ADAL" clId="{65104DF2-1B45-4C36-9E2A-F89658839DCF}" dt="2024-02-06T18:23:21.061" v="25925" actId="20577"/>
          <ac:spMkLst>
            <pc:docMk/>
            <pc:sldMk cId="293464083" sldId="1167"/>
            <ac:spMk id="8" creationId="{3AD16BBA-9E50-9D23-3A25-A65A60C6AE84}"/>
          </ac:spMkLst>
        </pc:spChg>
      </pc:sldChg>
      <pc:sldChg chg="modSp mod">
        <pc:chgData name="Palit, Tapti" userId="dec6fbcd-7598-406a-8cbf-504d4a3bac15" providerId="ADAL" clId="{65104DF2-1B45-4C36-9E2A-F89658839DCF}" dt="2024-02-06T18:23:27.803" v="25933" actId="20577"/>
        <pc:sldMkLst>
          <pc:docMk/>
          <pc:sldMk cId="887039276" sldId="1168"/>
        </pc:sldMkLst>
        <pc:spChg chg="mod">
          <ac:chgData name="Palit, Tapti" userId="dec6fbcd-7598-406a-8cbf-504d4a3bac15" providerId="ADAL" clId="{65104DF2-1B45-4C36-9E2A-F89658839DCF}" dt="2024-02-06T18:23:27.803" v="25933" actId="20577"/>
          <ac:spMkLst>
            <pc:docMk/>
            <pc:sldMk cId="887039276" sldId="1168"/>
            <ac:spMk id="8" creationId="{3AD16BBA-9E50-9D23-3A25-A65A60C6AE84}"/>
          </ac:spMkLst>
        </pc:spChg>
      </pc:sldChg>
      <pc:sldChg chg="addSp delSp modSp mod">
        <pc:chgData name="Palit, Tapti" userId="dec6fbcd-7598-406a-8cbf-504d4a3bac15" providerId="ADAL" clId="{65104DF2-1B45-4C36-9E2A-F89658839DCF}" dt="2024-02-06T18:44:18.964" v="26295" actId="14100"/>
        <pc:sldMkLst>
          <pc:docMk/>
          <pc:sldMk cId="1413220482" sldId="1170"/>
        </pc:sldMkLst>
        <pc:spChg chg="add mod">
          <ac:chgData name="Palit, Tapti" userId="dec6fbcd-7598-406a-8cbf-504d4a3bac15" providerId="ADAL" clId="{65104DF2-1B45-4C36-9E2A-F89658839DCF}" dt="2024-02-06T18:44:00.592" v="26286"/>
          <ac:spMkLst>
            <pc:docMk/>
            <pc:sldMk cId="1413220482" sldId="1170"/>
            <ac:spMk id="4" creationId="{CA491494-F2F4-7252-8813-231D4E9866EB}"/>
          </ac:spMkLst>
        </pc:spChg>
        <pc:spChg chg="add mod">
          <ac:chgData name="Palit, Tapti" userId="dec6fbcd-7598-406a-8cbf-504d4a3bac15" providerId="ADAL" clId="{65104DF2-1B45-4C36-9E2A-F89658839DCF}" dt="2024-02-06T18:44:00.592" v="26286"/>
          <ac:spMkLst>
            <pc:docMk/>
            <pc:sldMk cId="1413220482" sldId="1170"/>
            <ac:spMk id="6" creationId="{92EC7256-E56C-18A8-CFA4-A9B87294B22F}"/>
          </ac:spMkLst>
        </pc:spChg>
        <pc:spChg chg="del">
          <ac:chgData name="Palit, Tapti" userId="dec6fbcd-7598-406a-8cbf-504d4a3bac15" providerId="ADAL" clId="{65104DF2-1B45-4C36-9E2A-F89658839DCF}" dt="2024-02-06T18:43:55.063" v="26285" actId="478"/>
          <ac:spMkLst>
            <pc:docMk/>
            <pc:sldMk cId="1413220482" sldId="1170"/>
            <ac:spMk id="8" creationId="{404E5D02-C7BD-7A9F-A969-6D8A6F25DF86}"/>
          </ac:spMkLst>
        </pc:spChg>
        <pc:spChg chg="del">
          <ac:chgData name="Palit, Tapti" userId="dec6fbcd-7598-406a-8cbf-504d4a3bac15" providerId="ADAL" clId="{65104DF2-1B45-4C36-9E2A-F89658839DCF}" dt="2024-02-06T18:43:55.063" v="26285" actId="478"/>
          <ac:spMkLst>
            <pc:docMk/>
            <pc:sldMk cId="1413220482" sldId="1170"/>
            <ac:spMk id="9" creationId="{FE3FA576-1359-7D36-4784-CB570FB70315}"/>
          </ac:spMkLst>
        </pc:spChg>
        <pc:spChg chg="add mod">
          <ac:chgData name="Palit, Tapti" userId="dec6fbcd-7598-406a-8cbf-504d4a3bac15" providerId="ADAL" clId="{65104DF2-1B45-4C36-9E2A-F89658839DCF}" dt="2024-02-06T18:44:00.592" v="26286"/>
          <ac:spMkLst>
            <pc:docMk/>
            <pc:sldMk cId="1413220482" sldId="1170"/>
            <ac:spMk id="10" creationId="{F44C4D4A-AAE0-B8C1-9C83-BBD92588A8A5}"/>
          </ac:spMkLst>
        </pc:spChg>
        <pc:spChg chg="add mod">
          <ac:chgData name="Palit, Tapti" userId="dec6fbcd-7598-406a-8cbf-504d4a3bac15" providerId="ADAL" clId="{65104DF2-1B45-4C36-9E2A-F89658839DCF}" dt="2024-02-06T18:44:00.592" v="26286"/>
          <ac:spMkLst>
            <pc:docMk/>
            <pc:sldMk cId="1413220482" sldId="1170"/>
            <ac:spMk id="11" creationId="{4819DB9E-A1F4-1D26-53D3-80198CC657FF}"/>
          </ac:spMkLst>
        </pc:spChg>
        <pc:spChg chg="del">
          <ac:chgData name="Palit, Tapti" userId="dec6fbcd-7598-406a-8cbf-504d4a3bac15" providerId="ADAL" clId="{65104DF2-1B45-4C36-9E2A-F89658839DCF}" dt="2024-02-06T18:43:55.063" v="26285" actId="478"/>
          <ac:spMkLst>
            <pc:docMk/>
            <pc:sldMk cId="1413220482" sldId="1170"/>
            <ac:spMk id="12" creationId="{F6E21CA4-58ED-AF98-B091-9861E6D3D3BD}"/>
          </ac:spMkLst>
        </pc:spChg>
        <pc:spChg chg="del">
          <ac:chgData name="Palit, Tapti" userId="dec6fbcd-7598-406a-8cbf-504d4a3bac15" providerId="ADAL" clId="{65104DF2-1B45-4C36-9E2A-F89658839DCF}" dt="2024-02-06T18:43:55.063" v="26285" actId="478"/>
          <ac:spMkLst>
            <pc:docMk/>
            <pc:sldMk cId="1413220482" sldId="1170"/>
            <ac:spMk id="13" creationId="{8A8FBFCB-C472-E694-87DD-57F89928D45A}"/>
          </ac:spMkLst>
        </pc:spChg>
        <pc:spChg chg="add mod">
          <ac:chgData name="Palit, Tapti" userId="dec6fbcd-7598-406a-8cbf-504d4a3bac15" providerId="ADAL" clId="{65104DF2-1B45-4C36-9E2A-F89658839DCF}" dt="2024-02-06T18:44:00.592" v="26286"/>
          <ac:spMkLst>
            <pc:docMk/>
            <pc:sldMk cId="1413220482" sldId="1170"/>
            <ac:spMk id="14" creationId="{F5B67876-2115-B241-2BC0-D2979E6EACF2}"/>
          </ac:spMkLst>
        </pc:spChg>
        <pc:spChg chg="del">
          <ac:chgData name="Palit, Tapti" userId="dec6fbcd-7598-406a-8cbf-504d4a3bac15" providerId="ADAL" clId="{65104DF2-1B45-4C36-9E2A-F89658839DCF}" dt="2024-02-06T18:43:55.063" v="26285" actId="478"/>
          <ac:spMkLst>
            <pc:docMk/>
            <pc:sldMk cId="1413220482" sldId="1170"/>
            <ac:spMk id="15" creationId="{36EBB0D3-5286-277D-70E5-AFC358232F98}"/>
          </ac:spMkLst>
        </pc:spChg>
        <pc:spChg chg="del">
          <ac:chgData name="Palit, Tapti" userId="dec6fbcd-7598-406a-8cbf-504d4a3bac15" providerId="ADAL" clId="{65104DF2-1B45-4C36-9E2A-F89658839DCF}" dt="2024-02-06T18:43:55.063" v="26285" actId="478"/>
          <ac:spMkLst>
            <pc:docMk/>
            <pc:sldMk cId="1413220482" sldId="1170"/>
            <ac:spMk id="16" creationId="{2A187A53-E5C6-EB07-ACF3-393CD3D4AEDA}"/>
          </ac:spMkLst>
        </pc:spChg>
        <pc:spChg chg="add mod">
          <ac:chgData name="Palit, Tapti" userId="dec6fbcd-7598-406a-8cbf-504d4a3bac15" providerId="ADAL" clId="{65104DF2-1B45-4C36-9E2A-F89658839DCF}" dt="2024-02-06T18:44:00.592" v="26286"/>
          <ac:spMkLst>
            <pc:docMk/>
            <pc:sldMk cId="1413220482" sldId="1170"/>
            <ac:spMk id="19" creationId="{51047601-CEF6-023B-E9B6-0D94E1E06AFC}"/>
          </ac:spMkLst>
        </pc:spChg>
        <pc:cxnChg chg="del mod">
          <ac:chgData name="Palit, Tapti" userId="dec6fbcd-7598-406a-8cbf-504d4a3bac15" providerId="ADAL" clId="{65104DF2-1B45-4C36-9E2A-F89658839DCF}" dt="2024-02-06T18:43:55.063" v="26285" actId="478"/>
          <ac:cxnSpMkLst>
            <pc:docMk/>
            <pc:sldMk cId="1413220482" sldId="1170"/>
            <ac:cxnSpMk id="18" creationId="{A6038E17-CC26-E08F-C317-6C9DD75D396C}"/>
          </ac:cxnSpMkLst>
        </pc:cxnChg>
        <pc:cxnChg chg="del mod">
          <ac:chgData name="Palit, Tapti" userId="dec6fbcd-7598-406a-8cbf-504d4a3bac15" providerId="ADAL" clId="{65104DF2-1B45-4C36-9E2A-F89658839DCF}" dt="2024-02-06T18:43:55.063" v="26285" actId="478"/>
          <ac:cxnSpMkLst>
            <pc:docMk/>
            <pc:sldMk cId="1413220482" sldId="1170"/>
            <ac:cxnSpMk id="20" creationId="{495B6547-944C-E411-8011-CF584D219AB0}"/>
          </ac:cxnSpMkLst>
        </pc:cxnChg>
        <pc:cxnChg chg="add mod">
          <ac:chgData name="Palit, Tapti" userId="dec6fbcd-7598-406a-8cbf-504d4a3bac15" providerId="ADAL" clId="{65104DF2-1B45-4C36-9E2A-F89658839DCF}" dt="2024-02-06T18:44:08.877" v="26289" actId="14100"/>
          <ac:cxnSpMkLst>
            <pc:docMk/>
            <pc:sldMk cId="1413220482" sldId="1170"/>
            <ac:cxnSpMk id="21" creationId="{9C7D3581-8A17-F35C-C20F-1842E928B9B3}"/>
          </ac:cxnSpMkLst>
        </pc:cxnChg>
        <pc:cxnChg chg="add mod">
          <ac:chgData name="Palit, Tapti" userId="dec6fbcd-7598-406a-8cbf-504d4a3bac15" providerId="ADAL" clId="{65104DF2-1B45-4C36-9E2A-F89658839DCF}" dt="2024-02-06T18:44:18.964" v="26295" actId="14100"/>
          <ac:cxnSpMkLst>
            <pc:docMk/>
            <pc:sldMk cId="1413220482" sldId="1170"/>
            <ac:cxnSpMk id="25" creationId="{30EC9A4F-C669-8D1F-6FED-79CDC0DDB802}"/>
          </ac:cxnSpMkLst>
        </pc:cxnChg>
      </pc:sldChg>
      <pc:sldChg chg="modAnim">
        <pc:chgData name="Palit, Tapti" userId="dec6fbcd-7598-406a-8cbf-504d4a3bac15" providerId="ADAL" clId="{65104DF2-1B45-4C36-9E2A-F89658839DCF}" dt="2024-02-06T20:31:19.391" v="27483"/>
        <pc:sldMkLst>
          <pc:docMk/>
          <pc:sldMk cId="951648542" sldId="1171"/>
        </pc:sldMkLst>
      </pc:sldChg>
      <pc:sldChg chg="addSp delSp modSp mod modAnim chgLayout">
        <pc:chgData name="Palit, Tapti" userId="dec6fbcd-7598-406a-8cbf-504d4a3bac15" providerId="ADAL" clId="{65104DF2-1B45-4C36-9E2A-F89658839DCF}" dt="2024-02-06T20:44:57.688" v="27659" actId="1076"/>
        <pc:sldMkLst>
          <pc:docMk/>
          <pc:sldMk cId="3491945629" sldId="1175"/>
        </pc:sldMkLst>
        <pc:spChg chg="mod ord">
          <ac:chgData name="Palit, Tapti" userId="dec6fbcd-7598-406a-8cbf-504d4a3bac15" providerId="ADAL" clId="{65104DF2-1B45-4C36-9E2A-F89658839DCF}" dt="2024-02-06T20:42:36.886" v="27629" actId="20577"/>
          <ac:spMkLst>
            <pc:docMk/>
            <pc:sldMk cId="3491945629" sldId="1175"/>
            <ac:spMk id="2" creationId="{C3433336-0953-E90B-9EBD-EFEF4D9466D0}"/>
          </ac:spMkLst>
        </pc:spChg>
        <pc:spChg chg="mod ord">
          <ac:chgData name="Palit, Tapti" userId="dec6fbcd-7598-406a-8cbf-504d4a3bac15" providerId="ADAL" clId="{65104DF2-1B45-4C36-9E2A-F89658839DCF}" dt="2024-02-06T20:38:54.769" v="27485" actId="6264"/>
          <ac:spMkLst>
            <pc:docMk/>
            <pc:sldMk cId="3491945629" sldId="1175"/>
            <ac:spMk id="3" creationId="{E2C3A34B-F163-9357-03D8-C2EA10E2E08D}"/>
          </ac:spMkLst>
        </pc:spChg>
        <pc:spChg chg="mod ord">
          <ac:chgData name="Palit, Tapti" userId="dec6fbcd-7598-406a-8cbf-504d4a3bac15" providerId="ADAL" clId="{65104DF2-1B45-4C36-9E2A-F89658839DCF}" dt="2024-02-06T20:38:54.769" v="27485" actId="6264"/>
          <ac:spMkLst>
            <pc:docMk/>
            <pc:sldMk cId="3491945629" sldId="1175"/>
            <ac:spMk id="4" creationId="{0715138A-BEE3-07F9-7596-0598455E8139}"/>
          </ac:spMkLst>
        </pc:spChg>
        <pc:spChg chg="add del mod">
          <ac:chgData name="Palit, Tapti" userId="dec6fbcd-7598-406a-8cbf-504d4a3bac15" providerId="ADAL" clId="{65104DF2-1B45-4C36-9E2A-F89658839DCF}" dt="2024-02-06T20:38:54.769" v="27485" actId="6264"/>
          <ac:spMkLst>
            <pc:docMk/>
            <pc:sldMk cId="3491945629" sldId="1175"/>
            <ac:spMk id="8" creationId="{821B3724-64FD-FF58-787B-5C5067876165}"/>
          </ac:spMkLst>
        </pc:spChg>
        <pc:spChg chg="mod ord">
          <ac:chgData name="Palit, Tapti" userId="dec6fbcd-7598-406a-8cbf-504d4a3bac15" providerId="ADAL" clId="{65104DF2-1B45-4C36-9E2A-F89658839DCF}" dt="2024-02-06T20:43:25.306" v="27631" actId="20577"/>
          <ac:spMkLst>
            <pc:docMk/>
            <pc:sldMk cId="3491945629" sldId="1175"/>
            <ac:spMk id="9" creationId="{963E34B9-E04A-3185-6334-FE73A4781F8C}"/>
          </ac:spMkLst>
        </pc:spChg>
        <pc:spChg chg="add del mod">
          <ac:chgData name="Palit, Tapti" userId="dec6fbcd-7598-406a-8cbf-504d4a3bac15" providerId="ADAL" clId="{65104DF2-1B45-4C36-9E2A-F89658839DCF}" dt="2024-02-06T20:38:54.769" v="27485" actId="6264"/>
          <ac:spMkLst>
            <pc:docMk/>
            <pc:sldMk cId="3491945629" sldId="1175"/>
            <ac:spMk id="10" creationId="{1E8F4BD4-D9A9-206B-2207-8C7D05A9C9A1}"/>
          </ac:spMkLst>
        </pc:spChg>
        <pc:spChg chg="add del mod">
          <ac:chgData name="Palit, Tapti" userId="dec6fbcd-7598-406a-8cbf-504d4a3bac15" providerId="ADAL" clId="{65104DF2-1B45-4C36-9E2A-F89658839DCF}" dt="2024-02-06T20:38:54.769" v="27485" actId="6264"/>
          <ac:spMkLst>
            <pc:docMk/>
            <pc:sldMk cId="3491945629" sldId="1175"/>
            <ac:spMk id="11" creationId="{3F1D68D2-55D6-2F4D-1974-BDF8D18E88FC}"/>
          </ac:spMkLst>
        </pc:spChg>
        <pc:spChg chg="add del mod">
          <ac:chgData name="Palit, Tapti" userId="dec6fbcd-7598-406a-8cbf-504d4a3bac15" providerId="ADAL" clId="{65104DF2-1B45-4C36-9E2A-F89658839DCF}" dt="2024-02-06T20:38:54.769" v="27485" actId="6264"/>
          <ac:spMkLst>
            <pc:docMk/>
            <pc:sldMk cId="3491945629" sldId="1175"/>
            <ac:spMk id="12" creationId="{7C462684-FB0A-04C9-FD35-DCD6180B7217}"/>
          </ac:spMkLst>
        </pc:spChg>
        <pc:spChg chg="add mod">
          <ac:chgData name="Palit, Tapti" userId="dec6fbcd-7598-406a-8cbf-504d4a3bac15" providerId="ADAL" clId="{65104DF2-1B45-4C36-9E2A-F89658839DCF}" dt="2024-02-06T20:44:57.688" v="27659" actId="1076"/>
          <ac:spMkLst>
            <pc:docMk/>
            <pc:sldMk cId="3491945629" sldId="1175"/>
            <ac:spMk id="13" creationId="{61A4FEBA-8721-D8C0-B444-584662793C9F}"/>
          </ac:spMkLst>
        </pc:spChg>
      </pc:sldChg>
      <pc:sldChg chg="add del">
        <pc:chgData name="Palit, Tapti" userId="dec6fbcd-7598-406a-8cbf-504d4a3bac15" providerId="ADAL" clId="{65104DF2-1B45-4C36-9E2A-F89658839DCF}" dt="2024-02-06T20:55:12.336" v="27891" actId="47"/>
        <pc:sldMkLst>
          <pc:docMk/>
          <pc:sldMk cId="3364304933" sldId="1176"/>
        </pc:sldMkLst>
      </pc:sldChg>
      <pc:sldChg chg="addSp modSp mod modAnim">
        <pc:chgData name="Palit, Tapti" userId="dec6fbcd-7598-406a-8cbf-504d4a3bac15" providerId="ADAL" clId="{65104DF2-1B45-4C36-9E2A-F89658839DCF}" dt="2024-02-06T18:22:55.627" v="25901" actId="20577"/>
        <pc:sldMkLst>
          <pc:docMk/>
          <pc:sldMk cId="68023527" sldId="1177"/>
        </pc:sldMkLst>
        <pc:spChg chg="add mod">
          <ac:chgData name="Palit, Tapti" userId="dec6fbcd-7598-406a-8cbf-504d4a3bac15" providerId="ADAL" clId="{65104DF2-1B45-4C36-9E2A-F89658839DCF}" dt="2024-02-06T17:44:49.154" v="25730" actId="1076"/>
          <ac:spMkLst>
            <pc:docMk/>
            <pc:sldMk cId="68023527" sldId="1177"/>
            <ac:spMk id="2" creationId="{4A7C267B-9B81-B149-C00C-04592935AEFD}"/>
          </ac:spMkLst>
        </pc:spChg>
        <pc:spChg chg="add mod">
          <ac:chgData name="Palit, Tapti" userId="dec6fbcd-7598-406a-8cbf-504d4a3bac15" providerId="ADAL" clId="{65104DF2-1B45-4C36-9E2A-F89658839DCF}" dt="2024-02-06T17:45:56.294" v="25745" actId="14100"/>
          <ac:spMkLst>
            <pc:docMk/>
            <pc:sldMk cId="68023527" sldId="1177"/>
            <ac:spMk id="4" creationId="{BAB7AAF1-5058-6E7E-C63D-16EF46D9F536}"/>
          </ac:spMkLst>
        </pc:spChg>
        <pc:spChg chg="add mod">
          <ac:chgData name="Palit, Tapti" userId="dec6fbcd-7598-406a-8cbf-504d4a3bac15" providerId="ADAL" clId="{65104DF2-1B45-4C36-9E2A-F89658839DCF}" dt="2024-02-06T17:45:39.713" v="25743" actId="14100"/>
          <ac:spMkLst>
            <pc:docMk/>
            <pc:sldMk cId="68023527" sldId="1177"/>
            <ac:spMk id="6" creationId="{91006A0A-FE30-79E2-9A61-56AF369C0D40}"/>
          </ac:spMkLst>
        </pc:spChg>
        <pc:spChg chg="mod">
          <ac:chgData name="Palit, Tapti" userId="dec6fbcd-7598-406a-8cbf-504d4a3bac15" providerId="ADAL" clId="{65104DF2-1B45-4C36-9E2A-F89658839DCF}" dt="2024-02-06T18:22:55.627" v="25901" actId="20577"/>
          <ac:spMkLst>
            <pc:docMk/>
            <pc:sldMk cId="68023527" sldId="1177"/>
            <ac:spMk id="15" creationId="{632CDA17-2240-B34F-44F8-5573404E1E94}"/>
          </ac:spMkLst>
        </pc:spChg>
      </pc:sldChg>
      <pc:sldChg chg="addSp delSp modSp mod">
        <pc:chgData name="Palit, Tapti" userId="dec6fbcd-7598-406a-8cbf-504d4a3bac15" providerId="ADAL" clId="{65104DF2-1B45-4C36-9E2A-F89658839DCF}" dt="2024-02-06T18:49:16.474" v="26377"/>
        <pc:sldMkLst>
          <pc:docMk/>
          <pc:sldMk cId="4069589226" sldId="1178"/>
        </pc:sldMkLst>
        <pc:spChg chg="del">
          <ac:chgData name="Palit, Tapti" userId="dec6fbcd-7598-406a-8cbf-504d4a3bac15" providerId="ADAL" clId="{65104DF2-1B45-4C36-9E2A-F89658839DCF}" dt="2024-02-06T18:49:07.043" v="26376" actId="478"/>
          <ac:spMkLst>
            <pc:docMk/>
            <pc:sldMk cId="4069589226" sldId="1178"/>
            <ac:spMk id="8" creationId="{404E5D02-C7BD-7A9F-A969-6D8A6F25DF86}"/>
          </ac:spMkLst>
        </pc:spChg>
        <pc:spChg chg="del">
          <ac:chgData name="Palit, Tapti" userId="dec6fbcd-7598-406a-8cbf-504d4a3bac15" providerId="ADAL" clId="{65104DF2-1B45-4C36-9E2A-F89658839DCF}" dt="2024-02-06T18:49:07.043" v="26376" actId="478"/>
          <ac:spMkLst>
            <pc:docMk/>
            <pc:sldMk cId="4069589226" sldId="1178"/>
            <ac:spMk id="9" creationId="{FE3FA576-1359-7D36-4784-CB570FB70315}"/>
          </ac:spMkLst>
        </pc:spChg>
        <pc:spChg chg="del">
          <ac:chgData name="Palit, Tapti" userId="dec6fbcd-7598-406a-8cbf-504d4a3bac15" providerId="ADAL" clId="{65104DF2-1B45-4C36-9E2A-F89658839DCF}" dt="2024-02-06T18:49:07.043" v="26376" actId="478"/>
          <ac:spMkLst>
            <pc:docMk/>
            <pc:sldMk cId="4069589226" sldId="1178"/>
            <ac:spMk id="12" creationId="{F6E21CA4-58ED-AF98-B091-9861E6D3D3BD}"/>
          </ac:spMkLst>
        </pc:spChg>
        <pc:spChg chg="del">
          <ac:chgData name="Palit, Tapti" userId="dec6fbcd-7598-406a-8cbf-504d4a3bac15" providerId="ADAL" clId="{65104DF2-1B45-4C36-9E2A-F89658839DCF}" dt="2024-02-06T18:49:07.043" v="26376" actId="478"/>
          <ac:spMkLst>
            <pc:docMk/>
            <pc:sldMk cId="4069589226" sldId="1178"/>
            <ac:spMk id="13" creationId="{8A8FBFCB-C472-E694-87DD-57F89928D45A}"/>
          </ac:spMkLst>
        </pc:spChg>
        <pc:spChg chg="del">
          <ac:chgData name="Palit, Tapti" userId="dec6fbcd-7598-406a-8cbf-504d4a3bac15" providerId="ADAL" clId="{65104DF2-1B45-4C36-9E2A-F89658839DCF}" dt="2024-02-06T18:49:07.043" v="26376" actId="478"/>
          <ac:spMkLst>
            <pc:docMk/>
            <pc:sldMk cId="4069589226" sldId="1178"/>
            <ac:spMk id="15" creationId="{36EBB0D3-5286-277D-70E5-AFC358232F98}"/>
          </ac:spMkLst>
        </pc:spChg>
        <pc:spChg chg="del">
          <ac:chgData name="Palit, Tapti" userId="dec6fbcd-7598-406a-8cbf-504d4a3bac15" providerId="ADAL" clId="{65104DF2-1B45-4C36-9E2A-F89658839DCF}" dt="2024-02-06T18:49:07.043" v="26376" actId="478"/>
          <ac:spMkLst>
            <pc:docMk/>
            <pc:sldMk cId="4069589226" sldId="1178"/>
            <ac:spMk id="16" creationId="{2A187A53-E5C6-EB07-ACF3-393CD3D4AEDA}"/>
          </ac:spMkLst>
        </pc:spChg>
        <pc:spChg chg="add mod">
          <ac:chgData name="Palit, Tapti" userId="dec6fbcd-7598-406a-8cbf-504d4a3bac15" providerId="ADAL" clId="{65104DF2-1B45-4C36-9E2A-F89658839DCF}" dt="2024-02-06T18:49:16.474" v="26377"/>
          <ac:spMkLst>
            <pc:docMk/>
            <pc:sldMk cId="4069589226" sldId="1178"/>
            <ac:spMk id="27" creationId="{0CCEBB66-9150-07B5-2777-B4654B6267A5}"/>
          </ac:spMkLst>
        </pc:spChg>
        <pc:spChg chg="add mod">
          <ac:chgData name="Palit, Tapti" userId="dec6fbcd-7598-406a-8cbf-504d4a3bac15" providerId="ADAL" clId="{65104DF2-1B45-4C36-9E2A-F89658839DCF}" dt="2024-02-06T18:49:16.474" v="26377"/>
          <ac:spMkLst>
            <pc:docMk/>
            <pc:sldMk cId="4069589226" sldId="1178"/>
            <ac:spMk id="29" creationId="{F331EFD0-A787-7FEA-E4A4-4EFAAB179CD0}"/>
          </ac:spMkLst>
        </pc:spChg>
        <pc:spChg chg="add mod">
          <ac:chgData name="Palit, Tapti" userId="dec6fbcd-7598-406a-8cbf-504d4a3bac15" providerId="ADAL" clId="{65104DF2-1B45-4C36-9E2A-F89658839DCF}" dt="2024-02-06T18:49:16.474" v="26377"/>
          <ac:spMkLst>
            <pc:docMk/>
            <pc:sldMk cId="4069589226" sldId="1178"/>
            <ac:spMk id="32" creationId="{24F28C88-9AD5-7642-E9D2-F59E91BA8AB1}"/>
          </ac:spMkLst>
        </pc:spChg>
        <pc:spChg chg="add mod">
          <ac:chgData name="Palit, Tapti" userId="dec6fbcd-7598-406a-8cbf-504d4a3bac15" providerId="ADAL" clId="{65104DF2-1B45-4C36-9E2A-F89658839DCF}" dt="2024-02-06T18:49:16.474" v="26377"/>
          <ac:spMkLst>
            <pc:docMk/>
            <pc:sldMk cId="4069589226" sldId="1178"/>
            <ac:spMk id="33" creationId="{3608D9C2-2CE3-6218-E8F2-E960933F2A37}"/>
          </ac:spMkLst>
        </pc:spChg>
        <pc:spChg chg="add mod">
          <ac:chgData name="Palit, Tapti" userId="dec6fbcd-7598-406a-8cbf-504d4a3bac15" providerId="ADAL" clId="{65104DF2-1B45-4C36-9E2A-F89658839DCF}" dt="2024-02-06T18:49:16.474" v="26377"/>
          <ac:spMkLst>
            <pc:docMk/>
            <pc:sldMk cId="4069589226" sldId="1178"/>
            <ac:spMk id="35" creationId="{560F8829-1410-E275-2733-ADC570D2F644}"/>
          </ac:spMkLst>
        </pc:spChg>
        <pc:spChg chg="add mod">
          <ac:chgData name="Palit, Tapti" userId="dec6fbcd-7598-406a-8cbf-504d4a3bac15" providerId="ADAL" clId="{65104DF2-1B45-4C36-9E2A-F89658839DCF}" dt="2024-02-06T18:49:16.474" v="26377"/>
          <ac:spMkLst>
            <pc:docMk/>
            <pc:sldMk cId="4069589226" sldId="1178"/>
            <ac:spMk id="36" creationId="{D605672A-B683-756D-CA78-C40114A0593B}"/>
          </ac:spMkLst>
        </pc:spChg>
        <pc:spChg chg="add mod">
          <ac:chgData name="Palit, Tapti" userId="dec6fbcd-7598-406a-8cbf-504d4a3bac15" providerId="ADAL" clId="{65104DF2-1B45-4C36-9E2A-F89658839DCF}" dt="2024-02-06T18:49:16.474" v="26377"/>
          <ac:spMkLst>
            <pc:docMk/>
            <pc:sldMk cId="4069589226" sldId="1178"/>
            <ac:spMk id="37" creationId="{BF284B8C-E89E-D5D2-D1F5-254B37ECBBC4}"/>
          </ac:spMkLst>
        </pc:spChg>
        <pc:spChg chg="add mod">
          <ac:chgData name="Palit, Tapti" userId="dec6fbcd-7598-406a-8cbf-504d4a3bac15" providerId="ADAL" clId="{65104DF2-1B45-4C36-9E2A-F89658839DCF}" dt="2024-02-06T18:49:16.474" v="26377"/>
          <ac:spMkLst>
            <pc:docMk/>
            <pc:sldMk cId="4069589226" sldId="1178"/>
            <ac:spMk id="45" creationId="{5BC1CC5F-591B-618D-B3EB-F86407E08E8B}"/>
          </ac:spMkLst>
        </pc:spChg>
        <pc:spChg chg="del">
          <ac:chgData name="Palit, Tapti" userId="dec6fbcd-7598-406a-8cbf-504d4a3bac15" providerId="ADAL" clId="{65104DF2-1B45-4C36-9E2A-F89658839DCF}" dt="2024-02-06T18:49:07.043" v="26376" actId="478"/>
          <ac:spMkLst>
            <pc:docMk/>
            <pc:sldMk cId="4069589226" sldId="1178"/>
            <ac:spMk id="52" creationId="{1B8ECE4D-4DE5-5574-810B-C25B6FB8B1F3}"/>
          </ac:spMkLst>
        </pc:spChg>
        <pc:spChg chg="del">
          <ac:chgData name="Palit, Tapti" userId="dec6fbcd-7598-406a-8cbf-504d4a3bac15" providerId="ADAL" clId="{65104DF2-1B45-4C36-9E2A-F89658839DCF}" dt="2024-02-06T18:49:07.043" v="26376" actId="478"/>
          <ac:spMkLst>
            <pc:docMk/>
            <pc:sldMk cId="4069589226" sldId="1178"/>
            <ac:spMk id="53" creationId="{17196389-9AE0-F089-FC74-A1209B1893CF}"/>
          </ac:spMkLst>
        </pc:spChg>
        <pc:cxnChg chg="del mod">
          <ac:chgData name="Palit, Tapti" userId="dec6fbcd-7598-406a-8cbf-504d4a3bac15" providerId="ADAL" clId="{65104DF2-1B45-4C36-9E2A-F89658839DCF}" dt="2024-02-06T18:49:07.043" v="26376" actId="478"/>
          <ac:cxnSpMkLst>
            <pc:docMk/>
            <pc:sldMk cId="4069589226" sldId="1178"/>
            <ac:cxnSpMk id="2" creationId="{FCD20EF2-683E-F4A6-EF85-F3DDE871901A}"/>
          </ac:cxnSpMkLst>
        </pc:cxnChg>
        <pc:cxnChg chg="del mod">
          <ac:chgData name="Palit, Tapti" userId="dec6fbcd-7598-406a-8cbf-504d4a3bac15" providerId="ADAL" clId="{65104DF2-1B45-4C36-9E2A-F89658839DCF}" dt="2024-02-06T18:49:07.043" v="26376" actId="478"/>
          <ac:cxnSpMkLst>
            <pc:docMk/>
            <pc:sldMk cId="4069589226" sldId="1178"/>
            <ac:cxnSpMk id="6" creationId="{6A83AC85-26A8-F15B-1CA0-C03623E12430}"/>
          </ac:cxnSpMkLst>
        </pc:cxnChg>
        <pc:cxnChg chg="del mod">
          <ac:chgData name="Palit, Tapti" userId="dec6fbcd-7598-406a-8cbf-504d4a3bac15" providerId="ADAL" clId="{65104DF2-1B45-4C36-9E2A-F89658839DCF}" dt="2024-02-06T18:49:07.043" v="26376" actId="478"/>
          <ac:cxnSpMkLst>
            <pc:docMk/>
            <pc:sldMk cId="4069589226" sldId="1178"/>
            <ac:cxnSpMk id="10" creationId="{A466FFF3-2D83-9C5F-C7A7-73CCB1E96766}"/>
          </ac:cxnSpMkLst>
        </pc:cxnChg>
        <pc:cxnChg chg="del mod">
          <ac:chgData name="Palit, Tapti" userId="dec6fbcd-7598-406a-8cbf-504d4a3bac15" providerId="ADAL" clId="{65104DF2-1B45-4C36-9E2A-F89658839DCF}" dt="2024-02-06T18:49:07.043" v="26376" actId="478"/>
          <ac:cxnSpMkLst>
            <pc:docMk/>
            <pc:sldMk cId="4069589226" sldId="1178"/>
            <ac:cxnSpMk id="11" creationId="{34ADCB78-7E32-1294-35B5-028CB3B5795D}"/>
          </ac:cxnSpMkLst>
        </pc:cxnChg>
        <pc:cxnChg chg="del mod">
          <ac:chgData name="Palit, Tapti" userId="dec6fbcd-7598-406a-8cbf-504d4a3bac15" providerId="ADAL" clId="{65104DF2-1B45-4C36-9E2A-F89658839DCF}" dt="2024-02-06T18:49:07.043" v="26376" actId="478"/>
          <ac:cxnSpMkLst>
            <pc:docMk/>
            <pc:sldMk cId="4069589226" sldId="1178"/>
            <ac:cxnSpMk id="14" creationId="{130FE503-7A81-ECB4-3A67-23F55AB93FD8}"/>
          </ac:cxnSpMkLst>
        </pc:cxnChg>
        <pc:cxnChg chg="del mod">
          <ac:chgData name="Palit, Tapti" userId="dec6fbcd-7598-406a-8cbf-504d4a3bac15" providerId="ADAL" clId="{65104DF2-1B45-4C36-9E2A-F89658839DCF}" dt="2024-02-06T18:49:07.043" v="26376" actId="478"/>
          <ac:cxnSpMkLst>
            <pc:docMk/>
            <pc:sldMk cId="4069589226" sldId="1178"/>
            <ac:cxnSpMk id="18" creationId="{A6038E17-CC26-E08F-C317-6C9DD75D396C}"/>
          </ac:cxnSpMkLst>
        </pc:cxnChg>
        <pc:cxnChg chg="del">
          <ac:chgData name="Palit, Tapti" userId="dec6fbcd-7598-406a-8cbf-504d4a3bac15" providerId="ADAL" clId="{65104DF2-1B45-4C36-9E2A-F89658839DCF}" dt="2024-02-06T18:49:07.043" v="26376" actId="478"/>
          <ac:cxnSpMkLst>
            <pc:docMk/>
            <pc:sldMk cId="4069589226" sldId="1178"/>
            <ac:cxnSpMk id="19" creationId="{C7325E9C-6710-77F6-496C-B8F7F5A6CE7B}"/>
          </ac:cxnSpMkLst>
        </pc:cxnChg>
        <pc:cxnChg chg="del mod">
          <ac:chgData name="Palit, Tapti" userId="dec6fbcd-7598-406a-8cbf-504d4a3bac15" providerId="ADAL" clId="{65104DF2-1B45-4C36-9E2A-F89658839DCF}" dt="2024-02-06T18:49:07.043" v="26376" actId="478"/>
          <ac:cxnSpMkLst>
            <pc:docMk/>
            <pc:sldMk cId="4069589226" sldId="1178"/>
            <ac:cxnSpMk id="20" creationId="{495B6547-944C-E411-8011-CF584D219AB0}"/>
          </ac:cxnSpMkLst>
        </pc:cxnChg>
        <pc:cxnChg chg="del mod">
          <ac:chgData name="Palit, Tapti" userId="dec6fbcd-7598-406a-8cbf-504d4a3bac15" providerId="ADAL" clId="{65104DF2-1B45-4C36-9E2A-F89658839DCF}" dt="2024-02-06T18:49:07.043" v="26376" actId="478"/>
          <ac:cxnSpMkLst>
            <pc:docMk/>
            <pc:sldMk cId="4069589226" sldId="1178"/>
            <ac:cxnSpMk id="21" creationId="{A041E1F3-C83B-6206-B97D-832D5B6865D0}"/>
          </ac:cxnSpMkLst>
        </pc:cxnChg>
        <pc:cxnChg chg="del mod">
          <ac:chgData name="Palit, Tapti" userId="dec6fbcd-7598-406a-8cbf-504d4a3bac15" providerId="ADAL" clId="{65104DF2-1B45-4C36-9E2A-F89658839DCF}" dt="2024-02-06T18:49:07.043" v="26376" actId="478"/>
          <ac:cxnSpMkLst>
            <pc:docMk/>
            <pc:sldMk cId="4069589226" sldId="1178"/>
            <ac:cxnSpMk id="25" creationId="{006A2470-4139-2556-40B3-0DE6B95985E7}"/>
          </ac:cxnSpMkLst>
        </pc:cxnChg>
        <pc:cxnChg chg="del mod">
          <ac:chgData name="Palit, Tapti" userId="dec6fbcd-7598-406a-8cbf-504d4a3bac15" providerId="ADAL" clId="{65104DF2-1B45-4C36-9E2A-F89658839DCF}" dt="2024-02-06T18:49:07.043" v="26376" actId="478"/>
          <ac:cxnSpMkLst>
            <pc:docMk/>
            <pc:sldMk cId="4069589226" sldId="1178"/>
            <ac:cxnSpMk id="26" creationId="{506C9240-5C85-138C-9BA3-C52D157E0997}"/>
          </ac:cxnSpMkLst>
        </pc:cxnChg>
        <pc:cxnChg chg="del mod">
          <ac:chgData name="Palit, Tapti" userId="dec6fbcd-7598-406a-8cbf-504d4a3bac15" providerId="ADAL" clId="{65104DF2-1B45-4C36-9E2A-F89658839DCF}" dt="2024-02-06T18:49:07.043" v="26376" actId="478"/>
          <ac:cxnSpMkLst>
            <pc:docMk/>
            <pc:sldMk cId="4069589226" sldId="1178"/>
            <ac:cxnSpMk id="28" creationId="{CFBE385A-1C90-687B-9ED9-9AAD22174ACE}"/>
          </ac:cxnSpMkLst>
        </pc:cxnChg>
        <pc:cxnChg chg="del mod">
          <ac:chgData name="Palit, Tapti" userId="dec6fbcd-7598-406a-8cbf-504d4a3bac15" providerId="ADAL" clId="{65104DF2-1B45-4C36-9E2A-F89658839DCF}" dt="2024-02-06T18:49:07.043" v="26376" actId="478"/>
          <ac:cxnSpMkLst>
            <pc:docMk/>
            <pc:sldMk cId="4069589226" sldId="1178"/>
            <ac:cxnSpMk id="30" creationId="{A6D6C83C-E0F0-AFAA-EFC9-8715489C3EA9}"/>
          </ac:cxnSpMkLst>
        </pc:cxnChg>
        <pc:cxnChg chg="del mod">
          <ac:chgData name="Palit, Tapti" userId="dec6fbcd-7598-406a-8cbf-504d4a3bac15" providerId="ADAL" clId="{65104DF2-1B45-4C36-9E2A-F89658839DCF}" dt="2024-02-06T18:49:07.043" v="26376" actId="478"/>
          <ac:cxnSpMkLst>
            <pc:docMk/>
            <pc:sldMk cId="4069589226" sldId="1178"/>
            <ac:cxnSpMk id="31" creationId="{0FF023DE-D8C8-1DD9-95A7-3734144FC31A}"/>
          </ac:cxnSpMkLst>
        </pc:cxnChg>
        <pc:cxnChg chg="del mod">
          <ac:chgData name="Palit, Tapti" userId="dec6fbcd-7598-406a-8cbf-504d4a3bac15" providerId="ADAL" clId="{65104DF2-1B45-4C36-9E2A-F89658839DCF}" dt="2024-02-06T18:49:07.043" v="26376" actId="478"/>
          <ac:cxnSpMkLst>
            <pc:docMk/>
            <pc:sldMk cId="4069589226" sldId="1178"/>
            <ac:cxnSpMk id="34" creationId="{E5E111F1-DFFF-2F07-20F0-294C45A9881C}"/>
          </ac:cxnSpMkLst>
        </pc:cxnChg>
        <pc:cxnChg chg="del mod">
          <ac:chgData name="Palit, Tapti" userId="dec6fbcd-7598-406a-8cbf-504d4a3bac15" providerId="ADAL" clId="{65104DF2-1B45-4C36-9E2A-F89658839DCF}" dt="2024-02-06T18:49:07.043" v="26376" actId="478"/>
          <ac:cxnSpMkLst>
            <pc:docMk/>
            <pc:sldMk cId="4069589226" sldId="1178"/>
            <ac:cxnSpMk id="38" creationId="{F0BD4461-543F-1ABB-9BE6-D6301792213E}"/>
          </ac:cxnSpMkLst>
        </pc:cxnChg>
        <pc:cxnChg chg="add mod">
          <ac:chgData name="Palit, Tapti" userId="dec6fbcd-7598-406a-8cbf-504d4a3bac15" providerId="ADAL" clId="{65104DF2-1B45-4C36-9E2A-F89658839DCF}" dt="2024-02-06T18:49:16.474" v="26377"/>
          <ac:cxnSpMkLst>
            <pc:docMk/>
            <pc:sldMk cId="4069589226" sldId="1178"/>
            <ac:cxnSpMk id="39" creationId="{250DA214-01B5-BF62-FB57-5AC079254A4B}"/>
          </ac:cxnSpMkLst>
        </pc:cxnChg>
        <pc:cxnChg chg="add mod">
          <ac:chgData name="Palit, Tapti" userId="dec6fbcd-7598-406a-8cbf-504d4a3bac15" providerId="ADAL" clId="{65104DF2-1B45-4C36-9E2A-F89658839DCF}" dt="2024-02-06T18:49:16.474" v="26377"/>
          <ac:cxnSpMkLst>
            <pc:docMk/>
            <pc:sldMk cId="4069589226" sldId="1178"/>
            <ac:cxnSpMk id="40" creationId="{45D6E333-D25C-0EA1-B990-20E2EA87E050}"/>
          </ac:cxnSpMkLst>
        </pc:cxnChg>
        <pc:cxnChg chg="add mod">
          <ac:chgData name="Palit, Tapti" userId="dec6fbcd-7598-406a-8cbf-504d4a3bac15" providerId="ADAL" clId="{65104DF2-1B45-4C36-9E2A-F89658839DCF}" dt="2024-02-06T18:49:16.474" v="26377"/>
          <ac:cxnSpMkLst>
            <pc:docMk/>
            <pc:sldMk cId="4069589226" sldId="1178"/>
            <ac:cxnSpMk id="41" creationId="{592A7349-5AD6-2164-D2BF-B469CCD0C928}"/>
          </ac:cxnSpMkLst>
        </pc:cxnChg>
        <pc:cxnChg chg="add mod">
          <ac:chgData name="Palit, Tapti" userId="dec6fbcd-7598-406a-8cbf-504d4a3bac15" providerId="ADAL" clId="{65104DF2-1B45-4C36-9E2A-F89658839DCF}" dt="2024-02-06T18:49:16.474" v="26377"/>
          <ac:cxnSpMkLst>
            <pc:docMk/>
            <pc:sldMk cId="4069589226" sldId="1178"/>
            <ac:cxnSpMk id="42" creationId="{9C11B410-4D9A-0A53-F2C8-A134EF0B7C7B}"/>
          </ac:cxnSpMkLst>
        </pc:cxnChg>
        <pc:cxnChg chg="del mod">
          <ac:chgData name="Palit, Tapti" userId="dec6fbcd-7598-406a-8cbf-504d4a3bac15" providerId="ADAL" clId="{65104DF2-1B45-4C36-9E2A-F89658839DCF}" dt="2024-02-06T18:49:07.043" v="26376" actId="478"/>
          <ac:cxnSpMkLst>
            <pc:docMk/>
            <pc:sldMk cId="4069589226" sldId="1178"/>
            <ac:cxnSpMk id="43" creationId="{243342FF-E3B7-2D15-BC6A-093054D329BB}"/>
          </ac:cxnSpMkLst>
        </pc:cxnChg>
        <pc:cxnChg chg="add mod">
          <ac:chgData name="Palit, Tapti" userId="dec6fbcd-7598-406a-8cbf-504d4a3bac15" providerId="ADAL" clId="{65104DF2-1B45-4C36-9E2A-F89658839DCF}" dt="2024-02-06T18:49:16.474" v="26377"/>
          <ac:cxnSpMkLst>
            <pc:docMk/>
            <pc:sldMk cId="4069589226" sldId="1178"/>
            <ac:cxnSpMk id="44" creationId="{F62CD83B-983C-F6B2-28DD-82BEF605EB6C}"/>
          </ac:cxnSpMkLst>
        </pc:cxnChg>
        <pc:cxnChg chg="del mod">
          <ac:chgData name="Palit, Tapti" userId="dec6fbcd-7598-406a-8cbf-504d4a3bac15" providerId="ADAL" clId="{65104DF2-1B45-4C36-9E2A-F89658839DCF}" dt="2024-02-06T18:49:07.043" v="26376" actId="478"/>
          <ac:cxnSpMkLst>
            <pc:docMk/>
            <pc:sldMk cId="4069589226" sldId="1178"/>
            <ac:cxnSpMk id="46" creationId="{ED31FCE2-956E-71FB-468A-90BCFE3BA071}"/>
          </ac:cxnSpMkLst>
        </pc:cxnChg>
        <pc:cxnChg chg="add mod">
          <ac:chgData name="Palit, Tapti" userId="dec6fbcd-7598-406a-8cbf-504d4a3bac15" providerId="ADAL" clId="{65104DF2-1B45-4C36-9E2A-F89658839DCF}" dt="2024-02-06T18:49:16.474" v="26377"/>
          <ac:cxnSpMkLst>
            <pc:docMk/>
            <pc:sldMk cId="4069589226" sldId="1178"/>
            <ac:cxnSpMk id="47" creationId="{19640316-592E-BC84-1B59-48274D694DDA}"/>
          </ac:cxnSpMkLst>
        </pc:cxnChg>
        <pc:cxnChg chg="add mod">
          <ac:chgData name="Palit, Tapti" userId="dec6fbcd-7598-406a-8cbf-504d4a3bac15" providerId="ADAL" clId="{65104DF2-1B45-4C36-9E2A-F89658839DCF}" dt="2024-02-06T18:49:16.474" v="26377"/>
          <ac:cxnSpMkLst>
            <pc:docMk/>
            <pc:sldMk cId="4069589226" sldId="1178"/>
            <ac:cxnSpMk id="48" creationId="{45AF0E56-BD60-5656-82DE-49ACC42DAB1C}"/>
          </ac:cxnSpMkLst>
        </pc:cxnChg>
        <pc:cxnChg chg="add mod">
          <ac:chgData name="Palit, Tapti" userId="dec6fbcd-7598-406a-8cbf-504d4a3bac15" providerId="ADAL" clId="{65104DF2-1B45-4C36-9E2A-F89658839DCF}" dt="2024-02-06T18:49:16.474" v="26377"/>
          <ac:cxnSpMkLst>
            <pc:docMk/>
            <pc:sldMk cId="4069589226" sldId="1178"/>
            <ac:cxnSpMk id="49" creationId="{C704215B-D8BE-1E5A-0B07-3532A17E96B0}"/>
          </ac:cxnSpMkLst>
        </pc:cxnChg>
        <pc:cxnChg chg="add mod">
          <ac:chgData name="Palit, Tapti" userId="dec6fbcd-7598-406a-8cbf-504d4a3bac15" providerId="ADAL" clId="{65104DF2-1B45-4C36-9E2A-F89658839DCF}" dt="2024-02-06T18:49:16.474" v="26377"/>
          <ac:cxnSpMkLst>
            <pc:docMk/>
            <pc:sldMk cId="4069589226" sldId="1178"/>
            <ac:cxnSpMk id="50" creationId="{4CF7DF83-537A-672E-6060-5A9E31A8F6AA}"/>
          </ac:cxnSpMkLst>
        </pc:cxnChg>
        <pc:cxnChg chg="add mod">
          <ac:chgData name="Palit, Tapti" userId="dec6fbcd-7598-406a-8cbf-504d4a3bac15" providerId="ADAL" clId="{65104DF2-1B45-4C36-9E2A-F89658839DCF}" dt="2024-02-06T18:49:16.474" v="26377"/>
          <ac:cxnSpMkLst>
            <pc:docMk/>
            <pc:sldMk cId="4069589226" sldId="1178"/>
            <ac:cxnSpMk id="51" creationId="{ADB27B95-FC88-4819-8091-E73A25898054}"/>
          </ac:cxnSpMkLst>
        </pc:cxnChg>
        <pc:cxnChg chg="add mod">
          <ac:chgData name="Palit, Tapti" userId="dec6fbcd-7598-406a-8cbf-504d4a3bac15" providerId="ADAL" clId="{65104DF2-1B45-4C36-9E2A-F89658839DCF}" dt="2024-02-06T18:49:16.474" v="26377"/>
          <ac:cxnSpMkLst>
            <pc:docMk/>
            <pc:sldMk cId="4069589226" sldId="1178"/>
            <ac:cxnSpMk id="54" creationId="{396376AD-8750-46E7-67FB-CD63E3AE994A}"/>
          </ac:cxnSpMkLst>
        </pc:cxnChg>
        <pc:cxnChg chg="add mod">
          <ac:chgData name="Palit, Tapti" userId="dec6fbcd-7598-406a-8cbf-504d4a3bac15" providerId="ADAL" clId="{65104DF2-1B45-4C36-9E2A-F89658839DCF}" dt="2024-02-06T18:49:16.474" v="26377"/>
          <ac:cxnSpMkLst>
            <pc:docMk/>
            <pc:sldMk cId="4069589226" sldId="1178"/>
            <ac:cxnSpMk id="56" creationId="{76AA129E-EBEB-B119-E5DE-E744688D34BA}"/>
          </ac:cxnSpMkLst>
        </pc:cxnChg>
        <pc:cxnChg chg="add mod">
          <ac:chgData name="Palit, Tapti" userId="dec6fbcd-7598-406a-8cbf-504d4a3bac15" providerId="ADAL" clId="{65104DF2-1B45-4C36-9E2A-F89658839DCF}" dt="2024-02-06T18:49:16.474" v="26377"/>
          <ac:cxnSpMkLst>
            <pc:docMk/>
            <pc:sldMk cId="4069589226" sldId="1178"/>
            <ac:cxnSpMk id="57" creationId="{E6BEBEC9-A16B-910A-0C3D-DE84C0F72A90}"/>
          </ac:cxnSpMkLst>
        </pc:cxnChg>
        <pc:cxnChg chg="add mod">
          <ac:chgData name="Palit, Tapti" userId="dec6fbcd-7598-406a-8cbf-504d4a3bac15" providerId="ADAL" clId="{65104DF2-1B45-4C36-9E2A-F89658839DCF}" dt="2024-02-06T18:49:16.474" v="26377"/>
          <ac:cxnSpMkLst>
            <pc:docMk/>
            <pc:sldMk cId="4069589226" sldId="1178"/>
            <ac:cxnSpMk id="58" creationId="{F90B73B0-45B5-5BC5-9DEE-6F1125BD7F26}"/>
          </ac:cxnSpMkLst>
        </pc:cxnChg>
        <pc:cxnChg chg="add mod">
          <ac:chgData name="Palit, Tapti" userId="dec6fbcd-7598-406a-8cbf-504d4a3bac15" providerId="ADAL" clId="{65104DF2-1B45-4C36-9E2A-F89658839DCF}" dt="2024-02-06T18:49:16.474" v="26377"/>
          <ac:cxnSpMkLst>
            <pc:docMk/>
            <pc:sldMk cId="4069589226" sldId="1178"/>
            <ac:cxnSpMk id="59" creationId="{3E7EE0EB-C1DA-3103-D36A-1B9D497E3208}"/>
          </ac:cxnSpMkLst>
        </pc:cxnChg>
        <pc:cxnChg chg="add mod">
          <ac:chgData name="Palit, Tapti" userId="dec6fbcd-7598-406a-8cbf-504d4a3bac15" providerId="ADAL" clId="{65104DF2-1B45-4C36-9E2A-F89658839DCF}" dt="2024-02-06T18:49:16.474" v="26377"/>
          <ac:cxnSpMkLst>
            <pc:docMk/>
            <pc:sldMk cId="4069589226" sldId="1178"/>
            <ac:cxnSpMk id="60" creationId="{B567BCBD-E47B-34FF-FEDF-8EE764ACC1BD}"/>
          </ac:cxnSpMkLst>
        </pc:cxnChg>
        <pc:cxnChg chg="add mod">
          <ac:chgData name="Palit, Tapti" userId="dec6fbcd-7598-406a-8cbf-504d4a3bac15" providerId="ADAL" clId="{65104DF2-1B45-4C36-9E2A-F89658839DCF}" dt="2024-02-06T18:49:16.474" v="26377"/>
          <ac:cxnSpMkLst>
            <pc:docMk/>
            <pc:sldMk cId="4069589226" sldId="1178"/>
            <ac:cxnSpMk id="61" creationId="{F4835969-3AC9-7D1A-91DC-5B7FB3FB82BA}"/>
          </ac:cxnSpMkLst>
        </pc:cxnChg>
        <pc:cxnChg chg="add mod">
          <ac:chgData name="Palit, Tapti" userId="dec6fbcd-7598-406a-8cbf-504d4a3bac15" providerId="ADAL" clId="{65104DF2-1B45-4C36-9E2A-F89658839DCF}" dt="2024-02-06T18:49:16.474" v="26377"/>
          <ac:cxnSpMkLst>
            <pc:docMk/>
            <pc:sldMk cId="4069589226" sldId="1178"/>
            <ac:cxnSpMk id="62" creationId="{41296DE5-4122-9970-2B46-921E91D61EE9}"/>
          </ac:cxnSpMkLst>
        </pc:cxnChg>
        <pc:cxnChg chg="add mod">
          <ac:chgData name="Palit, Tapti" userId="dec6fbcd-7598-406a-8cbf-504d4a3bac15" providerId="ADAL" clId="{65104DF2-1B45-4C36-9E2A-F89658839DCF}" dt="2024-02-06T18:49:16.474" v="26377"/>
          <ac:cxnSpMkLst>
            <pc:docMk/>
            <pc:sldMk cId="4069589226" sldId="1178"/>
            <ac:cxnSpMk id="63" creationId="{354F19A8-898D-B354-44DC-E053A3D16D8C}"/>
          </ac:cxnSpMkLst>
        </pc:cxnChg>
        <pc:cxnChg chg="add mod">
          <ac:chgData name="Palit, Tapti" userId="dec6fbcd-7598-406a-8cbf-504d4a3bac15" providerId="ADAL" clId="{65104DF2-1B45-4C36-9E2A-F89658839DCF}" dt="2024-02-06T18:49:16.474" v="26377"/>
          <ac:cxnSpMkLst>
            <pc:docMk/>
            <pc:sldMk cId="4069589226" sldId="1178"/>
            <ac:cxnSpMk id="64" creationId="{205EA63E-BD7A-766A-80DF-C4E3A54CCDB3}"/>
          </ac:cxnSpMkLst>
        </pc:cxnChg>
      </pc:sldChg>
      <pc:sldChg chg="modSp mod">
        <pc:chgData name="Palit, Tapti" userId="dec6fbcd-7598-406a-8cbf-504d4a3bac15" providerId="ADAL" clId="{65104DF2-1B45-4C36-9E2A-F89658839DCF}" dt="2024-02-15T17:32:55.716" v="28005" actId="14100"/>
        <pc:sldMkLst>
          <pc:docMk/>
          <pc:sldMk cId="697344994" sldId="1180"/>
        </pc:sldMkLst>
        <pc:spChg chg="mod">
          <ac:chgData name="Palit, Tapti" userId="dec6fbcd-7598-406a-8cbf-504d4a3bac15" providerId="ADAL" clId="{65104DF2-1B45-4C36-9E2A-F89658839DCF}" dt="2024-02-15T17:32:55.716" v="28005" actId="14100"/>
          <ac:spMkLst>
            <pc:docMk/>
            <pc:sldMk cId="697344994" sldId="1180"/>
            <ac:spMk id="15" creationId="{632CDA17-2240-B34F-44F8-5573404E1E94}"/>
          </ac:spMkLst>
        </pc:spChg>
      </pc:sldChg>
      <pc:sldChg chg="addSp delSp modSp add del mod delAnim modAnim chgLayout">
        <pc:chgData name="Palit, Tapti" userId="dec6fbcd-7598-406a-8cbf-504d4a3bac15" providerId="ADAL" clId="{65104DF2-1B45-4C36-9E2A-F89658839DCF}" dt="2024-02-06T20:29:08.941" v="27356"/>
        <pc:sldMkLst>
          <pc:docMk/>
          <pc:sldMk cId="3590149766" sldId="1181"/>
        </pc:sldMkLst>
        <pc:spChg chg="mod ord">
          <ac:chgData name="Palit, Tapti" userId="dec6fbcd-7598-406a-8cbf-504d4a3bac15" providerId="ADAL" clId="{65104DF2-1B45-4C36-9E2A-F89658839DCF}" dt="2024-02-06T20:04:45.783" v="27028" actId="20577"/>
          <ac:spMkLst>
            <pc:docMk/>
            <pc:sldMk cId="3590149766" sldId="1181"/>
            <ac:spMk id="2" creationId="{6C7C9C36-DF72-A866-6C27-DE4420E006D7}"/>
          </ac:spMkLst>
        </pc:spChg>
        <pc:spChg chg="mod ord">
          <ac:chgData name="Palit, Tapti" userId="dec6fbcd-7598-406a-8cbf-504d4a3bac15" providerId="ADAL" clId="{65104DF2-1B45-4C36-9E2A-F89658839DCF}" dt="2024-02-06T19:38:20.926" v="26629" actId="6264"/>
          <ac:spMkLst>
            <pc:docMk/>
            <pc:sldMk cId="3590149766" sldId="1181"/>
            <ac:spMk id="3" creationId="{6F48C7E2-8907-AD75-27A5-128CDEB7D8C8}"/>
          </ac:spMkLst>
        </pc:spChg>
        <pc:spChg chg="mod ord">
          <ac:chgData name="Palit, Tapti" userId="dec6fbcd-7598-406a-8cbf-504d4a3bac15" providerId="ADAL" clId="{65104DF2-1B45-4C36-9E2A-F89658839DCF}" dt="2024-02-06T19:38:20.926" v="26629" actId="6264"/>
          <ac:spMkLst>
            <pc:docMk/>
            <pc:sldMk cId="3590149766" sldId="1181"/>
            <ac:spMk id="4" creationId="{B63284F5-C930-5631-AEFC-859D1DC8D966}"/>
          </ac:spMkLst>
        </pc:spChg>
        <pc:spChg chg="del">
          <ac:chgData name="Palit, Tapti" userId="dec6fbcd-7598-406a-8cbf-504d4a3bac15" providerId="ADAL" clId="{65104DF2-1B45-4C36-9E2A-F89658839DCF}" dt="2024-02-06T19:38:13.806" v="26628" actId="478"/>
          <ac:spMkLst>
            <pc:docMk/>
            <pc:sldMk cId="3590149766" sldId="1181"/>
            <ac:spMk id="5" creationId="{075331E4-8F53-7B24-1328-FED7BD443E37}"/>
          </ac:spMkLst>
        </pc:spChg>
        <pc:spChg chg="del">
          <ac:chgData name="Palit, Tapti" userId="dec6fbcd-7598-406a-8cbf-504d4a3bac15" providerId="ADAL" clId="{65104DF2-1B45-4C36-9E2A-F89658839DCF}" dt="2024-02-06T19:38:13.806" v="26628" actId="478"/>
          <ac:spMkLst>
            <pc:docMk/>
            <pc:sldMk cId="3590149766" sldId="1181"/>
            <ac:spMk id="6" creationId="{77C49B3D-9A94-9F03-4A10-30B45580D942}"/>
          </ac:spMkLst>
        </pc:spChg>
        <pc:spChg chg="add del mod">
          <ac:chgData name="Palit, Tapti" userId="dec6fbcd-7598-406a-8cbf-504d4a3bac15" providerId="ADAL" clId="{65104DF2-1B45-4C36-9E2A-F89658839DCF}" dt="2024-02-06T19:38:20.926" v="26629" actId="6264"/>
          <ac:spMkLst>
            <pc:docMk/>
            <pc:sldMk cId="3590149766" sldId="1181"/>
            <ac:spMk id="7" creationId="{EBD10FBA-4852-621F-883E-75AB482E8F6A}"/>
          </ac:spMkLst>
        </pc:spChg>
        <pc:spChg chg="add del mod">
          <ac:chgData name="Palit, Tapti" userId="dec6fbcd-7598-406a-8cbf-504d4a3bac15" providerId="ADAL" clId="{65104DF2-1B45-4C36-9E2A-F89658839DCF}" dt="2024-02-06T19:38:20.926" v="26629" actId="6264"/>
          <ac:spMkLst>
            <pc:docMk/>
            <pc:sldMk cId="3590149766" sldId="1181"/>
            <ac:spMk id="8" creationId="{50C629F2-8B7F-9E14-01DD-A7CE02C769C7}"/>
          </ac:spMkLst>
        </pc:spChg>
        <pc:spChg chg="add del mod">
          <ac:chgData name="Palit, Tapti" userId="dec6fbcd-7598-406a-8cbf-504d4a3bac15" providerId="ADAL" clId="{65104DF2-1B45-4C36-9E2A-F89658839DCF}" dt="2024-02-06T19:38:20.926" v="26629" actId="6264"/>
          <ac:spMkLst>
            <pc:docMk/>
            <pc:sldMk cId="3590149766" sldId="1181"/>
            <ac:spMk id="9" creationId="{DAD121E6-CA55-5D64-B390-B7F91E7302BC}"/>
          </ac:spMkLst>
        </pc:spChg>
        <pc:spChg chg="add mod">
          <ac:chgData name="Palit, Tapti" userId="dec6fbcd-7598-406a-8cbf-504d4a3bac15" providerId="ADAL" clId="{65104DF2-1B45-4C36-9E2A-F89658839DCF}" dt="2024-02-06T20:23:45.603" v="27271" actId="6549"/>
          <ac:spMkLst>
            <pc:docMk/>
            <pc:sldMk cId="3590149766" sldId="1181"/>
            <ac:spMk id="10" creationId="{0CF7692E-7F41-82F7-5F7B-15DAF39C70A1}"/>
          </ac:spMkLst>
        </pc:spChg>
        <pc:spChg chg="add del mod">
          <ac:chgData name="Palit, Tapti" userId="dec6fbcd-7598-406a-8cbf-504d4a3bac15" providerId="ADAL" clId="{65104DF2-1B45-4C36-9E2A-F89658839DCF}" dt="2024-02-06T20:24:50.002" v="27297" actId="478"/>
          <ac:spMkLst>
            <pc:docMk/>
            <pc:sldMk cId="3590149766" sldId="1181"/>
            <ac:spMk id="11" creationId="{C7CF26EB-73DA-D57F-D06F-E050FA41E757}"/>
          </ac:spMkLst>
        </pc:spChg>
        <pc:spChg chg="add mod">
          <ac:chgData name="Palit, Tapti" userId="dec6fbcd-7598-406a-8cbf-504d4a3bac15" providerId="ADAL" clId="{65104DF2-1B45-4C36-9E2A-F89658839DCF}" dt="2024-02-06T20:28:20.905" v="27338" actId="164"/>
          <ac:spMkLst>
            <pc:docMk/>
            <pc:sldMk cId="3590149766" sldId="1181"/>
            <ac:spMk id="12" creationId="{9EB78D42-05F9-E55B-C4F4-36561CA5B33C}"/>
          </ac:spMkLst>
        </pc:spChg>
        <pc:spChg chg="add mod">
          <ac:chgData name="Palit, Tapti" userId="dec6fbcd-7598-406a-8cbf-504d4a3bac15" providerId="ADAL" clId="{65104DF2-1B45-4C36-9E2A-F89658839DCF}" dt="2024-02-06T20:28:20.905" v="27338" actId="164"/>
          <ac:spMkLst>
            <pc:docMk/>
            <pc:sldMk cId="3590149766" sldId="1181"/>
            <ac:spMk id="13" creationId="{C0CF3D79-F4CA-A1B8-1C1A-1472B50FB7C0}"/>
          </ac:spMkLst>
        </pc:spChg>
        <pc:spChg chg="mod">
          <ac:chgData name="Palit, Tapti" userId="dec6fbcd-7598-406a-8cbf-504d4a3bac15" providerId="ADAL" clId="{65104DF2-1B45-4C36-9E2A-F89658839DCF}" dt="2024-02-06T20:28:52.253" v="27354" actId="20577"/>
          <ac:spMkLst>
            <pc:docMk/>
            <pc:sldMk cId="3590149766" sldId="1181"/>
            <ac:spMk id="16" creationId="{44183735-05CA-DB47-D091-03623AC26EF0}"/>
          </ac:spMkLst>
        </pc:spChg>
        <pc:spChg chg="mod">
          <ac:chgData name="Palit, Tapti" userId="dec6fbcd-7598-406a-8cbf-504d4a3bac15" providerId="ADAL" clId="{65104DF2-1B45-4C36-9E2A-F89658839DCF}" dt="2024-02-06T20:28:39.265" v="27340"/>
          <ac:spMkLst>
            <pc:docMk/>
            <pc:sldMk cId="3590149766" sldId="1181"/>
            <ac:spMk id="17" creationId="{979CC37E-9430-78F4-9C0A-9A0A6916D812}"/>
          </ac:spMkLst>
        </pc:spChg>
        <pc:grpChg chg="add mod">
          <ac:chgData name="Palit, Tapti" userId="dec6fbcd-7598-406a-8cbf-504d4a3bac15" providerId="ADAL" clId="{65104DF2-1B45-4C36-9E2A-F89658839DCF}" dt="2024-02-06T20:28:20.905" v="27338" actId="164"/>
          <ac:grpSpMkLst>
            <pc:docMk/>
            <pc:sldMk cId="3590149766" sldId="1181"/>
            <ac:grpSpMk id="14" creationId="{E2816787-3592-0E50-893C-4C01CB05BB47}"/>
          </ac:grpSpMkLst>
        </pc:grpChg>
        <pc:grpChg chg="add mod">
          <ac:chgData name="Palit, Tapti" userId="dec6fbcd-7598-406a-8cbf-504d4a3bac15" providerId="ADAL" clId="{65104DF2-1B45-4C36-9E2A-F89658839DCF}" dt="2024-02-06T20:28:44.465" v="27341" actId="1076"/>
          <ac:grpSpMkLst>
            <pc:docMk/>
            <pc:sldMk cId="3590149766" sldId="1181"/>
            <ac:grpSpMk id="15" creationId="{781AEFED-7F2F-1E0F-29A7-E428BAA1841B}"/>
          </ac:grpSpMkLst>
        </pc:grpChg>
      </pc:sldChg>
      <pc:sldChg chg="addSp delSp modSp del mod">
        <pc:chgData name="Palit, Tapti" userId="dec6fbcd-7598-406a-8cbf-504d4a3bac15" providerId="ADAL" clId="{65104DF2-1B45-4C36-9E2A-F89658839DCF}" dt="2024-02-06T19:40:57.426" v="26640" actId="47"/>
        <pc:sldMkLst>
          <pc:docMk/>
          <pc:sldMk cId="2667204090" sldId="1182"/>
        </pc:sldMkLst>
        <pc:spChg chg="mod">
          <ac:chgData name="Palit, Tapti" userId="dec6fbcd-7598-406a-8cbf-504d4a3bac15" providerId="ADAL" clId="{65104DF2-1B45-4C36-9E2A-F89658839DCF}" dt="2024-02-06T19:14:47.775" v="26558" actId="20577"/>
          <ac:spMkLst>
            <pc:docMk/>
            <pc:sldMk cId="2667204090" sldId="1182"/>
            <ac:spMk id="2" creationId="{CBF26494-28CD-1993-78AF-CBD4366ADE0B}"/>
          </ac:spMkLst>
        </pc:spChg>
        <pc:spChg chg="del">
          <ac:chgData name="Palit, Tapti" userId="dec6fbcd-7598-406a-8cbf-504d4a3bac15" providerId="ADAL" clId="{65104DF2-1B45-4C36-9E2A-F89658839DCF}" dt="2024-02-06T19:14:54.604" v="26561" actId="478"/>
          <ac:spMkLst>
            <pc:docMk/>
            <pc:sldMk cId="2667204090" sldId="1182"/>
            <ac:spMk id="6" creationId="{64542C22-242E-1E86-CE69-BD990E330A85}"/>
          </ac:spMkLst>
        </pc:spChg>
        <pc:spChg chg="del">
          <ac:chgData name="Palit, Tapti" userId="dec6fbcd-7598-406a-8cbf-504d4a3bac15" providerId="ADAL" clId="{65104DF2-1B45-4C36-9E2A-F89658839DCF}" dt="2024-02-06T19:14:54.604" v="26561" actId="478"/>
          <ac:spMkLst>
            <pc:docMk/>
            <pc:sldMk cId="2667204090" sldId="1182"/>
            <ac:spMk id="7" creationId="{C9A75279-A181-3884-7218-C533456F95D3}"/>
          </ac:spMkLst>
        </pc:spChg>
        <pc:spChg chg="add mod">
          <ac:chgData name="Palit, Tapti" userId="dec6fbcd-7598-406a-8cbf-504d4a3bac15" providerId="ADAL" clId="{65104DF2-1B45-4C36-9E2A-F89658839DCF}" dt="2024-02-06T19:14:57.197" v="26562" actId="478"/>
          <ac:spMkLst>
            <pc:docMk/>
            <pc:sldMk cId="2667204090" sldId="1182"/>
            <ac:spMk id="8" creationId="{FA0D270F-DBE8-8406-A318-6CB515079120}"/>
          </ac:spMkLst>
        </pc:spChg>
        <pc:spChg chg="del">
          <ac:chgData name="Palit, Tapti" userId="dec6fbcd-7598-406a-8cbf-504d4a3bac15" providerId="ADAL" clId="{65104DF2-1B45-4C36-9E2A-F89658839DCF}" dt="2024-02-06T19:14:57.197" v="26562" actId="478"/>
          <ac:spMkLst>
            <pc:docMk/>
            <pc:sldMk cId="2667204090" sldId="1182"/>
            <ac:spMk id="14" creationId="{709527B3-6A6C-CED4-ABB3-ABF4FA59708F}"/>
          </ac:spMkLst>
        </pc:spChg>
        <pc:picChg chg="del">
          <ac:chgData name="Palit, Tapti" userId="dec6fbcd-7598-406a-8cbf-504d4a3bac15" providerId="ADAL" clId="{65104DF2-1B45-4C36-9E2A-F89658839DCF}" dt="2024-02-06T19:14:49.683" v="26559" actId="478"/>
          <ac:picMkLst>
            <pc:docMk/>
            <pc:sldMk cId="2667204090" sldId="1182"/>
            <ac:picMk id="9" creationId="{A0F7F194-E47D-B39C-5EAF-E372C0A06FDC}"/>
          </ac:picMkLst>
        </pc:picChg>
        <pc:picChg chg="del">
          <ac:chgData name="Palit, Tapti" userId="dec6fbcd-7598-406a-8cbf-504d4a3bac15" providerId="ADAL" clId="{65104DF2-1B45-4C36-9E2A-F89658839DCF}" dt="2024-02-06T19:14:51.164" v="26560" actId="478"/>
          <ac:picMkLst>
            <pc:docMk/>
            <pc:sldMk cId="2667204090" sldId="1182"/>
            <ac:picMk id="10" creationId="{C6B21AA6-C9F8-1AE2-CC80-4404CF5FFC37}"/>
          </ac:picMkLst>
        </pc:picChg>
      </pc:sldChg>
      <pc:sldChg chg="modSp mod">
        <pc:chgData name="Palit, Tapti" userId="dec6fbcd-7598-406a-8cbf-504d4a3bac15" providerId="ADAL" clId="{65104DF2-1B45-4C36-9E2A-F89658839DCF}" dt="2024-02-06T19:32:27.666" v="26619" actId="1076"/>
        <pc:sldMkLst>
          <pc:docMk/>
          <pc:sldMk cId="1806841782" sldId="1183"/>
        </pc:sldMkLst>
        <pc:spChg chg="mod">
          <ac:chgData name="Palit, Tapti" userId="dec6fbcd-7598-406a-8cbf-504d4a3bac15" providerId="ADAL" clId="{65104DF2-1B45-4C36-9E2A-F89658839DCF}" dt="2024-02-06T19:31:36.160" v="26618" actId="1076"/>
          <ac:spMkLst>
            <pc:docMk/>
            <pc:sldMk cId="1806841782" sldId="1183"/>
            <ac:spMk id="53" creationId="{A82FBFB5-B103-4CD2-8475-329EE6D1F065}"/>
          </ac:spMkLst>
        </pc:spChg>
        <pc:spChg chg="mod">
          <ac:chgData name="Palit, Tapti" userId="dec6fbcd-7598-406a-8cbf-504d4a3bac15" providerId="ADAL" clId="{65104DF2-1B45-4C36-9E2A-F89658839DCF}" dt="2024-02-06T19:31:25.242" v="26617" actId="1076"/>
          <ac:spMkLst>
            <pc:docMk/>
            <pc:sldMk cId="1806841782" sldId="1183"/>
            <ac:spMk id="4103" creationId="{3E938F5B-2880-AFED-BAE8-DE3654DB6DAE}"/>
          </ac:spMkLst>
        </pc:spChg>
        <pc:spChg chg="mod">
          <ac:chgData name="Palit, Tapti" userId="dec6fbcd-7598-406a-8cbf-504d4a3bac15" providerId="ADAL" clId="{65104DF2-1B45-4C36-9E2A-F89658839DCF}" dt="2024-02-06T19:32:27.666" v="26619" actId="1076"/>
          <ac:spMkLst>
            <pc:docMk/>
            <pc:sldMk cId="1806841782" sldId="1183"/>
            <ac:spMk id="4204" creationId="{981F8091-BD6B-A8B1-1123-96956C9721D3}"/>
          </ac:spMkLst>
        </pc:spChg>
      </pc:sldChg>
      <pc:sldChg chg="add del">
        <pc:chgData name="Palit, Tapti" userId="dec6fbcd-7598-406a-8cbf-504d4a3bac15" providerId="ADAL" clId="{65104DF2-1B45-4C36-9E2A-F89658839DCF}" dt="2024-02-06T20:06:44.358" v="27109" actId="47"/>
        <pc:sldMkLst>
          <pc:docMk/>
          <pc:sldMk cId="1466594539" sldId="1185"/>
        </pc:sldMkLst>
      </pc:sldChg>
      <pc:sldChg chg="modSp add del mod">
        <pc:chgData name="Palit, Tapti" userId="dec6fbcd-7598-406a-8cbf-504d4a3bac15" providerId="ADAL" clId="{65104DF2-1B45-4C36-9E2A-F89658839DCF}" dt="2024-02-06T20:06:44.358" v="27109" actId="47"/>
        <pc:sldMkLst>
          <pc:docMk/>
          <pc:sldMk cId="3985104369" sldId="1186"/>
        </pc:sldMkLst>
        <pc:spChg chg="mod">
          <ac:chgData name="Palit, Tapti" userId="dec6fbcd-7598-406a-8cbf-504d4a3bac15" providerId="ADAL" clId="{65104DF2-1B45-4C36-9E2A-F89658839DCF}" dt="2024-02-06T19:33:46.010" v="26621" actId="20577"/>
          <ac:spMkLst>
            <pc:docMk/>
            <pc:sldMk cId="3985104369" sldId="1186"/>
            <ac:spMk id="10" creationId="{EAE40A79-78EA-8321-74B9-EF6B39897889}"/>
          </ac:spMkLst>
        </pc:spChg>
      </pc:sldChg>
      <pc:sldChg chg="add del">
        <pc:chgData name="Palit, Tapti" userId="dec6fbcd-7598-406a-8cbf-504d4a3bac15" providerId="ADAL" clId="{65104DF2-1B45-4C36-9E2A-F89658839DCF}" dt="2024-02-06T20:06:44.358" v="27109" actId="47"/>
        <pc:sldMkLst>
          <pc:docMk/>
          <pc:sldMk cId="1840360482" sldId="1187"/>
        </pc:sldMkLst>
      </pc:sldChg>
      <pc:sldChg chg="addSp delSp modSp add mod modClrScheme chgLayout">
        <pc:chgData name="Palit, Tapti" userId="dec6fbcd-7598-406a-8cbf-504d4a3bac15" providerId="ADAL" clId="{65104DF2-1B45-4C36-9E2A-F89658839DCF}" dt="2024-02-06T18:29:46.831" v="26036" actId="1035"/>
        <pc:sldMkLst>
          <pc:docMk/>
          <pc:sldMk cId="1970989127" sldId="1188"/>
        </pc:sldMkLst>
        <pc:spChg chg="mod ord">
          <ac:chgData name="Palit, Tapti" userId="dec6fbcd-7598-406a-8cbf-504d4a3bac15" providerId="ADAL" clId="{65104DF2-1B45-4C36-9E2A-F89658839DCF}" dt="2024-02-06T18:28:47.965" v="25991" actId="700"/>
          <ac:spMkLst>
            <pc:docMk/>
            <pc:sldMk cId="1970989127" sldId="1188"/>
            <ac:spMk id="2" creationId="{8352ED6A-5DAA-BA5F-FC3F-66CD003C2905}"/>
          </ac:spMkLst>
        </pc:spChg>
        <pc:spChg chg="mod ord">
          <ac:chgData name="Palit, Tapti" userId="dec6fbcd-7598-406a-8cbf-504d4a3bac15" providerId="ADAL" clId="{65104DF2-1B45-4C36-9E2A-F89658839DCF}" dt="2024-02-06T18:28:47.965" v="25991" actId="700"/>
          <ac:spMkLst>
            <pc:docMk/>
            <pc:sldMk cId="1970989127" sldId="1188"/>
            <ac:spMk id="3" creationId="{CAC5A23F-27F7-23D6-1D90-2D985C06E1D4}"/>
          </ac:spMkLst>
        </pc:spChg>
        <pc:spChg chg="add del mod">
          <ac:chgData name="Palit, Tapti" userId="dec6fbcd-7598-406a-8cbf-504d4a3bac15" providerId="ADAL" clId="{65104DF2-1B45-4C36-9E2A-F89658839DCF}" dt="2024-02-06T18:27:34.758" v="25976" actId="478"/>
          <ac:spMkLst>
            <pc:docMk/>
            <pc:sldMk cId="1970989127" sldId="1188"/>
            <ac:spMk id="4" creationId="{F7A1749A-3DF1-5984-174B-5EBCF327A58C}"/>
          </ac:spMkLst>
        </pc:spChg>
        <pc:spChg chg="mod">
          <ac:chgData name="Palit, Tapti" userId="dec6fbcd-7598-406a-8cbf-504d4a3bac15" providerId="ADAL" clId="{65104DF2-1B45-4C36-9E2A-F89658839DCF}" dt="2024-02-06T18:29:46.831" v="26036" actId="1035"/>
          <ac:spMkLst>
            <pc:docMk/>
            <pc:sldMk cId="1970989127" sldId="1188"/>
            <ac:spMk id="5" creationId="{0C9E8624-6DA0-DCEF-8BD2-3A11F44E397B}"/>
          </ac:spMkLst>
        </pc:spChg>
        <pc:spChg chg="mod">
          <ac:chgData name="Palit, Tapti" userId="dec6fbcd-7598-406a-8cbf-504d4a3bac15" providerId="ADAL" clId="{65104DF2-1B45-4C36-9E2A-F89658839DCF}" dt="2024-02-06T18:29:46.831" v="26036" actId="1035"/>
          <ac:spMkLst>
            <pc:docMk/>
            <pc:sldMk cId="1970989127" sldId="1188"/>
            <ac:spMk id="6" creationId="{27130B30-B222-C580-5B6E-3EAD98432401}"/>
          </ac:spMkLst>
        </pc:spChg>
        <pc:spChg chg="del">
          <ac:chgData name="Palit, Tapti" userId="dec6fbcd-7598-406a-8cbf-504d4a3bac15" providerId="ADAL" clId="{65104DF2-1B45-4C36-9E2A-F89658839DCF}" dt="2024-02-06T18:27:37.149" v="25977" actId="478"/>
          <ac:spMkLst>
            <pc:docMk/>
            <pc:sldMk cId="1970989127" sldId="1188"/>
            <ac:spMk id="8" creationId="{110279B9-5C14-77EA-029F-8C5AF715D68A}"/>
          </ac:spMkLst>
        </pc:spChg>
        <pc:spChg chg="mod">
          <ac:chgData name="Palit, Tapti" userId="dec6fbcd-7598-406a-8cbf-504d4a3bac15" providerId="ADAL" clId="{65104DF2-1B45-4C36-9E2A-F89658839DCF}" dt="2024-02-06T18:29:46.831" v="26036" actId="1035"/>
          <ac:spMkLst>
            <pc:docMk/>
            <pc:sldMk cId="1970989127" sldId="1188"/>
            <ac:spMk id="9" creationId="{3C5C6FBE-5A8D-E41C-4945-D7692893DFE1}"/>
          </ac:spMkLst>
        </pc:spChg>
        <pc:spChg chg="add mod">
          <ac:chgData name="Palit, Tapti" userId="dec6fbcd-7598-406a-8cbf-504d4a3bac15" providerId="ADAL" clId="{65104DF2-1B45-4C36-9E2A-F89658839DCF}" dt="2024-02-06T18:29:46.831" v="26036" actId="1035"/>
          <ac:spMkLst>
            <pc:docMk/>
            <pc:sldMk cId="1970989127" sldId="1188"/>
            <ac:spMk id="10" creationId="{768A58D4-93AD-AA91-2D6D-3B0222B12920}"/>
          </ac:spMkLst>
        </pc:spChg>
        <pc:spChg chg="add mod ord">
          <ac:chgData name="Palit, Tapti" userId="dec6fbcd-7598-406a-8cbf-504d4a3bac15" providerId="ADAL" clId="{65104DF2-1B45-4C36-9E2A-F89658839DCF}" dt="2024-02-06T18:29:02.355" v="25994" actId="20577"/>
          <ac:spMkLst>
            <pc:docMk/>
            <pc:sldMk cId="1970989127" sldId="1188"/>
            <ac:spMk id="11" creationId="{0FF38D2C-DDB7-1A9A-3721-B1574C773C4A}"/>
          </ac:spMkLst>
        </pc:spChg>
        <pc:spChg chg="mod">
          <ac:chgData name="Palit, Tapti" userId="dec6fbcd-7598-406a-8cbf-504d4a3bac15" providerId="ADAL" clId="{65104DF2-1B45-4C36-9E2A-F89658839DCF}" dt="2024-02-06T18:29:46.831" v="26036" actId="1035"/>
          <ac:spMkLst>
            <pc:docMk/>
            <pc:sldMk cId="1970989127" sldId="1188"/>
            <ac:spMk id="12" creationId="{BDC1A50B-55A8-517D-05DF-04543A71F641}"/>
          </ac:spMkLst>
        </pc:spChg>
        <pc:spChg chg="mod">
          <ac:chgData name="Palit, Tapti" userId="dec6fbcd-7598-406a-8cbf-504d4a3bac15" providerId="ADAL" clId="{65104DF2-1B45-4C36-9E2A-F89658839DCF}" dt="2024-02-06T18:29:46.831" v="26036" actId="1035"/>
          <ac:spMkLst>
            <pc:docMk/>
            <pc:sldMk cId="1970989127" sldId="1188"/>
            <ac:spMk id="16" creationId="{FCF6A5C9-9944-96BF-F1C8-3DA8373ABAF2}"/>
          </ac:spMkLst>
        </pc:spChg>
        <pc:picChg chg="add mod">
          <ac:chgData name="Palit, Tapti" userId="dec6fbcd-7598-406a-8cbf-504d4a3bac15" providerId="ADAL" clId="{65104DF2-1B45-4C36-9E2A-F89658839DCF}" dt="2024-02-06T18:29:46.831" v="26036" actId="1035"/>
          <ac:picMkLst>
            <pc:docMk/>
            <pc:sldMk cId="1970989127" sldId="1188"/>
            <ac:picMk id="13" creationId="{FEAF4DC9-B82C-F886-D87F-4EE5BBB6FFB8}"/>
          </ac:picMkLst>
        </pc:picChg>
        <pc:picChg chg="mod">
          <ac:chgData name="Palit, Tapti" userId="dec6fbcd-7598-406a-8cbf-504d4a3bac15" providerId="ADAL" clId="{65104DF2-1B45-4C36-9E2A-F89658839DCF}" dt="2024-02-06T18:29:46.831" v="26036" actId="1035"/>
          <ac:picMkLst>
            <pc:docMk/>
            <pc:sldMk cId="1970989127" sldId="1188"/>
            <ac:picMk id="17" creationId="{22A19994-F7AF-84AB-DC0E-66C7BE6B88AD}"/>
          </ac:picMkLst>
        </pc:picChg>
        <pc:cxnChg chg="mod">
          <ac:chgData name="Palit, Tapti" userId="dec6fbcd-7598-406a-8cbf-504d4a3bac15" providerId="ADAL" clId="{65104DF2-1B45-4C36-9E2A-F89658839DCF}" dt="2024-02-06T18:29:46.831" v="26036" actId="1035"/>
          <ac:cxnSpMkLst>
            <pc:docMk/>
            <pc:sldMk cId="1970989127" sldId="1188"/>
            <ac:cxnSpMk id="7" creationId="{12BCDA34-5804-C5E0-2504-007F531E5ECA}"/>
          </ac:cxnSpMkLst>
        </pc:cxnChg>
      </pc:sldChg>
      <pc:sldChg chg="add del">
        <pc:chgData name="Palit, Tapti" userId="dec6fbcd-7598-406a-8cbf-504d4a3bac15" providerId="ADAL" clId="{65104DF2-1B45-4C36-9E2A-F89658839DCF}" dt="2024-02-06T18:17:57.227" v="25889" actId="47"/>
        <pc:sldMkLst>
          <pc:docMk/>
          <pc:sldMk cId="2710243223" sldId="1188"/>
        </pc:sldMkLst>
      </pc:sldChg>
      <pc:sldChg chg="add del">
        <pc:chgData name="Palit, Tapti" userId="dec6fbcd-7598-406a-8cbf-504d4a3bac15" providerId="ADAL" clId="{65104DF2-1B45-4C36-9E2A-F89658839DCF}" dt="2024-02-06T18:55:34.186" v="26475" actId="47"/>
        <pc:sldMkLst>
          <pc:docMk/>
          <pc:sldMk cId="834312716" sldId="1189"/>
        </pc:sldMkLst>
      </pc:sldChg>
      <pc:sldChg chg="add del">
        <pc:chgData name="Palit, Tapti" userId="dec6fbcd-7598-406a-8cbf-504d4a3bac15" providerId="ADAL" clId="{65104DF2-1B45-4C36-9E2A-F89658839DCF}" dt="2024-02-06T18:45:12.181" v="26306" actId="47"/>
        <pc:sldMkLst>
          <pc:docMk/>
          <pc:sldMk cId="1410110689" sldId="1189"/>
        </pc:sldMkLst>
      </pc:sldChg>
      <pc:sldChg chg="add del">
        <pc:chgData name="Palit, Tapti" userId="dec6fbcd-7598-406a-8cbf-504d4a3bac15" providerId="ADAL" clId="{65104DF2-1B45-4C36-9E2A-F89658839DCF}" dt="2024-02-06T18:45:41.983" v="26314" actId="47"/>
        <pc:sldMkLst>
          <pc:docMk/>
          <pc:sldMk cId="1591664821" sldId="1189"/>
        </pc:sldMkLst>
      </pc:sldChg>
      <pc:sldChg chg="addSp delSp modSp add del mod">
        <pc:chgData name="Palit, Tapti" userId="dec6fbcd-7598-406a-8cbf-504d4a3bac15" providerId="ADAL" clId="{65104DF2-1B45-4C36-9E2A-F89658839DCF}" dt="2024-02-06T19:40:57.426" v="26640" actId="47"/>
        <pc:sldMkLst>
          <pc:docMk/>
          <pc:sldMk cId="1718721052" sldId="1189"/>
        </pc:sldMkLst>
        <pc:spChg chg="del">
          <ac:chgData name="Palit, Tapti" userId="dec6fbcd-7598-406a-8cbf-504d4a3bac15" providerId="ADAL" clId="{65104DF2-1B45-4C36-9E2A-F89658839DCF}" dt="2024-02-06T19:15:26.807" v="26570" actId="478"/>
          <ac:spMkLst>
            <pc:docMk/>
            <pc:sldMk cId="1718721052" sldId="1189"/>
            <ac:spMk id="6" creationId="{0A03BBBA-8F24-E3B3-8282-6707EB54BFED}"/>
          </ac:spMkLst>
        </pc:spChg>
        <pc:spChg chg="del">
          <ac:chgData name="Palit, Tapti" userId="dec6fbcd-7598-406a-8cbf-504d4a3bac15" providerId="ADAL" clId="{65104DF2-1B45-4C36-9E2A-F89658839DCF}" dt="2024-02-06T19:15:26.807" v="26570" actId="478"/>
          <ac:spMkLst>
            <pc:docMk/>
            <pc:sldMk cId="1718721052" sldId="1189"/>
            <ac:spMk id="7" creationId="{392D25E0-95C4-B959-14C0-150208D4BA56}"/>
          </ac:spMkLst>
        </pc:spChg>
        <pc:spChg chg="add mod">
          <ac:chgData name="Palit, Tapti" userId="dec6fbcd-7598-406a-8cbf-504d4a3bac15" providerId="ADAL" clId="{65104DF2-1B45-4C36-9E2A-F89658839DCF}" dt="2024-02-06T19:15:29.768" v="26571" actId="478"/>
          <ac:spMkLst>
            <pc:docMk/>
            <pc:sldMk cId="1718721052" sldId="1189"/>
            <ac:spMk id="8" creationId="{A91ECE29-C162-80A2-ECFD-E9CBC4909D5A}"/>
          </ac:spMkLst>
        </pc:spChg>
        <pc:spChg chg="del">
          <ac:chgData name="Palit, Tapti" userId="dec6fbcd-7598-406a-8cbf-504d4a3bac15" providerId="ADAL" clId="{65104DF2-1B45-4C36-9E2A-F89658839DCF}" dt="2024-02-06T19:15:29.768" v="26571" actId="478"/>
          <ac:spMkLst>
            <pc:docMk/>
            <pc:sldMk cId="1718721052" sldId="1189"/>
            <ac:spMk id="14" creationId="{B0D5808C-C40A-C9CD-098C-1CBE974B4B58}"/>
          </ac:spMkLst>
        </pc:spChg>
        <pc:picChg chg="del">
          <ac:chgData name="Palit, Tapti" userId="dec6fbcd-7598-406a-8cbf-504d4a3bac15" providerId="ADAL" clId="{65104DF2-1B45-4C36-9E2A-F89658839DCF}" dt="2024-02-06T19:15:26.807" v="26570" actId="478"/>
          <ac:picMkLst>
            <pc:docMk/>
            <pc:sldMk cId="1718721052" sldId="1189"/>
            <ac:picMk id="9" creationId="{505F42BF-64BE-6FC6-4320-F06B80B954D2}"/>
          </ac:picMkLst>
        </pc:picChg>
        <pc:picChg chg="del">
          <ac:chgData name="Palit, Tapti" userId="dec6fbcd-7598-406a-8cbf-504d4a3bac15" providerId="ADAL" clId="{65104DF2-1B45-4C36-9E2A-F89658839DCF}" dt="2024-02-06T19:15:26.807" v="26570" actId="478"/>
          <ac:picMkLst>
            <pc:docMk/>
            <pc:sldMk cId="1718721052" sldId="1189"/>
            <ac:picMk id="10" creationId="{1738DBB8-CC18-36D6-590F-FA85A1AA0E71}"/>
          </ac:picMkLst>
        </pc:picChg>
      </pc:sldChg>
      <pc:sldChg chg="add del">
        <pc:chgData name="Palit, Tapti" userId="dec6fbcd-7598-406a-8cbf-504d4a3bac15" providerId="ADAL" clId="{65104DF2-1B45-4C36-9E2A-F89658839DCF}" dt="2024-02-06T18:49:25.088" v="26378" actId="47"/>
        <pc:sldMkLst>
          <pc:docMk/>
          <pc:sldMk cId="2347645644" sldId="1189"/>
        </pc:sldMkLst>
      </pc:sldChg>
      <pc:sldChg chg="add del">
        <pc:chgData name="Palit, Tapti" userId="dec6fbcd-7598-406a-8cbf-504d4a3bac15" providerId="ADAL" clId="{65104DF2-1B45-4C36-9E2A-F89658839DCF}" dt="2024-02-06T18:44:26.577" v="26296" actId="47"/>
        <pc:sldMkLst>
          <pc:docMk/>
          <pc:sldMk cId="2350448105" sldId="1189"/>
        </pc:sldMkLst>
      </pc:sldChg>
      <pc:sldChg chg="addSp delSp modSp add del mod">
        <pc:chgData name="Palit, Tapti" userId="dec6fbcd-7598-406a-8cbf-504d4a3bac15" providerId="ADAL" clId="{65104DF2-1B45-4C36-9E2A-F89658839DCF}" dt="2024-02-06T18:48:44.727" v="26374" actId="47"/>
        <pc:sldMkLst>
          <pc:docMk/>
          <pc:sldMk cId="3119143664" sldId="1189"/>
        </pc:sldMkLst>
        <pc:spChg chg="add del">
          <ac:chgData name="Palit, Tapti" userId="dec6fbcd-7598-406a-8cbf-504d4a3bac15" providerId="ADAL" clId="{65104DF2-1B45-4C36-9E2A-F89658839DCF}" dt="2024-02-06T18:45:58.143" v="26317" actId="478"/>
          <ac:spMkLst>
            <pc:docMk/>
            <pc:sldMk cId="3119143664" sldId="1189"/>
            <ac:spMk id="8" creationId="{C5A9379F-F540-57E1-D6D6-1592584B58EF}"/>
          </ac:spMkLst>
        </pc:spChg>
        <pc:spChg chg="add del">
          <ac:chgData name="Palit, Tapti" userId="dec6fbcd-7598-406a-8cbf-504d4a3bac15" providerId="ADAL" clId="{65104DF2-1B45-4C36-9E2A-F89658839DCF}" dt="2024-02-06T18:45:58.143" v="26317" actId="478"/>
          <ac:spMkLst>
            <pc:docMk/>
            <pc:sldMk cId="3119143664" sldId="1189"/>
            <ac:spMk id="9" creationId="{C8F95A06-74F4-B8EA-2C83-08EE06C35380}"/>
          </ac:spMkLst>
        </pc:spChg>
        <pc:spChg chg="add del">
          <ac:chgData name="Palit, Tapti" userId="dec6fbcd-7598-406a-8cbf-504d4a3bac15" providerId="ADAL" clId="{65104DF2-1B45-4C36-9E2A-F89658839DCF}" dt="2024-02-06T18:45:58.143" v="26317" actId="478"/>
          <ac:spMkLst>
            <pc:docMk/>
            <pc:sldMk cId="3119143664" sldId="1189"/>
            <ac:spMk id="12" creationId="{8A53141B-BD33-F85A-CE2B-205893B73D87}"/>
          </ac:spMkLst>
        </pc:spChg>
        <pc:spChg chg="add del">
          <ac:chgData name="Palit, Tapti" userId="dec6fbcd-7598-406a-8cbf-504d4a3bac15" providerId="ADAL" clId="{65104DF2-1B45-4C36-9E2A-F89658839DCF}" dt="2024-02-06T18:45:58.143" v="26317" actId="478"/>
          <ac:spMkLst>
            <pc:docMk/>
            <pc:sldMk cId="3119143664" sldId="1189"/>
            <ac:spMk id="13" creationId="{130D15B3-3EE8-5516-E873-9087210496B6}"/>
          </ac:spMkLst>
        </pc:spChg>
        <pc:spChg chg="add del">
          <ac:chgData name="Palit, Tapti" userId="dec6fbcd-7598-406a-8cbf-504d4a3bac15" providerId="ADAL" clId="{65104DF2-1B45-4C36-9E2A-F89658839DCF}" dt="2024-02-06T18:45:58.143" v="26317" actId="478"/>
          <ac:spMkLst>
            <pc:docMk/>
            <pc:sldMk cId="3119143664" sldId="1189"/>
            <ac:spMk id="15" creationId="{F5A65B33-6430-537B-6367-2E46A17F4866}"/>
          </ac:spMkLst>
        </pc:spChg>
        <pc:spChg chg="add del">
          <ac:chgData name="Palit, Tapti" userId="dec6fbcd-7598-406a-8cbf-504d4a3bac15" providerId="ADAL" clId="{65104DF2-1B45-4C36-9E2A-F89658839DCF}" dt="2024-02-06T18:45:58.143" v="26317" actId="478"/>
          <ac:spMkLst>
            <pc:docMk/>
            <pc:sldMk cId="3119143664" sldId="1189"/>
            <ac:spMk id="16" creationId="{AFBFEF52-BA3E-CF6F-C0F2-0A9EF4A292D4}"/>
          </ac:spMkLst>
        </pc:spChg>
        <pc:spChg chg="add del">
          <ac:chgData name="Palit, Tapti" userId="dec6fbcd-7598-406a-8cbf-504d4a3bac15" providerId="ADAL" clId="{65104DF2-1B45-4C36-9E2A-F89658839DCF}" dt="2024-02-06T18:45:58.143" v="26317" actId="478"/>
          <ac:spMkLst>
            <pc:docMk/>
            <pc:sldMk cId="3119143664" sldId="1189"/>
            <ac:spMk id="53" creationId="{99733857-B7D8-0066-3275-7C6AE3085499}"/>
          </ac:spMkLst>
        </pc:spChg>
        <pc:cxnChg chg="add del mod">
          <ac:chgData name="Palit, Tapti" userId="dec6fbcd-7598-406a-8cbf-504d4a3bac15" providerId="ADAL" clId="{65104DF2-1B45-4C36-9E2A-F89658839DCF}" dt="2024-02-06T18:45:58.143" v="26317" actId="478"/>
          <ac:cxnSpMkLst>
            <pc:docMk/>
            <pc:sldMk cId="3119143664" sldId="1189"/>
            <ac:cxnSpMk id="2" creationId="{6CBAF6BE-5ABC-140E-5915-8B48927774ED}"/>
          </ac:cxnSpMkLst>
        </pc:cxnChg>
        <pc:cxnChg chg="add del mod">
          <ac:chgData name="Palit, Tapti" userId="dec6fbcd-7598-406a-8cbf-504d4a3bac15" providerId="ADAL" clId="{65104DF2-1B45-4C36-9E2A-F89658839DCF}" dt="2024-02-06T18:45:58.143" v="26317" actId="478"/>
          <ac:cxnSpMkLst>
            <pc:docMk/>
            <pc:sldMk cId="3119143664" sldId="1189"/>
            <ac:cxnSpMk id="6" creationId="{4FD7C157-9270-A26B-F7FB-09856091C169}"/>
          </ac:cxnSpMkLst>
        </pc:cxnChg>
        <pc:cxnChg chg="add del mod">
          <ac:chgData name="Palit, Tapti" userId="dec6fbcd-7598-406a-8cbf-504d4a3bac15" providerId="ADAL" clId="{65104DF2-1B45-4C36-9E2A-F89658839DCF}" dt="2024-02-06T18:45:58.143" v="26317" actId="478"/>
          <ac:cxnSpMkLst>
            <pc:docMk/>
            <pc:sldMk cId="3119143664" sldId="1189"/>
            <ac:cxnSpMk id="10" creationId="{D5E2E73D-BF02-2ADF-8EA9-D9D95C6E9595}"/>
          </ac:cxnSpMkLst>
        </pc:cxnChg>
        <pc:cxnChg chg="add del mod">
          <ac:chgData name="Palit, Tapti" userId="dec6fbcd-7598-406a-8cbf-504d4a3bac15" providerId="ADAL" clId="{65104DF2-1B45-4C36-9E2A-F89658839DCF}" dt="2024-02-06T18:45:58.143" v="26317" actId="478"/>
          <ac:cxnSpMkLst>
            <pc:docMk/>
            <pc:sldMk cId="3119143664" sldId="1189"/>
            <ac:cxnSpMk id="11" creationId="{CCAA161B-B6F0-FE1A-289D-2C40C5F43FF3}"/>
          </ac:cxnSpMkLst>
        </pc:cxnChg>
        <pc:cxnChg chg="add del mod">
          <ac:chgData name="Palit, Tapti" userId="dec6fbcd-7598-406a-8cbf-504d4a3bac15" providerId="ADAL" clId="{65104DF2-1B45-4C36-9E2A-F89658839DCF}" dt="2024-02-06T18:45:58.143" v="26317" actId="478"/>
          <ac:cxnSpMkLst>
            <pc:docMk/>
            <pc:sldMk cId="3119143664" sldId="1189"/>
            <ac:cxnSpMk id="14" creationId="{E496B409-34A1-F404-271B-11C0CE85EEE6}"/>
          </ac:cxnSpMkLst>
        </pc:cxnChg>
        <pc:cxnChg chg="add del mod">
          <ac:chgData name="Palit, Tapti" userId="dec6fbcd-7598-406a-8cbf-504d4a3bac15" providerId="ADAL" clId="{65104DF2-1B45-4C36-9E2A-F89658839DCF}" dt="2024-02-06T18:45:58.143" v="26317" actId="478"/>
          <ac:cxnSpMkLst>
            <pc:docMk/>
            <pc:sldMk cId="3119143664" sldId="1189"/>
            <ac:cxnSpMk id="18" creationId="{D184A3E5-955D-D71E-F833-16BBF22A8242}"/>
          </ac:cxnSpMkLst>
        </pc:cxnChg>
        <pc:cxnChg chg="add del mod">
          <ac:chgData name="Palit, Tapti" userId="dec6fbcd-7598-406a-8cbf-504d4a3bac15" providerId="ADAL" clId="{65104DF2-1B45-4C36-9E2A-F89658839DCF}" dt="2024-02-06T18:45:58.143" v="26317" actId="478"/>
          <ac:cxnSpMkLst>
            <pc:docMk/>
            <pc:sldMk cId="3119143664" sldId="1189"/>
            <ac:cxnSpMk id="20" creationId="{AF1FE697-B721-9824-A504-686125F13D8D}"/>
          </ac:cxnSpMkLst>
        </pc:cxnChg>
        <pc:cxnChg chg="add del mod">
          <ac:chgData name="Palit, Tapti" userId="dec6fbcd-7598-406a-8cbf-504d4a3bac15" providerId="ADAL" clId="{65104DF2-1B45-4C36-9E2A-F89658839DCF}" dt="2024-02-06T18:45:58.143" v="26317" actId="478"/>
          <ac:cxnSpMkLst>
            <pc:docMk/>
            <pc:sldMk cId="3119143664" sldId="1189"/>
            <ac:cxnSpMk id="21" creationId="{2008EDC9-1AED-627A-5665-60B44739EE60}"/>
          </ac:cxnSpMkLst>
        </pc:cxnChg>
        <pc:cxnChg chg="add del mod">
          <ac:chgData name="Palit, Tapti" userId="dec6fbcd-7598-406a-8cbf-504d4a3bac15" providerId="ADAL" clId="{65104DF2-1B45-4C36-9E2A-F89658839DCF}" dt="2024-02-06T18:45:58.143" v="26317" actId="478"/>
          <ac:cxnSpMkLst>
            <pc:docMk/>
            <pc:sldMk cId="3119143664" sldId="1189"/>
            <ac:cxnSpMk id="25" creationId="{B37A2FEE-D077-8BDF-889C-B1EDB824B938}"/>
          </ac:cxnSpMkLst>
        </pc:cxnChg>
        <pc:cxnChg chg="add del mod">
          <ac:chgData name="Palit, Tapti" userId="dec6fbcd-7598-406a-8cbf-504d4a3bac15" providerId="ADAL" clId="{65104DF2-1B45-4C36-9E2A-F89658839DCF}" dt="2024-02-06T18:45:58.143" v="26317" actId="478"/>
          <ac:cxnSpMkLst>
            <pc:docMk/>
            <pc:sldMk cId="3119143664" sldId="1189"/>
            <ac:cxnSpMk id="26" creationId="{CB05036A-75D6-BFFA-74AC-1FE041004D71}"/>
          </ac:cxnSpMkLst>
        </pc:cxnChg>
        <pc:cxnChg chg="add del mod">
          <ac:chgData name="Palit, Tapti" userId="dec6fbcd-7598-406a-8cbf-504d4a3bac15" providerId="ADAL" clId="{65104DF2-1B45-4C36-9E2A-F89658839DCF}" dt="2024-02-06T18:45:58.143" v="26317" actId="478"/>
          <ac:cxnSpMkLst>
            <pc:docMk/>
            <pc:sldMk cId="3119143664" sldId="1189"/>
            <ac:cxnSpMk id="28" creationId="{A179CF93-27FA-6E4C-B77C-675D08BF885A}"/>
          </ac:cxnSpMkLst>
        </pc:cxnChg>
        <pc:cxnChg chg="add del mod">
          <ac:chgData name="Palit, Tapti" userId="dec6fbcd-7598-406a-8cbf-504d4a3bac15" providerId="ADAL" clId="{65104DF2-1B45-4C36-9E2A-F89658839DCF}" dt="2024-02-06T18:45:58.143" v="26317" actId="478"/>
          <ac:cxnSpMkLst>
            <pc:docMk/>
            <pc:sldMk cId="3119143664" sldId="1189"/>
            <ac:cxnSpMk id="30" creationId="{00ECFC78-AA09-38C9-7A00-E0888E4E3390}"/>
          </ac:cxnSpMkLst>
        </pc:cxnChg>
        <pc:cxnChg chg="add del mod">
          <ac:chgData name="Palit, Tapti" userId="dec6fbcd-7598-406a-8cbf-504d4a3bac15" providerId="ADAL" clId="{65104DF2-1B45-4C36-9E2A-F89658839DCF}" dt="2024-02-06T18:45:58.143" v="26317" actId="478"/>
          <ac:cxnSpMkLst>
            <pc:docMk/>
            <pc:sldMk cId="3119143664" sldId="1189"/>
            <ac:cxnSpMk id="31" creationId="{AD68BE50-DC67-3ABA-666C-C059BC7CC37F}"/>
          </ac:cxnSpMkLst>
        </pc:cxnChg>
        <pc:cxnChg chg="add del mod">
          <ac:chgData name="Palit, Tapti" userId="dec6fbcd-7598-406a-8cbf-504d4a3bac15" providerId="ADAL" clId="{65104DF2-1B45-4C36-9E2A-F89658839DCF}" dt="2024-02-06T18:45:58.143" v="26317" actId="478"/>
          <ac:cxnSpMkLst>
            <pc:docMk/>
            <pc:sldMk cId="3119143664" sldId="1189"/>
            <ac:cxnSpMk id="34" creationId="{DA4FAA82-3FF2-2617-B3BE-013CEB3881C8}"/>
          </ac:cxnSpMkLst>
        </pc:cxnChg>
        <pc:cxnChg chg="add del mod">
          <ac:chgData name="Palit, Tapti" userId="dec6fbcd-7598-406a-8cbf-504d4a3bac15" providerId="ADAL" clId="{65104DF2-1B45-4C36-9E2A-F89658839DCF}" dt="2024-02-06T18:45:58.143" v="26317" actId="478"/>
          <ac:cxnSpMkLst>
            <pc:docMk/>
            <pc:sldMk cId="3119143664" sldId="1189"/>
            <ac:cxnSpMk id="38" creationId="{B5D40E96-EC7C-B3FC-8CF8-3755451D0674}"/>
          </ac:cxnSpMkLst>
        </pc:cxnChg>
        <pc:cxnChg chg="add del mod">
          <ac:chgData name="Palit, Tapti" userId="dec6fbcd-7598-406a-8cbf-504d4a3bac15" providerId="ADAL" clId="{65104DF2-1B45-4C36-9E2A-F89658839DCF}" dt="2024-02-06T18:45:58.143" v="26317" actId="478"/>
          <ac:cxnSpMkLst>
            <pc:docMk/>
            <pc:sldMk cId="3119143664" sldId="1189"/>
            <ac:cxnSpMk id="43" creationId="{5914D7B1-FD0A-D7F9-48EE-99C48D746649}"/>
          </ac:cxnSpMkLst>
        </pc:cxnChg>
        <pc:cxnChg chg="add del mod">
          <ac:chgData name="Palit, Tapti" userId="dec6fbcd-7598-406a-8cbf-504d4a3bac15" providerId="ADAL" clId="{65104DF2-1B45-4C36-9E2A-F89658839DCF}" dt="2024-02-06T18:45:58.143" v="26317" actId="478"/>
          <ac:cxnSpMkLst>
            <pc:docMk/>
            <pc:sldMk cId="3119143664" sldId="1189"/>
            <ac:cxnSpMk id="46" creationId="{BF85EDE8-AA50-E93B-0954-657F980D1C12}"/>
          </ac:cxnSpMkLst>
        </pc:cxnChg>
      </pc:sldChg>
      <pc:sldChg chg="addSp delSp modSp add del mod">
        <pc:chgData name="Palit, Tapti" userId="dec6fbcd-7598-406a-8cbf-504d4a3bac15" providerId="ADAL" clId="{65104DF2-1B45-4C36-9E2A-F89658839DCF}" dt="2024-02-06T18:51:16.744" v="26405" actId="47"/>
        <pc:sldMkLst>
          <pc:docMk/>
          <pc:sldMk cId="3247838967" sldId="1189"/>
        </pc:sldMkLst>
        <pc:spChg chg="add del">
          <ac:chgData name="Palit, Tapti" userId="dec6fbcd-7598-406a-8cbf-504d4a3bac15" providerId="ADAL" clId="{65104DF2-1B45-4C36-9E2A-F89658839DCF}" dt="2024-02-06T18:49:43.932" v="26381" actId="478"/>
          <ac:spMkLst>
            <pc:docMk/>
            <pc:sldMk cId="3247838967" sldId="1189"/>
            <ac:spMk id="8" creationId="{D8F3C710-8BEF-9059-D389-2DAD2DEB0F8F}"/>
          </ac:spMkLst>
        </pc:spChg>
        <pc:spChg chg="add del">
          <ac:chgData name="Palit, Tapti" userId="dec6fbcd-7598-406a-8cbf-504d4a3bac15" providerId="ADAL" clId="{65104DF2-1B45-4C36-9E2A-F89658839DCF}" dt="2024-02-06T18:49:43.932" v="26381" actId="478"/>
          <ac:spMkLst>
            <pc:docMk/>
            <pc:sldMk cId="3247838967" sldId="1189"/>
            <ac:spMk id="9" creationId="{A6E5CE56-785F-CD58-2EAE-B5F69A08FBBA}"/>
          </ac:spMkLst>
        </pc:spChg>
        <pc:spChg chg="add del">
          <ac:chgData name="Palit, Tapti" userId="dec6fbcd-7598-406a-8cbf-504d4a3bac15" providerId="ADAL" clId="{65104DF2-1B45-4C36-9E2A-F89658839DCF}" dt="2024-02-06T18:49:43.932" v="26381" actId="478"/>
          <ac:spMkLst>
            <pc:docMk/>
            <pc:sldMk cId="3247838967" sldId="1189"/>
            <ac:spMk id="12" creationId="{2710D3FC-1227-D1F5-F8A1-064011E20926}"/>
          </ac:spMkLst>
        </pc:spChg>
        <pc:spChg chg="add del">
          <ac:chgData name="Palit, Tapti" userId="dec6fbcd-7598-406a-8cbf-504d4a3bac15" providerId="ADAL" clId="{65104DF2-1B45-4C36-9E2A-F89658839DCF}" dt="2024-02-06T18:49:43.932" v="26381" actId="478"/>
          <ac:spMkLst>
            <pc:docMk/>
            <pc:sldMk cId="3247838967" sldId="1189"/>
            <ac:spMk id="13" creationId="{C15237E3-2EC0-4DFA-2279-2F9BF304804B}"/>
          </ac:spMkLst>
        </pc:spChg>
        <pc:spChg chg="add del">
          <ac:chgData name="Palit, Tapti" userId="dec6fbcd-7598-406a-8cbf-504d4a3bac15" providerId="ADAL" clId="{65104DF2-1B45-4C36-9E2A-F89658839DCF}" dt="2024-02-06T18:49:43.932" v="26381" actId="478"/>
          <ac:spMkLst>
            <pc:docMk/>
            <pc:sldMk cId="3247838967" sldId="1189"/>
            <ac:spMk id="15" creationId="{71ABBD2C-F744-F3F0-8F83-D90F66CF0C29}"/>
          </ac:spMkLst>
        </pc:spChg>
        <pc:spChg chg="add del">
          <ac:chgData name="Palit, Tapti" userId="dec6fbcd-7598-406a-8cbf-504d4a3bac15" providerId="ADAL" clId="{65104DF2-1B45-4C36-9E2A-F89658839DCF}" dt="2024-02-06T18:49:43.932" v="26381" actId="478"/>
          <ac:spMkLst>
            <pc:docMk/>
            <pc:sldMk cId="3247838967" sldId="1189"/>
            <ac:spMk id="16" creationId="{0F7CE50B-4801-420F-1C53-C23BAC329975}"/>
          </ac:spMkLst>
        </pc:spChg>
        <pc:spChg chg="add del">
          <ac:chgData name="Palit, Tapti" userId="dec6fbcd-7598-406a-8cbf-504d4a3bac15" providerId="ADAL" clId="{65104DF2-1B45-4C36-9E2A-F89658839DCF}" dt="2024-02-06T18:49:43.932" v="26381" actId="478"/>
          <ac:spMkLst>
            <pc:docMk/>
            <pc:sldMk cId="3247838967" sldId="1189"/>
            <ac:spMk id="52" creationId="{FD16EBED-FDAE-1C69-4782-29E24E423AF1}"/>
          </ac:spMkLst>
        </pc:spChg>
        <pc:spChg chg="add del">
          <ac:chgData name="Palit, Tapti" userId="dec6fbcd-7598-406a-8cbf-504d4a3bac15" providerId="ADAL" clId="{65104DF2-1B45-4C36-9E2A-F89658839DCF}" dt="2024-02-06T18:49:43.932" v="26381" actId="478"/>
          <ac:spMkLst>
            <pc:docMk/>
            <pc:sldMk cId="3247838967" sldId="1189"/>
            <ac:spMk id="53" creationId="{7DD72A2F-5278-43FF-866C-CB225FF4D9D7}"/>
          </ac:spMkLst>
        </pc:spChg>
        <pc:cxnChg chg="add del mod">
          <ac:chgData name="Palit, Tapti" userId="dec6fbcd-7598-406a-8cbf-504d4a3bac15" providerId="ADAL" clId="{65104DF2-1B45-4C36-9E2A-F89658839DCF}" dt="2024-02-06T18:49:43.932" v="26381" actId="478"/>
          <ac:cxnSpMkLst>
            <pc:docMk/>
            <pc:sldMk cId="3247838967" sldId="1189"/>
            <ac:cxnSpMk id="2" creationId="{4A2EB4E2-2E1A-0E2E-B085-0F59BB5DCA0C}"/>
          </ac:cxnSpMkLst>
        </pc:cxnChg>
        <pc:cxnChg chg="add del mod">
          <ac:chgData name="Palit, Tapti" userId="dec6fbcd-7598-406a-8cbf-504d4a3bac15" providerId="ADAL" clId="{65104DF2-1B45-4C36-9E2A-F89658839DCF}" dt="2024-02-06T18:49:43.932" v="26381" actId="478"/>
          <ac:cxnSpMkLst>
            <pc:docMk/>
            <pc:sldMk cId="3247838967" sldId="1189"/>
            <ac:cxnSpMk id="6" creationId="{14E3459C-89F0-2D27-4AE4-34602C0799FE}"/>
          </ac:cxnSpMkLst>
        </pc:cxnChg>
        <pc:cxnChg chg="add del mod">
          <ac:chgData name="Palit, Tapti" userId="dec6fbcd-7598-406a-8cbf-504d4a3bac15" providerId="ADAL" clId="{65104DF2-1B45-4C36-9E2A-F89658839DCF}" dt="2024-02-06T18:49:43.932" v="26381" actId="478"/>
          <ac:cxnSpMkLst>
            <pc:docMk/>
            <pc:sldMk cId="3247838967" sldId="1189"/>
            <ac:cxnSpMk id="11" creationId="{CE71C023-E54E-C6C2-8DFB-4482E5D2C0F8}"/>
          </ac:cxnSpMkLst>
        </pc:cxnChg>
        <pc:cxnChg chg="add del mod">
          <ac:chgData name="Palit, Tapti" userId="dec6fbcd-7598-406a-8cbf-504d4a3bac15" providerId="ADAL" clId="{65104DF2-1B45-4C36-9E2A-F89658839DCF}" dt="2024-02-06T18:49:43.932" v="26381" actId="478"/>
          <ac:cxnSpMkLst>
            <pc:docMk/>
            <pc:sldMk cId="3247838967" sldId="1189"/>
            <ac:cxnSpMk id="18" creationId="{31E284D1-7E86-F905-AEF6-D72C4751035D}"/>
          </ac:cxnSpMkLst>
        </pc:cxnChg>
        <pc:cxnChg chg="add del mod">
          <ac:chgData name="Palit, Tapti" userId="dec6fbcd-7598-406a-8cbf-504d4a3bac15" providerId="ADAL" clId="{65104DF2-1B45-4C36-9E2A-F89658839DCF}" dt="2024-02-06T18:49:43.932" v="26381" actId="478"/>
          <ac:cxnSpMkLst>
            <pc:docMk/>
            <pc:sldMk cId="3247838967" sldId="1189"/>
            <ac:cxnSpMk id="20" creationId="{7AEA3C8F-8594-3F3A-DE26-963F7C858563}"/>
          </ac:cxnSpMkLst>
        </pc:cxnChg>
        <pc:cxnChg chg="add del">
          <ac:chgData name="Palit, Tapti" userId="dec6fbcd-7598-406a-8cbf-504d4a3bac15" providerId="ADAL" clId="{65104DF2-1B45-4C36-9E2A-F89658839DCF}" dt="2024-02-06T18:49:43.932" v="26381" actId="478"/>
          <ac:cxnSpMkLst>
            <pc:docMk/>
            <pc:sldMk cId="3247838967" sldId="1189"/>
            <ac:cxnSpMk id="24" creationId="{13D3F586-8091-EE16-3E57-4EF3A27458BE}"/>
          </ac:cxnSpMkLst>
        </pc:cxnChg>
      </pc:sldChg>
      <pc:sldChg chg="addSp delSp modSp add del mod">
        <pc:chgData name="Palit, Tapti" userId="dec6fbcd-7598-406a-8cbf-504d4a3bac15" providerId="ADAL" clId="{65104DF2-1B45-4C36-9E2A-F89658839DCF}" dt="2024-02-06T19:40:57.426" v="26640" actId="47"/>
        <pc:sldMkLst>
          <pc:docMk/>
          <pc:sldMk cId="2242929284" sldId="1190"/>
        </pc:sldMkLst>
        <pc:spChg chg="add mod">
          <ac:chgData name="Palit, Tapti" userId="dec6fbcd-7598-406a-8cbf-504d4a3bac15" providerId="ADAL" clId="{65104DF2-1B45-4C36-9E2A-F89658839DCF}" dt="2024-02-06T19:15:43.517" v="26573" actId="478"/>
          <ac:spMkLst>
            <pc:docMk/>
            <pc:sldMk cId="2242929284" sldId="1190"/>
            <ac:spMk id="8" creationId="{0596BAA0-80F7-5F46-10AE-8B2DA487382E}"/>
          </ac:spMkLst>
        </pc:spChg>
        <pc:spChg chg="del">
          <ac:chgData name="Palit, Tapti" userId="dec6fbcd-7598-406a-8cbf-504d4a3bac15" providerId="ADAL" clId="{65104DF2-1B45-4C36-9E2A-F89658839DCF}" dt="2024-02-06T19:15:43.517" v="26573" actId="478"/>
          <ac:spMkLst>
            <pc:docMk/>
            <pc:sldMk cId="2242929284" sldId="1190"/>
            <ac:spMk id="14" creationId="{A01FD13C-06C8-07BA-7A96-2DBE00C40E36}"/>
          </ac:spMkLst>
        </pc:spChg>
      </pc:sldChg>
      <pc:sldChg chg="addSp delSp modSp add del mod">
        <pc:chgData name="Palit, Tapti" userId="dec6fbcd-7598-406a-8cbf-504d4a3bac15" providerId="ADAL" clId="{65104DF2-1B45-4C36-9E2A-F89658839DCF}" dt="2024-02-06T19:40:57.426" v="26640" actId="47"/>
        <pc:sldMkLst>
          <pc:docMk/>
          <pc:sldMk cId="805386823" sldId="1191"/>
        </pc:sldMkLst>
        <pc:spChg chg="add del mod">
          <ac:chgData name="Palit, Tapti" userId="dec6fbcd-7598-406a-8cbf-504d4a3bac15" providerId="ADAL" clId="{65104DF2-1B45-4C36-9E2A-F89658839DCF}" dt="2024-02-06T19:15:09.187" v="26565" actId="20577"/>
          <ac:spMkLst>
            <pc:docMk/>
            <pc:sldMk cId="805386823" sldId="1191"/>
            <ac:spMk id="2" creationId="{AC8683A0-1488-466E-A7D5-8796FEF16372}"/>
          </ac:spMkLst>
        </pc:spChg>
        <pc:spChg chg="add mod">
          <ac:chgData name="Palit, Tapti" userId="dec6fbcd-7598-406a-8cbf-504d4a3bac15" providerId="ADAL" clId="{65104DF2-1B45-4C36-9E2A-F89658839DCF}" dt="2024-02-06T19:15:05.197" v="26563" actId="478"/>
          <ac:spMkLst>
            <pc:docMk/>
            <pc:sldMk cId="805386823" sldId="1191"/>
            <ac:spMk id="5" creationId="{DE4193C3-8D81-D297-3C5C-27A973C2845C}"/>
          </ac:spMkLst>
        </pc:spChg>
        <pc:spChg chg="add del">
          <ac:chgData name="Palit, Tapti" userId="dec6fbcd-7598-406a-8cbf-504d4a3bac15" providerId="ADAL" clId="{65104DF2-1B45-4C36-9E2A-F89658839DCF}" dt="2024-02-06T19:15:16.166" v="26568" actId="478"/>
          <ac:spMkLst>
            <pc:docMk/>
            <pc:sldMk cId="805386823" sldId="1191"/>
            <ac:spMk id="6" creationId="{418A3419-C57F-7060-141C-B6A0BD1F1E73}"/>
          </ac:spMkLst>
        </pc:spChg>
        <pc:spChg chg="add del">
          <ac:chgData name="Palit, Tapti" userId="dec6fbcd-7598-406a-8cbf-504d4a3bac15" providerId="ADAL" clId="{65104DF2-1B45-4C36-9E2A-F89658839DCF}" dt="2024-02-06T19:15:16.166" v="26568" actId="478"/>
          <ac:spMkLst>
            <pc:docMk/>
            <pc:sldMk cId="805386823" sldId="1191"/>
            <ac:spMk id="7" creationId="{D40A479E-E46E-397A-1C31-7CA84B4950C7}"/>
          </ac:spMkLst>
        </pc:spChg>
        <pc:spChg chg="add mod">
          <ac:chgData name="Palit, Tapti" userId="dec6fbcd-7598-406a-8cbf-504d4a3bac15" providerId="ADAL" clId="{65104DF2-1B45-4C36-9E2A-F89658839DCF}" dt="2024-02-06T19:15:05.197" v="26563" actId="478"/>
          <ac:spMkLst>
            <pc:docMk/>
            <pc:sldMk cId="805386823" sldId="1191"/>
            <ac:spMk id="8" creationId="{8CBB8C38-F59A-1C9D-9350-538D1D598C14}"/>
          </ac:spMkLst>
        </pc:spChg>
        <pc:spChg chg="add mod">
          <ac:chgData name="Palit, Tapti" userId="dec6fbcd-7598-406a-8cbf-504d4a3bac15" providerId="ADAL" clId="{65104DF2-1B45-4C36-9E2A-F89658839DCF}" dt="2024-02-06T19:15:18.760" v="26569" actId="478"/>
          <ac:spMkLst>
            <pc:docMk/>
            <pc:sldMk cId="805386823" sldId="1191"/>
            <ac:spMk id="12" creationId="{D19F6B23-72FD-8880-DBA8-06359CF11938}"/>
          </ac:spMkLst>
        </pc:spChg>
        <pc:spChg chg="add del">
          <ac:chgData name="Palit, Tapti" userId="dec6fbcd-7598-406a-8cbf-504d4a3bac15" providerId="ADAL" clId="{65104DF2-1B45-4C36-9E2A-F89658839DCF}" dt="2024-02-06T19:15:18.760" v="26569" actId="478"/>
          <ac:spMkLst>
            <pc:docMk/>
            <pc:sldMk cId="805386823" sldId="1191"/>
            <ac:spMk id="14" creationId="{5F8167B3-9B78-3105-58E5-8D36751D22C0}"/>
          </ac:spMkLst>
        </pc:spChg>
        <pc:picChg chg="add del">
          <ac:chgData name="Palit, Tapti" userId="dec6fbcd-7598-406a-8cbf-504d4a3bac15" providerId="ADAL" clId="{65104DF2-1B45-4C36-9E2A-F89658839DCF}" dt="2024-02-06T19:15:11.558" v="26566" actId="478"/>
          <ac:picMkLst>
            <pc:docMk/>
            <pc:sldMk cId="805386823" sldId="1191"/>
            <ac:picMk id="9" creationId="{83D15BEC-73F6-9E38-4D31-AB0C1C20A070}"/>
          </ac:picMkLst>
        </pc:picChg>
        <pc:picChg chg="add del">
          <ac:chgData name="Palit, Tapti" userId="dec6fbcd-7598-406a-8cbf-504d4a3bac15" providerId="ADAL" clId="{65104DF2-1B45-4C36-9E2A-F89658839DCF}" dt="2024-02-06T19:15:13.104" v="26567" actId="478"/>
          <ac:picMkLst>
            <pc:docMk/>
            <pc:sldMk cId="805386823" sldId="1191"/>
            <ac:picMk id="10" creationId="{E9DFF100-72BA-DAC7-7B07-7BD7CD4C1CB4}"/>
          </ac:picMkLst>
        </pc:picChg>
      </pc:sldChg>
      <pc:sldChg chg="add modAnim">
        <pc:chgData name="Palit, Tapti" userId="dec6fbcd-7598-406a-8cbf-504d4a3bac15" providerId="ADAL" clId="{65104DF2-1B45-4C36-9E2A-F89658839DCF}" dt="2024-02-06T19:41:14.339" v="26644"/>
        <pc:sldMkLst>
          <pc:docMk/>
          <pc:sldMk cId="2183783552" sldId="1192"/>
        </pc:sldMkLst>
      </pc:sldChg>
      <pc:sldChg chg="add del mod modShow">
        <pc:chgData name="Palit, Tapti" userId="dec6fbcd-7598-406a-8cbf-504d4a3bac15" providerId="ADAL" clId="{65104DF2-1B45-4C36-9E2A-F89658839DCF}" dt="2024-02-06T20:56:41.746" v="27964" actId="47"/>
        <pc:sldMkLst>
          <pc:docMk/>
          <pc:sldMk cId="1915398220" sldId="1193"/>
        </pc:sldMkLst>
      </pc:sldChg>
      <pc:sldChg chg="new del">
        <pc:chgData name="Palit, Tapti" userId="dec6fbcd-7598-406a-8cbf-504d4a3bac15" providerId="ADAL" clId="{65104DF2-1B45-4C36-9E2A-F89658839DCF}" dt="2024-02-06T19:20:56.681" v="26593" actId="47"/>
        <pc:sldMkLst>
          <pc:docMk/>
          <pc:sldMk cId="2040115879" sldId="1193"/>
        </pc:sldMkLst>
      </pc:sldChg>
      <pc:sldChg chg="add del">
        <pc:chgData name="Palit, Tapti" userId="dec6fbcd-7598-406a-8cbf-504d4a3bac15" providerId="ADAL" clId="{65104DF2-1B45-4C36-9E2A-F89658839DCF}" dt="2024-02-06T19:33:56.056" v="26625" actId="2890"/>
        <pc:sldMkLst>
          <pc:docMk/>
          <pc:sldMk cId="3659471349" sldId="1193"/>
        </pc:sldMkLst>
      </pc:sldChg>
      <pc:sldChg chg="add del mod modShow">
        <pc:chgData name="Palit, Tapti" userId="dec6fbcd-7598-406a-8cbf-504d4a3bac15" providerId="ADAL" clId="{65104DF2-1B45-4C36-9E2A-F89658839DCF}" dt="2024-02-06T20:56:41.746" v="27964" actId="47"/>
        <pc:sldMkLst>
          <pc:docMk/>
          <pc:sldMk cId="1762378832" sldId="1194"/>
        </pc:sldMkLst>
      </pc:sldChg>
      <pc:sldChg chg="add del mod modShow">
        <pc:chgData name="Palit, Tapti" userId="dec6fbcd-7598-406a-8cbf-504d4a3bac15" providerId="ADAL" clId="{65104DF2-1B45-4C36-9E2A-F89658839DCF}" dt="2024-02-06T20:56:41.746" v="27964" actId="47"/>
        <pc:sldMkLst>
          <pc:docMk/>
          <pc:sldMk cId="3957956376" sldId="1195"/>
        </pc:sldMkLst>
      </pc:sldChg>
      <pc:sldChg chg="add del mod modShow">
        <pc:chgData name="Palit, Tapti" userId="dec6fbcd-7598-406a-8cbf-504d4a3bac15" providerId="ADAL" clId="{65104DF2-1B45-4C36-9E2A-F89658839DCF}" dt="2024-02-06T20:56:41.746" v="27964" actId="47"/>
        <pc:sldMkLst>
          <pc:docMk/>
          <pc:sldMk cId="1854140769" sldId="1196"/>
        </pc:sldMkLst>
      </pc:sldChg>
      <pc:sldChg chg="add del">
        <pc:chgData name="Palit, Tapti" userId="dec6fbcd-7598-406a-8cbf-504d4a3bac15" providerId="ADAL" clId="{65104DF2-1B45-4C36-9E2A-F89658839DCF}" dt="2024-02-06T20:06:44.358" v="27109" actId="47"/>
        <pc:sldMkLst>
          <pc:docMk/>
          <pc:sldMk cId="2891116396" sldId="1197"/>
        </pc:sldMkLst>
      </pc:sldChg>
      <pc:sldChg chg="modSp new mod">
        <pc:chgData name="Palit, Tapti" userId="dec6fbcd-7598-406a-8cbf-504d4a3bac15" providerId="ADAL" clId="{65104DF2-1B45-4C36-9E2A-F89658839DCF}" dt="2024-02-06T19:42:41.213" v="26672" actId="20577"/>
        <pc:sldMkLst>
          <pc:docMk/>
          <pc:sldMk cId="1788548575" sldId="1198"/>
        </pc:sldMkLst>
        <pc:spChg chg="mod">
          <ac:chgData name="Palit, Tapti" userId="dec6fbcd-7598-406a-8cbf-504d4a3bac15" providerId="ADAL" clId="{65104DF2-1B45-4C36-9E2A-F89658839DCF}" dt="2024-02-06T19:42:41.213" v="26672" actId="20577"/>
          <ac:spMkLst>
            <pc:docMk/>
            <pc:sldMk cId="1788548575" sldId="1198"/>
            <ac:spMk id="3" creationId="{3D84E652-3773-6BFB-6879-CDCCC8A1EA9A}"/>
          </ac:spMkLst>
        </pc:spChg>
      </pc:sldChg>
      <pc:sldChg chg="addSp delSp modSp add mod ord modAnim">
        <pc:chgData name="Palit, Tapti" userId="dec6fbcd-7598-406a-8cbf-504d4a3bac15" providerId="ADAL" clId="{65104DF2-1B45-4C36-9E2A-F89658839DCF}" dt="2024-02-06T20:03:38.741" v="26909"/>
        <pc:sldMkLst>
          <pc:docMk/>
          <pc:sldMk cId="4042136570" sldId="1199"/>
        </pc:sldMkLst>
        <pc:spChg chg="mod">
          <ac:chgData name="Palit, Tapti" userId="dec6fbcd-7598-406a-8cbf-504d4a3bac15" providerId="ADAL" clId="{65104DF2-1B45-4C36-9E2A-F89658839DCF}" dt="2024-02-06T19:57:39.104" v="26863" actId="20577"/>
          <ac:spMkLst>
            <pc:docMk/>
            <pc:sldMk cId="4042136570" sldId="1199"/>
            <ac:spMk id="3" creationId="{99996FAE-EEAF-8A43-5AE4-B2A267240156}"/>
          </ac:spMkLst>
        </pc:spChg>
        <pc:spChg chg="mod">
          <ac:chgData name="Palit, Tapti" userId="dec6fbcd-7598-406a-8cbf-504d4a3bac15" providerId="ADAL" clId="{65104DF2-1B45-4C36-9E2A-F89658839DCF}" dt="2024-02-06T19:45:01.873" v="26738" actId="164"/>
          <ac:spMkLst>
            <pc:docMk/>
            <pc:sldMk cId="4042136570" sldId="1199"/>
            <ac:spMk id="5" creationId="{5B9DBC0D-154E-AA0C-9C04-B7516A348568}"/>
          </ac:spMkLst>
        </pc:spChg>
        <pc:spChg chg="add del mod">
          <ac:chgData name="Palit, Tapti" userId="dec6fbcd-7598-406a-8cbf-504d4a3bac15" providerId="ADAL" clId="{65104DF2-1B45-4C36-9E2A-F89658839DCF}" dt="2024-02-06T19:49:33.274" v="26803" actId="1035"/>
          <ac:spMkLst>
            <pc:docMk/>
            <pc:sldMk cId="4042136570" sldId="1199"/>
            <ac:spMk id="6" creationId="{BC8A0015-899E-2374-C018-5CEFAD7BB615}"/>
          </ac:spMkLst>
        </pc:spChg>
        <pc:spChg chg="mod">
          <ac:chgData name="Palit, Tapti" userId="dec6fbcd-7598-406a-8cbf-504d4a3bac15" providerId="ADAL" clId="{65104DF2-1B45-4C36-9E2A-F89658839DCF}" dt="2024-02-06T19:50:54.959" v="26805" actId="1076"/>
          <ac:spMkLst>
            <pc:docMk/>
            <pc:sldMk cId="4042136570" sldId="1199"/>
            <ac:spMk id="9" creationId="{8AF83101-2651-53D3-520C-7FA3AB74F97A}"/>
          </ac:spMkLst>
        </pc:spChg>
        <pc:spChg chg="add del mod">
          <ac:chgData name="Palit, Tapti" userId="dec6fbcd-7598-406a-8cbf-504d4a3bac15" providerId="ADAL" clId="{65104DF2-1B45-4C36-9E2A-F89658839DCF}" dt="2024-02-06T19:50:40.840" v="26804" actId="1076"/>
          <ac:spMkLst>
            <pc:docMk/>
            <pc:sldMk cId="4042136570" sldId="1199"/>
            <ac:spMk id="10" creationId="{91937978-9536-D49F-3631-BBE6F43B0F17}"/>
          </ac:spMkLst>
        </pc:spChg>
        <pc:spChg chg="add del mod">
          <ac:chgData name="Palit, Tapti" userId="dec6fbcd-7598-406a-8cbf-504d4a3bac15" providerId="ADAL" clId="{65104DF2-1B45-4C36-9E2A-F89658839DCF}" dt="2024-02-06T19:46:49.259" v="26752" actId="164"/>
          <ac:spMkLst>
            <pc:docMk/>
            <pc:sldMk cId="4042136570" sldId="1199"/>
            <ac:spMk id="14" creationId="{DDC5A5E4-B7A5-DAE6-2DF4-FCE38C2A255D}"/>
          </ac:spMkLst>
        </pc:spChg>
        <pc:spChg chg="mod">
          <ac:chgData name="Palit, Tapti" userId="dec6fbcd-7598-406a-8cbf-504d4a3bac15" providerId="ADAL" clId="{65104DF2-1B45-4C36-9E2A-F89658839DCF}" dt="2024-02-06T19:46:49.259" v="26752" actId="164"/>
          <ac:spMkLst>
            <pc:docMk/>
            <pc:sldMk cId="4042136570" sldId="1199"/>
            <ac:spMk id="22" creationId="{8B1CAB58-6910-69B0-140F-EA895DB76D3F}"/>
          </ac:spMkLst>
        </pc:spChg>
        <pc:spChg chg="mod">
          <ac:chgData name="Palit, Tapti" userId="dec6fbcd-7598-406a-8cbf-504d4a3bac15" providerId="ADAL" clId="{65104DF2-1B45-4C36-9E2A-F89658839DCF}" dt="2024-02-06T19:45:43.324" v="26751" actId="164"/>
          <ac:spMkLst>
            <pc:docMk/>
            <pc:sldMk cId="4042136570" sldId="1199"/>
            <ac:spMk id="23" creationId="{B43B3D7A-DF03-53A1-A81C-E3E4D11559CB}"/>
          </ac:spMkLst>
        </pc:spChg>
        <pc:spChg chg="mod">
          <ac:chgData name="Palit, Tapti" userId="dec6fbcd-7598-406a-8cbf-504d4a3bac15" providerId="ADAL" clId="{65104DF2-1B45-4C36-9E2A-F89658839DCF}" dt="2024-02-06T19:45:43.324" v="26751" actId="164"/>
          <ac:spMkLst>
            <pc:docMk/>
            <pc:sldMk cId="4042136570" sldId="1199"/>
            <ac:spMk id="26" creationId="{D4ED8A26-792D-ABB3-865B-8FA2CAEB3A1B}"/>
          </ac:spMkLst>
        </pc:spChg>
        <pc:spChg chg="mod">
          <ac:chgData name="Palit, Tapti" userId="dec6fbcd-7598-406a-8cbf-504d4a3bac15" providerId="ADAL" clId="{65104DF2-1B45-4C36-9E2A-F89658839DCF}" dt="2024-02-06T19:48:11.499" v="26757" actId="1076"/>
          <ac:spMkLst>
            <pc:docMk/>
            <pc:sldMk cId="4042136570" sldId="1199"/>
            <ac:spMk id="27" creationId="{5B49C65F-34AF-5891-7151-006B8BF7A875}"/>
          </ac:spMkLst>
        </pc:spChg>
        <pc:spChg chg="mod">
          <ac:chgData name="Palit, Tapti" userId="dec6fbcd-7598-406a-8cbf-504d4a3bac15" providerId="ADAL" clId="{65104DF2-1B45-4C36-9E2A-F89658839DCF}" dt="2024-02-06T19:45:43.324" v="26751" actId="164"/>
          <ac:spMkLst>
            <pc:docMk/>
            <pc:sldMk cId="4042136570" sldId="1199"/>
            <ac:spMk id="28" creationId="{529C8A94-EA67-50F2-005C-AACD30C550B1}"/>
          </ac:spMkLst>
        </pc:spChg>
        <pc:spChg chg="mod">
          <ac:chgData name="Palit, Tapti" userId="dec6fbcd-7598-406a-8cbf-504d4a3bac15" providerId="ADAL" clId="{65104DF2-1B45-4C36-9E2A-F89658839DCF}" dt="2024-02-06T19:45:43.324" v="26751" actId="164"/>
          <ac:spMkLst>
            <pc:docMk/>
            <pc:sldMk cId="4042136570" sldId="1199"/>
            <ac:spMk id="29" creationId="{D6A78E8E-6BD4-9B22-4E6D-5A8ADE338A24}"/>
          </ac:spMkLst>
        </pc:spChg>
        <pc:spChg chg="mod">
          <ac:chgData name="Palit, Tapti" userId="dec6fbcd-7598-406a-8cbf-504d4a3bac15" providerId="ADAL" clId="{65104DF2-1B45-4C36-9E2A-F89658839DCF}" dt="2024-02-06T19:49:33.274" v="26803" actId="1035"/>
          <ac:spMkLst>
            <pc:docMk/>
            <pc:sldMk cId="4042136570" sldId="1199"/>
            <ac:spMk id="38" creationId="{827B02F5-E080-CA40-4FD6-78BFF345E533}"/>
          </ac:spMkLst>
        </pc:spChg>
        <pc:spChg chg="mod">
          <ac:chgData name="Palit, Tapti" userId="dec6fbcd-7598-406a-8cbf-504d4a3bac15" providerId="ADAL" clId="{65104DF2-1B45-4C36-9E2A-F89658839DCF}" dt="2024-02-06T19:49:33.274" v="26803" actId="1035"/>
          <ac:spMkLst>
            <pc:docMk/>
            <pc:sldMk cId="4042136570" sldId="1199"/>
            <ac:spMk id="42" creationId="{84468FD9-483C-4058-B82E-A09583DCA901}"/>
          </ac:spMkLst>
        </pc:spChg>
        <pc:grpChg chg="add del mod">
          <ac:chgData name="Palit, Tapti" userId="dec6fbcd-7598-406a-8cbf-504d4a3bac15" providerId="ADAL" clId="{65104DF2-1B45-4C36-9E2A-F89658839DCF}" dt="2024-02-06T19:45:12.885" v="26741" actId="164"/>
          <ac:grpSpMkLst>
            <pc:docMk/>
            <pc:sldMk cId="4042136570" sldId="1199"/>
            <ac:grpSpMk id="8" creationId="{A303B1C2-0ED8-0205-231A-D8CF182C64F0}"/>
          </ac:grpSpMkLst>
        </pc:grpChg>
        <pc:grpChg chg="add mod">
          <ac:chgData name="Palit, Tapti" userId="dec6fbcd-7598-406a-8cbf-504d4a3bac15" providerId="ADAL" clId="{65104DF2-1B45-4C36-9E2A-F89658839DCF}" dt="2024-02-06T19:49:33.274" v="26803" actId="1035"/>
          <ac:grpSpMkLst>
            <pc:docMk/>
            <pc:sldMk cId="4042136570" sldId="1199"/>
            <ac:grpSpMk id="11" creationId="{4964653E-A96F-2956-E8D0-012A1AA44177}"/>
          </ac:grpSpMkLst>
        </pc:grpChg>
        <pc:grpChg chg="add mod">
          <ac:chgData name="Palit, Tapti" userId="dec6fbcd-7598-406a-8cbf-504d4a3bac15" providerId="ADAL" clId="{65104DF2-1B45-4C36-9E2A-F89658839DCF}" dt="2024-02-06T19:45:29.897" v="26745" actId="164"/>
          <ac:grpSpMkLst>
            <pc:docMk/>
            <pc:sldMk cId="4042136570" sldId="1199"/>
            <ac:grpSpMk id="12" creationId="{B17BFE9D-A39A-F3F2-591B-D8D61D1F70EA}"/>
          </ac:grpSpMkLst>
        </pc:grpChg>
        <pc:grpChg chg="add del mod">
          <ac:chgData name="Palit, Tapti" userId="dec6fbcd-7598-406a-8cbf-504d4a3bac15" providerId="ADAL" clId="{65104DF2-1B45-4C36-9E2A-F89658839DCF}" dt="2024-02-06T19:45:43.324" v="26751" actId="164"/>
          <ac:grpSpMkLst>
            <pc:docMk/>
            <pc:sldMk cId="4042136570" sldId="1199"/>
            <ac:grpSpMk id="15" creationId="{3BC7B582-C291-1A7F-5421-061AD5E03A02}"/>
          </ac:grpSpMkLst>
        </pc:grpChg>
        <pc:grpChg chg="add mod">
          <ac:chgData name="Palit, Tapti" userId="dec6fbcd-7598-406a-8cbf-504d4a3bac15" providerId="ADAL" clId="{65104DF2-1B45-4C36-9E2A-F89658839DCF}" dt="2024-02-06T19:49:33.274" v="26803" actId="1035"/>
          <ac:grpSpMkLst>
            <pc:docMk/>
            <pc:sldMk cId="4042136570" sldId="1199"/>
            <ac:grpSpMk id="16" creationId="{D1C3978E-56E7-0ECE-7D78-572224B04B28}"/>
          </ac:grpSpMkLst>
        </pc:grpChg>
        <pc:grpChg chg="mod">
          <ac:chgData name="Palit, Tapti" userId="dec6fbcd-7598-406a-8cbf-504d4a3bac15" providerId="ADAL" clId="{65104DF2-1B45-4C36-9E2A-F89658839DCF}" dt="2024-02-06T19:45:01.873" v="26738" actId="164"/>
          <ac:grpSpMkLst>
            <pc:docMk/>
            <pc:sldMk cId="4042136570" sldId="1199"/>
            <ac:grpSpMk id="25" creationId="{0465CFCC-97C6-4092-35DB-B844AD619D38}"/>
          </ac:grpSpMkLst>
        </pc:grpChg>
        <pc:grpChg chg="add del mod">
          <ac:chgData name="Palit, Tapti" userId="dec6fbcd-7598-406a-8cbf-504d4a3bac15" providerId="ADAL" clId="{65104DF2-1B45-4C36-9E2A-F89658839DCF}" dt="2024-02-06T19:49:33.274" v="26803" actId="1035"/>
          <ac:grpSpMkLst>
            <pc:docMk/>
            <pc:sldMk cId="4042136570" sldId="1199"/>
            <ac:grpSpMk id="30" creationId="{1E495E1E-DA4E-2576-2EC7-12EE34165E6B}"/>
          </ac:grpSpMkLst>
        </pc:grpChg>
        <pc:picChg chg="mod">
          <ac:chgData name="Palit, Tapti" userId="dec6fbcd-7598-406a-8cbf-504d4a3bac15" providerId="ADAL" clId="{65104DF2-1B45-4C36-9E2A-F89658839DCF}" dt="2024-02-06T19:52:06.748" v="26831" actId="1076"/>
          <ac:picMkLst>
            <pc:docMk/>
            <pc:sldMk cId="4042136570" sldId="1199"/>
            <ac:picMk id="7" creationId="{4F3FFEC7-1909-9513-4DF3-8D533C856A04}"/>
          </ac:picMkLst>
        </pc:picChg>
        <pc:cxnChg chg="mod">
          <ac:chgData name="Palit, Tapti" userId="dec6fbcd-7598-406a-8cbf-504d4a3bac15" providerId="ADAL" clId="{65104DF2-1B45-4C36-9E2A-F89658839DCF}" dt="2024-02-06T19:49:33.274" v="26803" actId="1035"/>
          <ac:cxnSpMkLst>
            <pc:docMk/>
            <pc:sldMk cId="4042136570" sldId="1199"/>
            <ac:cxnSpMk id="32" creationId="{541C548D-09CD-59A2-A89D-4BBB73245F9D}"/>
          </ac:cxnSpMkLst>
        </pc:cxnChg>
      </pc:sldChg>
      <pc:sldChg chg="add del">
        <pc:chgData name="Palit, Tapti" userId="dec6fbcd-7598-406a-8cbf-504d4a3bac15" providerId="ADAL" clId="{65104DF2-1B45-4C36-9E2A-F89658839DCF}" dt="2024-02-06T19:57:42.806" v="26864" actId="47"/>
        <pc:sldMkLst>
          <pc:docMk/>
          <pc:sldMk cId="3189751613" sldId="1200"/>
        </pc:sldMkLst>
      </pc:sldChg>
      <pc:sldChg chg="modSp add modAnim">
        <pc:chgData name="Palit, Tapti" userId="dec6fbcd-7598-406a-8cbf-504d4a3bac15" providerId="ADAL" clId="{65104DF2-1B45-4C36-9E2A-F89658839DCF}" dt="2024-02-06T20:31:07.954" v="27482" actId="5793"/>
        <pc:sldMkLst>
          <pc:docMk/>
          <pc:sldMk cId="3768287891" sldId="1200"/>
        </pc:sldMkLst>
        <pc:spChg chg="mod">
          <ac:chgData name="Palit, Tapti" userId="dec6fbcd-7598-406a-8cbf-504d4a3bac15" providerId="ADAL" clId="{65104DF2-1B45-4C36-9E2A-F89658839DCF}" dt="2024-02-06T20:31:07.954" v="27482" actId="5793"/>
          <ac:spMkLst>
            <pc:docMk/>
            <pc:sldMk cId="3768287891" sldId="1200"/>
            <ac:spMk id="3" creationId="{D4378041-6CE9-61D9-88E2-C6504AA0D553}"/>
          </ac:spMkLst>
        </pc:spChg>
      </pc:sldChg>
      <pc:sldChg chg="delSp modSp add mod modAnim">
        <pc:chgData name="Palit, Tapti" userId="dec6fbcd-7598-406a-8cbf-504d4a3bac15" providerId="ADAL" clId="{65104DF2-1B45-4C36-9E2A-F89658839DCF}" dt="2024-02-06T20:55:46.533" v="27963" actId="20577"/>
        <pc:sldMkLst>
          <pc:docMk/>
          <pc:sldMk cId="1051057103" sldId="1201"/>
        </pc:sldMkLst>
        <pc:spChg chg="mod">
          <ac:chgData name="Palit, Tapti" userId="dec6fbcd-7598-406a-8cbf-504d4a3bac15" providerId="ADAL" clId="{65104DF2-1B45-4C36-9E2A-F89658839DCF}" dt="2024-02-06T20:55:46.533" v="27963" actId="20577"/>
          <ac:spMkLst>
            <pc:docMk/>
            <pc:sldMk cId="1051057103" sldId="1201"/>
            <ac:spMk id="2" creationId="{2F315C61-B35B-7B4E-2FEF-3351FE57CAC6}"/>
          </ac:spMkLst>
        </pc:spChg>
        <pc:grpChg chg="del">
          <ac:chgData name="Palit, Tapti" userId="dec6fbcd-7598-406a-8cbf-504d4a3bac15" providerId="ADAL" clId="{65104DF2-1B45-4C36-9E2A-F89658839DCF}" dt="2024-02-06T20:29:57.424" v="27359" actId="478"/>
          <ac:grpSpMkLst>
            <pc:docMk/>
            <pc:sldMk cId="1051057103" sldId="1201"/>
            <ac:grpSpMk id="14" creationId="{2567DB46-E2DF-FEF6-1106-E248D496C2C6}"/>
          </ac:grpSpMkLst>
        </pc:grpChg>
        <pc:grpChg chg="del">
          <ac:chgData name="Palit, Tapti" userId="dec6fbcd-7598-406a-8cbf-504d4a3bac15" providerId="ADAL" clId="{65104DF2-1B45-4C36-9E2A-F89658839DCF}" dt="2024-02-06T20:29:59.246" v="27360" actId="478"/>
          <ac:grpSpMkLst>
            <pc:docMk/>
            <pc:sldMk cId="1051057103" sldId="1201"/>
            <ac:grpSpMk id="15" creationId="{8922D046-DF28-25BD-306C-9943141E6B1B}"/>
          </ac:grpSpMkLst>
        </pc:grpChg>
      </pc:sldChg>
      <pc:sldChg chg="addSp delSp modSp add modAnim modNotesTx">
        <pc:chgData name="Palit, Tapti" userId="dec6fbcd-7598-406a-8cbf-504d4a3bac15" providerId="ADAL" clId="{65104DF2-1B45-4C36-9E2A-F89658839DCF}" dt="2024-02-06T20:48:14.003" v="27668" actId="478"/>
        <pc:sldMkLst>
          <pc:docMk/>
          <pc:sldMk cId="2515159250" sldId="1202"/>
        </pc:sldMkLst>
        <pc:spChg chg="add mod">
          <ac:chgData name="Palit, Tapti" userId="dec6fbcd-7598-406a-8cbf-504d4a3bac15" providerId="ADAL" clId="{65104DF2-1B45-4C36-9E2A-F89658839DCF}" dt="2024-02-06T20:45:15.717" v="27660"/>
          <ac:spMkLst>
            <pc:docMk/>
            <pc:sldMk cId="2515159250" sldId="1202"/>
            <ac:spMk id="8" creationId="{602E9820-28ED-E45E-93EF-DAE41B463581}"/>
          </ac:spMkLst>
        </pc:spChg>
        <pc:picChg chg="add del">
          <ac:chgData name="Palit, Tapti" userId="dec6fbcd-7598-406a-8cbf-504d4a3bac15" providerId="ADAL" clId="{65104DF2-1B45-4C36-9E2A-F89658839DCF}" dt="2024-02-06T20:48:14.003" v="27668" actId="478"/>
          <ac:picMkLst>
            <pc:docMk/>
            <pc:sldMk cId="2515159250" sldId="1202"/>
            <ac:picMk id="5" creationId="{35B2253E-1A4B-01D3-0EEE-ACB4B047E83F}"/>
          </ac:picMkLst>
        </pc:picChg>
        <pc:picChg chg="add">
          <ac:chgData name="Palit, Tapti" userId="dec6fbcd-7598-406a-8cbf-504d4a3bac15" providerId="ADAL" clId="{65104DF2-1B45-4C36-9E2A-F89658839DCF}" dt="2024-02-06T20:47:57.189" v="27664"/>
          <ac:picMkLst>
            <pc:docMk/>
            <pc:sldMk cId="2515159250" sldId="1202"/>
            <ac:picMk id="10" creationId="{4D93D763-1C46-8010-A318-F0BE9F7C309D}"/>
          </ac:picMkLst>
        </pc:picChg>
        <pc:picChg chg="add del">
          <ac:chgData name="Palit, Tapti" userId="dec6fbcd-7598-406a-8cbf-504d4a3bac15" providerId="ADAL" clId="{65104DF2-1B45-4C36-9E2A-F89658839DCF}" dt="2024-02-06T20:48:14.003" v="27668" actId="478"/>
          <ac:picMkLst>
            <pc:docMk/>
            <pc:sldMk cId="2515159250" sldId="1202"/>
            <ac:picMk id="11" creationId="{93F3153C-159E-BE06-F4C2-5CB060A4B5B3}"/>
          </ac:picMkLst>
        </pc:picChg>
      </pc:sldChg>
      <pc:sldChg chg="addSp delSp modSp add mod">
        <pc:chgData name="Palit, Tapti" userId="dec6fbcd-7598-406a-8cbf-504d4a3bac15" providerId="ADAL" clId="{65104DF2-1B45-4C36-9E2A-F89658839DCF}" dt="2024-02-06T20:55:05.433" v="27890" actId="1076"/>
        <pc:sldMkLst>
          <pc:docMk/>
          <pc:sldMk cId="3016799779" sldId="1203"/>
        </pc:sldMkLst>
        <pc:spChg chg="mod">
          <ac:chgData name="Palit, Tapti" userId="dec6fbcd-7598-406a-8cbf-504d4a3bac15" providerId="ADAL" clId="{65104DF2-1B45-4C36-9E2A-F89658839DCF}" dt="2024-02-06T20:53:23.029" v="27777" actId="20577"/>
          <ac:spMkLst>
            <pc:docMk/>
            <pc:sldMk cId="3016799779" sldId="1203"/>
            <ac:spMk id="2" creationId="{03FA1A32-5824-9985-5E41-2303E9375BAB}"/>
          </ac:spMkLst>
        </pc:spChg>
        <pc:spChg chg="mod">
          <ac:chgData name="Palit, Tapti" userId="dec6fbcd-7598-406a-8cbf-504d4a3bac15" providerId="ADAL" clId="{65104DF2-1B45-4C36-9E2A-F89658839DCF}" dt="2024-02-06T20:54:20.474" v="27864" actId="20577"/>
          <ac:spMkLst>
            <pc:docMk/>
            <pc:sldMk cId="3016799779" sldId="1203"/>
            <ac:spMk id="9" creationId="{AEF08731-08B1-355C-F7E1-FE8A0C51368E}"/>
          </ac:spMkLst>
        </pc:spChg>
        <pc:spChg chg="mod">
          <ac:chgData name="Palit, Tapti" userId="dec6fbcd-7598-406a-8cbf-504d4a3bac15" providerId="ADAL" clId="{65104DF2-1B45-4C36-9E2A-F89658839DCF}" dt="2024-02-06T20:49:04.765" v="27672" actId="14100"/>
          <ac:spMkLst>
            <pc:docMk/>
            <pc:sldMk cId="3016799779" sldId="1203"/>
            <ac:spMk id="18" creationId="{64F75AC8-86B6-5798-58A6-3F425747C004}"/>
          </ac:spMkLst>
        </pc:spChg>
        <pc:spChg chg="mod">
          <ac:chgData name="Palit, Tapti" userId="dec6fbcd-7598-406a-8cbf-504d4a3bac15" providerId="ADAL" clId="{65104DF2-1B45-4C36-9E2A-F89658839DCF}" dt="2024-02-06T20:49:04.765" v="27672" actId="14100"/>
          <ac:spMkLst>
            <pc:docMk/>
            <pc:sldMk cId="3016799779" sldId="1203"/>
            <ac:spMk id="19" creationId="{9005FBE8-FBF9-68CA-9C3F-2976384A9555}"/>
          </ac:spMkLst>
        </pc:spChg>
        <pc:spChg chg="add mod">
          <ac:chgData name="Palit, Tapti" userId="dec6fbcd-7598-406a-8cbf-504d4a3bac15" providerId="ADAL" clId="{65104DF2-1B45-4C36-9E2A-F89658839DCF}" dt="2024-02-06T20:53:58.629" v="27803" actId="1076"/>
          <ac:spMkLst>
            <pc:docMk/>
            <pc:sldMk cId="3016799779" sldId="1203"/>
            <ac:spMk id="43" creationId="{AEFF050B-22BB-D019-B966-30BCFFC8C78A}"/>
          </ac:spMkLst>
        </pc:spChg>
        <pc:spChg chg="add del">
          <ac:chgData name="Palit, Tapti" userId="dec6fbcd-7598-406a-8cbf-504d4a3bac15" providerId="ADAL" clId="{65104DF2-1B45-4C36-9E2A-F89658839DCF}" dt="2024-02-06T20:54:30.494" v="27866" actId="22"/>
          <ac:spMkLst>
            <pc:docMk/>
            <pc:sldMk cId="3016799779" sldId="1203"/>
            <ac:spMk id="45" creationId="{7BCC7715-42E0-3DC3-93D6-02BA8851AE8E}"/>
          </ac:spMkLst>
        </pc:spChg>
        <pc:spChg chg="add mod">
          <ac:chgData name="Palit, Tapti" userId="dec6fbcd-7598-406a-8cbf-504d4a3bac15" providerId="ADAL" clId="{65104DF2-1B45-4C36-9E2A-F89658839DCF}" dt="2024-02-06T20:55:05.433" v="27890" actId="1076"/>
          <ac:spMkLst>
            <pc:docMk/>
            <pc:sldMk cId="3016799779" sldId="1203"/>
            <ac:spMk id="46" creationId="{09FEF288-2E6A-CF9C-DC43-79F9BF795829}"/>
          </ac:spMkLst>
        </pc:spChg>
        <pc:grpChg chg="add del mod">
          <ac:chgData name="Palit, Tapti" userId="dec6fbcd-7598-406a-8cbf-504d4a3bac15" providerId="ADAL" clId="{65104DF2-1B45-4C36-9E2A-F89658839DCF}" dt="2024-02-06T20:49:10.450" v="27673" actId="478"/>
          <ac:grpSpMkLst>
            <pc:docMk/>
            <pc:sldMk cId="3016799779" sldId="1203"/>
            <ac:grpSpMk id="10" creationId="{5EDD3CDD-FF4D-9C94-2181-24016C506C0D}"/>
          </ac:grpSpMkLst>
        </pc:grpChg>
        <pc:picChg chg="mod">
          <ac:chgData name="Palit, Tapti" userId="dec6fbcd-7598-406a-8cbf-504d4a3bac15" providerId="ADAL" clId="{65104DF2-1B45-4C36-9E2A-F89658839DCF}" dt="2024-02-06T20:49:04.765" v="27672" actId="14100"/>
          <ac:picMkLst>
            <pc:docMk/>
            <pc:sldMk cId="3016799779" sldId="1203"/>
            <ac:picMk id="11" creationId="{5AE80E8C-9DE0-18CC-923C-1A8A2A515DFF}"/>
          </ac:picMkLst>
        </pc:picChg>
        <pc:picChg chg="mod">
          <ac:chgData name="Palit, Tapti" userId="dec6fbcd-7598-406a-8cbf-504d4a3bac15" providerId="ADAL" clId="{65104DF2-1B45-4C36-9E2A-F89658839DCF}" dt="2024-02-06T20:49:04.765" v="27672" actId="14100"/>
          <ac:picMkLst>
            <pc:docMk/>
            <pc:sldMk cId="3016799779" sldId="1203"/>
            <ac:picMk id="12" creationId="{ADB6083B-482D-9394-2856-56D4E3EE9BA6}"/>
          </ac:picMkLst>
        </pc:picChg>
        <pc:picChg chg="mod">
          <ac:chgData name="Palit, Tapti" userId="dec6fbcd-7598-406a-8cbf-504d4a3bac15" providerId="ADAL" clId="{65104DF2-1B45-4C36-9E2A-F89658839DCF}" dt="2024-02-06T20:49:04.765" v="27672" actId="14100"/>
          <ac:picMkLst>
            <pc:docMk/>
            <pc:sldMk cId="3016799779" sldId="1203"/>
            <ac:picMk id="13" creationId="{0BFFCE1A-C5C9-42C3-5D9F-57927BDB14F1}"/>
          </ac:picMkLst>
        </pc:picChg>
        <pc:picChg chg="mod">
          <ac:chgData name="Palit, Tapti" userId="dec6fbcd-7598-406a-8cbf-504d4a3bac15" providerId="ADAL" clId="{65104DF2-1B45-4C36-9E2A-F89658839DCF}" dt="2024-02-06T20:49:04.765" v="27672" actId="14100"/>
          <ac:picMkLst>
            <pc:docMk/>
            <pc:sldMk cId="3016799779" sldId="1203"/>
            <ac:picMk id="14" creationId="{D30380C0-8895-41A1-9D19-6ABE2B5B15BC}"/>
          </ac:picMkLst>
        </pc:picChg>
        <pc:picChg chg="add mod">
          <ac:chgData name="Palit, Tapti" userId="dec6fbcd-7598-406a-8cbf-504d4a3bac15" providerId="ADAL" clId="{65104DF2-1B45-4C36-9E2A-F89658839DCF}" dt="2024-02-06T20:52:59.434" v="27697" actId="1076"/>
          <ac:picMkLst>
            <pc:docMk/>
            <pc:sldMk cId="3016799779" sldId="1203"/>
            <ac:picMk id="20" creationId="{9FC79036-51C6-410C-75BE-9CFFD374C15B}"/>
          </ac:picMkLst>
        </pc:picChg>
        <pc:picChg chg="add mod">
          <ac:chgData name="Palit, Tapti" userId="dec6fbcd-7598-406a-8cbf-504d4a3bac15" providerId="ADAL" clId="{65104DF2-1B45-4C36-9E2A-F89658839DCF}" dt="2024-02-06T20:52:59.434" v="27697" actId="1076"/>
          <ac:picMkLst>
            <pc:docMk/>
            <pc:sldMk cId="3016799779" sldId="1203"/>
            <ac:picMk id="21" creationId="{DC965327-19CC-3E45-3F09-B31D9E214B9E}"/>
          </ac:picMkLst>
        </pc:picChg>
        <pc:picChg chg="add mod">
          <ac:chgData name="Palit, Tapti" userId="dec6fbcd-7598-406a-8cbf-504d4a3bac15" providerId="ADAL" clId="{65104DF2-1B45-4C36-9E2A-F89658839DCF}" dt="2024-02-06T20:54:55.675" v="27872" actId="1076"/>
          <ac:picMkLst>
            <pc:docMk/>
            <pc:sldMk cId="3016799779" sldId="1203"/>
            <ac:picMk id="22" creationId="{C8031E95-90E9-83C4-2BC2-7895C19B270E}"/>
          </ac:picMkLst>
        </pc:picChg>
        <pc:picChg chg="add mod">
          <ac:chgData name="Palit, Tapti" userId="dec6fbcd-7598-406a-8cbf-504d4a3bac15" providerId="ADAL" clId="{65104DF2-1B45-4C36-9E2A-F89658839DCF}" dt="2024-02-06T20:54:47.545" v="27871" actId="1076"/>
          <ac:picMkLst>
            <pc:docMk/>
            <pc:sldMk cId="3016799779" sldId="1203"/>
            <ac:picMk id="23" creationId="{656F6BC0-D807-644D-0E56-BEB296A059E5}"/>
          </ac:picMkLst>
        </pc:picChg>
        <pc:cxnChg chg="mod">
          <ac:chgData name="Palit, Tapti" userId="dec6fbcd-7598-406a-8cbf-504d4a3bac15" providerId="ADAL" clId="{65104DF2-1B45-4C36-9E2A-F89658839DCF}" dt="2024-02-06T20:49:04.765" v="27672" actId="14100"/>
          <ac:cxnSpMkLst>
            <pc:docMk/>
            <pc:sldMk cId="3016799779" sldId="1203"/>
            <ac:cxnSpMk id="15" creationId="{AB6298CA-F6D1-F473-B9A7-63202FB63C01}"/>
          </ac:cxnSpMkLst>
        </pc:cxnChg>
        <pc:cxnChg chg="mod">
          <ac:chgData name="Palit, Tapti" userId="dec6fbcd-7598-406a-8cbf-504d4a3bac15" providerId="ADAL" clId="{65104DF2-1B45-4C36-9E2A-F89658839DCF}" dt="2024-02-06T20:49:04.765" v="27672" actId="14100"/>
          <ac:cxnSpMkLst>
            <pc:docMk/>
            <pc:sldMk cId="3016799779" sldId="1203"/>
            <ac:cxnSpMk id="16" creationId="{2F00FE66-D10E-6D0E-7CA1-6548FB9F7F75}"/>
          </ac:cxnSpMkLst>
        </pc:cxnChg>
        <pc:cxnChg chg="mod">
          <ac:chgData name="Palit, Tapti" userId="dec6fbcd-7598-406a-8cbf-504d4a3bac15" providerId="ADAL" clId="{65104DF2-1B45-4C36-9E2A-F89658839DCF}" dt="2024-02-06T20:49:04.765" v="27672" actId="14100"/>
          <ac:cxnSpMkLst>
            <pc:docMk/>
            <pc:sldMk cId="3016799779" sldId="1203"/>
            <ac:cxnSpMk id="17" creationId="{8124D2CC-D2D3-6764-E27B-8981F18337BB}"/>
          </ac:cxnSpMkLst>
        </pc:cxnChg>
        <pc:cxnChg chg="add mod">
          <ac:chgData name="Palit, Tapti" userId="dec6fbcd-7598-406a-8cbf-504d4a3bac15" providerId="ADAL" clId="{65104DF2-1B45-4C36-9E2A-F89658839DCF}" dt="2024-02-06T20:52:59.434" v="27697" actId="1076"/>
          <ac:cxnSpMkLst>
            <pc:docMk/>
            <pc:sldMk cId="3016799779" sldId="1203"/>
            <ac:cxnSpMk id="24" creationId="{F8093AFA-2178-0DC5-B0E8-F677F91417C8}"/>
          </ac:cxnSpMkLst>
        </pc:cxnChg>
        <pc:cxnChg chg="add mod">
          <ac:chgData name="Palit, Tapti" userId="dec6fbcd-7598-406a-8cbf-504d4a3bac15" providerId="ADAL" clId="{65104DF2-1B45-4C36-9E2A-F89658839DCF}" dt="2024-02-06T20:54:55.675" v="27872" actId="1076"/>
          <ac:cxnSpMkLst>
            <pc:docMk/>
            <pc:sldMk cId="3016799779" sldId="1203"/>
            <ac:cxnSpMk id="25" creationId="{DF720B9E-B9FF-8457-7842-35BD4E544A4B}"/>
          </ac:cxnSpMkLst>
        </pc:cxnChg>
        <pc:cxnChg chg="add mod">
          <ac:chgData name="Palit, Tapti" userId="dec6fbcd-7598-406a-8cbf-504d4a3bac15" providerId="ADAL" clId="{65104DF2-1B45-4C36-9E2A-F89658839DCF}" dt="2024-02-06T20:54:55.675" v="27872" actId="1076"/>
          <ac:cxnSpMkLst>
            <pc:docMk/>
            <pc:sldMk cId="3016799779" sldId="1203"/>
            <ac:cxnSpMk id="26" creationId="{7C6AC42D-7BD6-B9D1-6D0D-3386CC6D0D88}"/>
          </ac:cxnSpMkLst>
        </pc:cxnChg>
      </pc:sldChg>
      <pc:sldChg chg="modSp mod">
        <pc:chgData name="Palit, Tapti" userId="dec6fbcd-7598-406a-8cbf-504d4a3bac15" providerId="ADAL" clId="{65104DF2-1B45-4C36-9E2A-F89658839DCF}" dt="2024-02-15T17:32:52.432" v="28004" actId="14100"/>
        <pc:sldMkLst>
          <pc:docMk/>
          <pc:sldMk cId="3305435457" sldId="1209"/>
        </pc:sldMkLst>
        <pc:spChg chg="mod">
          <ac:chgData name="Palit, Tapti" userId="dec6fbcd-7598-406a-8cbf-504d4a3bac15" providerId="ADAL" clId="{65104DF2-1B45-4C36-9E2A-F89658839DCF}" dt="2024-02-15T17:32:52.432" v="28004" actId="14100"/>
          <ac:spMkLst>
            <pc:docMk/>
            <pc:sldMk cId="3305435457" sldId="1209"/>
            <ac:spMk id="15" creationId="{029BD5F8-9E36-A1E2-229F-61E72670C82E}"/>
          </ac:spMkLst>
        </pc:spChg>
      </pc:sldChg>
      <pc:sldMasterChg chg="delSp modSp mod addSldLayout delSldLayout modSldLayout sldLayoutOrd">
        <pc:chgData name="Palit, Tapti" userId="dec6fbcd-7598-406a-8cbf-504d4a3bac15" providerId="ADAL" clId="{65104DF2-1B45-4C36-9E2A-F89658839DCF}" dt="2024-01-15T20:14:09.106" v="898" actId="2711"/>
        <pc:sldMasterMkLst>
          <pc:docMk/>
          <pc:sldMasterMk cId="233712816" sldId="2147483680"/>
        </pc:sldMasterMkLst>
        <pc:spChg chg="mod">
          <ac:chgData name="Palit, Tapti" userId="dec6fbcd-7598-406a-8cbf-504d4a3bac15" providerId="ADAL" clId="{65104DF2-1B45-4C36-9E2A-F89658839DCF}" dt="2024-01-15T20:11:17.575" v="863" actId="2711"/>
          <ac:spMkLst>
            <pc:docMk/>
            <pc:sldMasterMk cId="233712816" sldId="2147483680"/>
            <ac:spMk id="3" creationId="{00000000-0000-0000-0000-000000000000}"/>
          </ac:spMkLst>
        </pc:spChg>
        <pc:spChg chg="del">
          <ac:chgData name="Palit, Tapti" userId="dec6fbcd-7598-406a-8cbf-504d4a3bac15" providerId="ADAL" clId="{65104DF2-1B45-4C36-9E2A-F89658839DCF}" dt="2024-01-15T19:04:46.488" v="409" actId="478"/>
          <ac:spMkLst>
            <pc:docMk/>
            <pc:sldMasterMk cId="233712816" sldId="2147483680"/>
            <ac:spMk id="4" creationId="{00000000-0000-0000-0000-000000000000}"/>
          </ac:spMkLst>
        </pc:spChg>
        <pc:spChg chg="del">
          <ac:chgData name="Palit, Tapti" userId="dec6fbcd-7598-406a-8cbf-504d4a3bac15" providerId="ADAL" clId="{65104DF2-1B45-4C36-9E2A-F89658839DCF}" dt="2024-01-15T19:04:46.488" v="409" actId="478"/>
          <ac:spMkLst>
            <pc:docMk/>
            <pc:sldMasterMk cId="233712816" sldId="2147483680"/>
            <ac:spMk id="5" creationId="{00000000-0000-0000-0000-000000000000}"/>
          </ac:spMkLst>
        </pc:spChg>
        <pc:spChg chg="del">
          <ac:chgData name="Palit, Tapti" userId="dec6fbcd-7598-406a-8cbf-504d4a3bac15" providerId="ADAL" clId="{65104DF2-1B45-4C36-9E2A-F89658839DCF}" dt="2024-01-15T19:04:46.488" v="409" actId="478"/>
          <ac:spMkLst>
            <pc:docMk/>
            <pc:sldMasterMk cId="233712816" sldId="2147483680"/>
            <ac:spMk id="6" creationId="{00000000-0000-0000-0000-000000000000}"/>
          </ac:spMkLst>
        </pc:spChg>
        <pc:sldLayoutChg chg="delSp modSp del mod">
          <pc:chgData name="Palit, Tapti" userId="dec6fbcd-7598-406a-8cbf-504d4a3bac15" providerId="ADAL" clId="{65104DF2-1B45-4C36-9E2A-F89658839DCF}" dt="2024-01-15T18:07:55.258" v="66" actId="2696"/>
          <pc:sldLayoutMkLst>
            <pc:docMk/>
            <pc:sldMasterMk cId="233712816" sldId="2147483680"/>
            <pc:sldLayoutMk cId="4145631447" sldId="2147483679"/>
          </pc:sldLayoutMkLst>
          <pc:spChg chg="mod">
            <ac:chgData name="Palit, Tapti" userId="dec6fbcd-7598-406a-8cbf-504d4a3bac15" providerId="ADAL" clId="{65104DF2-1B45-4C36-9E2A-F89658839DCF}" dt="2024-01-15T17:59:14.129" v="38" actId="207"/>
            <ac:spMkLst>
              <pc:docMk/>
              <pc:sldMasterMk cId="233712816" sldId="2147483680"/>
              <pc:sldLayoutMk cId="4145631447" sldId="2147483679"/>
              <ac:spMk id="2" creationId="{00000000-0000-0000-0000-000000000000}"/>
            </ac:spMkLst>
          </pc:spChg>
          <pc:spChg chg="del">
            <ac:chgData name="Palit, Tapti" userId="dec6fbcd-7598-406a-8cbf-504d4a3bac15" providerId="ADAL" clId="{65104DF2-1B45-4C36-9E2A-F89658839DCF}" dt="2024-01-15T17:59:16.456" v="39" actId="478"/>
            <ac:spMkLst>
              <pc:docMk/>
              <pc:sldMasterMk cId="233712816" sldId="2147483680"/>
              <pc:sldLayoutMk cId="4145631447" sldId="2147483679"/>
              <ac:spMk id="4" creationId="{00000000-0000-0000-0000-000000000000}"/>
            </ac:spMkLst>
          </pc:spChg>
        </pc:sldLayoutChg>
        <pc:sldLayoutChg chg="addSp delSp modSp mod">
          <pc:chgData name="Palit, Tapti" userId="dec6fbcd-7598-406a-8cbf-504d4a3bac15" providerId="ADAL" clId="{65104DF2-1B45-4C36-9E2A-F89658839DCF}" dt="2024-01-15T20:11:57.542" v="867" actId="2711"/>
          <pc:sldLayoutMkLst>
            <pc:docMk/>
            <pc:sldMasterMk cId="233712816" sldId="2147483680"/>
            <pc:sldLayoutMk cId="2376799565" sldId="2147483681"/>
          </pc:sldLayoutMkLst>
          <pc:spChg chg="add del mod">
            <ac:chgData name="Palit, Tapti" userId="dec6fbcd-7598-406a-8cbf-504d4a3bac15" providerId="ADAL" clId="{65104DF2-1B45-4C36-9E2A-F89658839DCF}" dt="2024-01-15T20:11:53.860" v="866" actId="2711"/>
            <ac:spMkLst>
              <pc:docMk/>
              <pc:sldMasterMk cId="233712816" sldId="2147483680"/>
              <pc:sldLayoutMk cId="2376799565" sldId="2147483681"/>
              <ac:spMk id="2" creationId="{00000000-0000-0000-0000-000000000000}"/>
            </ac:spMkLst>
          </pc:spChg>
          <pc:spChg chg="mod">
            <ac:chgData name="Palit, Tapti" userId="dec6fbcd-7598-406a-8cbf-504d4a3bac15" providerId="ADAL" clId="{65104DF2-1B45-4C36-9E2A-F89658839DCF}" dt="2024-01-15T20:11:57.542" v="867" actId="2711"/>
            <ac:spMkLst>
              <pc:docMk/>
              <pc:sldMasterMk cId="233712816" sldId="2147483680"/>
              <pc:sldLayoutMk cId="2376799565" sldId="2147483681"/>
              <ac:spMk id="3" creationId="{00000000-0000-0000-0000-000000000000}"/>
            </ac:spMkLst>
          </pc:spChg>
        </pc:sldLayoutChg>
        <pc:sldLayoutChg chg="addSp delSp modSp add mod ord modTransition">
          <pc:chgData name="Palit, Tapti" userId="dec6fbcd-7598-406a-8cbf-504d4a3bac15" providerId="ADAL" clId="{65104DF2-1B45-4C36-9E2A-F89658839DCF}" dt="2024-01-15T20:14:02.988" v="897" actId="2711"/>
          <pc:sldLayoutMkLst>
            <pc:docMk/>
            <pc:sldMasterMk cId="233712816" sldId="2147483680"/>
            <pc:sldLayoutMk cId="450071755" sldId="2147483688"/>
          </pc:sldLayoutMkLst>
          <pc:spChg chg="mod">
            <ac:chgData name="Palit, Tapti" userId="dec6fbcd-7598-406a-8cbf-504d4a3bac15" providerId="ADAL" clId="{65104DF2-1B45-4C36-9E2A-F89658839DCF}" dt="2024-01-15T20:12:02.152" v="868" actId="2711"/>
            <ac:spMkLst>
              <pc:docMk/>
              <pc:sldMasterMk cId="233712816" sldId="2147483680"/>
              <pc:sldLayoutMk cId="450071755" sldId="2147483688"/>
              <ac:spMk id="2" creationId="{00000000-0000-0000-0000-000000000000}"/>
            </ac:spMkLst>
          </pc:spChg>
          <pc:spChg chg="mod ord">
            <ac:chgData name="Palit, Tapti" userId="dec6fbcd-7598-406a-8cbf-504d4a3bac15" providerId="ADAL" clId="{65104DF2-1B45-4C36-9E2A-F89658839DCF}" dt="2024-01-15T20:11:23.496" v="865" actId="1076"/>
            <ac:spMkLst>
              <pc:docMk/>
              <pc:sldMasterMk cId="233712816" sldId="2147483680"/>
              <pc:sldLayoutMk cId="450071755" sldId="2147483688"/>
              <ac:spMk id="3" creationId="{00000000-0000-0000-0000-000000000000}"/>
            </ac:spMkLst>
          </pc:spChg>
          <pc:spChg chg="add del mod ord">
            <ac:chgData name="Palit, Tapti" userId="dec6fbcd-7598-406a-8cbf-504d4a3bac15" providerId="ADAL" clId="{65104DF2-1B45-4C36-9E2A-F89658839DCF}" dt="2024-01-15T19:10:34.484" v="446" actId="478"/>
            <ac:spMkLst>
              <pc:docMk/>
              <pc:sldMasterMk cId="233712816" sldId="2147483680"/>
              <pc:sldLayoutMk cId="450071755" sldId="2147483688"/>
              <ac:spMk id="4" creationId="{8DE35455-89B3-A97F-07AD-AB9489418D93}"/>
            </ac:spMkLst>
          </pc:spChg>
          <pc:spChg chg="add mod">
            <ac:chgData name="Palit, Tapti" userId="dec6fbcd-7598-406a-8cbf-504d4a3bac15" providerId="ADAL" clId="{65104DF2-1B45-4C36-9E2A-F89658839DCF}" dt="2024-01-15T20:14:02.988" v="897" actId="2711"/>
            <ac:spMkLst>
              <pc:docMk/>
              <pc:sldMasterMk cId="233712816" sldId="2147483680"/>
              <pc:sldLayoutMk cId="450071755" sldId="2147483688"/>
              <ac:spMk id="5" creationId="{D6696F96-BE01-5647-CDCB-DE7A5BC74867}"/>
            </ac:spMkLst>
          </pc:spChg>
        </pc:sldLayoutChg>
        <pc:sldLayoutChg chg="addSp delSp modSp mod">
          <pc:chgData name="Palit, Tapti" userId="dec6fbcd-7598-406a-8cbf-504d4a3bac15" providerId="ADAL" clId="{65104DF2-1B45-4C36-9E2A-F89658839DCF}" dt="2024-01-15T20:12:06.474" v="869" actId="2711"/>
          <pc:sldLayoutMkLst>
            <pc:docMk/>
            <pc:sldMasterMk cId="233712816" sldId="2147483680"/>
            <pc:sldLayoutMk cId="2130576674" sldId="2147483689"/>
          </pc:sldLayoutMkLst>
          <pc:spChg chg="mod">
            <ac:chgData name="Palit, Tapti" userId="dec6fbcd-7598-406a-8cbf-504d4a3bac15" providerId="ADAL" clId="{65104DF2-1B45-4C36-9E2A-F89658839DCF}" dt="2024-01-15T20:12:06.474" v="869" actId="2711"/>
            <ac:spMkLst>
              <pc:docMk/>
              <pc:sldMasterMk cId="233712816" sldId="2147483680"/>
              <pc:sldLayoutMk cId="2130576674" sldId="2147483689"/>
              <ac:spMk id="2" creationId="{00000000-0000-0000-0000-000000000000}"/>
            </ac:spMkLst>
          </pc:spChg>
          <pc:spChg chg="mod ord">
            <ac:chgData name="Palit, Tapti" userId="dec6fbcd-7598-406a-8cbf-504d4a3bac15" providerId="ADAL" clId="{65104DF2-1B45-4C36-9E2A-F89658839DCF}" dt="2024-01-15T19:07:10.425" v="418" actId="167"/>
            <ac:spMkLst>
              <pc:docMk/>
              <pc:sldMasterMk cId="233712816" sldId="2147483680"/>
              <pc:sldLayoutMk cId="2130576674" sldId="2147483689"/>
              <ac:spMk id="3" creationId="{00000000-0000-0000-0000-000000000000}"/>
            </ac:spMkLst>
          </pc:spChg>
          <pc:spChg chg="add del mod">
            <ac:chgData name="Palit, Tapti" userId="dec6fbcd-7598-406a-8cbf-504d4a3bac15" providerId="ADAL" clId="{65104DF2-1B45-4C36-9E2A-F89658839DCF}" dt="2024-01-15T17:59:09.679" v="37" actId="478"/>
            <ac:spMkLst>
              <pc:docMk/>
              <pc:sldMasterMk cId="233712816" sldId="2147483680"/>
              <pc:sldLayoutMk cId="2130576674" sldId="2147483689"/>
              <ac:spMk id="4" creationId="{00000000-0000-0000-0000-000000000000}"/>
            </ac:spMkLst>
          </pc:spChg>
        </pc:sldLayoutChg>
        <pc:sldLayoutChg chg="addSp modSp add mod modTransition">
          <pc:chgData name="Palit, Tapti" userId="dec6fbcd-7598-406a-8cbf-504d4a3bac15" providerId="ADAL" clId="{65104DF2-1B45-4C36-9E2A-F89658839DCF}" dt="2024-01-15T20:12:13.604" v="870" actId="2711"/>
          <pc:sldLayoutMkLst>
            <pc:docMk/>
            <pc:sldMasterMk cId="233712816" sldId="2147483680"/>
            <pc:sldLayoutMk cId="2961739054" sldId="2147483690"/>
          </pc:sldLayoutMkLst>
          <pc:spChg chg="mod">
            <ac:chgData name="Palit, Tapti" userId="dec6fbcd-7598-406a-8cbf-504d4a3bac15" providerId="ADAL" clId="{65104DF2-1B45-4C36-9E2A-F89658839DCF}" dt="2024-01-15T20:12:13.604" v="870" actId="2711"/>
            <ac:spMkLst>
              <pc:docMk/>
              <pc:sldMasterMk cId="233712816" sldId="2147483680"/>
              <pc:sldLayoutMk cId="2961739054" sldId="2147483690"/>
              <ac:spMk id="2" creationId="{00000000-0000-0000-0000-000000000000}"/>
            </ac:spMkLst>
          </pc:spChg>
          <pc:spChg chg="mod">
            <ac:chgData name="Palit, Tapti" userId="dec6fbcd-7598-406a-8cbf-504d4a3bac15" providerId="ADAL" clId="{65104DF2-1B45-4C36-9E2A-F89658839DCF}" dt="2024-01-15T19:26:32.086" v="597" actId="14100"/>
            <ac:spMkLst>
              <pc:docMk/>
              <pc:sldMasterMk cId="233712816" sldId="2147483680"/>
              <pc:sldLayoutMk cId="2961739054" sldId="2147483690"/>
              <ac:spMk id="3" creationId="{00000000-0000-0000-0000-000000000000}"/>
            </ac:spMkLst>
          </pc:spChg>
          <pc:spChg chg="add mod">
            <ac:chgData name="Palit, Tapti" userId="dec6fbcd-7598-406a-8cbf-504d4a3bac15" providerId="ADAL" clId="{65104DF2-1B45-4C36-9E2A-F89658839DCF}" dt="2024-01-15T19:26:45.093" v="611" actId="20577"/>
            <ac:spMkLst>
              <pc:docMk/>
              <pc:sldMasterMk cId="233712816" sldId="2147483680"/>
              <pc:sldLayoutMk cId="2961739054" sldId="2147483690"/>
              <ac:spMk id="4" creationId="{68978DA0-41BF-B60B-431E-237BD228D02F}"/>
            </ac:spMkLst>
          </pc:spChg>
        </pc:sldLayoutChg>
        <pc:sldLayoutChg chg="addSp delSp modSp add mod modTransition">
          <pc:chgData name="Palit, Tapti" userId="dec6fbcd-7598-406a-8cbf-504d4a3bac15" providerId="ADAL" clId="{65104DF2-1B45-4C36-9E2A-F89658839DCF}" dt="2024-01-15T20:14:09.106" v="898" actId="2711"/>
          <pc:sldLayoutMkLst>
            <pc:docMk/>
            <pc:sldMasterMk cId="233712816" sldId="2147483680"/>
            <pc:sldLayoutMk cId="2612702505" sldId="2147483692"/>
          </pc:sldLayoutMkLst>
          <pc:spChg chg="mod">
            <ac:chgData name="Palit, Tapti" userId="dec6fbcd-7598-406a-8cbf-504d4a3bac15" providerId="ADAL" clId="{65104DF2-1B45-4C36-9E2A-F89658839DCF}" dt="2024-01-15T20:12:18.074" v="871" actId="2711"/>
            <ac:spMkLst>
              <pc:docMk/>
              <pc:sldMasterMk cId="233712816" sldId="2147483680"/>
              <pc:sldLayoutMk cId="2612702505" sldId="2147483692"/>
              <ac:spMk id="2" creationId="{00000000-0000-0000-0000-000000000000}"/>
            </ac:spMkLst>
          </pc:spChg>
          <pc:spChg chg="mod">
            <ac:chgData name="Palit, Tapti" userId="dec6fbcd-7598-406a-8cbf-504d4a3bac15" providerId="ADAL" clId="{65104DF2-1B45-4C36-9E2A-F89658839DCF}" dt="2024-01-15T19:28:15.431" v="621" actId="14100"/>
            <ac:spMkLst>
              <pc:docMk/>
              <pc:sldMasterMk cId="233712816" sldId="2147483680"/>
              <pc:sldLayoutMk cId="2612702505" sldId="2147483692"/>
              <ac:spMk id="3" creationId="{00000000-0000-0000-0000-000000000000}"/>
            </ac:spMkLst>
          </pc:spChg>
          <pc:spChg chg="mod">
            <ac:chgData name="Palit, Tapti" userId="dec6fbcd-7598-406a-8cbf-504d4a3bac15" providerId="ADAL" clId="{65104DF2-1B45-4C36-9E2A-F89658839DCF}" dt="2024-01-15T19:28:12.361" v="620" actId="14100"/>
            <ac:spMkLst>
              <pc:docMk/>
              <pc:sldMasterMk cId="233712816" sldId="2147483680"/>
              <pc:sldLayoutMk cId="2612702505" sldId="2147483692"/>
              <ac:spMk id="4" creationId="{68978DA0-41BF-B60B-431E-237BD228D02F}"/>
            </ac:spMkLst>
          </pc:spChg>
          <pc:spChg chg="add del mod">
            <ac:chgData name="Palit, Tapti" userId="dec6fbcd-7598-406a-8cbf-504d4a3bac15" providerId="ADAL" clId="{65104DF2-1B45-4C36-9E2A-F89658839DCF}" dt="2024-01-15T19:28:17.570" v="622" actId="478"/>
            <ac:spMkLst>
              <pc:docMk/>
              <pc:sldMasterMk cId="233712816" sldId="2147483680"/>
              <pc:sldLayoutMk cId="2612702505" sldId="2147483692"/>
              <ac:spMk id="5" creationId="{2C43D45F-AA0B-955E-0140-2C751304640F}"/>
            </ac:spMkLst>
          </pc:spChg>
          <pc:spChg chg="add mod">
            <ac:chgData name="Palit, Tapti" userId="dec6fbcd-7598-406a-8cbf-504d4a3bac15" providerId="ADAL" clId="{65104DF2-1B45-4C36-9E2A-F89658839DCF}" dt="2024-01-15T20:14:09.106" v="898" actId="2711"/>
            <ac:spMkLst>
              <pc:docMk/>
              <pc:sldMasterMk cId="233712816" sldId="2147483680"/>
              <pc:sldLayoutMk cId="2612702505" sldId="2147483692"/>
              <ac:spMk id="7" creationId="{77BF8737-CB5A-7C1E-4812-922A7A8693CF}"/>
            </ac:spMkLst>
          </pc:spChg>
        </pc:sldLayoutChg>
      </pc:sldMasterChg>
      <pc:sldMasterChg chg="modSldLayout">
        <pc:chgData name="Palit, Tapti" userId="dec6fbcd-7598-406a-8cbf-504d4a3bac15" providerId="ADAL" clId="{65104DF2-1B45-4C36-9E2A-F89658839DCF}" dt="2024-01-15T17:57:32.767" v="0"/>
        <pc:sldMasterMkLst>
          <pc:docMk/>
          <pc:sldMasterMk cId="2454242851" sldId="2147483683"/>
        </pc:sldMasterMkLst>
        <pc:sldLayoutChg chg="addSp">
          <pc:chgData name="Palit, Tapti" userId="dec6fbcd-7598-406a-8cbf-504d4a3bac15" providerId="ADAL" clId="{65104DF2-1B45-4C36-9E2A-F89658839DCF}" dt="2024-01-15T17:57:32.767" v="0"/>
          <pc:sldLayoutMkLst>
            <pc:docMk/>
            <pc:sldMasterMk cId="2454242851" sldId="2147483683"/>
            <pc:sldLayoutMk cId="3724183353" sldId="2147483685"/>
          </pc:sldLayoutMkLst>
          <pc:spChg chg="add">
            <ac:chgData name="Palit, Tapti" userId="dec6fbcd-7598-406a-8cbf-504d4a3bac15" providerId="ADAL" clId="{65104DF2-1B45-4C36-9E2A-F89658839DCF}" dt="2024-01-15T17:57:32.767" v="0"/>
            <ac:spMkLst>
              <pc:docMk/>
              <pc:sldMasterMk cId="2454242851" sldId="2147483683"/>
              <pc:sldLayoutMk cId="3724183353" sldId="2147483685"/>
              <ac:spMk id="7" creationId="{96E13ED4-8419-74DB-A31E-C11F1E44CFAF}"/>
            </ac:spMkLst>
          </pc:spChg>
        </pc:sldLayoutChg>
      </pc:sldMasterChg>
      <pc:sldMasterChg chg="modSldLayout">
        <pc:chgData name="Palit, Tapti" userId="dec6fbcd-7598-406a-8cbf-504d4a3bac15" providerId="ADAL" clId="{65104DF2-1B45-4C36-9E2A-F89658839DCF}" dt="2024-01-15T17:57:35.172" v="12"/>
        <pc:sldMasterMkLst>
          <pc:docMk/>
          <pc:sldMasterMk cId="3178403950" sldId="2147483701"/>
        </pc:sldMasterMkLst>
        <pc:sldLayoutChg chg="addSp">
          <pc:chgData name="Palit, Tapti" userId="dec6fbcd-7598-406a-8cbf-504d4a3bac15" providerId="ADAL" clId="{65104DF2-1B45-4C36-9E2A-F89658839DCF}" dt="2024-01-15T17:57:35.172" v="12"/>
          <pc:sldLayoutMkLst>
            <pc:docMk/>
            <pc:sldMasterMk cId="3178403950" sldId="2147483701"/>
            <pc:sldLayoutMk cId="3797271499" sldId="2147483703"/>
          </pc:sldLayoutMkLst>
          <pc:spChg chg="add">
            <ac:chgData name="Palit, Tapti" userId="dec6fbcd-7598-406a-8cbf-504d4a3bac15" providerId="ADAL" clId="{65104DF2-1B45-4C36-9E2A-F89658839DCF}" dt="2024-01-15T17:57:35.172" v="12"/>
            <ac:spMkLst>
              <pc:docMk/>
              <pc:sldMasterMk cId="3178403950" sldId="2147483701"/>
              <pc:sldLayoutMk cId="3797271499" sldId="2147483703"/>
              <ac:spMk id="7" creationId="{19C2BC25-0BE6-75E0-665B-C9BC9082C7E3}"/>
            </ac:spMkLst>
          </pc:spChg>
        </pc:sldLayoutChg>
      </pc:sldMasterChg>
    </pc:docChg>
  </pc:docChgLst>
  <pc:docChgLst>
    <pc:chgData name="Palit, Tapti" userId="dec6fbcd-7598-406a-8cbf-504d4a3bac15" providerId="ADAL" clId="{ECD42228-5B96-4A72-B268-C46DF994E6B7}"/>
    <pc:docChg chg="undo redo custSel addSld delSld modSld sldOrd modMainMaster">
      <pc:chgData name="Palit, Tapti" userId="dec6fbcd-7598-406a-8cbf-504d4a3bac15" providerId="ADAL" clId="{ECD42228-5B96-4A72-B268-C46DF994E6B7}" dt="2024-03-10T16:33:46.406" v="116274" actId="122"/>
      <pc:docMkLst>
        <pc:docMk/>
      </pc:docMkLst>
      <pc:sldChg chg="addSp delSp modSp add del mod setBg modClrScheme addCm delCm modCm chgLayout modNotesTx">
        <pc:chgData name="Palit, Tapti" userId="dec6fbcd-7598-406a-8cbf-504d4a3bac15" providerId="ADAL" clId="{ECD42228-5B96-4A72-B268-C46DF994E6B7}" dt="2024-02-13T04:38:49.220" v="115781" actId="1076"/>
        <pc:sldMkLst>
          <pc:docMk/>
          <pc:sldMk cId="4049575248" sldId="256"/>
        </pc:sldMkLst>
        <pc:spChg chg="mod ord">
          <ac:chgData name="Palit, Tapti" userId="dec6fbcd-7598-406a-8cbf-504d4a3bac15" providerId="ADAL" clId="{ECD42228-5B96-4A72-B268-C46DF994E6B7}" dt="2024-01-30T05:01:48.097" v="86898" actId="6264"/>
          <ac:spMkLst>
            <pc:docMk/>
            <pc:sldMk cId="4049575248" sldId="256"/>
            <ac:spMk id="2" creationId="{00000000-0000-0000-0000-000000000000}"/>
          </ac:spMkLst>
        </pc:spChg>
        <pc:spChg chg="del mod ord">
          <ac:chgData name="Palit, Tapti" userId="dec6fbcd-7598-406a-8cbf-504d4a3bac15" providerId="ADAL" clId="{ECD42228-5B96-4A72-B268-C46DF994E6B7}" dt="2024-02-09T01:35:09.514" v="102463" actId="3064"/>
          <ac:spMkLst>
            <pc:docMk/>
            <pc:sldMk cId="4049575248" sldId="256"/>
            <ac:spMk id="3" creationId="{00000000-0000-0000-0000-000000000000}"/>
          </ac:spMkLst>
        </pc:spChg>
        <pc:spChg chg="add del mod">
          <ac:chgData name="Palit, Tapti" userId="dec6fbcd-7598-406a-8cbf-504d4a3bac15" providerId="ADAL" clId="{ECD42228-5B96-4A72-B268-C46DF994E6B7}" dt="2024-01-14T19:15:51.199" v="350" actId="6264"/>
          <ac:spMkLst>
            <pc:docMk/>
            <pc:sldMk cId="4049575248" sldId="256"/>
            <ac:spMk id="4" creationId="{63A26B20-C8F9-83FF-2BE9-75E45C28633E}"/>
          </ac:spMkLst>
        </pc:spChg>
        <pc:spChg chg="add del">
          <ac:chgData name="Palit, Tapti" userId="dec6fbcd-7598-406a-8cbf-504d4a3bac15" providerId="ADAL" clId="{ECD42228-5B96-4A72-B268-C46DF994E6B7}" dt="2024-01-16T03:59:15.539" v="5704" actId="478"/>
          <ac:spMkLst>
            <pc:docMk/>
            <pc:sldMk cId="4049575248" sldId="256"/>
            <ac:spMk id="4" creationId="{89B7C8A5-E60E-44E1-B291-5284BDC11BB2}"/>
          </ac:spMkLst>
        </pc:spChg>
        <pc:spChg chg="add del mod">
          <ac:chgData name="Palit, Tapti" userId="dec6fbcd-7598-406a-8cbf-504d4a3bac15" providerId="ADAL" clId="{ECD42228-5B96-4A72-B268-C46DF994E6B7}" dt="2024-01-29T23:36:19.484" v="82929" actId="6264"/>
          <ac:spMkLst>
            <pc:docMk/>
            <pc:sldMk cId="4049575248" sldId="256"/>
            <ac:spMk id="4" creationId="{A42B71E0-88F9-6F49-8728-2EB8F70D2708}"/>
          </ac:spMkLst>
        </pc:spChg>
        <pc:spChg chg="add del mod">
          <ac:chgData name="Palit, Tapti" userId="dec6fbcd-7598-406a-8cbf-504d4a3bac15" providerId="ADAL" clId="{ECD42228-5B96-4A72-B268-C46DF994E6B7}" dt="2024-01-30T05:01:48.097" v="86898" actId="6264"/>
          <ac:spMkLst>
            <pc:docMk/>
            <pc:sldMk cId="4049575248" sldId="256"/>
            <ac:spMk id="4" creationId="{C8D1536F-604B-F881-1229-9DA1B79659F3}"/>
          </ac:spMkLst>
        </pc:spChg>
        <pc:spChg chg="add del mod">
          <ac:chgData name="Palit, Tapti" userId="dec6fbcd-7598-406a-8cbf-504d4a3bac15" providerId="ADAL" clId="{ECD42228-5B96-4A72-B268-C46DF994E6B7}" dt="2024-01-30T05:01:48.097" v="86898" actId="6264"/>
          <ac:spMkLst>
            <pc:docMk/>
            <pc:sldMk cId="4049575248" sldId="256"/>
            <ac:spMk id="5" creationId="{C28B2F4B-F3DC-335B-4F21-07424D802C27}"/>
          </ac:spMkLst>
        </pc:spChg>
        <pc:spChg chg="add del mod">
          <ac:chgData name="Palit, Tapti" userId="dec6fbcd-7598-406a-8cbf-504d4a3bac15" providerId="ADAL" clId="{ECD42228-5B96-4A72-B268-C46DF994E6B7}" dt="2024-01-29T23:36:19.484" v="82929" actId="6264"/>
          <ac:spMkLst>
            <pc:docMk/>
            <pc:sldMk cId="4049575248" sldId="256"/>
            <ac:spMk id="5" creationId="{D7A2D0F6-3D9C-FC89-76F1-A1BFA8146338}"/>
          </ac:spMkLst>
        </pc:spChg>
        <pc:spChg chg="add del mod">
          <ac:chgData name="Palit, Tapti" userId="dec6fbcd-7598-406a-8cbf-504d4a3bac15" providerId="ADAL" clId="{ECD42228-5B96-4A72-B268-C46DF994E6B7}" dt="2024-01-14T19:15:51.199" v="350" actId="6264"/>
          <ac:spMkLst>
            <pc:docMk/>
            <pc:sldMk cId="4049575248" sldId="256"/>
            <ac:spMk id="5" creationId="{F5D355AC-0101-F058-16C0-052F7F3856D6}"/>
          </ac:spMkLst>
        </pc:spChg>
        <pc:spChg chg="add del mod">
          <ac:chgData name="Palit, Tapti" userId="dec6fbcd-7598-406a-8cbf-504d4a3bac15" providerId="ADAL" clId="{ECD42228-5B96-4A72-B268-C46DF994E6B7}" dt="2024-01-14T19:16:13.765" v="351" actId="6264"/>
          <ac:spMkLst>
            <pc:docMk/>
            <pc:sldMk cId="4049575248" sldId="256"/>
            <ac:spMk id="6" creationId="{5915DA1E-BC3F-B028-8DEE-EAAFF9B71DBE}"/>
          </ac:spMkLst>
        </pc:spChg>
        <pc:spChg chg="add del mod">
          <ac:chgData name="Palit, Tapti" userId="dec6fbcd-7598-406a-8cbf-504d4a3bac15" providerId="ADAL" clId="{ECD42228-5B96-4A72-B268-C46DF994E6B7}" dt="2024-01-14T19:16:13.765" v="351" actId="6264"/>
          <ac:spMkLst>
            <pc:docMk/>
            <pc:sldMk cId="4049575248" sldId="256"/>
            <ac:spMk id="7" creationId="{FCFA162C-B176-F09C-13B6-1DA904FA9630}"/>
          </ac:spMkLst>
        </pc:spChg>
        <pc:spChg chg="add del mod">
          <ac:chgData name="Palit, Tapti" userId="dec6fbcd-7598-406a-8cbf-504d4a3bac15" providerId="ADAL" clId="{ECD42228-5B96-4A72-B268-C46DF994E6B7}" dt="2024-01-14T19:12:26.343" v="342" actId="26606"/>
          <ac:spMkLst>
            <pc:docMk/>
            <pc:sldMk cId="4049575248" sldId="256"/>
            <ac:spMk id="8" creationId="{A631B3DC-B91D-E42F-3C44-96E7E281D77C}"/>
          </ac:spMkLst>
        </pc:spChg>
        <pc:spChg chg="add mod ord">
          <ac:chgData name="Palit, Tapti" userId="dec6fbcd-7598-406a-8cbf-504d4a3bac15" providerId="ADAL" clId="{ECD42228-5B96-4A72-B268-C46DF994E6B7}" dt="2024-01-14T19:17:10.151" v="362" actId="20577"/>
          <ac:spMkLst>
            <pc:docMk/>
            <pc:sldMk cId="4049575248" sldId="256"/>
            <ac:spMk id="9" creationId="{C736C304-F8BC-C1C9-7B14-34898BEC2B34}"/>
          </ac:spMkLst>
        </pc:spChg>
        <pc:spChg chg="add del mod">
          <ac:chgData name="Palit, Tapti" userId="dec6fbcd-7598-406a-8cbf-504d4a3bac15" providerId="ADAL" clId="{ECD42228-5B96-4A72-B268-C46DF994E6B7}" dt="2024-01-14T19:12:26.343" v="342" actId="26606"/>
          <ac:spMkLst>
            <pc:docMk/>
            <pc:sldMk cId="4049575248" sldId="256"/>
            <ac:spMk id="10" creationId="{8FDEF972-7A14-79A1-382E-59A93FA9052B}"/>
          </ac:spMkLst>
        </pc:spChg>
        <pc:spChg chg="add del mod">
          <ac:chgData name="Palit, Tapti" userId="dec6fbcd-7598-406a-8cbf-504d4a3bac15" providerId="ADAL" clId="{ECD42228-5B96-4A72-B268-C46DF994E6B7}" dt="2024-01-16T23:04:49.662" v="7912" actId="6264"/>
          <ac:spMkLst>
            <pc:docMk/>
            <pc:sldMk cId="4049575248" sldId="256"/>
            <ac:spMk id="12" creationId="{4184E715-8EF3-6B5D-EB1B-A5B1012ECB55}"/>
          </ac:spMkLst>
        </pc:spChg>
        <pc:spChg chg="add del mod">
          <ac:chgData name="Palit, Tapti" userId="dec6fbcd-7598-406a-8cbf-504d4a3bac15" providerId="ADAL" clId="{ECD42228-5B96-4A72-B268-C46DF994E6B7}" dt="2024-01-14T19:12:37.478" v="345" actId="26606"/>
          <ac:spMkLst>
            <pc:docMk/>
            <pc:sldMk cId="4049575248" sldId="256"/>
            <ac:spMk id="12" creationId="{CA791BE2-9ACF-68F9-DDF9-A73F2A57782C}"/>
          </ac:spMkLst>
        </pc:spChg>
        <pc:spChg chg="add del mod">
          <ac:chgData name="Palit, Tapti" userId="dec6fbcd-7598-406a-8cbf-504d4a3bac15" providerId="ADAL" clId="{ECD42228-5B96-4A72-B268-C46DF994E6B7}" dt="2024-01-16T23:04:49.662" v="7912" actId="6264"/>
          <ac:spMkLst>
            <pc:docMk/>
            <pc:sldMk cId="4049575248" sldId="256"/>
            <ac:spMk id="13" creationId="{3D6F8DFE-B0CD-CC19-4E44-940755455AB8}"/>
          </ac:spMkLst>
        </pc:spChg>
        <pc:spChg chg="add del mod">
          <ac:chgData name="Palit, Tapti" userId="dec6fbcd-7598-406a-8cbf-504d4a3bac15" providerId="ADAL" clId="{ECD42228-5B96-4A72-B268-C46DF994E6B7}" dt="2024-01-14T19:12:37.478" v="345" actId="26606"/>
          <ac:spMkLst>
            <pc:docMk/>
            <pc:sldMk cId="4049575248" sldId="256"/>
            <ac:spMk id="13" creationId="{5E3583ED-9FBB-69B1-5F27-A938A3E4ECCF}"/>
          </ac:spMkLst>
        </pc:spChg>
        <pc:spChg chg="add del">
          <ac:chgData name="Palit, Tapti" userId="dec6fbcd-7598-406a-8cbf-504d4a3bac15" providerId="ADAL" clId="{ECD42228-5B96-4A72-B268-C46DF994E6B7}" dt="2024-01-16T04:02:57.412" v="5723" actId="26606"/>
          <ac:spMkLst>
            <pc:docMk/>
            <pc:sldMk cId="4049575248" sldId="256"/>
            <ac:spMk id="2063" creationId="{E91DC736-0EF8-4F87-9146-EBF1D2EE4D3D}"/>
          </ac:spMkLst>
        </pc:spChg>
        <pc:spChg chg="add del">
          <ac:chgData name="Palit, Tapti" userId="dec6fbcd-7598-406a-8cbf-504d4a3bac15" providerId="ADAL" clId="{ECD42228-5B96-4A72-B268-C46DF994E6B7}" dt="2024-01-16T04:02:57.412" v="5723" actId="26606"/>
          <ac:spMkLst>
            <pc:docMk/>
            <pc:sldMk cId="4049575248" sldId="256"/>
            <ac:spMk id="2065" creationId="{097CD68E-23E3-4007-8847-CD0944C4F7BE}"/>
          </ac:spMkLst>
        </pc:spChg>
        <pc:spChg chg="add del">
          <ac:chgData name="Palit, Tapti" userId="dec6fbcd-7598-406a-8cbf-504d4a3bac15" providerId="ADAL" clId="{ECD42228-5B96-4A72-B268-C46DF994E6B7}" dt="2024-01-16T04:02:57.412" v="5723" actId="26606"/>
          <ac:spMkLst>
            <pc:docMk/>
            <pc:sldMk cId="4049575248" sldId="256"/>
            <ac:spMk id="2067" creationId="{AF2F604E-43BE-4DC3-B983-E071523364F8}"/>
          </ac:spMkLst>
        </pc:spChg>
        <pc:spChg chg="add del">
          <ac:chgData name="Palit, Tapti" userId="dec6fbcd-7598-406a-8cbf-504d4a3bac15" providerId="ADAL" clId="{ECD42228-5B96-4A72-B268-C46DF994E6B7}" dt="2024-01-16T04:02:57.412" v="5723" actId="26606"/>
          <ac:spMkLst>
            <pc:docMk/>
            <pc:sldMk cId="4049575248" sldId="256"/>
            <ac:spMk id="2069" creationId="{08C9B587-E65E-4B52-B37C-ABEBB6E87928}"/>
          </ac:spMkLst>
        </pc:spChg>
        <pc:picChg chg="add del mod">
          <ac:chgData name="Palit, Tapti" userId="dec6fbcd-7598-406a-8cbf-504d4a3bac15" providerId="ADAL" clId="{ECD42228-5B96-4A72-B268-C46DF994E6B7}" dt="2024-01-16T04:00:08.245" v="5710" actId="478"/>
          <ac:picMkLst>
            <pc:docMk/>
            <pc:sldMk cId="4049575248" sldId="256"/>
            <ac:picMk id="6" creationId="{236E37AA-A832-22FC-DE73-CFB20E9FEF28}"/>
          </ac:picMkLst>
        </pc:picChg>
        <pc:picChg chg="add del mod">
          <ac:chgData name="Palit, Tapti" userId="dec6fbcd-7598-406a-8cbf-504d4a3bac15" providerId="ADAL" clId="{ECD42228-5B96-4A72-B268-C46DF994E6B7}" dt="2024-01-16T01:26:02.505" v="4569" actId="478"/>
          <ac:picMkLst>
            <pc:docMk/>
            <pc:sldMk cId="4049575248" sldId="256"/>
            <ac:picMk id="2050" creationId="{667BE617-FF1E-859B-D209-88ED979EB7C3}"/>
          </ac:picMkLst>
        </pc:picChg>
        <pc:picChg chg="mod">
          <ac:chgData name="Palit, Tapti" userId="dec6fbcd-7598-406a-8cbf-504d4a3bac15" providerId="ADAL" clId="{ECD42228-5B96-4A72-B268-C46DF994E6B7}" dt="2024-01-30T21:06:18.367" v="94752" actId="1076"/>
          <ac:picMkLst>
            <pc:docMk/>
            <pc:sldMk cId="4049575248" sldId="256"/>
            <ac:picMk id="2052" creationId="{E2D02FFE-36EE-2CBE-F640-2DDCC7C27F12}"/>
          </ac:picMkLst>
        </pc:picChg>
        <pc:picChg chg="add del mod">
          <ac:chgData name="Palit, Tapti" userId="dec6fbcd-7598-406a-8cbf-504d4a3bac15" providerId="ADAL" clId="{ECD42228-5B96-4A72-B268-C46DF994E6B7}" dt="2024-01-16T01:26:02.505" v="4569" actId="478"/>
          <ac:picMkLst>
            <pc:docMk/>
            <pc:sldMk cId="4049575248" sldId="256"/>
            <ac:picMk id="2052" creationId="{E4CADDB5-B5EB-B767-E57A-65DB20E37DC1}"/>
          </ac:picMkLst>
        </pc:picChg>
        <pc:picChg chg="add del mod">
          <ac:chgData name="Palit, Tapti" userId="dec6fbcd-7598-406a-8cbf-504d4a3bac15" providerId="ADAL" clId="{ECD42228-5B96-4A72-B268-C46DF994E6B7}" dt="2024-01-16T04:02:40.648" v="5716" actId="478"/>
          <ac:picMkLst>
            <pc:docMk/>
            <pc:sldMk cId="4049575248" sldId="256"/>
            <ac:picMk id="2056" creationId="{86CE6882-8DB6-8C17-1B68-DBB165DEAFAF}"/>
          </ac:picMkLst>
        </pc:picChg>
        <pc:picChg chg="add del mod ord">
          <ac:chgData name="Palit, Tapti" userId="dec6fbcd-7598-406a-8cbf-504d4a3bac15" providerId="ADAL" clId="{ECD42228-5B96-4A72-B268-C46DF994E6B7}" dt="2024-01-16T20:27:00.213" v="7779" actId="478"/>
          <ac:picMkLst>
            <pc:docMk/>
            <pc:sldMk cId="4049575248" sldId="256"/>
            <ac:picMk id="2058" creationId="{CEC969A2-C832-EB78-452A-C15B56A8794F}"/>
          </ac:picMkLst>
        </pc:picChg>
        <pc:picChg chg="add del mod">
          <ac:chgData name="Palit, Tapti" userId="dec6fbcd-7598-406a-8cbf-504d4a3bac15" providerId="ADAL" clId="{ECD42228-5B96-4A72-B268-C46DF994E6B7}" dt="2024-02-08T21:05:07.269" v="100758" actId="1076"/>
          <ac:picMkLst>
            <pc:docMk/>
            <pc:sldMk cId="4049575248" sldId="256"/>
            <ac:picMk id="2060" creationId="{07A6A5DC-B1E6-93A8-037C-46904CF2F4E1}"/>
          </ac:picMkLst>
        </pc:picChg>
        <pc:picChg chg="add mod">
          <ac:chgData name="Palit, Tapti" userId="dec6fbcd-7598-406a-8cbf-504d4a3bac15" providerId="ADAL" clId="{ECD42228-5B96-4A72-B268-C46DF994E6B7}" dt="2024-02-13T04:38:49.220" v="115781" actId="1076"/>
          <ac:picMkLst>
            <pc:docMk/>
            <pc:sldMk cId="4049575248" sldId="256"/>
            <ac:picMk id="2062" creationId="{25771480-09B8-1A99-4DA8-5461E232B06B}"/>
          </ac:picMkLst>
        </pc:picChg>
        <pc:picChg chg="add del">
          <ac:chgData name="Palit, Tapti" userId="dec6fbcd-7598-406a-8cbf-504d4a3bac15" providerId="ADAL" clId="{ECD42228-5B96-4A72-B268-C46DF994E6B7}" dt="2024-01-16T22:15:54.394" v="7824" actId="478"/>
          <ac:picMkLst>
            <pc:docMk/>
            <pc:sldMk cId="4049575248" sldId="256"/>
            <ac:picMk id="2064" creationId="{A81721E0-6762-C83B-BA51-F004BCEA526D}"/>
          </ac:picMkLst>
        </pc:picChg>
        <pc:cxnChg chg="add mod">
          <ac:chgData name="Palit, Tapti" userId="dec6fbcd-7598-406a-8cbf-504d4a3bac15" providerId="ADAL" clId="{ECD42228-5B96-4A72-B268-C46DF994E6B7}" dt="2024-02-08T21:05:13.301" v="100759" actId="1076"/>
          <ac:cxnSpMkLst>
            <pc:docMk/>
            <pc:sldMk cId="4049575248" sldId="256"/>
            <ac:cxnSpMk id="5" creationId="{AEFD4F12-F4EE-FFD1-5F02-3D40DA06975C}"/>
          </ac:cxnSpMkLst>
        </pc:cxnChg>
        <pc:cxnChg chg="add del mod">
          <ac:chgData name="Palit, Tapti" userId="dec6fbcd-7598-406a-8cbf-504d4a3bac15" providerId="ADAL" clId="{ECD42228-5B96-4A72-B268-C46DF994E6B7}" dt="2024-01-16T22:28:21.671" v="7847" actId="478"/>
          <ac:cxnSpMkLst>
            <pc:docMk/>
            <pc:sldMk cId="4049575248" sldId="256"/>
            <ac:cxnSpMk id="7" creationId="{6225025C-687F-6DF5-7C94-4BBACD4E1602}"/>
          </ac:cxnSpMkLst>
        </pc:cxnChg>
        <pc:cxnChg chg="add del mod">
          <ac:chgData name="Palit, Tapti" userId="dec6fbcd-7598-406a-8cbf-504d4a3bac15" providerId="ADAL" clId="{ECD42228-5B96-4A72-B268-C46DF994E6B7}" dt="2024-02-07T12:48:43.757" v="100426" actId="478"/>
          <ac:cxnSpMkLst>
            <pc:docMk/>
            <pc:sldMk cId="4049575248" sldId="256"/>
            <ac:cxnSpMk id="11" creationId="{79E12F6D-BDBE-1D3C-E5FA-94FFC7D08156}"/>
          </ac:cxnSpMkLst>
        </pc:cxnChg>
        <pc:extLst>
          <p:ext xmlns:p="http://schemas.openxmlformats.org/presentationml/2006/main" uri="{D6D511B9-2390-475A-947B-AFAB55BFBCF1}">
            <pc226:cmChg xmlns:pc226="http://schemas.microsoft.com/office/powerpoint/2022/06/main/command" chg="add del mod">
              <pc226:chgData name="Palit, Tapti" userId="dec6fbcd-7598-406a-8cbf-504d4a3bac15" providerId="ADAL" clId="{ECD42228-5B96-4A72-B268-C46DF994E6B7}" dt="2024-01-24T04:40:02.279" v="40474"/>
              <pc2:cmMkLst xmlns:pc2="http://schemas.microsoft.com/office/powerpoint/2019/9/main/command">
                <pc:docMk/>
                <pc:sldMk cId="4049575248" sldId="256"/>
                <pc2:cmMk id="{6A28F1CD-F37D-4220-914D-3CD85ACA77ED}"/>
              </pc2:cmMkLst>
            </pc226:cmChg>
          </p:ext>
        </pc:extLst>
      </pc:sldChg>
      <pc:sldChg chg="modSp add del">
        <pc:chgData name="Palit, Tapti" userId="dec6fbcd-7598-406a-8cbf-504d4a3bac15" providerId="ADAL" clId="{ECD42228-5B96-4A72-B268-C46DF994E6B7}" dt="2024-01-28T03:44:01.241" v="67437" actId="47"/>
        <pc:sldMkLst>
          <pc:docMk/>
          <pc:sldMk cId="2093469296" sldId="380"/>
        </pc:sldMkLst>
        <pc:spChg chg="mod">
          <ac:chgData name="Palit, Tapti" userId="dec6fbcd-7598-406a-8cbf-504d4a3bac15" providerId="ADAL" clId="{ECD42228-5B96-4A72-B268-C46DF994E6B7}" dt="2024-01-14T20:26:10.929" v="732"/>
          <ac:spMkLst>
            <pc:docMk/>
            <pc:sldMk cId="2093469296" sldId="380"/>
            <ac:spMk id="2" creationId="{8BE65D22-BD8E-49FF-936F-0E60B37C4A1C}"/>
          </ac:spMkLst>
        </pc:spChg>
        <pc:spChg chg="mod">
          <ac:chgData name="Palit, Tapti" userId="dec6fbcd-7598-406a-8cbf-504d4a3bac15" providerId="ADAL" clId="{ECD42228-5B96-4A72-B268-C46DF994E6B7}" dt="2024-01-14T20:26:10.929" v="732"/>
          <ac:spMkLst>
            <pc:docMk/>
            <pc:sldMk cId="2093469296" sldId="380"/>
            <ac:spMk id="4" creationId="{E0D8E777-DFC7-4491-B604-F34BF8A3EF01}"/>
          </ac:spMkLst>
        </pc:spChg>
      </pc:sldChg>
      <pc:sldChg chg="modSp add del addCm modCm">
        <pc:chgData name="Palit, Tapti" userId="dec6fbcd-7598-406a-8cbf-504d4a3bac15" providerId="ADAL" clId="{ECD42228-5B96-4A72-B268-C46DF994E6B7}" dt="2024-01-16T01:22:56.688" v="4526" actId="2696"/>
        <pc:sldMkLst>
          <pc:docMk/>
          <pc:sldMk cId="1525952999" sldId="383"/>
        </pc:sldMkLst>
        <pc:spChg chg="mod">
          <ac:chgData name="Palit, Tapti" userId="dec6fbcd-7598-406a-8cbf-504d4a3bac15" providerId="ADAL" clId="{ECD42228-5B96-4A72-B268-C46DF994E6B7}" dt="2024-01-14T19:15:44.382" v="346"/>
          <ac:spMkLst>
            <pc:docMk/>
            <pc:sldMk cId="1525952999" sldId="383"/>
            <ac:spMk id="2" creationId="{8BE65D22-BD8E-49FF-936F-0E60B37C4A1C}"/>
          </ac:spMkLst>
        </pc:spChg>
        <pc:spChg chg="mod">
          <ac:chgData name="Palit, Tapti" userId="dec6fbcd-7598-406a-8cbf-504d4a3bac15" providerId="ADAL" clId="{ECD42228-5B96-4A72-B268-C46DF994E6B7}" dt="2024-01-14T19:15:44.382" v="346"/>
          <ac:spMkLst>
            <pc:docMk/>
            <pc:sldMk cId="1525952999" sldId="383"/>
            <ac:spMk id="4" creationId="{E0D8E777-DFC7-4491-B604-F34BF8A3EF01}"/>
          </ac:spMkLst>
        </pc:spChg>
        <pc:extLst>
          <p:ext xmlns:p="http://schemas.openxmlformats.org/presentationml/2006/main" uri="{D6D511B9-2390-475A-947B-AFAB55BFBCF1}">
            <pc226:cmChg xmlns:pc226="http://schemas.microsoft.com/office/powerpoint/2022/06/main/command" chg="add mod">
              <pc226:chgData name="Palit, Tapti" userId="dec6fbcd-7598-406a-8cbf-504d4a3bac15" providerId="ADAL" clId="{ECD42228-5B96-4A72-B268-C46DF994E6B7}" dt="2024-01-14T21:21:17.026" v="1658"/>
              <pc2:cmMkLst xmlns:pc2="http://schemas.microsoft.com/office/powerpoint/2019/9/main/command">
                <pc:docMk/>
                <pc:sldMk cId="1525952999" sldId="383"/>
                <pc2:cmMk id="{236EA145-7962-4F21-9D1C-0D28CA1B1B0E}"/>
              </pc2:cmMkLst>
            </pc226:cmChg>
          </p:ext>
        </pc:extLst>
      </pc:sldChg>
      <pc:sldChg chg="add del mod modShow">
        <pc:chgData name="Palit, Tapti" userId="dec6fbcd-7598-406a-8cbf-504d4a3bac15" providerId="ADAL" clId="{ECD42228-5B96-4A72-B268-C46DF994E6B7}" dt="2024-01-28T03:44:01.241" v="67437" actId="47"/>
        <pc:sldMkLst>
          <pc:docMk/>
          <pc:sldMk cId="4187299163" sldId="383"/>
        </pc:sldMkLst>
      </pc:sldChg>
      <pc:sldChg chg="addSp delSp modSp add del mod delAnim modAnim addCm delCm chgLayout modNotesTx">
        <pc:chgData name="Palit, Tapti" userId="dec6fbcd-7598-406a-8cbf-504d4a3bac15" providerId="ADAL" clId="{ECD42228-5B96-4A72-B268-C46DF994E6B7}" dt="2024-01-28T00:38:49.882" v="67001" actId="2696"/>
        <pc:sldMkLst>
          <pc:docMk/>
          <pc:sldMk cId="545157709" sldId="386"/>
        </pc:sldMkLst>
        <pc:spChg chg="mod ord">
          <ac:chgData name="Palit, Tapti" userId="dec6fbcd-7598-406a-8cbf-504d4a3bac15" providerId="ADAL" clId="{ECD42228-5B96-4A72-B268-C46DF994E6B7}" dt="2024-01-25T04:34:44.943" v="50253" actId="20577"/>
          <ac:spMkLst>
            <pc:docMk/>
            <pc:sldMk cId="545157709" sldId="386"/>
            <ac:spMk id="2" creationId="{E34572E4-3E14-4421-B29A-F1D23D9EC4DB}"/>
          </ac:spMkLst>
        </pc:spChg>
        <pc:spChg chg="mod ord">
          <ac:chgData name="Palit, Tapti" userId="dec6fbcd-7598-406a-8cbf-504d4a3bac15" providerId="ADAL" clId="{ECD42228-5B96-4A72-B268-C46DF994E6B7}" dt="2024-01-25T04:36:12.054" v="50319" actId="20577"/>
          <ac:spMkLst>
            <pc:docMk/>
            <pc:sldMk cId="545157709" sldId="386"/>
            <ac:spMk id="3" creationId="{FD2707FB-39CD-4B34-8272-9D4AEC503DBF}"/>
          </ac:spMkLst>
        </pc:spChg>
        <pc:spChg chg="mod ord">
          <ac:chgData name="Palit, Tapti" userId="dec6fbcd-7598-406a-8cbf-504d4a3bac15" providerId="ADAL" clId="{ECD42228-5B96-4A72-B268-C46DF994E6B7}" dt="2024-01-25T04:03:15.405" v="49713" actId="6264"/>
          <ac:spMkLst>
            <pc:docMk/>
            <pc:sldMk cId="545157709" sldId="386"/>
            <ac:spMk id="4" creationId="{72A5B281-5DE0-480A-B5F7-27044D482295}"/>
          </ac:spMkLst>
        </pc:spChg>
        <pc:spChg chg="add del mod">
          <ac:chgData name="Palit, Tapti" userId="dec6fbcd-7598-406a-8cbf-504d4a3bac15" providerId="ADAL" clId="{ECD42228-5B96-4A72-B268-C46DF994E6B7}" dt="2024-01-25T04:03:15.405" v="49713" actId="6264"/>
          <ac:spMkLst>
            <pc:docMk/>
            <pc:sldMk cId="545157709" sldId="386"/>
            <ac:spMk id="5" creationId="{AEEB94E4-CA3B-8AE4-6BD4-93C81B962D1E}"/>
          </ac:spMkLst>
        </pc:spChg>
        <pc:spChg chg="add del mod">
          <ac:chgData name="Palit, Tapti" userId="dec6fbcd-7598-406a-8cbf-504d4a3bac15" providerId="ADAL" clId="{ECD42228-5B96-4A72-B268-C46DF994E6B7}" dt="2024-01-25T04:03:15.405" v="49713" actId="6264"/>
          <ac:spMkLst>
            <pc:docMk/>
            <pc:sldMk cId="545157709" sldId="386"/>
            <ac:spMk id="6" creationId="{D89D767B-FC90-F18F-B3A9-1591BD20C9C5}"/>
          </ac:spMkLst>
        </pc:spChg>
        <pc:spChg chg="add del mod">
          <ac:chgData name="Palit, Tapti" userId="dec6fbcd-7598-406a-8cbf-504d4a3bac15" providerId="ADAL" clId="{ECD42228-5B96-4A72-B268-C46DF994E6B7}" dt="2024-01-25T04:03:15.405" v="49713" actId="6264"/>
          <ac:spMkLst>
            <pc:docMk/>
            <pc:sldMk cId="545157709" sldId="386"/>
            <ac:spMk id="7" creationId="{55600543-5F5C-E876-AC6C-8670A3CBF1DC}"/>
          </ac:spMkLst>
        </pc:spChg>
        <pc:spChg chg="add del mod">
          <ac:chgData name="Palit, Tapti" userId="dec6fbcd-7598-406a-8cbf-504d4a3bac15" providerId="ADAL" clId="{ECD42228-5B96-4A72-B268-C46DF994E6B7}" dt="2024-01-25T04:03:15.405" v="49713" actId="6264"/>
          <ac:spMkLst>
            <pc:docMk/>
            <pc:sldMk cId="545157709" sldId="386"/>
            <ac:spMk id="8" creationId="{EF80AB6C-7E5D-DA93-5416-020CAA74F3B7}"/>
          </ac:spMkLst>
        </pc:spChg>
        <pc:spChg chg="del mod ord">
          <ac:chgData name="Palit, Tapti" userId="dec6fbcd-7598-406a-8cbf-504d4a3bac15" providerId="ADAL" clId="{ECD42228-5B96-4A72-B268-C46DF994E6B7}" dt="2024-01-25T04:04:00.557" v="49717" actId="478"/>
          <ac:spMkLst>
            <pc:docMk/>
            <pc:sldMk cId="545157709" sldId="386"/>
            <ac:spMk id="10" creationId="{D04772BB-2CB0-AC3E-FC6B-03A1D1564821}"/>
          </ac:spMkLst>
        </pc:spChg>
        <pc:spChg chg="add mod">
          <ac:chgData name="Palit, Tapti" userId="dec6fbcd-7598-406a-8cbf-504d4a3bac15" providerId="ADAL" clId="{ECD42228-5B96-4A72-B268-C46DF994E6B7}" dt="2024-01-25T04:34:28.220" v="50252" actId="20577"/>
          <ac:spMkLst>
            <pc:docMk/>
            <pc:sldMk cId="545157709" sldId="386"/>
            <ac:spMk id="11" creationId="{D8D9A97E-4E35-5D3E-8975-19B80BB97A0A}"/>
          </ac:spMkLst>
        </pc:spChg>
        <pc:spChg chg="add mod">
          <ac:chgData name="Palit, Tapti" userId="dec6fbcd-7598-406a-8cbf-504d4a3bac15" providerId="ADAL" clId="{ECD42228-5B96-4A72-B268-C46DF994E6B7}" dt="2024-01-25T04:35:04.999" v="50256" actId="1076"/>
          <ac:spMkLst>
            <pc:docMk/>
            <pc:sldMk cId="545157709" sldId="386"/>
            <ac:spMk id="12" creationId="{26477F96-6884-CFE7-91D6-7C1AD81FBBDD}"/>
          </ac:spMkLst>
        </pc:spChg>
        <pc:spChg chg="add mod">
          <ac:chgData name="Palit, Tapti" userId="dec6fbcd-7598-406a-8cbf-504d4a3bac15" providerId="ADAL" clId="{ECD42228-5B96-4A72-B268-C46DF994E6B7}" dt="2024-01-25T04:35:04.999" v="50256" actId="1076"/>
          <ac:spMkLst>
            <pc:docMk/>
            <pc:sldMk cId="545157709" sldId="386"/>
            <ac:spMk id="14" creationId="{27AB9375-19B9-3335-1C81-AAE7C1AA2B1E}"/>
          </ac:spMkLst>
        </pc:spChg>
        <pc:spChg chg="add mod">
          <ac:chgData name="Palit, Tapti" userId="dec6fbcd-7598-406a-8cbf-504d4a3bac15" providerId="ADAL" clId="{ECD42228-5B96-4A72-B268-C46DF994E6B7}" dt="2024-01-25T05:35:08.776" v="52305" actId="1076"/>
          <ac:spMkLst>
            <pc:docMk/>
            <pc:sldMk cId="545157709" sldId="386"/>
            <ac:spMk id="15" creationId="{097540DE-7781-4992-BC88-27507BDF37DA}"/>
          </ac:spMkLst>
        </pc:spChg>
        <pc:spChg chg="del">
          <ac:chgData name="Palit, Tapti" userId="dec6fbcd-7598-406a-8cbf-504d4a3bac15" providerId="ADAL" clId="{ECD42228-5B96-4A72-B268-C46DF994E6B7}" dt="2024-01-25T04:02:57.612" v="49709" actId="478"/>
          <ac:spMkLst>
            <pc:docMk/>
            <pc:sldMk cId="545157709" sldId="386"/>
            <ac:spMk id="50" creationId="{2E5D8983-FD91-4799-8B40-2904AFD2D274}"/>
          </ac:spMkLst>
        </pc:spChg>
        <pc:spChg chg="del">
          <ac:chgData name="Palit, Tapti" userId="dec6fbcd-7598-406a-8cbf-504d4a3bac15" providerId="ADAL" clId="{ECD42228-5B96-4A72-B268-C46DF994E6B7}" dt="2024-01-25T04:02:57.612" v="49709" actId="478"/>
          <ac:spMkLst>
            <pc:docMk/>
            <pc:sldMk cId="545157709" sldId="386"/>
            <ac:spMk id="51" creationId="{9D2C3D7C-3455-4F60-8F08-9F0E3043228C}"/>
          </ac:spMkLst>
        </pc:spChg>
        <pc:spChg chg="del">
          <ac:chgData name="Palit, Tapti" userId="dec6fbcd-7598-406a-8cbf-504d4a3bac15" providerId="ADAL" clId="{ECD42228-5B96-4A72-B268-C46DF994E6B7}" dt="2024-01-25T04:02:57.612" v="49709" actId="478"/>
          <ac:spMkLst>
            <pc:docMk/>
            <pc:sldMk cId="545157709" sldId="386"/>
            <ac:spMk id="52" creationId="{9CE44116-F4E8-40B3-8C1D-D19E1D35B3E4}"/>
          </ac:spMkLst>
        </pc:spChg>
        <pc:spChg chg="del">
          <ac:chgData name="Palit, Tapti" userId="dec6fbcd-7598-406a-8cbf-504d4a3bac15" providerId="ADAL" clId="{ECD42228-5B96-4A72-B268-C46DF994E6B7}" dt="2024-01-25T04:02:57.612" v="49709" actId="478"/>
          <ac:spMkLst>
            <pc:docMk/>
            <pc:sldMk cId="545157709" sldId="386"/>
            <ac:spMk id="53" creationId="{38499E77-69FC-4D39-818D-E9A75647CCE0}"/>
          </ac:spMkLst>
        </pc:spChg>
        <pc:spChg chg="del">
          <ac:chgData name="Palit, Tapti" userId="dec6fbcd-7598-406a-8cbf-504d4a3bac15" providerId="ADAL" clId="{ECD42228-5B96-4A72-B268-C46DF994E6B7}" dt="2024-01-25T04:02:57.612" v="49709" actId="478"/>
          <ac:spMkLst>
            <pc:docMk/>
            <pc:sldMk cId="545157709" sldId="386"/>
            <ac:spMk id="54" creationId="{5D4BBE69-092F-4B66-ADA4-D5C2CB44CB69}"/>
          </ac:spMkLst>
        </pc:spChg>
        <pc:spChg chg="del">
          <ac:chgData name="Palit, Tapti" userId="dec6fbcd-7598-406a-8cbf-504d4a3bac15" providerId="ADAL" clId="{ECD42228-5B96-4A72-B268-C46DF994E6B7}" dt="2024-01-25T04:02:57.612" v="49709" actId="478"/>
          <ac:spMkLst>
            <pc:docMk/>
            <pc:sldMk cId="545157709" sldId="386"/>
            <ac:spMk id="55" creationId="{8BF824DA-F870-47E3-9A89-DA0D69FBBAE5}"/>
          </ac:spMkLst>
        </pc:spChg>
        <pc:spChg chg="del">
          <ac:chgData name="Palit, Tapti" userId="dec6fbcd-7598-406a-8cbf-504d4a3bac15" providerId="ADAL" clId="{ECD42228-5B96-4A72-B268-C46DF994E6B7}" dt="2024-01-25T04:02:57.612" v="49709" actId="478"/>
          <ac:spMkLst>
            <pc:docMk/>
            <pc:sldMk cId="545157709" sldId="386"/>
            <ac:spMk id="56" creationId="{F82E92CD-C67C-46CD-81F6-357941FF3C2D}"/>
          </ac:spMkLst>
        </pc:spChg>
        <pc:spChg chg="del">
          <ac:chgData name="Palit, Tapti" userId="dec6fbcd-7598-406a-8cbf-504d4a3bac15" providerId="ADAL" clId="{ECD42228-5B96-4A72-B268-C46DF994E6B7}" dt="2024-01-25T04:02:57.612" v="49709" actId="478"/>
          <ac:spMkLst>
            <pc:docMk/>
            <pc:sldMk cId="545157709" sldId="386"/>
            <ac:spMk id="57" creationId="{BA350550-96BA-4F8E-AF2E-FD6FD022D76E}"/>
          </ac:spMkLst>
        </pc:spChg>
        <pc:spChg chg="del">
          <ac:chgData name="Palit, Tapti" userId="dec6fbcd-7598-406a-8cbf-504d4a3bac15" providerId="ADAL" clId="{ECD42228-5B96-4A72-B268-C46DF994E6B7}" dt="2024-01-25T04:02:57.612" v="49709" actId="478"/>
          <ac:spMkLst>
            <pc:docMk/>
            <pc:sldMk cId="545157709" sldId="386"/>
            <ac:spMk id="66" creationId="{09B982BD-AAA6-4659-86DF-34A114F972D0}"/>
          </ac:spMkLst>
        </pc:spChg>
        <pc:spChg chg="del">
          <ac:chgData name="Palit, Tapti" userId="dec6fbcd-7598-406a-8cbf-504d4a3bac15" providerId="ADAL" clId="{ECD42228-5B96-4A72-B268-C46DF994E6B7}" dt="2024-01-25T04:02:57.612" v="49709" actId="478"/>
          <ac:spMkLst>
            <pc:docMk/>
            <pc:sldMk cId="545157709" sldId="386"/>
            <ac:spMk id="68" creationId="{C04B3B97-477A-4DC3-85DD-65BCC1998963}"/>
          </ac:spMkLst>
        </pc:spChg>
        <pc:spChg chg="del">
          <ac:chgData name="Palit, Tapti" userId="dec6fbcd-7598-406a-8cbf-504d4a3bac15" providerId="ADAL" clId="{ECD42228-5B96-4A72-B268-C46DF994E6B7}" dt="2024-01-25T04:02:57.612" v="49709" actId="478"/>
          <ac:spMkLst>
            <pc:docMk/>
            <pc:sldMk cId="545157709" sldId="386"/>
            <ac:spMk id="70" creationId="{58B3978C-4BFD-4E5E-BAFF-118859B41926}"/>
          </ac:spMkLst>
        </pc:spChg>
        <pc:spChg chg="del mod">
          <ac:chgData name="Palit, Tapti" userId="dec6fbcd-7598-406a-8cbf-504d4a3bac15" providerId="ADAL" clId="{ECD42228-5B96-4A72-B268-C46DF994E6B7}" dt="2024-01-25T04:03:02.202" v="49711" actId="478"/>
          <ac:spMkLst>
            <pc:docMk/>
            <pc:sldMk cId="545157709" sldId="386"/>
            <ac:spMk id="72" creationId="{7C2403F4-4B94-4340-A397-8736FD961C46}"/>
          </ac:spMkLst>
        </pc:spChg>
        <pc:spChg chg="del mod">
          <ac:chgData name="Palit, Tapti" userId="dec6fbcd-7598-406a-8cbf-504d4a3bac15" providerId="ADAL" clId="{ECD42228-5B96-4A72-B268-C46DF994E6B7}" dt="2024-01-25T04:03:00.570" v="49710" actId="478"/>
          <ac:spMkLst>
            <pc:docMk/>
            <pc:sldMk cId="545157709" sldId="386"/>
            <ac:spMk id="73" creationId="{3C17E219-35AE-4204-BE9E-483258729B9D}"/>
          </ac:spMkLst>
        </pc:spChg>
        <pc:spChg chg="del">
          <ac:chgData name="Palit, Tapti" userId="dec6fbcd-7598-406a-8cbf-504d4a3bac15" providerId="ADAL" clId="{ECD42228-5B96-4A72-B268-C46DF994E6B7}" dt="2024-01-25T04:03:03.659" v="49712" actId="478"/>
          <ac:spMkLst>
            <pc:docMk/>
            <pc:sldMk cId="545157709" sldId="386"/>
            <ac:spMk id="149" creationId="{A2ED0CDF-8759-4172-AFC8-4B4908BAFF88}"/>
          </ac:spMkLst>
        </pc:spChg>
        <pc:grpChg chg="del">
          <ac:chgData name="Palit, Tapti" userId="dec6fbcd-7598-406a-8cbf-504d4a3bac15" providerId="ADAL" clId="{ECD42228-5B96-4A72-B268-C46DF994E6B7}" dt="2024-01-25T04:02:57.612" v="49709" actId="478"/>
          <ac:grpSpMkLst>
            <pc:docMk/>
            <pc:sldMk cId="545157709" sldId="386"/>
            <ac:grpSpMk id="74" creationId="{BA60138B-B68F-4B28-8100-59F41E168BBD}"/>
          </ac:grpSpMkLst>
        </pc:grpChg>
        <pc:graphicFrameChg chg="add mod modGraphic">
          <ac:chgData name="Palit, Tapti" userId="dec6fbcd-7598-406a-8cbf-504d4a3bac15" providerId="ADAL" clId="{ECD42228-5B96-4A72-B268-C46DF994E6B7}" dt="2024-01-25T04:32:47.176" v="50154" actId="947"/>
          <ac:graphicFrameMkLst>
            <pc:docMk/>
            <pc:sldMk cId="545157709" sldId="386"/>
            <ac:graphicFrameMk id="13" creationId="{85666DB5-D78E-C0E9-3649-93E41B7F7755}"/>
          </ac:graphicFrameMkLst>
        </pc:graphicFrameChg>
        <pc:cxnChg chg="add mod">
          <ac:chgData name="Palit, Tapti" userId="dec6fbcd-7598-406a-8cbf-504d4a3bac15" providerId="ADAL" clId="{ECD42228-5B96-4A72-B268-C46DF994E6B7}" dt="2024-01-23T04:01:10.265" v="18476"/>
          <ac:cxnSpMkLst>
            <pc:docMk/>
            <pc:sldMk cId="545157709" sldId="386"/>
            <ac:cxnSpMk id="5" creationId="{0C95FB93-9EFA-1F5B-0F4A-2DE3D089D745}"/>
          </ac:cxnSpMkLst>
        </pc:cxnChg>
        <pc:cxnChg chg="del mod">
          <ac:chgData name="Palit, Tapti" userId="dec6fbcd-7598-406a-8cbf-504d4a3bac15" providerId="ADAL" clId="{ECD42228-5B96-4A72-B268-C46DF994E6B7}" dt="2024-01-25T04:02:57.612" v="49709" actId="478"/>
          <ac:cxnSpMkLst>
            <pc:docMk/>
            <pc:sldMk cId="545157709" sldId="386"/>
            <ac:cxnSpMk id="58" creationId="{449D1255-2F85-4001-BAC9-B407B540FAB9}"/>
          </ac:cxnSpMkLst>
        </pc:cxnChg>
        <pc:cxnChg chg="del mod">
          <ac:chgData name="Palit, Tapti" userId="dec6fbcd-7598-406a-8cbf-504d4a3bac15" providerId="ADAL" clId="{ECD42228-5B96-4A72-B268-C46DF994E6B7}" dt="2024-01-25T04:02:57.612" v="49709" actId="478"/>
          <ac:cxnSpMkLst>
            <pc:docMk/>
            <pc:sldMk cId="545157709" sldId="386"/>
            <ac:cxnSpMk id="59" creationId="{5207B722-0D2B-4072-B6D6-9B374C8A5480}"/>
          </ac:cxnSpMkLst>
        </pc:cxnChg>
        <pc:cxnChg chg="del mod">
          <ac:chgData name="Palit, Tapti" userId="dec6fbcd-7598-406a-8cbf-504d4a3bac15" providerId="ADAL" clId="{ECD42228-5B96-4A72-B268-C46DF994E6B7}" dt="2024-01-25T04:02:57.612" v="49709" actId="478"/>
          <ac:cxnSpMkLst>
            <pc:docMk/>
            <pc:sldMk cId="545157709" sldId="386"/>
            <ac:cxnSpMk id="60" creationId="{6F938D2F-55F9-4966-90EA-64E2C16636DB}"/>
          </ac:cxnSpMkLst>
        </pc:cxnChg>
        <pc:cxnChg chg="del mod">
          <ac:chgData name="Palit, Tapti" userId="dec6fbcd-7598-406a-8cbf-504d4a3bac15" providerId="ADAL" clId="{ECD42228-5B96-4A72-B268-C46DF994E6B7}" dt="2024-01-25T04:02:57.612" v="49709" actId="478"/>
          <ac:cxnSpMkLst>
            <pc:docMk/>
            <pc:sldMk cId="545157709" sldId="386"/>
            <ac:cxnSpMk id="61" creationId="{D4CCF766-71FE-468B-8BE6-249AB20D65C6}"/>
          </ac:cxnSpMkLst>
        </pc:cxnChg>
        <pc:cxnChg chg="del mod">
          <ac:chgData name="Palit, Tapti" userId="dec6fbcd-7598-406a-8cbf-504d4a3bac15" providerId="ADAL" clId="{ECD42228-5B96-4A72-B268-C46DF994E6B7}" dt="2024-01-25T04:02:57.612" v="49709" actId="478"/>
          <ac:cxnSpMkLst>
            <pc:docMk/>
            <pc:sldMk cId="545157709" sldId="386"/>
            <ac:cxnSpMk id="62" creationId="{44B376BE-3581-4550-B2D8-848E68A7B049}"/>
          </ac:cxnSpMkLst>
        </pc:cxnChg>
        <pc:cxnChg chg="del mod">
          <ac:chgData name="Palit, Tapti" userId="dec6fbcd-7598-406a-8cbf-504d4a3bac15" providerId="ADAL" clId="{ECD42228-5B96-4A72-B268-C46DF994E6B7}" dt="2024-01-25T04:02:57.612" v="49709" actId="478"/>
          <ac:cxnSpMkLst>
            <pc:docMk/>
            <pc:sldMk cId="545157709" sldId="386"/>
            <ac:cxnSpMk id="63" creationId="{9AD95DB9-F56E-4554-AE1A-9C0E5871E358}"/>
          </ac:cxnSpMkLst>
        </pc:cxnChg>
        <pc:cxnChg chg="del mod">
          <ac:chgData name="Palit, Tapti" userId="dec6fbcd-7598-406a-8cbf-504d4a3bac15" providerId="ADAL" clId="{ECD42228-5B96-4A72-B268-C46DF994E6B7}" dt="2024-01-25T04:02:57.612" v="49709" actId="478"/>
          <ac:cxnSpMkLst>
            <pc:docMk/>
            <pc:sldMk cId="545157709" sldId="386"/>
            <ac:cxnSpMk id="64" creationId="{7F218AA9-1EB5-493A-8117-D4EAECC188E9}"/>
          </ac:cxnSpMkLst>
        </pc:cxnChg>
        <pc:cxnChg chg="del mod">
          <ac:chgData name="Palit, Tapti" userId="dec6fbcd-7598-406a-8cbf-504d4a3bac15" providerId="ADAL" clId="{ECD42228-5B96-4A72-B268-C46DF994E6B7}" dt="2024-01-25T04:02:57.612" v="49709" actId="478"/>
          <ac:cxnSpMkLst>
            <pc:docMk/>
            <pc:sldMk cId="545157709" sldId="386"/>
            <ac:cxnSpMk id="67" creationId="{B082428D-1984-419E-9102-DF83E937FCE3}"/>
          </ac:cxnSpMkLst>
        </pc:cxnChg>
        <pc:cxnChg chg="del mod">
          <ac:chgData name="Palit, Tapti" userId="dec6fbcd-7598-406a-8cbf-504d4a3bac15" providerId="ADAL" clId="{ECD42228-5B96-4A72-B268-C46DF994E6B7}" dt="2024-01-25T04:02:57.612" v="49709" actId="478"/>
          <ac:cxnSpMkLst>
            <pc:docMk/>
            <pc:sldMk cId="545157709" sldId="386"/>
            <ac:cxnSpMk id="69" creationId="{5C2C2910-A49D-458C-923A-86989F356A80}"/>
          </ac:cxnSpMkLst>
        </pc:cxnChg>
        <pc:cxnChg chg="del mod">
          <ac:chgData name="Palit, Tapti" userId="dec6fbcd-7598-406a-8cbf-504d4a3bac15" providerId="ADAL" clId="{ECD42228-5B96-4A72-B268-C46DF994E6B7}" dt="2024-01-25T04:02:57.612" v="49709" actId="478"/>
          <ac:cxnSpMkLst>
            <pc:docMk/>
            <pc:sldMk cId="545157709" sldId="386"/>
            <ac:cxnSpMk id="71" creationId="{9B37114D-AB9B-4D52-A2F6-F146E46D511A}"/>
          </ac:cxnSpMkLst>
        </pc:cxnChg>
        <pc:extLst>
          <p:ext xmlns:p="http://schemas.openxmlformats.org/presentationml/2006/main" uri="{D6D511B9-2390-475A-947B-AFAB55BFBCF1}">
            <pc226:cmChg xmlns:pc226="http://schemas.microsoft.com/office/powerpoint/2022/06/main/command" chg="add del">
              <pc226:chgData name="Palit, Tapti" userId="dec6fbcd-7598-406a-8cbf-504d4a3bac15" providerId="ADAL" clId="{ECD42228-5B96-4A72-B268-C46DF994E6B7}" dt="2024-01-27T04:09:28.778" v="63208"/>
              <pc2:cmMkLst xmlns:pc2="http://schemas.microsoft.com/office/powerpoint/2019/9/main/command">
                <pc:docMk/>
                <pc:sldMk cId="545157709" sldId="386"/>
                <pc2:cmMk id="{476942AF-D50A-44E2-B0E3-8906F6103F36}"/>
              </pc2:cmMkLst>
            </pc226:cmChg>
          </p:ext>
        </pc:extLst>
      </pc:sldChg>
      <pc:sldChg chg="add del mod modShow">
        <pc:chgData name="Palit, Tapti" userId="dec6fbcd-7598-406a-8cbf-504d4a3bac15" providerId="ADAL" clId="{ECD42228-5B96-4A72-B268-C46DF994E6B7}" dt="2024-01-28T03:44:01.241" v="67437" actId="47"/>
        <pc:sldMkLst>
          <pc:docMk/>
          <pc:sldMk cId="2676798700" sldId="386"/>
        </pc:sldMkLst>
      </pc:sldChg>
      <pc:sldChg chg="modSp add del">
        <pc:chgData name="Palit, Tapti" userId="dec6fbcd-7598-406a-8cbf-504d4a3bac15" providerId="ADAL" clId="{ECD42228-5B96-4A72-B268-C46DF994E6B7}" dt="2024-01-28T03:44:01.241" v="67437" actId="47"/>
        <pc:sldMkLst>
          <pc:docMk/>
          <pc:sldMk cId="781057157" sldId="391"/>
        </pc:sldMkLst>
        <pc:spChg chg="mod">
          <ac:chgData name="Palit, Tapti" userId="dec6fbcd-7598-406a-8cbf-504d4a3bac15" providerId="ADAL" clId="{ECD42228-5B96-4A72-B268-C46DF994E6B7}" dt="2024-01-14T20:26:10.929" v="732"/>
          <ac:spMkLst>
            <pc:docMk/>
            <pc:sldMk cId="781057157" sldId="391"/>
            <ac:spMk id="2" creationId="{4F22071B-705B-4169-9BE5-2632163163BC}"/>
          </ac:spMkLst>
        </pc:spChg>
        <pc:spChg chg="mod">
          <ac:chgData name="Palit, Tapti" userId="dec6fbcd-7598-406a-8cbf-504d4a3bac15" providerId="ADAL" clId="{ECD42228-5B96-4A72-B268-C46DF994E6B7}" dt="2024-01-14T20:26:10.929" v="732"/>
          <ac:spMkLst>
            <pc:docMk/>
            <pc:sldMk cId="781057157" sldId="391"/>
            <ac:spMk id="4" creationId="{64E9BF1B-4F87-454A-97CE-595B8069ED4E}"/>
          </ac:spMkLst>
        </pc:spChg>
        <pc:spChg chg="mod">
          <ac:chgData name="Palit, Tapti" userId="dec6fbcd-7598-406a-8cbf-504d4a3bac15" providerId="ADAL" clId="{ECD42228-5B96-4A72-B268-C46DF994E6B7}" dt="2024-01-14T20:26:10.929" v="732"/>
          <ac:spMkLst>
            <pc:docMk/>
            <pc:sldMk cId="781057157" sldId="391"/>
            <ac:spMk id="39" creationId="{0667E020-A6AE-47D7-860D-93997AC408D0}"/>
          </ac:spMkLst>
        </pc:spChg>
      </pc:sldChg>
      <pc:sldChg chg="delSp modSp add del mod modNotesTx">
        <pc:chgData name="Palit, Tapti" userId="dec6fbcd-7598-406a-8cbf-504d4a3bac15" providerId="ADAL" clId="{ECD42228-5B96-4A72-B268-C46DF994E6B7}" dt="2024-01-25T04:38:33.479" v="50324" actId="47"/>
        <pc:sldMkLst>
          <pc:docMk/>
          <pc:sldMk cId="3427465704" sldId="392"/>
        </pc:sldMkLst>
        <pc:spChg chg="mod">
          <ac:chgData name="Palit, Tapti" userId="dec6fbcd-7598-406a-8cbf-504d4a3bac15" providerId="ADAL" clId="{ECD42228-5B96-4A72-B268-C46DF994E6B7}" dt="2024-01-14T19:15:44.382" v="346"/>
          <ac:spMkLst>
            <pc:docMk/>
            <pc:sldMk cId="3427465704" sldId="392"/>
            <ac:spMk id="2" creationId="{C3C46814-2A6F-41B6-904E-8EDDD855207C}"/>
          </ac:spMkLst>
        </pc:spChg>
        <pc:spChg chg="mod">
          <ac:chgData name="Palit, Tapti" userId="dec6fbcd-7598-406a-8cbf-504d4a3bac15" providerId="ADAL" clId="{ECD42228-5B96-4A72-B268-C46DF994E6B7}" dt="2024-01-23T03:57:36.981" v="18454" actId="5793"/>
          <ac:spMkLst>
            <pc:docMk/>
            <pc:sldMk cId="3427465704" sldId="392"/>
            <ac:spMk id="3" creationId="{A19E8EDF-6681-42C8-AB61-DCACB7B7EEB5}"/>
          </ac:spMkLst>
        </pc:spChg>
        <pc:spChg chg="mod">
          <ac:chgData name="Palit, Tapti" userId="dec6fbcd-7598-406a-8cbf-504d4a3bac15" providerId="ADAL" clId="{ECD42228-5B96-4A72-B268-C46DF994E6B7}" dt="2024-01-14T19:15:44.382" v="346"/>
          <ac:spMkLst>
            <pc:docMk/>
            <pc:sldMk cId="3427465704" sldId="392"/>
            <ac:spMk id="4" creationId="{D74339C7-0629-431F-B768-13974CDF31FB}"/>
          </ac:spMkLst>
        </pc:spChg>
        <pc:spChg chg="del">
          <ac:chgData name="Palit, Tapti" userId="dec6fbcd-7598-406a-8cbf-504d4a3bac15" providerId="ADAL" clId="{ECD42228-5B96-4A72-B268-C46DF994E6B7}" dt="2024-01-23T03:56:09.095" v="18396" actId="478"/>
          <ac:spMkLst>
            <pc:docMk/>
            <pc:sldMk cId="3427465704" sldId="392"/>
            <ac:spMk id="9" creationId="{C01A29E8-C6B8-8960-5865-18B0D1B1D27F}"/>
          </ac:spMkLst>
        </pc:spChg>
        <pc:spChg chg="mod">
          <ac:chgData name="Palit, Tapti" userId="dec6fbcd-7598-406a-8cbf-504d4a3bac15" providerId="ADAL" clId="{ECD42228-5B96-4A72-B268-C46DF994E6B7}" dt="2024-01-25T04:04:17.436" v="49721" actId="20577"/>
          <ac:spMkLst>
            <pc:docMk/>
            <pc:sldMk cId="3427465704" sldId="392"/>
            <ac:spMk id="27" creationId="{85710342-0343-4CE7-A7D0-2B8A4E300AD1}"/>
          </ac:spMkLst>
        </pc:spChg>
      </pc:sldChg>
      <pc:sldChg chg="modSp add del">
        <pc:chgData name="Palit, Tapti" userId="dec6fbcd-7598-406a-8cbf-504d4a3bac15" providerId="ADAL" clId="{ECD42228-5B96-4A72-B268-C46DF994E6B7}" dt="2024-01-28T03:44:01.241" v="67437" actId="47"/>
        <pc:sldMkLst>
          <pc:docMk/>
          <pc:sldMk cId="2491326610" sldId="394"/>
        </pc:sldMkLst>
        <pc:spChg chg="mod">
          <ac:chgData name="Palit, Tapti" userId="dec6fbcd-7598-406a-8cbf-504d4a3bac15" providerId="ADAL" clId="{ECD42228-5B96-4A72-B268-C46DF994E6B7}" dt="2024-01-14T20:26:10.929" v="732"/>
          <ac:spMkLst>
            <pc:docMk/>
            <pc:sldMk cId="2491326610" sldId="394"/>
            <ac:spMk id="2" creationId="{778663ED-7349-4913-933D-9BDC100894A3}"/>
          </ac:spMkLst>
        </pc:spChg>
        <pc:spChg chg="mod">
          <ac:chgData name="Palit, Tapti" userId="dec6fbcd-7598-406a-8cbf-504d4a3bac15" providerId="ADAL" clId="{ECD42228-5B96-4A72-B268-C46DF994E6B7}" dt="2024-01-14T20:26:10.929" v="732"/>
          <ac:spMkLst>
            <pc:docMk/>
            <pc:sldMk cId="2491326610" sldId="394"/>
            <ac:spMk id="4" creationId="{407BF491-22D0-4E7F-B58C-06A508DCDFEB}"/>
          </ac:spMkLst>
        </pc:spChg>
        <pc:spChg chg="mod">
          <ac:chgData name="Palit, Tapti" userId="dec6fbcd-7598-406a-8cbf-504d4a3bac15" providerId="ADAL" clId="{ECD42228-5B96-4A72-B268-C46DF994E6B7}" dt="2024-01-14T20:26:10.929" v="732"/>
          <ac:spMkLst>
            <pc:docMk/>
            <pc:sldMk cId="2491326610" sldId="394"/>
            <ac:spMk id="5" creationId="{A42B345C-7C62-4661-ADDD-9088E6FD4FD3}"/>
          </ac:spMkLst>
        </pc:spChg>
      </pc:sldChg>
      <pc:sldChg chg="del">
        <pc:chgData name="Palit, Tapti" userId="dec6fbcd-7598-406a-8cbf-504d4a3bac15" providerId="ADAL" clId="{ECD42228-5B96-4A72-B268-C46DF994E6B7}" dt="2024-01-28T03:44:01.241" v="67437" actId="47"/>
        <pc:sldMkLst>
          <pc:docMk/>
          <pc:sldMk cId="2266482153" sldId="396"/>
        </pc:sldMkLst>
      </pc:sldChg>
      <pc:sldChg chg="del">
        <pc:chgData name="Palit, Tapti" userId="dec6fbcd-7598-406a-8cbf-504d4a3bac15" providerId="ADAL" clId="{ECD42228-5B96-4A72-B268-C46DF994E6B7}" dt="2024-01-28T03:44:01.241" v="67437" actId="47"/>
        <pc:sldMkLst>
          <pc:docMk/>
          <pc:sldMk cId="1580622685" sldId="397"/>
        </pc:sldMkLst>
      </pc:sldChg>
      <pc:sldChg chg="modSp add del">
        <pc:chgData name="Palit, Tapti" userId="dec6fbcd-7598-406a-8cbf-504d4a3bac15" providerId="ADAL" clId="{ECD42228-5B96-4A72-B268-C46DF994E6B7}" dt="2024-01-28T03:44:01.241" v="67437" actId="47"/>
        <pc:sldMkLst>
          <pc:docMk/>
          <pc:sldMk cId="3039267996" sldId="398"/>
        </pc:sldMkLst>
        <pc:spChg chg="mod">
          <ac:chgData name="Palit, Tapti" userId="dec6fbcd-7598-406a-8cbf-504d4a3bac15" providerId="ADAL" clId="{ECD42228-5B96-4A72-B268-C46DF994E6B7}" dt="2024-01-14T20:26:10.929" v="732"/>
          <ac:spMkLst>
            <pc:docMk/>
            <pc:sldMk cId="3039267996" sldId="398"/>
            <ac:spMk id="2" creationId="{8FE36FF1-1155-4F31-9E92-1300A1F68C3A}"/>
          </ac:spMkLst>
        </pc:spChg>
        <pc:spChg chg="mod">
          <ac:chgData name="Palit, Tapti" userId="dec6fbcd-7598-406a-8cbf-504d4a3bac15" providerId="ADAL" clId="{ECD42228-5B96-4A72-B268-C46DF994E6B7}" dt="2024-01-14T20:26:10.929" v="732"/>
          <ac:spMkLst>
            <pc:docMk/>
            <pc:sldMk cId="3039267996" sldId="398"/>
            <ac:spMk id="4" creationId="{E350A01A-99B1-4E75-81D7-16CEE95C95FC}"/>
          </ac:spMkLst>
        </pc:spChg>
        <pc:spChg chg="mod">
          <ac:chgData name="Palit, Tapti" userId="dec6fbcd-7598-406a-8cbf-504d4a3bac15" providerId="ADAL" clId="{ECD42228-5B96-4A72-B268-C46DF994E6B7}" dt="2024-01-14T20:26:10.929" v="732"/>
          <ac:spMkLst>
            <pc:docMk/>
            <pc:sldMk cId="3039267996" sldId="398"/>
            <ac:spMk id="5" creationId="{9B1727DA-215D-4967-9FB8-29DFB80DB8DF}"/>
          </ac:spMkLst>
        </pc:spChg>
      </pc:sldChg>
      <pc:sldChg chg="modSp add del">
        <pc:chgData name="Palit, Tapti" userId="dec6fbcd-7598-406a-8cbf-504d4a3bac15" providerId="ADAL" clId="{ECD42228-5B96-4A72-B268-C46DF994E6B7}" dt="2024-01-28T03:44:01.241" v="67437" actId="47"/>
        <pc:sldMkLst>
          <pc:docMk/>
          <pc:sldMk cId="1530249786" sldId="399"/>
        </pc:sldMkLst>
        <pc:spChg chg="mod">
          <ac:chgData name="Palit, Tapti" userId="dec6fbcd-7598-406a-8cbf-504d4a3bac15" providerId="ADAL" clId="{ECD42228-5B96-4A72-B268-C46DF994E6B7}" dt="2024-01-14T20:26:10.929" v="732"/>
          <ac:spMkLst>
            <pc:docMk/>
            <pc:sldMk cId="1530249786" sldId="399"/>
            <ac:spMk id="2" creationId="{4A5C63CC-0577-4879-8C55-FB013AFDE81A}"/>
          </ac:spMkLst>
        </pc:spChg>
        <pc:spChg chg="mod">
          <ac:chgData name="Palit, Tapti" userId="dec6fbcd-7598-406a-8cbf-504d4a3bac15" providerId="ADAL" clId="{ECD42228-5B96-4A72-B268-C46DF994E6B7}" dt="2024-01-14T20:26:10.929" v="732"/>
          <ac:spMkLst>
            <pc:docMk/>
            <pc:sldMk cId="1530249786" sldId="399"/>
            <ac:spMk id="3" creationId="{36083DAB-B09C-4BE1-8EA7-14C2EC4FE336}"/>
          </ac:spMkLst>
        </pc:spChg>
        <pc:spChg chg="mod">
          <ac:chgData name="Palit, Tapti" userId="dec6fbcd-7598-406a-8cbf-504d4a3bac15" providerId="ADAL" clId="{ECD42228-5B96-4A72-B268-C46DF994E6B7}" dt="2024-01-14T20:26:10.929" v="732"/>
          <ac:spMkLst>
            <pc:docMk/>
            <pc:sldMk cId="1530249786" sldId="399"/>
            <ac:spMk id="4" creationId="{DEC22660-2F13-4B39-9859-CE72626F89ED}"/>
          </ac:spMkLst>
        </pc:spChg>
      </pc:sldChg>
      <pc:sldChg chg="modSp add del">
        <pc:chgData name="Palit, Tapti" userId="dec6fbcd-7598-406a-8cbf-504d4a3bac15" providerId="ADAL" clId="{ECD42228-5B96-4A72-B268-C46DF994E6B7}" dt="2024-01-28T03:44:01.241" v="67437" actId="47"/>
        <pc:sldMkLst>
          <pc:docMk/>
          <pc:sldMk cId="4209992993" sldId="401"/>
        </pc:sldMkLst>
        <pc:spChg chg="mod">
          <ac:chgData name="Palit, Tapti" userId="dec6fbcd-7598-406a-8cbf-504d4a3bac15" providerId="ADAL" clId="{ECD42228-5B96-4A72-B268-C46DF994E6B7}" dt="2024-01-14T20:26:10.929" v="732"/>
          <ac:spMkLst>
            <pc:docMk/>
            <pc:sldMk cId="4209992993" sldId="401"/>
            <ac:spMk id="2" creationId="{14DC7008-5A9E-41DC-8C84-01935001A636}"/>
          </ac:spMkLst>
        </pc:spChg>
        <pc:spChg chg="mod">
          <ac:chgData name="Palit, Tapti" userId="dec6fbcd-7598-406a-8cbf-504d4a3bac15" providerId="ADAL" clId="{ECD42228-5B96-4A72-B268-C46DF994E6B7}" dt="2024-01-14T20:26:10.929" v="732"/>
          <ac:spMkLst>
            <pc:docMk/>
            <pc:sldMk cId="4209992993" sldId="401"/>
            <ac:spMk id="4" creationId="{43249A63-2D7C-4EF1-958E-D6DB58CAD1C3}"/>
          </ac:spMkLst>
        </pc:spChg>
        <pc:spChg chg="mod">
          <ac:chgData name="Palit, Tapti" userId="dec6fbcd-7598-406a-8cbf-504d4a3bac15" providerId="ADAL" clId="{ECD42228-5B96-4A72-B268-C46DF994E6B7}" dt="2024-01-14T20:26:10.929" v="732"/>
          <ac:spMkLst>
            <pc:docMk/>
            <pc:sldMk cId="4209992993" sldId="401"/>
            <ac:spMk id="37" creationId="{80518C39-D83B-43B0-8821-A6993F809486}"/>
          </ac:spMkLst>
        </pc:spChg>
      </pc:sldChg>
      <pc:sldChg chg="addSp delSp modSp add del mod chgLayout">
        <pc:chgData name="Palit, Tapti" userId="dec6fbcd-7598-406a-8cbf-504d4a3bac15" providerId="ADAL" clId="{ECD42228-5B96-4A72-B268-C46DF994E6B7}" dt="2024-01-24T04:14:09.798" v="39958" actId="2696"/>
        <pc:sldMkLst>
          <pc:docMk/>
          <pc:sldMk cId="494074637" sldId="402"/>
        </pc:sldMkLst>
        <pc:spChg chg="mod ord">
          <ac:chgData name="Palit, Tapti" userId="dec6fbcd-7598-406a-8cbf-504d4a3bac15" providerId="ADAL" clId="{ECD42228-5B96-4A72-B268-C46DF994E6B7}" dt="2024-01-14T20:12:39.146" v="538" actId="700"/>
          <ac:spMkLst>
            <pc:docMk/>
            <pc:sldMk cId="494074637" sldId="402"/>
            <ac:spMk id="2" creationId="{6D756B9F-DEDF-458C-A542-F30446685592}"/>
          </ac:spMkLst>
        </pc:spChg>
        <pc:spChg chg="add del mod ord">
          <ac:chgData name="Palit, Tapti" userId="dec6fbcd-7598-406a-8cbf-504d4a3bac15" providerId="ADAL" clId="{ECD42228-5B96-4A72-B268-C46DF994E6B7}" dt="2024-01-14T20:12:39.146" v="538" actId="700"/>
          <ac:spMkLst>
            <pc:docMk/>
            <pc:sldMk cId="494074637" sldId="402"/>
            <ac:spMk id="3" creationId="{7DC1AD43-3655-5411-E5E3-6D688259DCA3}"/>
          </ac:spMkLst>
        </pc:spChg>
        <pc:spChg chg="mod ord">
          <ac:chgData name="Palit, Tapti" userId="dec6fbcd-7598-406a-8cbf-504d4a3bac15" providerId="ADAL" clId="{ECD42228-5B96-4A72-B268-C46DF994E6B7}" dt="2024-01-14T20:12:39.146" v="538" actId="700"/>
          <ac:spMkLst>
            <pc:docMk/>
            <pc:sldMk cId="494074637" sldId="402"/>
            <ac:spMk id="4" creationId="{0EC42FD2-6A5A-44FB-BB0B-DB6EB51BAB67}"/>
          </ac:spMkLst>
        </pc:spChg>
      </pc:sldChg>
      <pc:sldChg chg="add del mod modShow">
        <pc:chgData name="Palit, Tapti" userId="dec6fbcd-7598-406a-8cbf-504d4a3bac15" providerId="ADAL" clId="{ECD42228-5B96-4A72-B268-C46DF994E6B7}" dt="2024-01-28T03:44:01.241" v="67437" actId="47"/>
        <pc:sldMkLst>
          <pc:docMk/>
          <pc:sldMk cId="4118500784" sldId="402"/>
        </pc:sldMkLst>
      </pc:sldChg>
      <pc:sldChg chg="addSp delSp modSp add del mod modClrScheme delAnim chgLayout modNotesTx">
        <pc:chgData name="Palit, Tapti" userId="dec6fbcd-7598-406a-8cbf-504d4a3bac15" providerId="ADAL" clId="{ECD42228-5B96-4A72-B268-C46DF994E6B7}" dt="2024-02-09T05:02:35.687" v="104592" actId="20577"/>
        <pc:sldMkLst>
          <pc:docMk/>
          <pc:sldMk cId="1039263704" sldId="403"/>
        </pc:sldMkLst>
        <pc:spChg chg="mod ord">
          <ac:chgData name="Palit, Tapti" userId="dec6fbcd-7598-406a-8cbf-504d4a3bac15" providerId="ADAL" clId="{ECD42228-5B96-4A72-B268-C46DF994E6B7}" dt="2024-02-07T02:34:56.448" v="99216" actId="20577"/>
          <ac:spMkLst>
            <pc:docMk/>
            <pc:sldMk cId="1039263704" sldId="403"/>
            <ac:spMk id="2" creationId="{C3C46814-2A6F-41B6-904E-8EDDD855207C}"/>
          </ac:spMkLst>
        </pc:spChg>
        <pc:spChg chg="mod">
          <ac:chgData name="Palit, Tapti" userId="dec6fbcd-7598-406a-8cbf-504d4a3bac15" providerId="ADAL" clId="{ECD42228-5B96-4A72-B268-C46DF994E6B7}" dt="2024-02-09T04:15:59.442" v="104382" actId="207"/>
          <ac:spMkLst>
            <pc:docMk/>
            <pc:sldMk cId="1039263704" sldId="403"/>
            <ac:spMk id="3" creationId="{982C202F-C133-0758-E41A-9A105B6544E4}"/>
          </ac:spMkLst>
        </pc:spChg>
        <pc:spChg chg="mod ord">
          <ac:chgData name="Palit, Tapti" userId="dec6fbcd-7598-406a-8cbf-504d4a3bac15" providerId="ADAL" clId="{ECD42228-5B96-4A72-B268-C46DF994E6B7}" dt="2024-01-28T22:40:10.402" v="70050" actId="6264"/>
          <ac:spMkLst>
            <pc:docMk/>
            <pc:sldMk cId="1039263704" sldId="403"/>
            <ac:spMk id="4" creationId="{D74339C7-0629-431F-B768-13974CDF31FB}"/>
          </ac:spMkLst>
        </pc:spChg>
        <pc:spChg chg="mod ord">
          <ac:chgData name="Palit, Tapti" userId="dec6fbcd-7598-406a-8cbf-504d4a3bac15" providerId="ADAL" clId="{ECD42228-5B96-4A72-B268-C46DF994E6B7}" dt="2024-02-09T05:02:35.687" v="104592" actId="20577"/>
          <ac:spMkLst>
            <pc:docMk/>
            <pc:sldMk cId="1039263704" sldId="403"/>
            <ac:spMk id="5" creationId="{A809105A-C2EA-9CC2-1FCC-8EE4E7A6FB1E}"/>
          </ac:spMkLst>
        </pc:spChg>
        <pc:spChg chg="add mod">
          <ac:chgData name="Palit, Tapti" userId="dec6fbcd-7598-406a-8cbf-504d4a3bac15" providerId="ADAL" clId="{ECD42228-5B96-4A72-B268-C46DF994E6B7}" dt="2024-01-29T16:41:01.641" v="80922"/>
          <ac:spMkLst>
            <pc:docMk/>
            <pc:sldMk cId="1039263704" sldId="403"/>
            <ac:spMk id="6" creationId="{917433FF-A747-D60E-016B-9899CAEFE3F3}"/>
          </ac:spMkLst>
        </pc:spChg>
        <pc:spChg chg="add del mod">
          <ac:chgData name="Palit, Tapti" userId="dec6fbcd-7598-406a-8cbf-504d4a3bac15" providerId="ADAL" clId="{ECD42228-5B96-4A72-B268-C46DF994E6B7}" dt="2024-02-07T02:34:08.512" v="99136" actId="21"/>
          <ac:spMkLst>
            <pc:docMk/>
            <pc:sldMk cId="1039263704" sldId="403"/>
            <ac:spMk id="7" creationId="{CD638514-2D18-394B-43D5-7CB5E4047CAA}"/>
          </ac:spMkLst>
        </pc:spChg>
        <pc:spChg chg="add del mod">
          <ac:chgData name="Palit, Tapti" userId="dec6fbcd-7598-406a-8cbf-504d4a3bac15" providerId="ADAL" clId="{ECD42228-5B96-4A72-B268-C46DF994E6B7}" dt="2024-02-09T04:15:44.574" v="104377" actId="478"/>
          <ac:spMkLst>
            <pc:docMk/>
            <pc:sldMk cId="1039263704" sldId="403"/>
            <ac:spMk id="8" creationId="{4B2AF321-0303-32ED-231E-8BCF8E7A6A1C}"/>
          </ac:spMkLst>
        </pc:spChg>
        <pc:spChg chg="add del mod">
          <ac:chgData name="Palit, Tapti" userId="dec6fbcd-7598-406a-8cbf-504d4a3bac15" providerId="ADAL" clId="{ECD42228-5B96-4A72-B268-C46DF994E6B7}" dt="2024-02-09T04:15:46.643" v="104378" actId="478"/>
          <ac:spMkLst>
            <pc:docMk/>
            <pc:sldMk cId="1039263704" sldId="403"/>
            <ac:spMk id="9" creationId="{89043730-615E-891C-6504-9BBB66E96D2F}"/>
          </ac:spMkLst>
        </pc:spChg>
        <pc:spChg chg="del">
          <ac:chgData name="Palit, Tapti" userId="dec6fbcd-7598-406a-8cbf-504d4a3bac15" providerId="ADAL" clId="{ECD42228-5B96-4A72-B268-C46DF994E6B7}" dt="2024-01-23T04:14:56.059" v="19380" actId="478"/>
          <ac:spMkLst>
            <pc:docMk/>
            <pc:sldMk cId="1039263704" sldId="403"/>
            <ac:spMk id="10" creationId="{A082F687-69D7-70F2-035B-95F308687CA0}"/>
          </ac:spMkLst>
        </pc:spChg>
        <pc:spChg chg="add del mod ord">
          <ac:chgData name="Palit, Tapti" userId="dec6fbcd-7598-406a-8cbf-504d4a3bac15" providerId="ADAL" clId="{ECD42228-5B96-4A72-B268-C46DF994E6B7}" dt="2024-01-28T22:40:10.402" v="70050" actId="6264"/>
          <ac:spMkLst>
            <pc:docMk/>
            <pc:sldMk cId="1039263704" sldId="403"/>
            <ac:spMk id="10" creationId="{A28ECF76-CA90-B103-B342-B70AC503AEDC}"/>
          </ac:spMkLst>
        </pc:spChg>
        <pc:spChg chg="add del mod">
          <ac:chgData name="Palit, Tapti" userId="dec6fbcd-7598-406a-8cbf-504d4a3bac15" providerId="ADAL" clId="{ECD42228-5B96-4A72-B268-C46DF994E6B7}" dt="2024-01-28T22:40:10.402" v="70050" actId="6264"/>
          <ac:spMkLst>
            <pc:docMk/>
            <pc:sldMk cId="1039263704" sldId="403"/>
            <ac:spMk id="11" creationId="{327C59D2-F0E7-2B71-EE70-39C5F2C94443}"/>
          </ac:spMkLst>
        </pc:spChg>
        <pc:spChg chg="add del mod">
          <ac:chgData name="Palit, Tapti" userId="dec6fbcd-7598-406a-8cbf-504d4a3bac15" providerId="ADAL" clId="{ECD42228-5B96-4A72-B268-C46DF994E6B7}" dt="2024-01-28T22:40:10.402" v="70050" actId="6264"/>
          <ac:spMkLst>
            <pc:docMk/>
            <pc:sldMk cId="1039263704" sldId="403"/>
            <ac:spMk id="12" creationId="{38E986CA-68A5-50F7-2718-3801CB13F8E6}"/>
          </ac:spMkLst>
        </pc:spChg>
        <pc:spChg chg="add del mod">
          <ac:chgData name="Palit, Tapti" userId="dec6fbcd-7598-406a-8cbf-504d4a3bac15" providerId="ADAL" clId="{ECD42228-5B96-4A72-B268-C46DF994E6B7}" dt="2024-01-28T22:40:10.402" v="70050" actId="6264"/>
          <ac:spMkLst>
            <pc:docMk/>
            <pc:sldMk cId="1039263704" sldId="403"/>
            <ac:spMk id="13" creationId="{032E5515-934B-710A-15A6-3EB38BD47B9A}"/>
          </ac:spMkLst>
        </pc:spChg>
        <pc:spChg chg="del mod">
          <ac:chgData name="Palit, Tapti" userId="dec6fbcd-7598-406a-8cbf-504d4a3bac15" providerId="ADAL" clId="{ECD42228-5B96-4A72-B268-C46DF994E6B7}" dt="2024-01-28T00:42:04.831" v="67077" actId="478"/>
          <ac:spMkLst>
            <pc:docMk/>
            <pc:sldMk cId="1039263704" sldId="403"/>
            <ac:spMk id="14" creationId="{B70E8FCD-FDE4-4E80-86F5-E438FDE5F5CF}"/>
          </ac:spMkLst>
        </pc:spChg>
        <pc:spChg chg="add mod ord">
          <ac:chgData name="Palit, Tapti" userId="dec6fbcd-7598-406a-8cbf-504d4a3bac15" providerId="ADAL" clId="{ECD42228-5B96-4A72-B268-C46DF994E6B7}" dt="2024-01-28T22:40:10.402" v="70050" actId="6264"/>
          <ac:spMkLst>
            <pc:docMk/>
            <pc:sldMk cId="1039263704" sldId="403"/>
            <ac:spMk id="15" creationId="{9361CFD9-BC8F-E092-01E7-1314746CFEAD}"/>
          </ac:spMkLst>
        </pc:spChg>
        <pc:spChg chg="add mod">
          <ac:chgData name="Palit, Tapti" userId="dec6fbcd-7598-406a-8cbf-504d4a3bac15" providerId="ADAL" clId="{ECD42228-5B96-4A72-B268-C46DF994E6B7}" dt="2024-01-29T16:41:01.641" v="80922"/>
          <ac:spMkLst>
            <pc:docMk/>
            <pc:sldMk cId="1039263704" sldId="403"/>
            <ac:spMk id="16" creationId="{40530B77-CF88-F1A9-05D4-AED3F9F09B1E}"/>
          </ac:spMkLst>
        </pc:spChg>
        <pc:spChg chg="add mod">
          <ac:chgData name="Palit, Tapti" userId="dec6fbcd-7598-406a-8cbf-504d4a3bac15" providerId="ADAL" clId="{ECD42228-5B96-4A72-B268-C46DF994E6B7}" dt="2024-01-29T16:41:01.641" v="80922"/>
          <ac:spMkLst>
            <pc:docMk/>
            <pc:sldMk cId="1039263704" sldId="403"/>
            <ac:spMk id="17" creationId="{6DFF4828-A6A5-5DD7-6161-F45636F993A2}"/>
          </ac:spMkLst>
        </pc:spChg>
        <pc:spChg chg="add mod">
          <ac:chgData name="Palit, Tapti" userId="dec6fbcd-7598-406a-8cbf-504d4a3bac15" providerId="ADAL" clId="{ECD42228-5B96-4A72-B268-C46DF994E6B7}" dt="2024-01-29T16:41:01.641" v="80922"/>
          <ac:spMkLst>
            <pc:docMk/>
            <pc:sldMk cId="1039263704" sldId="403"/>
            <ac:spMk id="18" creationId="{419B5568-A55E-E94E-EBBE-8C1094F4736D}"/>
          </ac:spMkLst>
        </pc:spChg>
        <pc:spChg chg="add mod">
          <ac:chgData name="Palit, Tapti" userId="dec6fbcd-7598-406a-8cbf-504d4a3bac15" providerId="ADAL" clId="{ECD42228-5B96-4A72-B268-C46DF994E6B7}" dt="2024-01-29T16:41:01.641" v="80922"/>
          <ac:spMkLst>
            <pc:docMk/>
            <pc:sldMk cId="1039263704" sldId="403"/>
            <ac:spMk id="19" creationId="{69C3F2B8-5F9F-5C27-4D61-8BF9BE32AA06}"/>
          </ac:spMkLst>
        </pc:spChg>
        <pc:spChg chg="add mod">
          <ac:chgData name="Palit, Tapti" userId="dec6fbcd-7598-406a-8cbf-504d4a3bac15" providerId="ADAL" clId="{ECD42228-5B96-4A72-B268-C46DF994E6B7}" dt="2024-01-29T16:41:01.641" v="80922"/>
          <ac:spMkLst>
            <pc:docMk/>
            <pc:sldMk cId="1039263704" sldId="403"/>
            <ac:spMk id="20" creationId="{1C455245-4094-C165-143E-932EE6436E82}"/>
          </ac:spMkLst>
        </pc:spChg>
        <pc:spChg chg="del mod">
          <ac:chgData name="Palit, Tapti" userId="dec6fbcd-7598-406a-8cbf-504d4a3bac15" providerId="ADAL" clId="{ECD42228-5B96-4A72-B268-C46DF994E6B7}" dt="2024-01-28T00:42:04.831" v="67077" actId="478"/>
          <ac:spMkLst>
            <pc:docMk/>
            <pc:sldMk cId="1039263704" sldId="403"/>
            <ac:spMk id="20" creationId="{E6FA9421-0C45-4E1B-9ACA-B6D2A03FFA6A}"/>
          </ac:spMkLst>
        </pc:spChg>
        <pc:spChg chg="add mod">
          <ac:chgData name="Palit, Tapti" userId="dec6fbcd-7598-406a-8cbf-504d4a3bac15" providerId="ADAL" clId="{ECD42228-5B96-4A72-B268-C46DF994E6B7}" dt="2024-01-29T16:41:01.641" v="80922"/>
          <ac:spMkLst>
            <pc:docMk/>
            <pc:sldMk cId="1039263704" sldId="403"/>
            <ac:spMk id="21" creationId="{AB9BAB71-337B-06EE-D6CD-F8C2E152F6F9}"/>
          </ac:spMkLst>
        </pc:spChg>
        <pc:spChg chg="add mod">
          <ac:chgData name="Palit, Tapti" userId="dec6fbcd-7598-406a-8cbf-504d4a3bac15" providerId="ADAL" clId="{ECD42228-5B96-4A72-B268-C46DF994E6B7}" dt="2024-01-29T16:41:01.641" v="80922"/>
          <ac:spMkLst>
            <pc:docMk/>
            <pc:sldMk cId="1039263704" sldId="403"/>
            <ac:spMk id="22" creationId="{CBC97494-03A9-FF56-251C-22A9313E6A4D}"/>
          </ac:spMkLst>
        </pc:spChg>
        <pc:spChg chg="add mod">
          <ac:chgData name="Palit, Tapti" userId="dec6fbcd-7598-406a-8cbf-504d4a3bac15" providerId="ADAL" clId="{ECD42228-5B96-4A72-B268-C46DF994E6B7}" dt="2024-01-29T16:41:01.641" v="80922"/>
          <ac:spMkLst>
            <pc:docMk/>
            <pc:sldMk cId="1039263704" sldId="403"/>
            <ac:spMk id="23" creationId="{1B54B99A-7DAD-BBEF-E698-9EEC020B8D7D}"/>
          </ac:spMkLst>
        </pc:spChg>
        <pc:spChg chg="add mod">
          <ac:chgData name="Palit, Tapti" userId="dec6fbcd-7598-406a-8cbf-504d4a3bac15" providerId="ADAL" clId="{ECD42228-5B96-4A72-B268-C46DF994E6B7}" dt="2024-01-29T16:41:01.641" v="80922"/>
          <ac:spMkLst>
            <pc:docMk/>
            <pc:sldMk cId="1039263704" sldId="403"/>
            <ac:spMk id="24" creationId="{5EABFD36-A77A-FBCF-EB3E-AC90406F78A2}"/>
          </ac:spMkLst>
        </pc:spChg>
        <pc:spChg chg="add mod">
          <ac:chgData name="Palit, Tapti" userId="dec6fbcd-7598-406a-8cbf-504d4a3bac15" providerId="ADAL" clId="{ECD42228-5B96-4A72-B268-C46DF994E6B7}" dt="2024-01-29T16:41:01.641" v="80922"/>
          <ac:spMkLst>
            <pc:docMk/>
            <pc:sldMk cId="1039263704" sldId="403"/>
            <ac:spMk id="25" creationId="{AB3993D5-E6DA-242F-8F93-EFC9A9FCA07A}"/>
          </ac:spMkLst>
        </pc:spChg>
        <pc:spChg chg="add mod">
          <ac:chgData name="Palit, Tapti" userId="dec6fbcd-7598-406a-8cbf-504d4a3bac15" providerId="ADAL" clId="{ECD42228-5B96-4A72-B268-C46DF994E6B7}" dt="2024-01-29T16:41:01.641" v="80922"/>
          <ac:spMkLst>
            <pc:docMk/>
            <pc:sldMk cId="1039263704" sldId="403"/>
            <ac:spMk id="26" creationId="{329A241E-D294-F51E-30A3-AEB5193E5289}"/>
          </ac:spMkLst>
        </pc:spChg>
        <pc:spChg chg="add mod">
          <ac:chgData name="Palit, Tapti" userId="dec6fbcd-7598-406a-8cbf-504d4a3bac15" providerId="ADAL" clId="{ECD42228-5B96-4A72-B268-C46DF994E6B7}" dt="2024-01-29T16:41:01.641" v="80922"/>
          <ac:spMkLst>
            <pc:docMk/>
            <pc:sldMk cId="1039263704" sldId="403"/>
            <ac:spMk id="27" creationId="{B50E5AC9-966E-99D4-07BD-C69614345EB0}"/>
          </ac:spMkLst>
        </pc:spChg>
        <pc:spChg chg="add mod">
          <ac:chgData name="Palit, Tapti" userId="dec6fbcd-7598-406a-8cbf-504d4a3bac15" providerId="ADAL" clId="{ECD42228-5B96-4A72-B268-C46DF994E6B7}" dt="2024-01-29T16:41:01.641" v="80922"/>
          <ac:spMkLst>
            <pc:docMk/>
            <pc:sldMk cId="1039263704" sldId="403"/>
            <ac:spMk id="28" creationId="{348BBA61-5902-5A22-606A-45BB4ABD6F45}"/>
          </ac:spMkLst>
        </pc:spChg>
        <pc:spChg chg="add mod">
          <ac:chgData name="Palit, Tapti" userId="dec6fbcd-7598-406a-8cbf-504d4a3bac15" providerId="ADAL" clId="{ECD42228-5B96-4A72-B268-C46DF994E6B7}" dt="2024-01-29T16:41:01.641" v="80922"/>
          <ac:spMkLst>
            <pc:docMk/>
            <pc:sldMk cId="1039263704" sldId="403"/>
            <ac:spMk id="29" creationId="{B1CDB5AD-B458-3498-C95E-C74008B8F296}"/>
          </ac:spMkLst>
        </pc:spChg>
        <pc:spChg chg="add mod">
          <ac:chgData name="Palit, Tapti" userId="dec6fbcd-7598-406a-8cbf-504d4a3bac15" providerId="ADAL" clId="{ECD42228-5B96-4A72-B268-C46DF994E6B7}" dt="2024-01-29T16:41:01.641" v="80922"/>
          <ac:spMkLst>
            <pc:docMk/>
            <pc:sldMk cId="1039263704" sldId="403"/>
            <ac:spMk id="30" creationId="{C5A5A91E-72E3-F112-D384-689DB6A943B0}"/>
          </ac:spMkLst>
        </pc:spChg>
        <pc:spChg chg="add mod">
          <ac:chgData name="Palit, Tapti" userId="dec6fbcd-7598-406a-8cbf-504d4a3bac15" providerId="ADAL" clId="{ECD42228-5B96-4A72-B268-C46DF994E6B7}" dt="2024-01-29T16:41:01.641" v="80922"/>
          <ac:spMkLst>
            <pc:docMk/>
            <pc:sldMk cId="1039263704" sldId="403"/>
            <ac:spMk id="32" creationId="{DF959821-025F-95F8-8D2D-08CB7028EB43}"/>
          </ac:spMkLst>
        </pc:spChg>
        <pc:spChg chg="add mod">
          <ac:chgData name="Palit, Tapti" userId="dec6fbcd-7598-406a-8cbf-504d4a3bac15" providerId="ADAL" clId="{ECD42228-5B96-4A72-B268-C46DF994E6B7}" dt="2024-01-29T16:41:01.641" v="80922"/>
          <ac:spMkLst>
            <pc:docMk/>
            <pc:sldMk cId="1039263704" sldId="403"/>
            <ac:spMk id="34" creationId="{837E8FDB-6AE8-6849-B22E-6B98801A6E10}"/>
          </ac:spMkLst>
        </pc:spChg>
        <pc:spChg chg="add mod">
          <ac:chgData name="Palit, Tapti" userId="dec6fbcd-7598-406a-8cbf-504d4a3bac15" providerId="ADAL" clId="{ECD42228-5B96-4A72-B268-C46DF994E6B7}" dt="2024-01-29T16:41:01.641" v="80922"/>
          <ac:spMkLst>
            <pc:docMk/>
            <pc:sldMk cId="1039263704" sldId="403"/>
            <ac:spMk id="35" creationId="{92D95D0B-B6E0-AA39-6626-8519F4CD59A4}"/>
          </ac:spMkLst>
        </pc:spChg>
        <pc:cxnChg chg="del mod">
          <ac:chgData name="Palit, Tapti" userId="dec6fbcd-7598-406a-8cbf-504d4a3bac15" providerId="ADAL" clId="{ECD42228-5B96-4A72-B268-C46DF994E6B7}" dt="2024-01-28T00:42:04.831" v="67077" actId="478"/>
          <ac:cxnSpMkLst>
            <pc:docMk/>
            <pc:sldMk cId="1039263704" sldId="403"/>
            <ac:cxnSpMk id="6" creationId="{E32B42DE-DA4A-47CE-AA85-AB05B8444973}"/>
          </ac:cxnSpMkLst>
        </pc:cxnChg>
        <pc:cxnChg chg="add mod">
          <ac:chgData name="Palit, Tapti" userId="dec6fbcd-7598-406a-8cbf-504d4a3bac15" providerId="ADAL" clId="{ECD42228-5B96-4A72-B268-C46DF994E6B7}" dt="2024-01-29T16:41:01.641" v="80922"/>
          <ac:cxnSpMkLst>
            <pc:docMk/>
            <pc:sldMk cId="1039263704" sldId="403"/>
            <ac:cxnSpMk id="10" creationId="{61079BA2-353F-3EAE-0E59-E970350128E7}"/>
          </ac:cxnSpMkLst>
        </pc:cxnChg>
        <pc:cxnChg chg="add mod">
          <ac:chgData name="Palit, Tapti" userId="dec6fbcd-7598-406a-8cbf-504d4a3bac15" providerId="ADAL" clId="{ECD42228-5B96-4A72-B268-C46DF994E6B7}" dt="2024-01-29T16:41:01.641" v="80922"/>
          <ac:cxnSpMkLst>
            <pc:docMk/>
            <pc:sldMk cId="1039263704" sldId="403"/>
            <ac:cxnSpMk id="11" creationId="{0D45BC4A-9C92-A1CE-FD4F-55E5CF9F2164}"/>
          </ac:cxnSpMkLst>
        </pc:cxnChg>
        <pc:cxnChg chg="add mod">
          <ac:chgData name="Palit, Tapti" userId="dec6fbcd-7598-406a-8cbf-504d4a3bac15" providerId="ADAL" clId="{ECD42228-5B96-4A72-B268-C46DF994E6B7}" dt="2024-01-29T16:41:01.641" v="80922"/>
          <ac:cxnSpMkLst>
            <pc:docMk/>
            <pc:sldMk cId="1039263704" sldId="403"/>
            <ac:cxnSpMk id="12" creationId="{867257F7-E083-965A-A345-85B790208E94}"/>
          </ac:cxnSpMkLst>
        </pc:cxnChg>
        <pc:cxnChg chg="add mod">
          <ac:chgData name="Palit, Tapti" userId="dec6fbcd-7598-406a-8cbf-504d4a3bac15" providerId="ADAL" clId="{ECD42228-5B96-4A72-B268-C46DF994E6B7}" dt="2024-01-29T16:41:01.641" v="80922"/>
          <ac:cxnSpMkLst>
            <pc:docMk/>
            <pc:sldMk cId="1039263704" sldId="403"/>
            <ac:cxnSpMk id="13" creationId="{72720FCF-E5C2-4B21-7A2E-B94C0C2D546B}"/>
          </ac:cxnSpMkLst>
        </pc:cxnChg>
        <pc:cxnChg chg="add mod">
          <ac:chgData name="Palit, Tapti" userId="dec6fbcd-7598-406a-8cbf-504d4a3bac15" providerId="ADAL" clId="{ECD42228-5B96-4A72-B268-C46DF994E6B7}" dt="2024-01-29T16:41:01.641" v="80922"/>
          <ac:cxnSpMkLst>
            <pc:docMk/>
            <pc:sldMk cId="1039263704" sldId="403"/>
            <ac:cxnSpMk id="14" creationId="{7E3A9C09-D982-B076-7810-567FD03733ED}"/>
          </ac:cxnSpMkLst>
        </pc:cxnChg>
        <pc:cxnChg chg="del mod">
          <ac:chgData name="Palit, Tapti" userId="dec6fbcd-7598-406a-8cbf-504d4a3bac15" providerId="ADAL" clId="{ECD42228-5B96-4A72-B268-C46DF994E6B7}" dt="2024-01-28T00:42:04.831" v="67077" actId="478"/>
          <ac:cxnSpMkLst>
            <pc:docMk/>
            <pc:sldMk cId="1039263704" sldId="403"/>
            <ac:cxnSpMk id="16" creationId="{FA844D29-865B-41CF-A571-F5183B5AD194}"/>
          </ac:cxnSpMkLst>
        </pc:cxnChg>
        <pc:cxnChg chg="add mod">
          <ac:chgData name="Palit, Tapti" userId="dec6fbcd-7598-406a-8cbf-504d4a3bac15" providerId="ADAL" clId="{ECD42228-5B96-4A72-B268-C46DF994E6B7}" dt="2024-01-29T16:41:01.641" v="80922"/>
          <ac:cxnSpMkLst>
            <pc:docMk/>
            <pc:sldMk cId="1039263704" sldId="403"/>
            <ac:cxnSpMk id="31" creationId="{C2E6A27B-1B2B-61EC-81FD-D219E9821D44}"/>
          </ac:cxnSpMkLst>
        </pc:cxnChg>
        <pc:cxnChg chg="add mod">
          <ac:chgData name="Palit, Tapti" userId="dec6fbcd-7598-406a-8cbf-504d4a3bac15" providerId="ADAL" clId="{ECD42228-5B96-4A72-B268-C46DF994E6B7}" dt="2024-01-29T16:41:01.641" v="80922"/>
          <ac:cxnSpMkLst>
            <pc:docMk/>
            <pc:sldMk cId="1039263704" sldId="403"/>
            <ac:cxnSpMk id="33" creationId="{1333BEC7-ACD3-659A-29A2-DDF6C432EBB0}"/>
          </ac:cxnSpMkLst>
        </pc:cxnChg>
      </pc:sldChg>
      <pc:sldChg chg="delSp modSp add del mod delAnim">
        <pc:chgData name="Palit, Tapti" userId="dec6fbcd-7598-406a-8cbf-504d4a3bac15" providerId="ADAL" clId="{ECD42228-5B96-4A72-B268-C46DF994E6B7}" dt="2024-01-28T00:11:34.203" v="66479" actId="47"/>
        <pc:sldMkLst>
          <pc:docMk/>
          <pc:sldMk cId="1921436827" sldId="404"/>
        </pc:sldMkLst>
        <pc:spChg chg="del">
          <ac:chgData name="Palit, Tapti" userId="dec6fbcd-7598-406a-8cbf-504d4a3bac15" providerId="ADAL" clId="{ECD42228-5B96-4A72-B268-C46DF994E6B7}" dt="2024-01-28T00:11:11.065" v="66477" actId="21"/>
          <ac:spMkLst>
            <pc:docMk/>
            <pc:sldMk cId="1921436827" sldId="404"/>
            <ac:spMk id="4" creationId="{D74339C7-0629-431F-B768-13974CDF31FB}"/>
          </ac:spMkLst>
        </pc:spChg>
        <pc:spChg chg="del">
          <ac:chgData name="Palit, Tapti" userId="dec6fbcd-7598-406a-8cbf-504d4a3bac15" providerId="ADAL" clId="{ECD42228-5B96-4A72-B268-C46DF994E6B7}" dt="2024-01-28T00:11:11.065" v="66477" actId="21"/>
          <ac:spMkLst>
            <pc:docMk/>
            <pc:sldMk cId="1921436827" sldId="404"/>
            <ac:spMk id="6" creationId="{61DE0BF2-7EC6-9DE3-1510-412BB96E8ED2}"/>
          </ac:spMkLst>
        </pc:spChg>
        <pc:spChg chg="del">
          <ac:chgData name="Palit, Tapti" userId="dec6fbcd-7598-406a-8cbf-504d4a3bac15" providerId="ADAL" clId="{ECD42228-5B96-4A72-B268-C46DF994E6B7}" dt="2024-01-28T00:11:11.065" v="66477" actId="21"/>
          <ac:spMkLst>
            <pc:docMk/>
            <pc:sldMk cId="1921436827" sldId="404"/>
            <ac:spMk id="13" creationId="{465AFD09-5DD2-449F-A4E9-B4B9BF9461C6}"/>
          </ac:spMkLst>
        </pc:spChg>
        <pc:spChg chg="del">
          <ac:chgData name="Palit, Tapti" userId="dec6fbcd-7598-406a-8cbf-504d4a3bac15" providerId="ADAL" clId="{ECD42228-5B96-4A72-B268-C46DF994E6B7}" dt="2024-01-28T00:11:11.065" v="66477" actId="21"/>
          <ac:spMkLst>
            <pc:docMk/>
            <pc:sldMk cId="1921436827" sldId="404"/>
            <ac:spMk id="14" creationId="{D99164D6-5CDB-4811-89F3-C33BA91B66B7}"/>
          </ac:spMkLst>
        </pc:spChg>
        <pc:spChg chg="del">
          <ac:chgData name="Palit, Tapti" userId="dec6fbcd-7598-406a-8cbf-504d4a3bac15" providerId="ADAL" clId="{ECD42228-5B96-4A72-B268-C46DF994E6B7}" dt="2024-01-28T00:11:11.065" v="66477" actId="21"/>
          <ac:spMkLst>
            <pc:docMk/>
            <pc:sldMk cId="1921436827" sldId="404"/>
            <ac:spMk id="15" creationId="{9ADD96B5-EC1B-4471-8276-33213DBCC6BA}"/>
          </ac:spMkLst>
        </pc:spChg>
        <pc:spChg chg="del">
          <ac:chgData name="Palit, Tapti" userId="dec6fbcd-7598-406a-8cbf-504d4a3bac15" providerId="ADAL" clId="{ECD42228-5B96-4A72-B268-C46DF994E6B7}" dt="2024-01-28T00:11:11.065" v="66477" actId="21"/>
          <ac:spMkLst>
            <pc:docMk/>
            <pc:sldMk cId="1921436827" sldId="404"/>
            <ac:spMk id="16" creationId="{FB721629-2337-42A3-9D77-82D683D9E4C6}"/>
          </ac:spMkLst>
        </pc:spChg>
        <pc:spChg chg="del">
          <ac:chgData name="Palit, Tapti" userId="dec6fbcd-7598-406a-8cbf-504d4a3bac15" providerId="ADAL" clId="{ECD42228-5B96-4A72-B268-C46DF994E6B7}" dt="2024-01-28T00:11:11.065" v="66477" actId="21"/>
          <ac:spMkLst>
            <pc:docMk/>
            <pc:sldMk cId="1921436827" sldId="404"/>
            <ac:spMk id="17" creationId="{D2DF93AA-2991-4A25-8D35-87404E833680}"/>
          </ac:spMkLst>
        </pc:spChg>
        <pc:spChg chg="del">
          <ac:chgData name="Palit, Tapti" userId="dec6fbcd-7598-406a-8cbf-504d4a3bac15" providerId="ADAL" clId="{ECD42228-5B96-4A72-B268-C46DF994E6B7}" dt="2024-01-28T00:11:11.065" v="66477" actId="21"/>
          <ac:spMkLst>
            <pc:docMk/>
            <pc:sldMk cId="1921436827" sldId="404"/>
            <ac:spMk id="18" creationId="{65CA4C3F-5E24-4B3D-86C5-14064A2B1657}"/>
          </ac:spMkLst>
        </pc:spChg>
        <pc:spChg chg="del">
          <ac:chgData name="Palit, Tapti" userId="dec6fbcd-7598-406a-8cbf-504d4a3bac15" providerId="ADAL" clId="{ECD42228-5B96-4A72-B268-C46DF994E6B7}" dt="2024-01-28T00:11:11.065" v="66477" actId="21"/>
          <ac:spMkLst>
            <pc:docMk/>
            <pc:sldMk cId="1921436827" sldId="404"/>
            <ac:spMk id="19" creationId="{06A0A9C6-B2E4-41B5-8BCF-CA87D42A2D7E}"/>
          </ac:spMkLst>
        </pc:spChg>
        <pc:spChg chg="del">
          <ac:chgData name="Palit, Tapti" userId="dec6fbcd-7598-406a-8cbf-504d4a3bac15" providerId="ADAL" clId="{ECD42228-5B96-4A72-B268-C46DF994E6B7}" dt="2024-01-28T00:11:11.065" v="66477" actId="21"/>
          <ac:spMkLst>
            <pc:docMk/>
            <pc:sldMk cId="1921436827" sldId="404"/>
            <ac:spMk id="22" creationId="{0C1A72FD-C670-4A74-81BD-224763B7C418}"/>
          </ac:spMkLst>
        </pc:spChg>
        <pc:spChg chg="del">
          <ac:chgData name="Palit, Tapti" userId="dec6fbcd-7598-406a-8cbf-504d4a3bac15" providerId="ADAL" clId="{ECD42228-5B96-4A72-B268-C46DF994E6B7}" dt="2024-01-28T00:11:11.065" v="66477" actId="21"/>
          <ac:spMkLst>
            <pc:docMk/>
            <pc:sldMk cId="1921436827" sldId="404"/>
            <ac:spMk id="23" creationId="{E6262256-35C1-4A21-BE50-F5B38D23999A}"/>
          </ac:spMkLst>
        </pc:spChg>
        <pc:spChg chg="del">
          <ac:chgData name="Palit, Tapti" userId="dec6fbcd-7598-406a-8cbf-504d4a3bac15" providerId="ADAL" clId="{ECD42228-5B96-4A72-B268-C46DF994E6B7}" dt="2024-01-28T00:11:11.065" v="66477" actId="21"/>
          <ac:spMkLst>
            <pc:docMk/>
            <pc:sldMk cId="1921436827" sldId="404"/>
            <ac:spMk id="24" creationId="{68F057E1-23EF-40B6-AB86-B134616394CF}"/>
          </ac:spMkLst>
        </pc:spChg>
        <pc:spChg chg="del">
          <ac:chgData name="Palit, Tapti" userId="dec6fbcd-7598-406a-8cbf-504d4a3bac15" providerId="ADAL" clId="{ECD42228-5B96-4A72-B268-C46DF994E6B7}" dt="2024-01-28T00:11:11.065" v="66477" actId="21"/>
          <ac:spMkLst>
            <pc:docMk/>
            <pc:sldMk cId="1921436827" sldId="404"/>
            <ac:spMk id="26" creationId="{0D510B60-7EE0-43C8-9786-3FC26A4FE74C}"/>
          </ac:spMkLst>
        </pc:spChg>
        <pc:spChg chg="del">
          <ac:chgData name="Palit, Tapti" userId="dec6fbcd-7598-406a-8cbf-504d4a3bac15" providerId="ADAL" clId="{ECD42228-5B96-4A72-B268-C46DF994E6B7}" dt="2024-01-28T00:11:11.065" v="66477" actId="21"/>
          <ac:spMkLst>
            <pc:docMk/>
            <pc:sldMk cId="1921436827" sldId="404"/>
            <ac:spMk id="27" creationId="{8A1A6208-2157-CD15-D5AC-E6E77334A81E}"/>
          </ac:spMkLst>
        </pc:spChg>
        <pc:spChg chg="del">
          <ac:chgData name="Palit, Tapti" userId="dec6fbcd-7598-406a-8cbf-504d4a3bac15" providerId="ADAL" clId="{ECD42228-5B96-4A72-B268-C46DF994E6B7}" dt="2024-01-28T00:11:11.065" v="66477" actId="21"/>
          <ac:spMkLst>
            <pc:docMk/>
            <pc:sldMk cId="1921436827" sldId="404"/>
            <ac:spMk id="28" creationId="{13B582BF-147B-4622-B3F8-38480154EFEE}"/>
          </ac:spMkLst>
        </pc:spChg>
        <pc:spChg chg="del">
          <ac:chgData name="Palit, Tapti" userId="dec6fbcd-7598-406a-8cbf-504d4a3bac15" providerId="ADAL" clId="{ECD42228-5B96-4A72-B268-C46DF994E6B7}" dt="2024-01-28T00:11:11.065" v="66477" actId="21"/>
          <ac:spMkLst>
            <pc:docMk/>
            <pc:sldMk cId="1921436827" sldId="404"/>
            <ac:spMk id="29" creationId="{0B7E9A07-FF58-45D9-8E4B-A39F7A5A4DF1}"/>
          </ac:spMkLst>
        </pc:spChg>
        <pc:spChg chg="del">
          <ac:chgData name="Palit, Tapti" userId="dec6fbcd-7598-406a-8cbf-504d4a3bac15" providerId="ADAL" clId="{ECD42228-5B96-4A72-B268-C46DF994E6B7}" dt="2024-01-28T00:11:11.065" v="66477" actId="21"/>
          <ac:spMkLst>
            <pc:docMk/>
            <pc:sldMk cId="1921436827" sldId="404"/>
            <ac:spMk id="30" creationId="{60F1A4E0-89DB-434B-9A15-A7B1F8E25EF5}"/>
          </ac:spMkLst>
        </pc:spChg>
        <pc:spChg chg="del">
          <ac:chgData name="Palit, Tapti" userId="dec6fbcd-7598-406a-8cbf-504d4a3bac15" providerId="ADAL" clId="{ECD42228-5B96-4A72-B268-C46DF994E6B7}" dt="2024-01-28T00:11:11.065" v="66477" actId="21"/>
          <ac:spMkLst>
            <pc:docMk/>
            <pc:sldMk cId="1921436827" sldId="404"/>
            <ac:spMk id="31" creationId="{F6945C37-A7CF-4E9F-9BE6-26C2ABAE7308}"/>
          </ac:spMkLst>
        </pc:spChg>
        <pc:spChg chg="del">
          <ac:chgData name="Palit, Tapti" userId="dec6fbcd-7598-406a-8cbf-504d4a3bac15" providerId="ADAL" clId="{ECD42228-5B96-4A72-B268-C46DF994E6B7}" dt="2024-01-28T00:11:11.065" v="66477" actId="21"/>
          <ac:spMkLst>
            <pc:docMk/>
            <pc:sldMk cId="1921436827" sldId="404"/>
            <ac:spMk id="34" creationId="{5CC58C33-D66B-C7E0-AAAD-56A50D3EA399}"/>
          </ac:spMkLst>
        </pc:spChg>
        <pc:spChg chg="del">
          <ac:chgData name="Palit, Tapti" userId="dec6fbcd-7598-406a-8cbf-504d4a3bac15" providerId="ADAL" clId="{ECD42228-5B96-4A72-B268-C46DF994E6B7}" dt="2024-01-28T00:11:11.065" v="66477" actId="21"/>
          <ac:spMkLst>
            <pc:docMk/>
            <pc:sldMk cId="1921436827" sldId="404"/>
            <ac:spMk id="53" creationId="{5F3551C2-0A7C-4023-B344-41C4D2A06445}"/>
          </ac:spMkLst>
        </pc:spChg>
        <pc:cxnChg chg="del mod">
          <ac:chgData name="Palit, Tapti" userId="dec6fbcd-7598-406a-8cbf-504d4a3bac15" providerId="ADAL" clId="{ECD42228-5B96-4A72-B268-C46DF994E6B7}" dt="2024-01-28T00:11:11.065" v="66477" actId="21"/>
          <ac:cxnSpMkLst>
            <pc:docMk/>
            <pc:sldMk cId="1921436827" sldId="404"/>
            <ac:cxnSpMk id="7" creationId="{BF737232-2317-413E-82A3-2A253AE8F44C}"/>
          </ac:cxnSpMkLst>
        </pc:cxnChg>
        <pc:cxnChg chg="del mod">
          <ac:chgData name="Palit, Tapti" userId="dec6fbcd-7598-406a-8cbf-504d4a3bac15" providerId="ADAL" clId="{ECD42228-5B96-4A72-B268-C46DF994E6B7}" dt="2024-01-28T00:11:11.065" v="66477" actId="21"/>
          <ac:cxnSpMkLst>
            <pc:docMk/>
            <pc:sldMk cId="1921436827" sldId="404"/>
            <ac:cxnSpMk id="8" creationId="{4FD5DFC4-65C0-4D58-A98C-FFF55BDF0576}"/>
          </ac:cxnSpMkLst>
        </pc:cxnChg>
        <pc:cxnChg chg="del">
          <ac:chgData name="Palit, Tapti" userId="dec6fbcd-7598-406a-8cbf-504d4a3bac15" providerId="ADAL" clId="{ECD42228-5B96-4A72-B268-C46DF994E6B7}" dt="2024-01-28T00:11:11.065" v="66477" actId="21"/>
          <ac:cxnSpMkLst>
            <pc:docMk/>
            <pc:sldMk cId="1921436827" sldId="404"/>
            <ac:cxnSpMk id="9" creationId="{08C418AE-18C7-4162-BA3B-F434EB4FCDF1}"/>
          </ac:cxnSpMkLst>
        </pc:cxnChg>
        <pc:cxnChg chg="del">
          <ac:chgData name="Palit, Tapti" userId="dec6fbcd-7598-406a-8cbf-504d4a3bac15" providerId="ADAL" clId="{ECD42228-5B96-4A72-B268-C46DF994E6B7}" dt="2024-01-28T00:11:11.065" v="66477" actId="21"/>
          <ac:cxnSpMkLst>
            <pc:docMk/>
            <pc:sldMk cId="1921436827" sldId="404"/>
            <ac:cxnSpMk id="10" creationId="{93A8CB59-F4C0-4C57-BB8D-C32B26E19135}"/>
          </ac:cxnSpMkLst>
        </pc:cxnChg>
        <pc:cxnChg chg="del">
          <ac:chgData name="Palit, Tapti" userId="dec6fbcd-7598-406a-8cbf-504d4a3bac15" providerId="ADAL" clId="{ECD42228-5B96-4A72-B268-C46DF994E6B7}" dt="2024-01-28T00:11:11.065" v="66477" actId="21"/>
          <ac:cxnSpMkLst>
            <pc:docMk/>
            <pc:sldMk cId="1921436827" sldId="404"/>
            <ac:cxnSpMk id="11" creationId="{5E49B63A-C121-40B1-9CEC-61127E41955A}"/>
          </ac:cxnSpMkLst>
        </pc:cxnChg>
        <pc:cxnChg chg="del">
          <ac:chgData name="Palit, Tapti" userId="dec6fbcd-7598-406a-8cbf-504d4a3bac15" providerId="ADAL" clId="{ECD42228-5B96-4A72-B268-C46DF994E6B7}" dt="2024-01-28T00:11:11.065" v="66477" actId="21"/>
          <ac:cxnSpMkLst>
            <pc:docMk/>
            <pc:sldMk cId="1921436827" sldId="404"/>
            <ac:cxnSpMk id="12" creationId="{7F95D869-6383-4667-8811-82DC00BC9A74}"/>
          </ac:cxnSpMkLst>
        </pc:cxnChg>
        <pc:cxnChg chg="del">
          <ac:chgData name="Palit, Tapti" userId="dec6fbcd-7598-406a-8cbf-504d4a3bac15" providerId="ADAL" clId="{ECD42228-5B96-4A72-B268-C46DF994E6B7}" dt="2024-01-28T00:11:11.065" v="66477" actId="21"/>
          <ac:cxnSpMkLst>
            <pc:docMk/>
            <pc:sldMk cId="1921436827" sldId="404"/>
            <ac:cxnSpMk id="51" creationId="{33C3BFE4-44CD-422A-B063-14885FBCC713}"/>
          </ac:cxnSpMkLst>
        </pc:cxnChg>
      </pc:sldChg>
      <pc:sldChg chg="addSp delSp modSp add del mod ord modClrScheme modAnim addCm chgLayout modNotesTx">
        <pc:chgData name="Palit, Tapti" userId="dec6fbcd-7598-406a-8cbf-504d4a3bac15" providerId="ADAL" clId="{ECD42228-5B96-4A72-B268-C46DF994E6B7}" dt="2024-01-28T00:10:26.784" v="66472" actId="2696"/>
        <pc:sldMkLst>
          <pc:docMk/>
          <pc:sldMk cId="2451305037" sldId="404"/>
        </pc:sldMkLst>
        <pc:spChg chg="mod ord">
          <ac:chgData name="Palit, Tapti" userId="dec6fbcd-7598-406a-8cbf-504d4a3bac15" providerId="ADAL" clId="{ECD42228-5B96-4A72-B268-C46DF994E6B7}" dt="2024-01-25T04:05:36.119" v="49730" actId="700"/>
          <ac:spMkLst>
            <pc:docMk/>
            <pc:sldMk cId="2451305037" sldId="404"/>
            <ac:spMk id="2" creationId="{C3C46814-2A6F-41B6-904E-8EDDD855207C}"/>
          </ac:spMkLst>
        </pc:spChg>
        <pc:spChg chg="mod">
          <ac:chgData name="Palit, Tapti" userId="dec6fbcd-7598-406a-8cbf-504d4a3bac15" providerId="ADAL" clId="{ECD42228-5B96-4A72-B268-C46DF994E6B7}" dt="2024-01-27T03:12:35.528" v="62671" actId="255"/>
          <ac:spMkLst>
            <pc:docMk/>
            <pc:sldMk cId="2451305037" sldId="404"/>
            <ac:spMk id="3" creationId="{9E84028C-0B5D-6536-40E0-900CCB6A09D6}"/>
          </ac:spMkLst>
        </pc:spChg>
        <pc:spChg chg="mod ord">
          <ac:chgData name="Palit, Tapti" userId="dec6fbcd-7598-406a-8cbf-504d4a3bac15" providerId="ADAL" clId="{ECD42228-5B96-4A72-B268-C46DF994E6B7}" dt="2024-01-25T04:05:36.119" v="49730" actId="700"/>
          <ac:spMkLst>
            <pc:docMk/>
            <pc:sldMk cId="2451305037" sldId="404"/>
            <ac:spMk id="4" creationId="{D74339C7-0629-431F-B768-13974CDF31FB}"/>
          </ac:spMkLst>
        </pc:spChg>
        <pc:spChg chg="mod ord">
          <ac:chgData name="Palit, Tapti" userId="dec6fbcd-7598-406a-8cbf-504d4a3bac15" providerId="ADAL" clId="{ECD42228-5B96-4A72-B268-C46DF994E6B7}" dt="2024-01-25T04:05:58.888" v="49754" actId="20577"/>
          <ac:spMkLst>
            <pc:docMk/>
            <pc:sldMk cId="2451305037" sldId="404"/>
            <ac:spMk id="5" creationId="{43AA275C-0839-2D6B-9058-018EA174656B}"/>
          </ac:spMkLst>
        </pc:spChg>
        <pc:spChg chg="add mod">
          <ac:chgData name="Palit, Tapti" userId="dec6fbcd-7598-406a-8cbf-504d4a3bac15" providerId="ADAL" clId="{ECD42228-5B96-4A72-B268-C46DF994E6B7}" dt="2024-01-27T03:03:40.685" v="62553" actId="20577"/>
          <ac:spMkLst>
            <pc:docMk/>
            <pc:sldMk cId="2451305037" sldId="404"/>
            <ac:spMk id="6" creationId="{61DE0BF2-7EC6-9DE3-1510-412BB96E8ED2}"/>
          </ac:spMkLst>
        </pc:spChg>
        <pc:spChg chg="mod">
          <ac:chgData name="Palit, Tapti" userId="dec6fbcd-7598-406a-8cbf-504d4a3bac15" providerId="ADAL" clId="{ECD42228-5B96-4A72-B268-C46DF994E6B7}" dt="2024-01-25T04:07:14.735" v="49792" actId="20577"/>
          <ac:spMkLst>
            <pc:docMk/>
            <pc:sldMk cId="2451305037" sldId="404"/>
            <ac:spMk id="22" creationId="{0C1A72FD-C670-4A74-81BD-224763B7C418}"/>
          </ac:spMkLst>
        </pc:spChg>
        <pc:spChg chg="del">
          <ac:chgData name="Palit, Tapti" userId="dec6fbcd-7598-406a-8cbf-504d4a3bac15" providerId="ADAL" clId="{ECD42228-5B96-4A72-B268-C46DF994E6B7}" dt="2024-01-25T04:05:36.119" v="49730" actId="700"/>
          <ac:spMkLst>
            <pc:docMk/>
            <pc:sldMk cId="2451305037" sldId="404"/>
            <ac:spMk id="25" creationId="{390E7DFA-23B4-6BAC-6C22-0387AAA0FEB5}"/>
          </ac:spMkLst>
        </pc:spChg>
        <pc:spChg chg="add mod">
          <ac:chgData name="Palit, Tapti" userId="dec6fbcd-7598-406a-8cbf-504d4a3bac15" providerId="ADAL" clId="{ECD42228-5B96-4A72-B268-C46DF994E6B7}" dt="2024-01-25T04:07:17.420" v="49793" actId="20577"/>
          <ac:spMkLst>
            <pc:docMk/>
            <pc:sldMk cId="2451305037" sldId="404"/>
            <ac:spMk id="27" creationId="{8A1A6208-2157-CD15-D5AC-E6E77334A81E}"/>
          </ac:spMkLst>
        </pc:spChg>
        <pc:spChg chg="add mod">
          <ac:chgData name="Palit, Tapti" userId="dec6fbcd-7598-406a-8cbf-504d4a3bac15" providerId="ADAL" clId="{ECD42228-5B96-4A72-B268-C46DF994E6B7}" dt="2024-01-25T05:22:20.926" v="51717" actId="20577"/>
          <ac:spMkLst>
            <pc:docMk/>
            <pc:sldMk cId="2451305037" sldId="404"/>
            <ac:spMk id="34" creationId="{5CC58C33-D66B-C7E0-AAAD-56A50D3EA399}"/>
          </ac:spMkLst>
        </pc:spChg>
        <pc:cxnChg chg="mod">
          <ac:chgData name="Palit, Tapti" userId="dec6fbcd-7598-406a-8cbf-504d4a3bac15" providerId="ADAL" clId="{ECD42228-5B96-4A72-B268-C46DF994E6B7}" dt="2024-01-25T04:07:12.527" v="49791" actId="1076"/>
          <ac:cxnSpMkLst>
            <pc:docMk/>
            <pc:sldMk cId="2451305037" sldId="404"/>
            <ac:cxnSpMk id="7" creationId="{BF737232-2317-413E-82A3-2A253AE8F44C}"/>
          </ac:cxnSpMkLst>
        </pc:cxnChg>
        <pc:cxnChg chg="mod">
          <ac:chgData name="Palit, Tapti" userId="dec6fbcd-7598-406a-8cbf-504d4a3bac15" providerId="ADAL" clId="{ECD42228-5B96-4A72-B268-C46DF994E6B7}" dt="2024-01-25T04:06:58.784" v="49786" actId="1076"/>
          <ac:cxnSpMkLst>
            <pc:docMk/>
            <pc:sldMk cId="2451305037" sldId="404"/>
            <ac:cxnSpMk id="8" creationId="{4FD5DFC4-65C0-4D58-A98C-FFF55BDF0576}"/>
          </ac:cxnSpMkLst>
        </pc:cxn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27T03:04:03.511" v="62554"/>
              <pc2:cmMkLst xmlns:pc2="http://schemas.microsoft.com/office/powerpoint/2019/9/main/command">
                <pc:docMk/>
                <pc:sldMk cId="2451305037" sldId="404"/>
                <pc2:cmMk id="{6D950650-3191-4D6E-9EBE-C75169DBD7D9}"/>
              </pc2:cmMkLst>
            </pc226:cmChg>
          </p:ext>
        </pc:extLst>
      </pc:sldChg>
      <pc:sldChg chg="addSp delSp modSp add del mod modClrScheme delAnim modAnim chgLayout">
        <pc:chgData name="Palit, Tapti" userId="dec6fbcd-7598-406a-8cbf-504d4a3bac15" providerId="ADAL" clId="{ECD42228-5B96-4A72-B268-C46DF994E6B7}" dt="2024-01-27T03:17:26.252" v="62929" actId="47"/>
        <pc:sldMkLst>
          <pc:docMk/>
          <pc:sldMk cId="1685234738" sldId="405"/>
        </pc:sldMkLst>
        <pc:spChg chg="mod ord">
          <ac:chgData name="Palit, Tapti" userId="dec6fbcd-7598-406a-8cbf-504d4a3bac15" providerId="ADAL" clId="{ECD42228-5B96-4A72-B268-C46DF994E6B7}" dt="2024-01-25T04:12:39.984" v="49873" actId="700"/>
          <ac:spMkLst>
            <pc:docMk/>
            <pc:sldMk cId="1685234738" sldId="405"/>
            <ac:spMk id="2" creationId="{C3C46814-2A6F-41B6-904E-8EDDD855207C}"/>
          </ac:spMkLst>
        </pc:spChg>
        <pc:spChg chg="mod">
          <ac:chgData name="Palit, Tapti" userId="dec6fbcd-7598-406a-8cbf-504d4a3bac15" providerId="ADAL" clId="{ECD42228-5B96-4A72-B268-C46DF994E6B7}" dt="2024-01-27T03:12:48.729" v="62673" actId="255"/>
          <ac:spMkLst>
            <pc:docMk/>
            <pc:sldMk cId="1685234738" sldId="405"/>
            <ac:spMk id="3" creationId="{C6F7F3C5-AB15-8F2A-0991-A0F1851DA81A}"/>
          </ac:spMkLst>
        </pc:spChg>
        <pc:spChg chg="mod ord">
          <ac:chgData name="Palit, Tapti" userId="dec6fbcd-7598-406a-8cbf-504d4a3bac15" providerId="ADAL" clId="{ECD42228-5B96-4A72-B268-C46DF994E6B7}" dt="2024-01-25T04:12:39.984" v="49873" actId="700"/>
          <ac:spMkLst>
            <pc:docMk/>
            <pc:sldMk cId="1685234738" sldId="405"/>
            <ac:spMk id="4" creationId="{D74339C7-0629-431F-B768-13974CDF31FB}"/>
          </ac:spMkLst>
        </pc:spChg>
        <pc:spChg chg="del mod ord">
          <ac:chgData name="Palit, Tapti" userId="dec6fbcd-7598-406a-8cbf-504d4a3bac15" providerId="ADAL" clId="{ECD42228-5B96-4A72-B268-C46DF994E6B7}" dt="2024-01-27T03:09:12.653" v="62636" actId="478"/>
          <ac:spMkLst>
            <pc:docMk/>
            <pc:sldMk cId="1685234738" sldId="405"/>
            <ac:spMk id="5" creationId="{BB4520A5-D5C2-4C8B-E393-FF328E8079AF}"/>
          </ac:spMkLst>
        </pc:spChg>
        <pc:spChg chg="add del mod">
          <ac:chgData name="Palit, Tapti" userId="dec6fbcd-7598-406a-8cbf-504d4a3bac15" providerId="ADAL" clId="{ECD42228-5B96-4A72-B268-C46DF994E6B7}" dt="2024-01-25T04:12:25.181" v="49869" actId="6264"/>
          <ac:spMkLst>
            <pc:docMk/>
            <pc:sldMk cId="1685234738" sldId="405"/>
            <ac:spMk id="6" creationId="{4C55DC70-D1E2-77C1-0699-66A4FDFECFC9}"/>
          </ac:spMkLst>
        </pc:spChg>
        <pc:spChg chg="del mod">
          <ac:chgData name="Palit, Tapti" userId="dec6fbcd-7598-406a-8cbf-504d4a3bac15" providerId="ADAL" clId="{ECD42228-5B96-4A72-B268-C46DF994E6B7}" dt="2024-01-27T03:04:57.170" v="62563" actId="478"/>
          <ac:spMkLst>
            <pc:docMk/>
            <pc:sldMk cId="1685234738" sldId="405"/>
            <ac:spMk id="7" creationId="{33AB6CC8-DC61-46CC-85EA-F0510A9E9428}"/>
          </ac:spMkLst>
        </pc:spChg>
        <pc:spChg chg="add del mod">
          <ac:chgData name="Palit, Tapti" userId="dec6fbcd-7598-406a-8cbf-504d4a3bac15" providerId="ADAL" clId="{ECD42228-5B96-4A72-B268-C46DF994E6B7}" dt="2024-01-25T04:12:25.181" v="49869" actId="6264"/>
          <ac:spMkLst>
            <pc:docMk/>
            <pc:sldMk cId="1685234738" sldId="405"/>
            <ac:spMk id="8" creationId="{28F971C4-E4B5-792A-17E1-0865B13EABBF}"/>
          </ac:spMkLst>
        </pc:spChg>
        <pc:spChg chg="add mod">
          <ac:chgData name="Palit, Tapti" userId="dec6fbcd-7598-406a-8cbf-504d4a3bac15" providerId="ADAL" clId="{ECD42228-5B96-4A72-B268-C46DF994E6B7}" dt="2024-01-27T03:09:12.653" v="62636" actId="478"/>
          <ac:spMkLst>
            <pc:docMk/>
            <pc:sldMk cId="1685234738" sldId="405"/>
            <ac:spMk id="8" creationId="{44EDCAB2-9584-52B6-E584-745069BDD665}"/>
          </ac:spMkLst>
        </pc:spChg>
        <pc:spChg chg="add del mod">
          <ac:chgData name="Palit, Tapti" userId="dec6fbcd-7598-406a-8cbf-504d4a3bac15" providerId="ADAL" clId="{ECD42228-5B96-4A72-B268-C46DF994E6B7}" dt="2024-01-25T04:12:25.181" v="49869" actId="6264"/>
          <ac:spMkLst>
            <pc:docMk/>
            <pc:sldMk cId="1685234738" sldId="405"/>
            <ac:spMk id="10" creationId="{40DABA6F-1931-90A0-E05B-55DAAEE658CE}"/>
          </ac:spMkLst>
        </pc:spChg>
        <pc:spChg chg="add mod">
          <ac:chgData name="Palit, Tapti" userId="dec6fbcd-7598-406a-8cbf-504d4a3bac15" providerId="ADAL" clId="{ECD42228-5B96-4A72-B268-C46DF994E6B7}" dt="2024-01-27T03:12:58.118" v="62674" actId="1076"/>
          <ac:spMkLst>
            <pc:docMk/>
            <pc:sldMk cId="1685234738" sldId="405"/>
            <ac:spMk id="10" creationId="{EFBC459A-B22D-05D7-3691-868DBB088467}"/>
          </ac:spMkLst>
        </pc:spChg>
        <pc:spChg chg="add mod">
          <ac:chgData name="Palit, Tapti" userId="dec6fbcd-7598-406a-8cbf-504d4a3bac15" providerId="ADAL" clId="{ECD42228-5B96-4A72-B268-C46DF994E6B7}" dt="2024-01-27T03:13:00.526" v="62675" actId="1076"/>
          <ac:spMkLst>
            <pc:docMk/>
            <pc:sldMk cId="1685234738" sldId="405"/>
            <ac:spMk id="11" creationId="{1253BCD1-133E-B204-5090-B866DF8C97AC}"/>
          </ac:spMkLst>
        </pc:spChg>
        <pc:spChg chg="add del mod">
          <ac:chgData name="Palit, Tapti" userId="dec6fbcd-7598-406a-8cbf-504d4a3bac15" providerId="ADAL" clId="{ECD42228-5B96-4A72-B268-C46DF994E6B7}" dt="2024-01-25T04:12:25.181" v="49869" actId="6264"/>
          <ac:spMkLst>
            <pc:docMk/>
            <pc:sldMk cId="1685234738" sldId="405"/>
            <ac:spMk id="11" creationId="{2CF35EDC-581C-2BD0-4546-303E2A697738}"/>
          </ac:spMkLst>
        </pc:spChg>
        <pc:spChg chg="del mod ord">
          <ac:chgData name="Palit, Tapti" userId="dec6fbcd-7598-406a-8cbf-504d4a3bac15" providerId="ADAL" clId="{ECD42228-5B96-4A72-B268-C46DF994E6B7}" dt="2024-01-27T03:04:58.725" v="62564" actId="478"/>
          <ac:spMkLst>
            <pc:docMk/>
            <pc:sldMk cId="1685234738" sldId="405"/>
            <ac:spMk id="13" creationId="{6C816C7B-C761-4774-A502-C9422A17C47A}"/>
          </ac:spMkLst>
        </pc:spChg>
        <pc:spChg chg="mod ord">
          <ac:chgData name="Palit, Tapti" userId="dec6fbcd-7598-406a-8cbf-504d4a3bac15" providerId="ADAL" clId="{ECD42228-5B96-4A72-B268-C46DF994E6B7}" dt="2024-01-25T04:12:43.008" v="49874" actId="5793"/>
          <ac:spMkLst>
            <pc:docMk/>
            <pc:sldMk cId="1685234738" sldId="405"/>
            <ac:spMk id="14" creationId="{A19E8EDF-6681-42C8-AB61-DCACB7B7EEB5}"/>
          </ac:spMkLst>
        </pc:spChg>
        <pc:spChg chg="del">
          <ac:chgData name="Palit, Tapti" userId="dec6fbcd-7598-406a-8cbf-504d4a3bac15" providerId="ADAL" clId="{ECD42228-5B96-4A72-B268-C46DF994E6B7}" dt="2024-01-25T04:12:25.181" v="49869" actId="6264"/>
          <ac:spMkLst>
            <pc:docMk/>
            <pc:sldMk cId="1685234738" sldId="405"/>
            <ac:spMk id="15" creationId="{9C7E0E8C-BD4D-D62F-35A8-C274F77A7502}"/>
          </ac:spMkLst>
        </pc:spChg>
        <pc:spChg chg="add del mod ord">
          <ac:chgData name="Palit, Tapti" userId="dec6fbcd-7598-406a-8cbf-504d4a3bac15" providerId="ADAL" clId="{ECD42228-5B96-4A72-B268-C46DF994E6B7}" dt="2024-01-25T04:12:39.984" v="49873" actId="700"/>
          <ac:spMkLst>
            <pc:docMk/>
            <pc:sldMk cId="1685234738" sldId="405"/>
            <ac:spMk id="16" creationId="{9C395B5C-66BC-4143-66FF-82A2C78FD249}"/>
          </ac:spMkLst>
        </pc:spChg>
        <pc:spChg chg="add del mod">
          <ac:chgData name="Palit, Tapti" userId="dec6fbcd-7598-406a-8cbf-504d4a3bac15" providerId="ADAL" clId="{ECD42228-5B96-4A72-B268-C46DF994E6B7}" dt="2024-01-27T03:07:30.073" v="62623" actId="478"/>
          <ac:spMkLst>
            <pc:docMk/>
            <pc:sldMk cId="1685234738" sldId="405"/>
            <ac:spMk id="17" creationId="{12C77919-0D5A-8D95-9BBB-DFE577D3E96C}"/>
          </ac:spMkLst>
        </pc:spChg>
        <pc:spChg chg="add del mod">
          <ac:chgData name="Palit, Tapti" userId="dec6fbcd-7598-406a-8cbf-504d4a3bac15" providerId="ADAL" clId="{ECD42228-5B96-4A72-B268-C46DF994E6B7}" dt="2024-01-27T03:07:30.073" v="62623" actId="478"/>
          <ac:spMkLst>
            <pc:docMk/>
            <pc:sldMk cId="1685234738" sldId="405"/>
            <ac:spMk id="18" creationId="{A4918B43-4F92-B92E-34B2-05CC67D534B4}"/>
          </ac:spMkLst>
        </pc:spChg>
        <pc:spChg chg="add mod">
          <ac:chgData name="Palit, Tapti" userId="dec6fbcd-7598-406a-8cbf-504d4a3bac15" providerId="ADAL" clId="{ECD42228-5B96-4A72-B268-C46DF994E6B7}" dt="2024-01-25T05:17:27.755" v="51455"/>
          <ac:spMkLst>
            <pc:docMk/>
            <pc:sldMk cId="1685234738" sldId="405"/>
            <ac:spMk id="19" creationId="{7A463C2B-316C-A8C8-D8E6-0FB8925FDD16}"/>
          </ac:spMkLst>
        </pc:spChg>
        <pc:cxnChg chg="del">
          <ac:chgData name="Palit, Tapti" userId="dec6fbcd-7598-406a-8cbf-504d4a3bac15" providerId="ADAL" clId="{ECD42228-5B96-4A72-B268-C46DF994E6B7}" dt="2024-01-27T03:05:10.075" v="62567" actId="478"/>
          <ac:cxnSpMkLst>
            <pc:docMk/>
            <pc:sldMk cId="1685234738" sldId="405"/>
            <ac:cxnSpMk id="9" creationId="{668C176E-ACE4-427C-841B-2B3FA9EF0085}"/>
          </ac:cxnSpMkLst>
        </pc:cxnChg>
        <pc:cxnChg chg="del">
          <ac:chgData name="Palit, Tapti" userId="dec6fbcd-7598-406a-8cbf-504d4a3bac15" providerId="ADAL" clId="{ECD42228-5B96-4A72-B268-C46DF994E6B7}" dt="2024-01-27T03:05:07.940" v="62566" actId="478"/>
          <ac:cxnSpMkLst>
            <pc:docMk/>
            <pc:sldMk cId="1685234738" sldId="405"/>
            <ac:cxnSpMk id="12" creationId="{FFBFCEE3-529F-4EAA-B0A3-3DA3F86D0913}"/>
          </ac:cxnSpMkLst>
        </pc:cxnChg>
      </pc:sldChg>
      <pc:sldChg chg="modSp add del">
        <pc:chgData name="Palit, Tapti" userId="dec6fbcd-7598-406a-8cbf-504d4a3bac15" providerId="ADAL" clId="{ECD42228-5B96-4A72-B268-C46DF994E6B7}" dt="2024-01-28T03:44:01.241" v="67437" actId="47"/>
        <pc:sldMkLst>
          <pc:docMk/>
          <pc:sldMk cId="4158974511" sldId="408"/>
        </pc:sldMkLst>
        <pc:spChg chg="mod">
          <ac:chgData name="Palit, Tapti" userId="dec6fbcd-7598-406a-8cbf-504d4a3bac15" providerId="ADAL" clId="{ECD42228-5B96-4A72-B268-C46DF994E6B7}" dt="2024-01-14T20:26:10.929" v="732"/>
          <ac:spMkLst>
            <pc:docMk/>
            <pc:sldMk cId="4158974511" sldId="408"/>
            <ac:spMk id="2" creationId="{A7B9CA2E-A6F3-4003-A1CE-CEE7FFF1A159}"/>
          </ac:spMkLst>
        </pc:spChg>
        <pc:spChg chg="mod">
          <ac:chgData name="Palit, Tapti" userId="dec6fbcd-7598-406a-8cbf-504d4a3bac15" providerId="ADAL" clId="{ECD42228-5B96-4A72-B268-C46DF994E6B7}" dt="2024-01-14T20:26:10.929" v="732"/>
          <ac:spMkLst>
            <pc:docMk/>
            <pc:sldMk cId="4158974511" sldId="408"/>
            <ac:spMk id="4" creationId="{7AE675F1-274A-4707-95E2-FB6DADA59BA1}"/>
          </ac:spMkLst>
        </pc:spChg>
      </pc:sldChg>
      <pc:sldChg chg="delSp modSp add del mod setBg modAnim addCm delCm modCm modNotesTx">
        <pc:chgData name="Palit, Tapti" userId="dec6fbcd-7598-406a-8cbf-504d4a3bac15" providerId="ADAL" clId="{ECD42228-5B96-4A72-B268-C46DF994E6B7}" dt="2024-01-25T02:16:06.723" v="46983" actId="2696"/>
        <pc:sldMkLst>
          <pc:docMk/>
          <pc:sldMk cId="199289276" sldId="411"/>
        </pc:sldMkLst>
        <pc:spChg chg="mod">
          <ac:chgData name="Palit, Tapti" userId="dec6fbcd-7598-406a-8cbf-504d4a3bac15" providerId="ADAL" clId="{ECD42228-5B96-4A72-B268-C46DF994E6B7}" dt="2024-01-25T01:30:37.031" v="45365" actId="20577"/>
          <ac:spMkLst>
            <pc:docMk/>
            <pc:sldMk cId="199289276" sldId="411"/>
            <ac:spMk id="2" creationId="{00C5D525-4E6C-4E81-85B7-BCED500C68A1}"/>
          </ac:spMkLst>
        </pc:spChg>
        <pc:spChg chg="mod">
          <ac:chgData name="Palit, Tapti" userId="dec6fbcd-7598-406a-8cbf-504d4a3bac15" providerId="ADAL" clId="{ECD42228-5B96-4A72-B268-C46DF994E6B7}" dt="2024-01-23T02:23:53.138" v="14287" actId="122"/>
          <ac:spMkLst>
            <pc:docMk/>
            <pc:sldMk cId="199289276" sldId="411"/>
            <ac:spMk id="3" creationId="{95B31981-A593-4AA3-BC52-D0789C7BB5C2}"/>
          </ac:spMkLst>
        </pc:spChg>
        <pc:spChg chg="mod">
          <ac:chgData name="Palit, Tapti" userId="dec6fbcd-7598-406a-8cbf-504d4a3bac15" providerId="ADAL" clId="{ECD42228-5B96-4A72-B268-C46DF994E6B7}" dt="2024-01-14T20:26:10.929" v="732"/>
          <ac:spMkLst>
            <pc:docMk/>
            <pc:sldMk cId="199289276" sldId="411"/>
            <ac:spMk id="4" creationId="{686F770E-B4EE-4FC6-87B4-49CBB7C80806}"/>
          </ac:spMkLst>
        </pc:spChg>
        <pc:spChg chg="del mod">
          <ac:chgData name="Palit, Tapti" userId="dec6fbcd-7598-406a-8cbf-504d4a3bac15" providerId="ADAL" clId="{ECD42228-5B96-4A72-B268-C46DF994E6B7}" dt="2024-01-16T01:23:41.582" v="4554" actId="21"/>
          <ac:spMkLst>
            <pc:docMk/>
            <pc:sldMk cId="199289276" sldId="411"/>
            <ac:spMk id="6" creationId="{B1BF40F1-21B5-47F3-A952-4B16410EB06B}"/>
          </ac:spMkLst>
        </pc:spChg>
        <pc:spChg chg="mod">
          <ac:chgData name="Palit, Tapti" userId="dec6fbcd-7598-406a-8cbf-504d4a3bac15" providerId="ADAL" clId="{ECD42228-5B96-4A72-B268-C46DF994E6B7}" dt="2024-01-14T19:32:37.211" v="477" actId="207"/>
          <ac:spMkLst>
            <pc:docMk/>
            <pc:sldMk cId="199289276" sldId="411"/>
            <ac:spMk id="11" creationId="{ED271F58-9A60-4571-B63C-7ECCF2854788}"/>
          </ac:spMkLst>
        </pc:spChg>
        <pc:spChg chg="mod">
          <ac:chgData name="Palit, Tapti" userId="dec6fbcd-7598-406a-8cbf-504d4a3bac15" providerId="ADAL" clId="{ECD42228-5B96-4A72-B268-C46DF994E6B7}" dt="2024-01-23T02:23:14.572" v="14251" actId="114"/>
          <ac:spMkLst>
            <pc:docMk/>
            <pc:sldMk cId="199289276" sldId="411"/>
            <ac:spMk id="24" creationId="{1DB927F3-F30D-4100-9FCE-78020111147D}"/>
          </ac:spMkLst>
        </pc:spChg>
        <pc:extLst>
          <p:ext xmlns:p="http://schemas.openxmlformats.org/presentationml/2006/main" uri="{D6D511B9-2390-475A-947B-AFAB55BFBCF1}">
            <pc226:cmChg xmlns:pc226="http://schemas.microsoft.com/office/powerpoint/2022/06/main/command" chg="add del mod modRxn">
              <pc226:chgData name="Palit, Tapti" userId="dec6fbcd-7598-406a-8cbf-504d4a3bac15" providerId="ADAL" clId="{ECD42228-5B96-4A72-B268-C46DF994E6B7}" dt="2024-01-25T01:53:06.189" v="46375"/>
              <pc2:cmMkLst xmlns:pc2="http://schemas.microsoft.com/office/powerpoint/2019/9/main/command">
                <pc:docMk/>
                <pc:sldMk cId="199289276" sldId="411"/>
                <pc2:cmMk id="{50DA7FA6-C5E2-4552-A02D-188447FE024D}"/>
              </pc2:cmMkLst>
            </pc226:cmChg>
          </p:ext>
        </pc:extLst>
      </pc:sldChg>
      <pc:sldChg chg="add del mod modShow">
        <pc:chgData name="Palit, Tapti" userId="dec6fbcd-7598-406a-8cbf-504d4a3bac15" providerId="ADAL" clId="{ECD42228-5B96-4A72-B268-C46DF994E6B7}" dt="2024-01-28T03:44:01.241" v="67437" actId="47"/>
        <pc:sldMkLst>
          <pc:docMk/>
          <pc:sldMk cId="2702561400" sldId="411"/>
        </pc:sldMkLst>
      </pc:sldChg>
      <pc:sldChg chg="add del mod modShow">
        <pc:chgData name="Palit, Tapti" userId="dec6fbcd-7598-406a-8cbf-504d4a3bac15" providerId="ADAL" clId="{ECD42228-5B96-4A72-B268-C46DF994E6B7}" dt="2024-01-28T03:44:01.241" v="67437" actId="47"/>
        <pc:sldMkLst>
          <pc:docMk/>
          <pc:sldMk cId="27881289" sldId="414"/>
        </pc:sldMkLst>
      </pc:sldChg>
      <pc:sldChg chg="modSp add del mod modAnim addCm modCm modNotesTx">
        <pc:chgData name="Palit, Tapti" userId="dec6fbcd-7598-406a-8cbf-504d4a3bac15" providerId="ADAL" clId="{ECD42228-5B96-4A72-B268-C46DF994E6B7}" dt="2024-01-25T02:16:06.723" v="46983" actId="2696"/>
        <pc:sldMkLst>
          <pc:docMk/>
          <pc:sldMk cId="1023554556" sldId="414"/>
        </pc:sldMkLst>
        <pc:spChg chg="mod">
          <ac:chgData name="Palit, Tapti" userId="dec6fbcd-7598-406a-8cbf-504d4a3bac15" providerId="ADAL" clId="{ECD42228-5B96-4A72-B268-C46DF994E6B7}" dt="2024-01-14T20:26:10.929" v="732"/>
          <ac:spMkLst>
            <pc:docMk/>
            <pc:sldMk cId="1023554556" sldId="414"/>
            <ac:spMk id="2" creationId="{D7EC638E-4A77-46B8-B32A-298B47F2DEB0}"/>
          </ac:spMkLst>
        </pc:spChg>
        <pc:spChg chg="mod">
          <ac:chgData name="Palit, Tapti" userId="dec6fbcd-7598-406a-8cbf-504d4a3bac15" providerId="ADAL" clId="{ECD42228-5B96-4A72-B268-C46DF994E6B7}" dt="2024-01-23T02:13:03.018" v="14034" actId="122"/>
          <ac:spMkLst>
            <pc:docMk/>
            <pc:sldMk cId="1023554556" sldId="414"/>
            <ac:spMk id="3" creationId="{DBF81D88-EE7F-4956-ADB0-DA856615FD00}"/>
          </ac:spMkLst>
        </pc:spChg>
        <pc:spChg chg="mod">
          <ac:chgData name="Palit, Tapti" userId="dec6fbcd-7598-406a-8cbf-504d4a3bac15" providerId="ADAL" clId="{ECD42228-5B96-4A72-B268-C46DF994E6B7}" dt="2024-01-14T20:26:10.929" v="732"/>
          <ac:spMkLst>
            <pc:docMk/>
            <pc:sldMk cId="1023554556" sldId="414"/>
            <ac:spMk id="4" creationId="{51C8A26E-666D-4C70-84CF-ED9A6EADF9F2}"/>
          </ac:spMkLst>
        </pc:spChg>
        <pc:spChg chg="mod">
          <ac:chgData name="Palit, Tapti" userId="dec6fbcd-7598-406a-8cbf-504d4a3bac15" providerId="ADAL" clId="{ECD42228-5B96-4A72-B268-C46DF994E6B7}" dt="2024-01-25T01:51:57.338" v="46368" actId="20577"/>
          <ac:spMkLst>
            <pc:docMk/>
            <pc:sldMk cId="1023554556" sldId="414"/>
            <ac:spMk id="5" creationId="{37885DE4-C986-4E68-AADE-D68B1B46AF70}"/>
          </ac:spMkLst>
        </pc:spChg>
        <pc:spChg chg="mod">
          <ac:chgData name="Palit, Tapti" userId="dec6fbcd-7598-406a-8cbf-504d4a3bac15" providerId="ADAL" clId="{ECD42228-5B96-4A72-B268-C46DF994E6B7}" dt="2024-01-16T01:31:29.039" v="4593" actId="2711"/>
          <ac:spMkLst>
            <pc:docMk/>
            <pc:sldMk cId="1023554556" sldId="414"/>
            <ac:spMk id="11" creationId="{3A253797-5892-40A8-97F5-99B9E56E6B9E}"/>
          </ac:spMkLst>
        </pc:spChg>
        <pc:spChg chg="mod">
          <ac:chgData name="Palit, Tapti" userId="dec6fbcd-7598-406a-8cbf-504d4a3bac15" providerId="ADAL" clId="{ECD42228-5B96-4A72-B268-C46DF994E6B7}" dt="2024-01-16T01:31:36.284" v="4595" actId="2711"/>
          <ac:spMkLst>
            <pc:docMk/>
            <pc:sldMk cId="1023554556" sldId="414"/>
            <ac:spMk id="12" creationId="{307779A8-2D71-450E-9C82-1F2B040B6F6D}"/>
          </ac:spMkLst>
        </pc:spChg>
        <pc:spChg chg="mod">
          <ac:chgData name="Palit, Tapti" userId="dec6fbcd-7598-406a-8cbf-504d4a3bac15" providerId="ADAL" clId="{ECD42228-5B96-4A72-B268-C46DF994E6B7}" dt="2024-01-16T01:31:42.698" v="4596" actId="2711"/>
          <ac:spMkLst>
            <pc:docMk/>
            <pc:sldMk cId="1023554556" sldId="414"/>
            <ac:spMk id="13" creationId="{EADEEE6A-E734-401A-A338-74D7DC987F21}"/>
          </ac:spMkLst>
        </pc:spChg>
        <pc:spChg chg="mod">
          <ac:chgData name="Palit, Tapti" userId="dec6fbcd-7598-406a-8cbf-504d4a3bac15" providerId="ADAL" clId="{ECD42228-5B96-4A72-B268-C46DF994E6B7}" dt="2024-01-16T01:31:48.173" v="4597" actId="2711"/>
          <ac:spMkLst>
            <pc:docMk/>
            <pc:sldMk cId="1023554556" sldId="414"/>
            <ac:spMk id="14" creationId="{9D073A4F-B688-44EA-A006-85A9DA47CDD2}"/>
          </ac:spMkLst>
        </pc:spChg>
        <pc:extLst>
          <p:ext xmlns:p="http://schemas.openxmlformats.org/presentationml/2006/main" uri="{D6D511B9-2390-475A-947B-AFAB55BFBCF1}">
            <pc226:cmChg xmlns:pc226="http://schemas.microsoft.com/office/powerpoint/2022/06/main/command" chg="mod">
              <pc226:chgData name="Palit, Tapti" userId="dec6fbcd-7598-406a-8cbf-504d4a3bac15" providerId="ADAL" clId="{ECD42228-5B96-4A72-B268-C46DF994E6B7}" dt="2024-01-23T04:23:05.101" v="19420"/>
              <pc2:cmMkLst xmlns:pc2="http://schemas.microsoft.com/office/powerpoint/2019/9/main/command">
                <pc:docMk/>
                <pc:sldMk cId="1023554556" sldId="414"/>
                <pc2:cmMk id="{4B415417-601E-461B-B136-DE8FA05D3412}"/>
              </pc2:cmMkLst>
            </pc226:cmChg>
            <pc226:cmChg xmlns:pc226="http://schemas.microsoft.com/office/powerpoint/2022/06/main/command" chg="add">
              <pc226:chgData name="Palit, Tapti" userId="dec6fbcd-7598-406a-8cbf-504d4a3bac15" providerId="ADAL" clId="{ECD42228-5B96-4A72-B268-C46DF994E6B7}" dt="2024-01-24T02:06:13.370" v="35013"/>
              <pc2:cmMkLst xmlns:pc2="http://schemas.microsoft.com/office/powerpoint/2019/9/main/command">
                <pc:docMk/>
                <pc:sldMk cId="1023554556" sldId="414"/>
                <pc2:cmMk id="{DDF26038-0828-4AFF-8FA2-2D2A1C28D98B}"/>
              </pc2:cmMkLst>
            </pc226:cmChg>
          </p:ext>
        </pc:extLst>
      </pc:sldChg>
      <pc:sldChg chg="modSp add del modNotesTx">
        <pc:chgData name="Palit, Tapti" userId="dec6fbcd-7598-406a-8cbf-504d4a3bac15" providerId="ADAL" clId="{ECD42228-5B96-4A72-B268-C46DF994E6B7}" dt="2024-01-28T03:44:01.241" v="67437" actId="47"/>
        <pc:sldMkLst>
          <pc:docMk/>
          <pc:sldMk cId="1528885679" sldId="415"/>
        </pc:sldMkLst>
        <pc:spChg chg="mod">
          <ac:chgData name="Palit, Tapti" userId="dec6fbcd-7598-406a-8cbf-504d4a3bac15" providerId="ADAL" clId="{ECD42228-5B96-4A72-B268-C46DF994E6B7}" dt="2024-01-14T20:26:10.929" v="732"/>
          <ac:spMkLst>
            <pc:docMk/>
            <pc:sldMk cId="1528885679" sldId="415"/>
            <ac:spMk id="2" creationId="{D7EC638E-4A77-46B8-B32A-298B47F2DEB0}"/>
          </ac:spMkLst>
        </pc:spChg>
        <pc:spChg chg="mod">
          <ac:chgData name="Palit, Tapti" userId="dec6fbcd-7598-406a-8cbf-504d4a3bac15" providerId="ADAL" clId="{ECD42228-5B96-4A72-B268-C46DF994E6B7}" dt="2024-01-14T20:26:10.929" v="732"/>
          <ac:spMkLst>
            <pc:docMk/>
            <pc:sldMk cId="1528885679" sldId="415"/>
            <ac:spMk id="3" creationId="{DBF81D88-EE7F-4956-ADB0-DA856615FD00}"/>
          </ac:spMkLst>
        </pc:spChg>
        <pc:spChg chg="mod">
          <ac:chgData name="Palit, Tapti" userId="dec6fbcd-7598-406a-8cbf-504d4a3bac15" providerId="ADAL" clId="{ECD42228-5B96-4A72-B268-C46DF994E6B7}" dt="2024-01-14T20:26:10.929" v="732"/>
          <ac:spMkLst>
            <pc:docMk/>
            <pc:sldMk cId="1528885679" sldId="415"/>
            <ac:spMk id="4" creationId="{51C8A26E-666D-4C70-84CF-ED9A6EADF9F2}"/>
          </ac:spMkLst>
        </pc:spChg>
      </pc:sldChg>
      <pc:sldChg chg="modSp add del mod modNotesTx">
        <pc:chgData name="Palit, Tapti" userId="dec6fbcd-7598-406a-8cbf-504d4a3bac15" providerId="ADAL" clId="{ECD42228-5B96-4A72-B268-C46DF994E6B7}" dt="2024-01-25T02:12:53.389" v="46924" actId="2696"/>
        <pc:sldMkLst>
          <pc:docMk/>
          <pc:sldMk cId="661449558" sldId="416"/>
        </pc:sldMkLst>
        <pc:spChg chg="mod">
          <ac:chgData name="Palit, Tapti" userId="dec6fbcd-7598-406a-8cbf-504d4a3bac15" providerId="ADAL" clId="{ECD42228-5B96-4A72-B268-C46DF994E6B7}" dt="2024-01-14T20:26:10.929" v="732"/>
          <ac:spMkLst>
            <pc:docMk/>
            <pc:sldMk cId="661449558" sldId="416"/>
            <ac:spMk id="2" creationId="{D7EC638E-4A77-46B8-B32A-298B47F2DEB0}"/>
          </ac:spMkLst>
        </pc:spChg>
        <pc:spChg chg="mod">
          <ac:chgData name="Palit, Tapti" userId="dec6fbcd-7598-406a-8cbf-504d4a3bac15" providerId="ADAL" clId="{ECD42228-5B96-4A72-B268-C46DF994E6B7}" dt="2024-01-23T14:53:43.569" v="26560" actId="20577"/>
          <ac:spMkLst>
            <pc:docMk/>
            <pc:sldMk cId="661449558" sldId="416"/>
            <ac:spMk id="3" creationId="{DBF81D88-EE7F-4956-ADB0-DA856615FD00}"/>
          </ac:spMkLst>
        </pc:spChg>
        <pc:spChg chg="mod">
          <ac:chgData name="Palit, Tapti" userId="dec6fbcd-7598-406a-8cbf-504d4a3bac15" providerId="ADAL" clId="{ECD42228-5B96-4A72-B268-C46DF994E6B7}" dt="2024-01-14T20:26:10.929" v="732"/>
          <ac:spMkLst>
            <pc:docMk/>
            <pc:sldMk cId="661449558" sldId="416"/>
            <ac:spMk id="4" creationId="{51C8A26E-666D-4C70-84CF-ED9A6EADF9F2}"/>
          </ac:spMkLst>
        </pc:spChg>
      </pc:sldChg>
      <pc:sldChg chg="addSp delSp modSp add del mod delAnim modAnim chgLayout modNotesTx">
        <pc:chgData name="Palit, Tapti" userId="dec6fbcd-7598-406a-8cbf-504d4a3bac15" providerId="ADAL" clId="{ECD42228-5B96-4A72-B268-C46DF994E6B7}" dt="2024-01-26T21:23:14.495" v="61896" actId="47"/>
        <pc:sldMkLst>
          <pc:docMk/>
          <pc:sldMk cId="2399780863" sldId="416"/>
        </pc:sldMkLst>
        <pc:spChg chg="mod ord">
          <ac:chgData name="Palit, Tapti" userId="dec6fbcd-7598-406a-8cbf-504d4a3bac15" providerId="ADAL" clId="{ECD42228-5B96-4A72-B268-C46DF994E6B7}" dt="2024-01-25T02:58:17.191" v="47547" actId="6264"/>
          <ac:spMkLst>
            <pc:docMk/>
            <pc:sldMk cId="2399780863" sldId="416"/>
            <ac:spMk id="2" creationId="{D7EC638E-4A77-46B8-B32A-298B47F2DEB0}"/>
          </ac:spMkLst>
        </pc:spChg>
        <pc:spChg chg="mod ord">
          <ac:chgData name="Palit, Tapti" userId="dec6fbcd-7598-406a-8cbf-504d4a3bac15" providerId="ADAL" clId="{ECD42228-5B96-4A72-B268-C46DF994E6B7}" dt="2024-01-26T17:06:35.149" v="61868" actId="20577"/>
          <ac:spMkLst>
            <pc:docMk/>
            <pc:sldMk cId="2399780863" sldId="416"/>
            <ac:spMk id="3" creationId="{DBF81D88-EE7F-4956-ADB0-DA856615FD00}"/>
          </ac:spMkLst>
        </pc:spChg>
        <pc:spChg chg="mod ord">
          <ac:chgData name="Palit, Tapti" userId="dec6fbcd-7598-406a-8cbf-504d4a3bac15" providerId="ADAL" clId="{ECD42228-5B96-4A72-B268-C46DF994E6B7}" dt="2024-01-25T02:58:17.191" v="47547" actId="6264"/>
          <ac:spMkLst>
            <pc:docMk/>
            <pc:sldMk cId="2399780863" sldId="416"/>
            <ac:spMk id="4" creationId="{51C8A26E-666D-4C70-84CF-ED9A6EADF9F2}"/>
          </ac:spMkLst>
        </pc:spChg>
        <pc:spChg chg="del">
          <ac:chgData name="Palit, Tapti" userId="dec6fbcd-7598-406a-8cbf-504d4a3bac15" providerId="ADAL" clId="{ECD42228-5B96-4A72-B268-C46DF994E6B7}" dt="2024-01-25T02:19:02.746" v="47080" actId="478"/>
          <ac:spMkLst>
            <pc:docMk/>
            <pc:sldMk cId="2399780863" sldId="416"/>
            <ac:spMk id="5" creationId="{64A12795-097B-45FB-8ECF-1830F9A25955}"/>
          </ac:spMkLst>
        </pc:spChg>
        <pc:spChg chg="del">
          <ac:chgData name="Palit, Tapti" userId="dec6fbcd-7598-406a-8cbf-504d4a3bac15" providerId="ADAL" clId="{ECD42228-5B96-4A72-B268-C46DF994E6B7}" dt="2024-01-25T02:19:02.746" v="47080" actId="478"/>
          <ac:spMkLst>
            <pc:docMk/>
            <pc:sldMk cId="2399780863" sldId="416"/>
            <ac:spMk id="6" creationId="{173CF878-1150-4E69-BDBB-9CC0D9797C21}"/>
          </ac:spMkLst>
        </pc:spChg>
        <pc:spChg chg="del">
          <ac:chgData name="Palit, Tapti" userId="dec6fbcd-7598-406a-8cbf-504d4a3bac15" providerId="ADAL" clId="{ECD42228-5B96-4A72-B268-C46DF994E6B7}" dt="2024-01-25T02:19:02.746" v="47080" actId="478"/>
          <ac:spMkLst>
            <pc:docMk/>
            <pc:sldMk cId="2399780863" sldId="416"/>
            <ac:spMk id="7" creationId="{42A2874E-979E-4530-B783-E3038BCC6B0E}"/>
          </ac:spMkLst>
        </pc:spChg>
        <pc:spChg chg="del">
          <ac:chgData name="Palit, Tapti" userId="dec6fbcd-7598-406a-8cbf-504d4a3bac15" providerId="ADAL" clId="{ECD42228-5B96-4A72-B268-C46DF994E6B7}" dt="2024-01-25T02:19:02.746" v="47080" actId="478"/>
          <ac:spMkLst>
            <pc:docMk/>
            <pc:sldMk cId="2399780863" sldId="416"/>
            <ac:spMk id="8" creationId="{C106AA94-40A1-4F58-8233-AD39E4182A4F}"/>
          </ac:spMkLst>
        </pc:spChg>
        <pc:spChg chg="del">
          <ac:chgData name="Palit, Tapti" userId="dec6fbcd-7598-406a-8cbf-504d4a3bac15" providerId="ADAL" clId="{ECD42228-5B96-4A72-B268-C46DF994E6B7}" dt="2024-01-25T02:19:02.746" v="47080" actId="478"/>
          <ac:spMkLst>
            <pc:docMk/>
            <pc:sldMk cId="2399780863" sldId="416"/>
            <ac:spMk id="9" creationId="{EA16CC07-61C7-4EA7-A21F-FF626F063620}"/>
          </ac:spMkLst>
        </pc:spChg>
        <pc:spChg chg="del">
          <ac:chgData name="Palit, Tapti" userId="dec6fbcd-7598-406a-8cbf-504d4a3bac15" providerId="ADAL" clId="{ECD42228-5B96-4A72-B268-C46DF994E6B7}" dt="2024-01-25T02:19:02.746" v="47080" actId="478"/>
          <ac:spMkLst>
            <pc:docMk/>
            <pc:sldMk cId="2399780863" sldId="416"/>
            <ac:spMk id="10" creationId="{7DF7665F-52D7-4558-BDD1-12418A6F5FFD}"/>
          </ac:spMkLst>
        </pc:spChg>
        <pc:spChg chg="del">
          <ac:chgData name="Palit, Tapti" userId="dec6fbcd-7598-406a-8cbf-504d4a3bac15" providerId="ADAL" clId="{ECD42228-5B96-4A72-B268-C46DF994E6B7}" dt="2024-01-25T02:19:02.746" v="47080" actId="478"/>
          <ac:spMkLst>
            <pc:docMk/>
            <pc:sldMk cId="2399780863" sldId="416"/>
            <ac:spMk id="11" creationId="{E4F85C23-A131-4709-94DB-B26930DBB7D0}"/>
          </ac:spMkLst>
        </pc:spChg>
        <pc:spChg chg="del">
          <ac:chgData name="Palit, Tapti" userId="dec6fbcd-7598-406a-8cbf-504d4a3bac15" providerId="ADAL" clId="{ECD42228-5B96-4A72-B268-C46DF994E6B7}" dt="2024-01-25T02:19:02.746" v="47080" actId="478"/>
          <ac:spMkLst>
            <pc:docMk/>
            <pc:sldMk cId="2399780863" sldId="416"/>
            <ac:spMk id="12" creationId="{43378D1B-C410-4ABB-908A-43004B8F5FAA}"/>
          </ac:spMkLst>
        </pc:spChg>
        <pc:spChg chg="del">
          <ac:chgData name="Palit, Tapti" userId="dec6fbcd-7598-406a-8cbf-504d4a3bac15" providerId="ADAL" clId="{ECD42228-5B96-4A72-B268-C46DF994E6B7}" dt="2024-01-25T02:19:02.746" v="47080" actId="478"/>
          <ac:spMkLst>
            <pc:docMk/>
            <pc:sldMk cId="2399780863" sldId="416"/>
            <ac:spMk id="20" creationId="{8DEE9341-9C08-4BDA-9D2B-F6CF460FCF45}"/>
          </ac:spMkLst>
        </pc:spChg>
        <pc:spChg chg="del">
          <ac:chgData name="Palit, Tapti" userId="dec6fbcd-7598-406a-8cbf-504d4a3bac15" providerId="ADAL" clId="{ECD42228-5B96-4A72-B268-C46DF994E6B7}" dt="2024-01-25T02:19:02.746" v="47080" actId="478"/>
          <ac:spMkLst>
            <pc:docMk/>
            <pc:sldMk cId="2399780863" sldId="416"/>
            <ac:spMk id="22" creationId="{B8758E69-C46F-459B-88C0-3DD04771CA07}"/>
          </ac:spMkLst>
        </pc:spChg>
        <pc:spChg chg="del">
          <ac:chgData name="Palit, Tapti" userId="dec6fbcd-7598-406a-8cbf-504d4a3bac15" providerId="ADAL" clId="{ECD42228-5B96-4A72-B268-C46DF994E6B7}" dt="2024-01-25T02:19:02.746" v="47080" actId="478"/>
          <ac:spMkLst>
            <pc:docMk/>
            <pc:sldMk cId="2399780863" sldId="416"/>
            <ac:spMk id="24" creationId="{5A4B3E78-7E36-4ECC-97E7-CC20E88DB859}"/>
          </ac:spMkLst>
        </pc:spChg>
        <pc:spChg chg="del">
          <ac:chgData name="Palit, Tapti" userId="dec6fbcd-7598-406a-8cbf-504d4a3bac15" providerId="ADAL" clId="{ECD42228-5B96-4A72-B268-C46DF994E6B7}" dt="2024-01-25T02:19:02.746" v="47080" actId="478"/>
          <ac:spMkLst>
            <pc:docMk/>
            <pc:sldMk cId="2399780863" sldId="416"/>
            <ac:spMk id="26" creationId="{E433F62E-0692-4728-A66F-16E6BC3C9EAF}"/>
          </ac:spMkLst>
        </pc:spChg>
        <pc:spChg chg="del">
          <ac:chgData name="Palit, Tapti" userId="dec6fbcd-7598-406a-8cbf-504d4a3bac15" providerId="ADAL" clId="{ECD42228-5B96-4A72-B268-C46DF994E6B7}" dt="2024-01-25T02:19:02.746" v="47080" actId="478"/>
          <ac:spMkLst>
            <pc:docMk/>
            <pc:sldMk cId="2399780863" sldId="416"/>
            <ac:spMk id="27" creationId="{E59F5451-1A26-4FBD-947E-F956B64B5FFB}"/>
          </ac:spMkLst>
        </pc:spChg>
        <pc:spChg chg="add del mod">
          <ac:chgData name="Palit, Tapti" userId="dec6fbcd-7598-406a-8cbf-504d4a3bac15" providerId="ADAL" clId="{ECD42228-5B96-4A72-B268-C46DF994E6B7}" dt="2024-01-25T02:14:09.785" v="46981" actId="6264"/>
          <ac:spMkLst>
            <pc:docMk/>
            <pc:sldMk cId="2399780863" sldId="416"/>
            <ac:spMk id="28" creationId="{2477F4D5-EF3D-9529-AF94-652801100B91}"/>
          </ac:spMkLst>
        </pc:spChg>
        <pc:spChg chg="add del mod">
          <ac:chgData name="Palit, Tapti" userId="dec6fbcd-7598-406a-8cbf-504d4a3bac15" providerId="ADAL" clId="{ECD42228-5B96-4A72-B268-C46DF994E6B7}" dt="2024-01-25T02:14:09.785" v="46981" actId="6264"/>
          <ac:spMkLst>
            <pc:docMk/>
            <pc:sldMk cId="2399780863" sldId="416"/>
            <ac:spMk id="29" creationId="{39246254-9FBC-F5B7-40A2-EE81D89066A0}"/>
          </ac:spMkLst>
        </pc:spChg>
        <pc:spChg chg="add del mod">
          <ac:chgData name="Palit, Tapti" userId="dec6fbcd-7598-406a-8cbf-504d4a3bac15" providerId="ADAL" clId="{ECD42228-5B96-4A72-B268-C46DF994E6B7}" dt="2024-01-25T02:14:09.785" v="46981" actId="6264"/>
          <ac:spMkLst>
            <pc:docMk/>
            <pc:sldMk cId="2399780863" sldId="416"/>
            <ac:spMk id="30" creationId="{4786A8D1-A058-0AF5-A5CB-9ED9B2127F1B}"/>
          </ac:spMkLst>
        </pc:spChg>
        <pc:spChg chg="add mod">
          <ac:chgData name="Palit, Tapti" userId="dec6fbcd-7598-406a-8cbf-504d4a3bac15" providerId="ADAL" clId="{ECD42228-5B96-4A72-B268-C46DF994E6B7}" dt="2024-01-25T03:17:36.488" v="48251" actId="20577"/>
          <ac:spMkLst>
            <pc:docMk/>
            <pc:sldMk cId="2399780863" sldId="416"/>
            <ac:spMk id="31" creationId="{A1AE6AAE-C7D3-E8E2-BBBE-C8BA0B0FDD7B}"/>
          </ac:spMkLst>
        </pc:spChg>
        <pc:spChg chg="add del mod">
          <ac:chgData name="Palit, Tapti" userId="dec6fbcd-7598-406a-8cbf-504d4a3bac15" providerId="ADAL" clId="{ECD42228-5B96-4A72-B268-C46DF994E6B7}" dt="2024-01-25T02:58:17.191" v="47547" actId="6264"/>
          <ac:spMkLst>
            <pc:docMk/>
            <pc:sldMk cId="2399780863" sldId="416"/>
            <ac:spMk id="33" creationId="{97415952-D183-9586-5C60-16946C439105}"/>
          </ac:spMkLst>
        </pc:spChg>
        <pc:spChg chg="add del mod">
          <ac:chgData name="Palit, Tapti" userId="dec6fbcd-7598-406a-8cbf-504d4a3bac15" providerId="ADAL" clId="{ECD42228-5B96-4A72-B268-C46DF994E6B7}" dt="2024-01-25T02:58:17.191" v="47547" actId="6264"/>
          <ac:spMkLst>
            <pc:docMk/>
            <pc:sldMk cId="2399780863" sldId="416"/>
            <ac:spMk id="34" creationId="{0F0121C7-536F-1891-DC4E-F5345A25F324}"/>
          </ac:spMkLst>
        </pc:spChg>
        <pc:spChg chg="add del mod">
          <ac:chgData name="Palit, Tapti" userId="dec6fbcd-7598-406a-8cbf-504d4a3bac15" providerId="ADAL" clId="{ECD42228-5B96-4A72-B268-C46DF994E6B7}" dt="2024-01-25T02:58:17.191" v="47547" actId="6264"/>
          <ac:spMkLst>
            <pc:docMk/>
            <pc:sldMk cId="2399780863" sldId="416"/>
            <ac:spMk id="35" creationId="{477FBF2A-879F-3AEC-90AF-78CF9135EB4E}"/>
          </ac:spMkLst>
        </pc:spChg>
        <pc:graphicFrameChg chg="add mod modGraphic">
          <ac:chgData name="Palit, Tapti" userId="dec6fbcd-7598-406a-8cbf-504d4a3bac15" providerId="ADAL" clId="{ECD42228-5B96-4A72-B268-C46DF994E6B7}" dt="2024-01-25T03:17:31.666" v="48247" actId="20577"/>
          <ac:graphicFrameMkLst>
            <pc:docMk/>
            <pc:sldMk cId="2399780863" sldId="416"/>
            <ac:graphicFrameMk id="32" creationId="{662E3E91-EC1F-FAC9-6710-BA112B8C33B9}"/>
          </ac:graphicFrameMkLst>
        </pc:graphicFrameChg>
        <pc:cxnChg chg="del mod">
          <ac:chgData name="Palit, Tapti" userId="dec6fbcd-7598-406a-8cbf-504d4a3bac15" providerId="ADAL" clId="{ECD42228-5B96-4A72-B268-C46DF994E6B7}" dt="2024-01-25T02:19:02.746" v="47080" actId="478"/>
          <ac:cxnSpMkLst>
            <pc:docMk/>
            <pc:sldMk cId="2399780863" sldId="416"/>
            <ac:cxnSpMk id="13" creationId="{3C0C60EB-CA1D-446C-AD32-9560D6763602}"/>
          </ac:cxnSpMkLst>
        </pc:cxnChg>
        <pc:cxnChg chg="del mod">
          <ac:chgData name="Palit, Tapti" userId="dec6fbcd-7598-406a-8cbf-504d4a3bac15" providerId="ADAL" clId="{ECD42228-5B96-4A72-B268-C46DF994E6B7}" dt="2024-01-25T02:19:02.746" v="47080" actId="478"/>
          <ac:cxnSpMkLst>
            <pc:docMk/>
            <pc:sldMk cId="2399780863" sldId="416"/>
            <ac:cxnSpMk id="14" creationId="{5515A297-5F95-408E-BDA4-824C077DDE99}"/>
          </ac:cxnSpMkLst>
        </pc:cxnChg>
        <pc:cxnChg chg="del mod">
          <ac:chgData name="Palit, Tapti" userId="dec6fbcd-7598-406a-8cbf-504d4a3bac15" providerId="ADAL" clId="{ECD42228-5B96-4A72-B268-C46DF994E6B7}" dt="2024-01-25T02:19:02.746" v="47080" actId="478"/>
          <ac:cxnSpMkLst>
            <pc:docMk/>
            <pc:sldMk cId="2399780863" sldId="416"/>
            <ac:cxnSpMk id="15" creationId="{CC06A431-43C0-43D6-A4CE-863ECF01D03E}"/>
          </ac:cxnSpMkLst>
        </pc:cxnChg>
        <pc:cxnChg chg="del mod">
          <ac:chgData name="Palit, Tapti" userId="dec6fbcd-7598-406a-8cbf-504d4a3bac15" providerId="ADAL" clId="{ECD42228-5B96-4A72-B268-C46DF994E6B7}" dt="2024-01-25T02:19:02.746" v="47080" actId="478"/>
          <ac:cxnSpMkLst>
            <pc:docMk/>
            <pc:sldMk cId="2399780863" sldId="416"/>
            <ac:cxnSpMk id="16" creationId="{D0FFE79C-1804-4383-BCE3-6411C04F6E36}"/>
          </ac:cxnSpMkLst>
        </pc:cxnChg>
        <pc:cxnChg chg="del mod">
          <ac:chgData name="Palit, Tapti" userId="dec6fbcd-7598-406a-8cbf-504d4a3bac15" providerId="ADAL" clId="{ECD42228-5B96-4A72-B268-C46DF994E6B7}" dt="2024-01-25T02:19:02.746" v="47080" actId="478"/>
          <ac:cxnSpMkLst>
            <pc:docMk/>
            <pc:sldMk cId="2399780863" sldId="416"/>
            <ac:cxnSpMk id="17" creationId="{A013FAD8-A7D4-43C2-89DE-E8046EBB5DC8}"/>
          </ac:cxnSpMkLst>
        </pc:cxnChg>
        <pc:cxnChg chg="del mod">
          <ac:chgData name="Palit, Tapti" userId="dec6fbcd-7598-406a-8cbf-504d4a3bac15" providerId="ADAL" clId="{ECD42228-5B96-4A72-B268-C46DF994E6B7}" dt="2024-01-25T02:19:02.746" v="47080" actId="478"/>
          <ac:cxnSpMkLst>
            <pc:docMk/>
            <pc:sldMk cId="2399780863" sldId="416"/>
            <ac:cxnSpMk id="18" creationId="{C5642699-82C8-4DB0-861F-975CE51A5882}"/>
          </ac:cxnSpMkLst>
        </pc:cxnChg>
        <pc:cxnChg chg="del mod">
          <ac:chgData name="Palit, Tapti" userId="dec6fbcd-7598-406a-8cbf-504d4a3bac15" providerId="ADAL" clId="{ECD42228-5B96-4A72-B268-C46DF994E6B7}" dt="2024-01-25T02:19:02.746" v="47080" actId="478"/>
          <ac:cxnSpMkLst>
            <pc:docMk/>
            <pc:sldMk cId="2399780863" sldId="416"/>
            <ac:cxnSpMk id="19" creationId="{488202FF-9FE0-45A9-83E1-332C534B9956}"/>
          </ac:cxnSpMkLst>
        </pc:cxnChg>
        <pc:cxnChg chg="del mod">
          <ac:chgData name="Palit, Tapti" userId="dec6fbcd-7598-406a-8cbf-504d4a3bac15" providerId="ADAL" clId="{ECD42228-5B96-4A72-B268-C46DF994E6B7}" dt="2024-01-25T02:19:02.746" v="47080" actId="478"/>
          <ac:cxnSpMkLst>
            <pc:docMk/>
            <pc:sldMk cId="2399780863" sldId="416"/>
            <ac:cxnSpMk id="21" creationId="{49FFBF73-7FB0-4304-A182-33979FE695D2}"/>
          </ac:cxnSpMkLst>
        </pc:cxnChg>
        <pc:cxnChg chg="del mod">
          <ac:chgData name="Palit, Tapti" userId="dec6fbcd-7598-406a-8cbf-504d4a3bac15" providerId="ADAL" clId="{ECD42228-5B96-4A72-B268-C46DF994E6B7}" dt="2024-01-25T02:19:02.746" v="47080" actId="478"/>
          <ac:cxnSpMkLst>
            <pc:docMk/>
            <pc:sldMk cId="2399780863" sldId="416"/>
            <ac:cxnSpMk id="23" creationId="{3C0DFBBE-ECA8-4384-92BF-51A489EC3AE1}"/>
          </ac:cxnSpMkLst>
        </pc:cxnChg>
        <pc:cxnChg chg="del mod">
          <ac:chgData name="Palit, Tapti" userId="dec6fbcd-7598-406a-8cbf-504d4a3bac15" providerId="ADAL" clId="{ECD42228-5B96-4A72-B268-C46DF994E6B7}" dt="2024-01-25T02:19:02.746" v="47080" actId="478"/>
          <ac:cxnSpMkLst>
            <pc:docMk/>
            <pc:sldMk cId="2399780863" sldId="416"/>
            <ac:cxnSpMk id="25" creationId="{855FC911-0904-46DD-9760-53CDFD3B2610}"/>
          </ac:cxnSpMkLst>
        </pc:cxnChg>
      </pc:sldChg>
      <pc:sldChg chg="modSp add del mod modNotesTx">
        <pc:chgData name="Palit, Tapti" userId="dec6fbcd-7598-406a-8cbf-504d4a3bac15" providerId="ADAL" clId="{ECD42228-5B96-4A72-B268-C46DF994E6B7}" dt="2024-02-09T05:10:43.716" v="104963" actId="20577"/>
        <pc:sldMkLst>
          <pc:docMk/>
          <pc:sldMk cId="1393023288" sldId="419"/>
        </pc:sldMkLst>
        <pc:spChg chg="mod">
          <ac:chgData name="Palit, Tapti" userId="dec6fbcd-7598-406a-8cbf-504d4a3bac15" providerId="ADAL" clId="{ECD42228-5B96-4A72-B268-C46DF994E6B7}" dt="2024-01-14T20:26:10.929" v="732"/>
          <ac:spMkLst>
            <pc:docMk/>
            <pc:sldMk cId="1393023288" sldId="419"/>
            <ac:spMk id="2" creationId="{E31E00BF-C3D2-4CCB-A104-B8B6E70C7969}"/>
          </ac:spMkLst>
        </pc:spChg>
        <pc:spChg chg="mod">
          <ac:chgData name="Palit, Tapti" userId="dec6fbcd-7598-406a-8cbf-504d4a3bac15" providerId="ADAL" clId="{ECD42228-5B96-4A72-B268-C46DF994E6B7}" dt="2024-01-31T01:50:54.787" v="95140" actId="20577"/>
          <ac:spMkLst>
            <pc:docMk/>
            <pc:sldMk cId="1393023288" sldId="419"/>
            <ac:spMk id="2" creationId="{F7914E2D-B9F4-CBB6-71B1-BAAC6E4E1992}"/>
          </ac:spMkLst>
        </pc:spChg>
        <pc:spChg chg="mod">
          <ac:chgData name="Palit, Tapti" userId="dec6fbcd-7598-406a-8cbf-504d4a3bac15" providerId="ADAL" clId="{ECD42228-5B96-4A72-B268-C46DF994E6B7}" dt="2024-01-14T23:47:36.669" v="3772" actId="20577"/>
          <ac:spMkLst>
            <pc:docMk/>
            <pc:sldMk cId="1393023288" sldId="419"/>
            <ac:spMk id="3" creationId="{486067F6-CB16-49D0-86A6-11E507E8A7C7}"/>
          </ac:spMkLst>
        </pc:spChg>
        <pc:spChg chg="mod">
          <ac:chgData name="Palit, Tapti" userId="dec6fbcd-7598-406a-8cbf-504d4a3bac15" providerId="ADAL" clId="{ECD42228-5B96-4A72-B268-C46DF994E6B7}" dt="2024-01-14T20:26:10.929" v="732"/>
          <ac:spMkLst>
            <pc:docMk/>
            <pc:sldMk cId="1393023288" sldId="419"/>
            <ac:spMk id="4" creationId="{1A7AC2C0-80DA-47AD-87A5-54ADD943E728}"/>
          </ac:spMkLst>
        </pc:spChg>
      </pc:sldChg>
      <pc:sldChg chg="add del mod modShow">
        <pc:chgData name="Palit, Tapti" userId="dec6fbcd-7598-406a-8cbf-504d4a3bac15" providerId="ADAL" clId="{ECD42228-5B96-4A72-B268-C46DF994E6B7}" dt="2024-01-28T03:44:01.241" v="67437" actId="47"/>
        <pc:sldMkLst>
          <pc:docMk/>
          <pc:sldMk cId="493284233" sldId="421"/>
        </pc:sldMkLst>
      </pc:sldChg>
      <pc:sldChg chg="modSp add del">
        <pc:chgData name="Palit, Tapti" userId="dec6fbcd-7598-406a-8cbf-504d4a3bac15" providerId="ADAL" clId="{ECD42228-5B96-4A72-B268-C46DF994E6B7}" dt="2024-01-16T01:22:56.688" v="4526" actId="2696"/>
        <pc:sldMkLst>
          <pc:docMk/>
          <pc:sldMk cId="2278079750" sldId="421"/>
        </pc:sldMkLst>
        <pc:spChg chg="mod">
          <ac:chgData name="Palit, Tapti" userId="dec6fbcd-7598-406a-8cbf-504d4a3bac15" providerId="ADAL" clId="{ECD42228-5B96-4A72-B268-C46DF994E6B7}" dt="2024-01-14T19:15:44.382" v="346"/>
          <ac:spMkLst>
            <pc:docMk/>
            <pc:sldMk cId="2278079750" sldId="421"/>
            <ac:spMk id="2" creationId="{8BE65D22-BD8E-49FF-936F-0E60B37C4A1C}"/>
          </ac:spMkLst>
        </pc:spChg>
        <pc:spChg chg="mod">
          <ac:chgData name="Palit, Tapti" userId="dec6fbcd-7598-406a-8cbf-504d4a3bac15" providerId="ADAL" clId="{ECD42228-5B96-4A72-B268-C46DF994E6B7}" dt="2024-01-14T19:15:44.382" v="346"/>
          <ac:spMkLst>
            <pc:docMk/>
            <pc:sldMk cId="2278079750" sldId="421"/>
            <ac:spMk id="4" creationId="{E0D8E777-DFC7-4491-B604-F34BF8A3EF01}"/>
          </ac:spMkLst>
        </pc:spChg>
      </pc:sldChg>
      <pc:sldChg chg="modSp add del">
        <pc:chgData name="Palit, Tapti" userId="dec6fbcd-7598-406a-8cbf-504d4a3bac15" providerId="ADAL" clId="{ECD42228-5B96-4A72-B268-C46DF994E6B7}" dt="2024-01-28T03:44:01.241" v="67437" actId="47"/>
        <pc:sldMkLst>
          <pc:docMk/>
          <pc:sldMk cId="747957901" sldId="422"/>
        </pc:sldMkLst>
        <pc:spChg chg="mod">
          <ac:chgData name="Palit, Tapti" userId="dec6fbcd-7598-406a-8cbf-504d4a3bac15" providerId="ADAL" clId="{ECD42228-5B96-4A72-B268-C46DF994E6B7}" dt="2024-01-14T20:26:10.929" v="732"/>
          <ac:spMkLst>
            <pc:docMk/>
            <pc:sldMk cId="747957901" sldId="422"/>
            <ac:spMk id="4" creationId="{E2684A87-57C5-49B9-B587-83D47997FCE4}"/>
          </ac:spMkLst>
        </pc:spChg>
        <pc:spChg chg="mod">
          <ac:chgData name="Palit, Tapti" userId="dec6fbcd-7598-406a-8cbf-504d4a3bac15" providerId="ADAL" clId="{ECD42228-5B96-4A72-B268-C46DF994E6B7}" dt="2024-01-14T20:26:10.929" v="732"/>
          <ac:spMkLst>
            <pc:docMk/>
            <pc:sldMk cId="747957901" sldId="422"/>
            <ac:spMk id="12" creationId="{993F8E0C-7333-41D8-82CC-09205A3E5DDF}"/>
          </ac:spMkLst>
        </pc:spChg>
      </pc:sldChg>
      <pc:sldChg chg="modSp add del">
        <pc:chgData name="Palit, Tapti" userId="dec6fbcd-7598-406a-8cbf-504d4a3bac15" providerId="ADAL" clId="{ECD42228-5B96-4A72-B268-C46DF994E6B7}" dt="2024-01-28T03:44:01.241" v="67437" actId="47"/>
        <pc:sldMkLst>
          <pc:docMk/>
          <pc:sldMk cId="3605086080" sldId="423"/>
        </pc:sldMkLst>
        <pc:spChg chg="mod">
          <ac:chgData name="Palit, Tapti" userId="dec6fbcd-7598-406a-8cbf-504d4a3bac15" providerId="ADAL" clId="{ECD42228-5B96-4A72-B268-C46DF994E6B7}" dt="2024-01-14T20:26:10.929" v="732"/>
          <ac:spMkLst>
            <pc:docMk/>
            <pc:sldMk cId="3605086080" sldId="423"/>
            <ac:spMk id="2" creationId="{B5365C4F-3CF1-43F6-9530-F243B925DF98}"/>
          </ac:spMkLst>
        </pc:spChg>
        <pc:spChg chg="mod">
          <ac:chgData name="Palit, Tapti" userId="dec6fbcd-7598-406a-8cbf-504d4a3bac15" providerId="ADAL" clId="{ECD42228-5B96-4A72-B268-C46DF994E6B7}" dt="2024-01-14T20:26:10.929" v="732"/>
          <ac:spMkLst>
            <pc:docMk/>
            <pc:sldMk cId="3605086080" sldId="423"/>
            <ac:spMk id="3" creationId="{5100A295-7AFE-4FE8-94A3-8D276BFFCAB9}"/>
          </ac:spMkLst>
        </pc:spChg>
        <pc:spChg chg="mod">
          <ac:chgData name="Palit, Tapti" userId="dec6fbcd-7598-406a-8cbf-504d4a3bac15" providerId="ADAL" clId="{ECD42228-5B96-4A72-B268-C46DF994E6B7}" dt="2024-01-14T20:26:10.929" v="732"/>
          <ac:spMkLst>
            <pc:docMk/>
            <pc:sldMk cId="3605086080" sldId="423"/>
            <ac:spMk id="4" creationId="{E2684A87-57C5-49B9-B587-83D47997FCE4}"/>
          </ac:spMkLst>
        </pc:spChg>
      </pc:sldChg>
      <pc:sldChg chg="addSp delSp modSp add del mod ord modClrScheme delAnim modAnim addCm delCm modCm chgLayout modNotesTx">
        <pc:chgData name="Palit, Tapti" userId="dec6fbcd-7598-406a-8cbf-504d4a3bac15" providerId="ADAL" clId="{ECD42228-5B96-4A72-B268-C46DF994E6B7}" dt="2024-02-11T14:39:28.922" v="109840" actId="5793"/>
        <pc:sldMkLst>
          <pc:docMk/>
          <pc:sldMk cId="3864528504" sldId="424"/>
        </pc:sldMkLst>
        <pc:spChg chg="mod ord">
          <ac:chgData name="Palit, Tapti" userId="dec6fbcd-7598-406a-8cbf-504d4a3bac15" providerId="ADAL" clId="{ECD42228-5B96-4A72-B268-C46DF994E6B7}" dt="2024-01-25T02:17:41.759" v="47027" actId="700"/>
          <ac:spMkLst>
            <pc:docMk/>
            <pc:sldMk cId="3864528504" sldId="424"/>
            <ac:spMk id="2" creationId="{D9A69A7A-F324-44E2-A7BA-87B689E34CB2}"/>
          </ac:spMkLst>
        </pc:spChg>
        <pc:spChg chg="add del mod">
          <ac:chgData name="Palit, Tapti" userId="dec6fbcd-7598-406a-8cbf-504d4a3bac15" providerId="ADAL" clId="{ECD42228-5B96-4A72-B268-C46DF994E6B7}" dt="2024-01-30T16:50:13.409" v="93015" actId="21"/>
          <ac:spMkLst>
            <pc:docMk/>
            <pc:sldMk cId="3864528504" sldId="424"/>
            <ac:spMk id="3" creationId="{20526A79-5A3C-15A2-4ADD-2D7B58E677DD}"/>
          </ac:spMkLst>
        </pc:spChg>
        <pc:spChg chg="del mod ord">
          <ac:chgData name="Palit, Tapti" userId="dec6fbcd-7598-406a-8cbf-504d4a3bac15" providerId="ADAL" clId="{ECD42228-5B96-4A72-B268-C46DF994E6B7}" dt="2024-01-25T02:17:41.759" v="47027" actId="700"/>
          <ac:spMkLst>
            <pc:docMk/>
            <pc:sldMk cId="3864528504" sldId="424"/>
            <ac:spMk id="3" creationId="{CCF652AC-329E-4466-8DFB-7B5943F5D73C}"/>
          </ac:spMkLst>
        </pc:spChg>
        <pc:spChg chg="mod ord">
          <ac:chgData name="Palit, Tapti" userId="dec6fbcd-7598-406a-8cbf-504d4a3bac15" providerId="ADAL" clId="{ECD42228-5B96-4A72-B268-C46DF994E6B7}" dt="2024-01-25T02:17:41.759" v="47027" actId="700"/>
          <ac:spMkLst>
            <pc:docMk/>
            <pc:sldMk cId="3864528504" sldId="424"/>
            <ac:spMk id="4" creationId="{9ED004C1-E6E4-4280-8C88-31CB6685D77F}"/>
          </ac:spMkLst>
        </pc:spChg>
        <pc:spChg chg="add del mod">
          <ac:chgData name="Palit, Tapti" userId="dec6fbcd-7598-406a-8cbf-504d4a3bac15" providerId="ADAL" clId="{ECD42228-5B96-4A72-B268-C46DF994E6B7}" dt="2024-01-30T16:50:13.409" v="93015" actId="21"/>
          <ac:spMkLst>
            <pc:docMk/>
            <pc:sldMk cId="3864528504" sldId="424"/>
            <ac:spMk id="5" creationId="{186C09D5-3FEA-F87E-F5D9-E83FF3AA9882}"/>
          </ac:spMkLst>
        </pc:spChg>
        <pc:spChg chg="del mod">
          <ac:chgData name="Palit, Tapti" userId="dec6fbcd-7598-406a-8cbf-504d4a3bac15" providerId="ADAL" clId="{ECD42228-5B96-4A72-B268-C46DF994E6B7}" dt="2024-01-25T02:17:41.759" v="47027" actId="700"/>
          <ac:spMkLst>
            <pc:docMk/>
            <pc:sldMk cId="3864528504" sldId="424"/>
            <ac:spMk id="5" creationId="{4C723FA2-36EC-13D8-5C16-F54EF86DAAA3}"/>
          </ac:spMkLst>
        </pc:spChg>
        <pc:spChg chg="mod">
          <ac:chgData name="Palit, Tapti" userId="dec6fbcd-7598-406a-8cbf-504d4a3bac15" providerId="ADAL" clId="{ECD42228-5B96-4A72-B268-C46DF994E6B7}" dt="2024-02-08T20:46:57.580" v="100703" actId="207"/>
          <ac:spMkLst>
            <pc:docMk/>
            <pc:sldMk cId="3864528504" sldId="424"/>
            <ac:spMk id="6" creationId="{62E4901C-C217-DD54-593C-0E523C998F49}"/>
          </ac:spMkLst>
        </pc:spChg>
        <pc:spChg chg="mod">
          <ac:chgData name="Palit, Tapti" userId="dec6fbcd-7598-406a-8cbf-504d4a3bac15" providerId="ADAL" clId="{ECD42228-5B96-4A72-B268-C46DF994E6B7}" dt="2024-01-14T20:03:26.266" v="494" actId="207"/>
          <ac:spMkLst>
            <pc:docMk/>
            <pc:sldMk cId="3864528504" sldId="424"/>
            <ac:spMk id="7" creationId="{43044E65-69F9-46E9-9B89-354EA801A3A8}"/>
          </ac:spMkLst>
        </pc:spChg>
        <pc:spChg chg="add mod ord">
          <ac:chgData name="Palit, Tapti" userId="dec6fbcd-7598-406a-8cbf-504d4a3bac15" providerId="ADAL" clId="{ECD42228-5B96-4A72-B268-C46DF994E6B7}" dt="2024-01-30T14:41:48.193" v="91407" actId="108"/>
          <ac:spMkLst>
            <pc:docMk/>
            <pc:sldMk cId="3864528504" sldId="424"/>
            <ac:spMk id="7" creationId="{F6DAE43A-F91E-1C9B-002B-6DADFDE55F0A}"/>
          </ac:spMkLst>
        </pc:spChg>
        <pc:spChg chg="del mod ord">
          <ac:chgData name="Palit, Tapti" userId="dec6fbcd-7598-406a-8cbf-504d4a3bac15" providerId="ADAL" clId="{ECD42228-5B96-4A72-B268-C46DF994E6B7}" dt="2024-01-25T02:51:43.969" v="47415" actId="478"/>
          <ac:spMkLst>
            <pc:docMk/>
            <pc:sldMk cId="3864528504" sldId="424"/>
            <ac:spMk id="8" creationId="{1BE69067-C2E7-9EA3-F64F-6B09E2A6487D}"/>
          </ac:spMkLst>
        </pc:spChg>
        <pc:spChg chg="mod">
          <ac:chgData name="Palit, Tapti" userId="dec6fbcd-7598-406a-8cbf-504d4a3bac15" providerId="ADAL" clId="{ECD42228-5B96-4A72-B268-C46DF994E6B7}" dt="2024-01-14T20:03:26.266" v="494" actId="207"/>
          <ac:spMkLst>
            <pc:docMk/>
            <pc:sldMk cId="3864528504" sldId="424"/>
            <ac:spMk id="9" creationId="{C836A5CB-75C1-4436-AD02-32E29AD5FE4E}"/>
          </ac:spMkLst>
        </pc:spChg>
        <pc:spChg chg="mod">
          <ac:chgData name="Palit, Tapti" userId="dec6fbcd-7598-406a-8cbf-504d4a3bac15" providerId="ADAL" clId="{ECD42228-5B96-4A72-B268-C46DF994E6B7}" dt="2024-01-14T20:03:26.266" v="494" actId="207"/>
          <ac:spMkLst>
            <pc:docMk/>
            <pc:sldMk cId="3864528504" sldId="424"/>
            <ac:spMk id="10" creationId="{58A38D7B-941B-43E6-AA17-EB48EFC7A14C}"/>
          </ac:spMkLst>
        </pc:spChg>
        <pc:spChg chg="add del mod">
          <ac:chgData name="Palit, Tapti" userId="dec6fbcd-7598-406a-8cbf-504d4a3bac15" providerId="ADAL" clId="{ECD42228-5B96-4A72-B268-C46DF994E6B7}" dt="2024-01-30T16:50:13.409" v="93015" actId="21"/>
          <ac:spMkLst>
            <pc:docMk/>
            <pc:sldMk cId="3864528504" sldId="424"/>
            <ac:spMk id="10" creationId="{7608BA5C-63A5-6633-EA93-3EC2E11CDF82}"/>
          </ac:spMkLst>
        </pc:spChg>
        <pc:spChg chg="add del mod">
          <ac:chgData name="Palit, Tapti" userId="dec6fbcd-7598-406a-8cbf-504d4a3bac15" providerId="ADAL" clId="{ECD42228-5B96-4A72-B268-C46DF994E6B7}" dt="2024-01-30T16:50:13.409" v="93015" actId="21"/>
          <ac:spMkLst>
            <pc:docMk/>
            <pc:sldMk cId="3864528504" sldId="424"/>
            <ac:spMk id="11" creationId="{AB8B7BD7-70B0-C2F7-E1FF-C606985F87CF}"/>
          </ac:spMkLst>
        </pc:spChg>
        <pc:spChg chg="del mod ord">
          <ac:chgData name="Palit, Tapti" userId="dec6fbcd-7598-406a-8cbf-504d4a3bac15" providerId="ADAL" clId="{ECD42228-5B96-4A72-B268-C46DF994E6B7}" dt="2024-01-25T02:51:43.969" v="47415" actId="478"/>
          <ac:spMkLst>
            <pc:docMk/>
            <pc:sldMk cId="3864528504" sldId="424"/>
            <ac:spMk id="11" creationId="{C7EBFFF3-1F10-6E48-C176-326196CA6DA6}"/>
          </ac:spMkLst>
        </pc:spChg>
        <pc:spChg chg="add del mod">
          <ac:chgData name="Palit, Tapti" userId="dec6fbcd-7598-406a-8cbf-504d4a3bac15" providerId="ADAL" clId="{ECD42228-5B96-4A72-B268-C46DF994E6B7}" dt="2024-01-30T16:50:13.409" v="93015" actId="21"/>
          <ac:spMkLst>
            <pc:docMk/>
            <pc:sldMk cId="3864528504" sldId="424"/>
            <ac:spMk id="12" creationId="{FFE0312B-DAFA-3A2E-FF85-9CB9985EDCEA}"/>
          </ac:spMkLst>
        </pc:spChg>
        <pc:cxnChg chg="add del mod">
          <ac:chgData name="Palit, Tapti" userId="dec6fbcd-7598-406a-8cbf-504d4a3bac15" providerId="ADAL" clId="{ECD42228-5B96-4A72-B268-C46DF994E6B7}" dt="2024-01-30T16:50:13.409" v="93015" actId="21"/>
          <ac:cxnSpMkLst>
            <pc:docMk/>
            <pc:sldMk cId="3864528504" sldId="424"/>
            <ac:cxnSpMk id="8" creationId="{C3CB684B-8343-F0A1-1AC9-7E5809D80E6B}"/>
          </ac:cxnSpMkLst>
        </pc:cxnChg>
        <pc:cxnChg chg="add del mod">
          <ac:chgData name="Palit, Tapti" userId="dec6fbcd-7598-406a-8cbf-504d4a3bac15" providerId="ADAL" clId="{ECD42228-5B96-4A72-B268-C46DF994E6B7}" dt="2024-01-30T16:50:13.409" v="93015" actId="21"/>
          <ac:cxnSpMkLst>
            <pc:docMk/>
            <pc:sldMk cId="3864528504" sldId="424"/>
            <ac:cxnSpMk id="9" creationId="{31C40F5C-D4D5-4AC7-1FC9-5AD81A050D58}"/>
          </ac:cxnSpMkLst>
        </pc:cxnChg>
        <pc:cxnChg chg="add del mod">
          <ac:chgData name="Palit, Tapti" userId="dec6fbcd-7598-406a-8cbf-504d4a3bac15" providerId="ADAL" clId="{ECD42228-5B96-4A72-B268-C46DF994E6B7}" dt="2024-01-30T16:50:13.409" v="93015" actId="21"/>
          <ac:cxnSpMkLst>
            <pc:docMk/>
            <pc:sldMk cId="3864528504" sldId="424"/>
            <ac:cxnSpMk id="13" creationId="{8FA4F9A0-3B49-FCA2-AE78-9C8518675596}"/>
          </ac:cxnSpMkLst>
        </pc:cxnChg>
        <pc:cxnChg chg="add del mod">
          <ac:chgData name="Palit, Tapti" userId="dec6fbcd-7598-406a-8cbf-504d4a3bac15" providerId="ADAL" clId="{ECD42228-5B96-4A72-B268-C46DF994E6B7}" dt="2024-01-30T16:50:13.409" v="93015" actId="21"/>
          <ac:cxnSpMkLst>
            <pc:docMk/>
            <pc:sldMk cId="3864528504" sldId="424"/>
            <ac:cxnSpMk id="16" creationId="{DAE6476C-40AD-6234-0743-381192229A17}"/>
          </ac:cxnSpMkLst>
        </pc:cxnChg>
        <pc:extLst>
          <p:ext xmlns:p="http://schemas.openxmlformats.org/presentationml/2006/main" uri="{D6D511B9-2390-475A-947B-AFAB55BFBCF1}">
            <pc226:cmChg xmlns:pc226="http://schemas.microsoft.com/office/powerpoint/2022/06/main/command" chg="del">
              <pc226:chgData name="Palit, Tapti" userId="dec6fbcd-7598-406a-8cbf-504d4a3bac15" providerId="ADAL" clId="{ECD42228-5B96-4A72-B268-C46DF994E6B7}" dt="2024-01-25T13:32:51.814" v="58337"/>
              <pc2:cmMkLst xmlns:pc2="http://schemas.microsoft.com/office/powerpoint/2019/9/main/command">
                <pc:docMk/>
                <pc:sldMk cId="3864528504" sldId="424"/>
                <pc2:cmMk id="{1735C226-6B18-4F36-BD46-C8C68BDFEB9B}"/>
              </pc2:cmMkLst>
            </pc226:cmChg>
            <pc226:cmChg xmlns:pc226="http://schemas.microsoft.com/office/powerpoint/2022/06/main/command" chg="del mod">
              <pc226:chgData name="Palit, Tapti" userId="dec6fbcd-7598-406a-8cbf-504d4a3bac15" providerId="ADAL" clId="{ECD42228-5B96-4A72-B268-C46DF994E6B7}" dt="2024-01-25T13:32:46.278" v="58333"/>
              <pc2:cmMkLst xmlns:pc2="http://schemas.microsoft.com/office/powerpoint/2019/9/main/command">
                <pc:docMk/>
                <pc:sldMk cId="3864528504" sldId="424"/>
                <pc2:cmMk id="{09A38852-6AD2-46A0-B0AB-F2DD8E941BC3}"/>
              </pc2:cmMkLst>
            </pc226:cmChg>
            <pc226:cmChg xmlns:pc226="http://schemas.microsoft.com/office/powerpoint/2022/06/main/command" chg="add del mod modRxn">
              <pc226:chgData name="Palit, Tapti" userId="dec6fbcd-7598-406a-8cbf-504d4a3bac15" providerId="ADAL" clId="{ECD42228-5B96-4A72-B268-C46DF994E6B7}" dt="2024-01-25T13:32:50.003" v="58336"/>
              <pc2:cmMkLst xmlns:pc2="http://schemas.microsoft.com/office/powerpoint/2019/9/main/command">
                <pc:docMk/>
                <pc:sldMk cId="3864528504" sldId="424"/>
                <pc2:cmMk id="{D1B52792-E3A1-45A7-92BC-F166A757AD4A}"/>
              </pc2:cmMkLst>
            </pc226:cmChg>
          </p:ext>
        </pc:extLst>
      </pc:sldChg>
      <pc:sldChg chg="del">
        <pc:chgData name="Palit, Tapti" userId="dec6fbcd-7598-406a-8cbf-504d4a3bac15" providerId="ADAL" clId="{ECD42228-5B96-4A72-B268-C46DF994E6B7}" dt="2024-01-28T03:44:01.241" v="67437" actId="47"/>
        <pc:sldMkLst>
          <pc:docMk/>
          <pc:sldMk cId="577121216" sldId="425"/>
        </pc:sldMkLst>
      </pc:sldChg>
      <pc:sldChg chg="modSp add del mod modNotesTx">
        <pc:chgData name="Palit, Tapti" userId="dec6fbcd-7598-406a-8cbf-504d4a3bac15" providerId="ADAL" clId="{ECD42228-5B96-4A72-B268-C46DF994E6B7}" dt="2024-01-25T06:31:05.122" v="54373" actId="20577"/>
        <pc:sldMkLst>
          <pc:docMk/>
          <pc:sldMk cId="1389410658" sldId="426"/>
        </pc:sldMkLst>
        <pc:spChg chg="mod">
          <ac:chgData name="Palit, Tapti" userId="dec6fbcd-7598-406a-8cbf-504d4a3bac15" providerId="ADAL" clId="{ECD42228-5B96-4A72-B268-C46DF994E6B7}" dt="2024-01-16T22:15:00.647" v="7819" actId="20577"/>
          <ac:spMkLst>
            <pc:docMk/>
            <pc:sldMk cId="1389410658" sldId="426"/>
            <ac:spMk id="3" creationId="{486067F6-CB16-49D0-86A6-11E507E8A7C7}"/>
          </ac:spMkLst>
        </pc:spChg>
        <pc:spChg chg="mod">
          <ac:chgData name="Palit, Tapti" userId="dec6fbcd-7598-406a-8cbf-504d4a3bac15" providerId="ADAL" clId="{ECD42228-5B96-4A72-B268-C46DF994E6B7}" dt="2024-01-14T20:26:10.929" v="732"/>
          <ac:spMkLst>
            <pc:docMk/>
            <pc:sldMk cId="1389410658" sldId="426"/>
            <ac:spMk id="4" creationId="{1A7AC2C0-80DA-47AD-87A5-54ADD943E728}"/>
          </ac:spMkLst>
        </pc:spChg>
        <pc:spChg chg="mod">
          <ac:chgData name="Palit, Tapti" userId="dec6fbcd-7598-406a-8cbf-504d4a3bac15" providerId="ADAL" clId="{ECD42228-5B96-4A72-B268-C46DF994E6B7}" dt="2024-01-25T06:31:05.122" v="54373" actId="20577"/>
          <ac:spMkLst>
            <pc:docMk/>
            <pc:sldMk cId="1389410658" sldId="426"/>
            <ac:spMk id="5" creationId="{86FB0895-6429-F24D-B6ED-2D63D70B2385}"/>
          </ac:spMkLst>
        </pc:spChg>
      </pc:sldChg>
      <pc:sldChg chg="del">
        <pc:chgData name="Palit, Tapti" userId="dec6fbcd-7598-406a-8cbf-504d4a3bac15" providerId="ADAL" clId="{ECD42228-5B96-4A72-B268-C46DF994E6B7}" dt="2024-01-28T03:44:01.241" v="67437" actId="47"/>
        <pc:sldMkLst>
          <pc:docMk/>
          <pc:sldMk cId="1612530128" sldId="426"/>
        </pc:sldMkLst>
      </pc:sldChg>
      <pc:sldChg chg="modSp add del">
        <pc:chgData name="Palit, Tapti" userId="dec6fbcd-7598-406a-8cbf-504d4a3bac15" providerId="ADAL" clId="{ECD42228-5B96-4A72-B268-C46DF994E6B7}" dt="2024-01-28T03:44:01.241" v="67437" actId="47"/>
        <pc:sldMkLst>
          <pc:docMk/>
          <pc:sldMk cId="3805463408" sldId="427"/>
        </pc:sldMkLst>
        <pc:spChg chg="mod">
          <ac:chgData name="Palit, Tapti" userId="dec6fbcd-7598-406a-8cbf-504d4a3bac15" providerId="ADAL" clId="{ECD42228-5B96-4A72-B268-C46DF994E6B7}" dt="2024-01-14T20:26:10.929" v="732"/>
          <ac:spMkLst>
            <pc:docMk/>
            <pc:sldMk cId="3805463408" sldId="427"/>
            <ac:spMk id="2" creationId="{803650A6-D090-4F49-89FC-6E7ECF8BED37}"/>
          </ac:spMkLst>
        </pc:spChg>
        <pc:spChg chg="mod">
          <ac:chgData name="Palit, Tapti" userId="dec6fbcd-7598-406a-8cbf-504d4a3bac15" providerId="ADAL" clId="{ECD42228-5B96-4A72-B268-C46DF994E6B7}" dt="2024-01-14T20:26:10.929" v="732"/>
          <ac:spMkLst>
            <pc:docMk/>
            <pc:sldMk cId="3805463408" sldId="427"/>
            <ac:spMk id="3" creationId="{9DF37E32-E849-43FD-AE75-95E334786AB7}"/>
          </ac:spMkLst>
        </pc:spChg>
        <pc:spChg chg="mod">
          <ac:chgData name="Palit, Tapti" userId="dec6fbcd-7598-406a-8cbf-504d4a3bac15" providerId="ADAL" clId="{ECD42228-5B96-4A72-B268-C46DF994E6B7}" dt="2024-01-14T20:26:10.929" v="732"/>
          <ac:spMkLst>
            <pc:docMk/>
            <pc:sldMk cId="3805463408" sldId="427"/>
            <ac:spMk id="4" creationId="{3CFC0458-353F-49C6-A1F4-5BF22C6A25F4}"/>
          </ac:spMkLst>
        </pc:spChg>
      </pc:sldChg>
      <pc:sldChg chg="addSp delSp modSp add mod modClrScheme delAnim modAnim addCm delCm modCm chgLayout modNotesTx">
        <pc:chgData name="Palit, Tapti" userId="dec6fbcd-7598-406a-8cbf-504d4a3bac15" providerId="ADAL" clId="{ECD42228-5B96-4A72-B268-C46DF994E6B7}" dt="2024-02-11T18:14:58.616" v="111608" actId="20577"/>
        <pc:sldMkLst>
          <pc:docMk/>
          <pc:sldMk cId="461684639" sldId="428"/>
        </pc:sldMkLst>
        <pc:spChg chg="mod ord">
          <ac:chgData name="Palit, Tapti" userId="dec6fbcd-7598-406a-8cbf-504d4a3bac15" providerId="ADAL" clId="{ECD42228-5B96-4A72-B268-C46DF994E6B7}" dt="2024-01-25T02:47:44.711" v="47234" actId="700"/>
          <ac:spMkLst>
            <pc:docMk/>
            <pc:sldMk cId="461684639" sldId="428"/>
            <ac:spMk id="2" creationId="{35D4D8B0-93DF-4D8C-ABDE-CCFF6662085D}"/>
          </ac:spMkLst>
        </pc:spChg>
        <pc:spChg chg="mod ord">
          <ac:chgData name="Palit, Tapti" userId="dec6fbcd-7598-406a-8cbf-504d4a3bac15" providerId="ADAL" clId="{ECD42228-5B96-4A72-B268-C46DF994E6B7}" dt="2024-01-25T02:47:44.711" v="47234" actId="700"/>
          <ac:spMkLst>
            <pc:docMk/>
            <pc:sldMk cId="461684639" sldId="428"/>
            <ac:spMk id="4" creationId="{BB8AEFB8-E5D6-4CD1-998D-AED0ED8BD42D}"/>
          </ac:spMkLst>
        </pc:spChg>
        <pc:spChg chg="mod">
          <ac:chgData name="Palit, Tapti" userId="dec6fbcd-7598-406a-8cbf-504d4a3bac15" providerId="ADAL" clId="{ECD42228-5B96-4A72-B268-C46DF994E6B7}" dt="2024-01-23T14:58:09.618" v="26663" actId="1076"/>
          <ac:spMkLst>
            <pc:docMk/>
            <pc:sldMk cId="461684639" sldId="428"/>
            <ac:spMk id="5" creationId="{C39C6942-ADD0-61E2-83CF-98391E982EF8}"/>
          </ac:spMkLst>
        </pc:spChg>
        <pc:spChg chg="add mod">
          <ac:chgData name="Palit, Tapti" userId="dec6fbcd-7598-406a-8cbf-504d4a3bac15" providerId="ADAL" clId="{ECD42228-5B96-4A72-B268-C46DF994E6B7}" dt="2024-01-25T02:48:14.644" v="47263" actId="14100"/>
          <ac:spMkLst>
            <pc:docMk/>
            <pc:sldMk cId="461684639" sldId="428"/>
            <ac:spMk id="6" creationId="{F3BEF092-7DD8-04EF-27BC-0B91DCCE779A}"/>
          </ac:spMkLst>
        </pc:spChg>
        <pc:spChg chg="add del mod ord">
          <ac:chgData name="Palit, Tapti" userId="dec6fbcd-7598-406a-8cbf-504d4a3bac15" providerId="ADAL" clId="{ECD42228-5B96-4A72-B268-C46DF994E6B7}" dt="2024-01-25T02:48:07.655" v="47262" actId="478"/>
          <ac:spMkLst>
            <pc:docMk/>
            <pc:sldMk cId="461684639" sldId="428"/>
            <ac:spMk id="8" creationId="{F44235A5-8BA0-8E17-B8B7-00AB334BCE8D}"/>
          </ac:spMkLst>
        </pc:spChg>
        <pc:spChg chg="del">
          <ac:chgData name="Palit, Tapti" userId="dec6fbcd-7598-406a-8cbf-504d4a3bac15" providerId="ADAL" clId="{ECD42228-5B96-4A72-B268-C46DF994E6B7}" dt="2024-01-23T14:54:58.932" v="26568" actId="478"/>
          <ac:spMkLst>
            <pc:docMk/>
            <pc:sldMk cId="461684639" sldId="428"/>
            <ac:spMk id="8" creationId="{FB6555A2-BC50-BA08-C559-036E95BB56FE}"/>
          </ac:spMkLst>
        </pc:spChg>
        <pc:spChg chg="add mod ord">
          <ac:chgData name="Palit, Tapti" userId="dec6fbcd-7598-406a-8cbf-504d4a3bac15" providerId="ADAL" clId="{ECD42228-5B96-4A72-B268-C46DF994E6B7}" dt="2024-02-09T20:18:03.586" v="108796" actId="20577"/>
          <ac:spMkLst>
            <pc:docMk/>
            <pc:sldMk cId="461684639" sldId="428"/>
            <ac:spMk id="9" creationId="{316FFEB7-D1FB-D196-E556-4FE5C30AAE99}"/>
          </ac:spMkLst>
        </pc:spChg>
        <pc:spChg chg="add del mod ord">
          <ac:chgData name="Palit, Tapti" userId="dec6fbcd-7598-406a-8cbf-504d4a3bac15" providerId="ADAL" clId="{ECD42228-5B96-4A72-B268-C46DF994E6B7}" dt="2024-01-23T14:58:15.934" v="26664" actId="700"/>
          <ac:spMkLst>
            <pc:docMk/>
            <pc:sldMk cId="461684639" sldId="428"/>
            <ac:spMk id="9" creationId="{F8E0D4E8-A22C-679E-488D-9E32DE56A3AB}"/>
          </ac:spMkLst>
        </pc:spChg>
        <pc:spChg chg="add mod">
          <ac:chgData name="Palit, Tapti" userId="dec6fbcd-7598-406a-8cbf-504d4a3bac15" providerId="ADAL" clId="{ECD42228-5B96-4A72-B268-C46DF994E6B7}" dt="2024-01-23T15:05:40.820" v="27115" actId="164"/>
          <ac:spMkLst>
            <pc:docMk/>
            <pc:sldMk cId="461684639" sldId="428"/>
            <ac:spMk id="10" creationId="{504603CD-5CB6-72F6-77D1-1D3A16F5AE96}"/>
          </ac:spMkLst>
        </pc:spChg>
        <pc:spChg chg="del">
          <ac:chgData name="Palit, Tapti" userId="dec6fbcd-7598-406a-8cbf-504d4a3bac15" providerId="ADAL" clId="{ECD42228-5B96-4A72-B268-C46DF994E6B7}" dt="2024-01-23T02:28:57.403" v="14412" actId="478"/>
          <ac:spMkLst>
            <pc:docMk/>
            <pc:sldMk cId="461684639" sldId="428"/>
            <ac:spMk id="11" creationId="{DF7D19C0-1D41-220D-19B5-2C37C0601ED7}"/>
          </ac:spMkLst>
        </pc:spChg>
        <pc:spChg chg="add mod">
          <ac:chgData name="Palit, Tapti" userId="dec6fbcd-7598-406a-8cbf-504d4a3bac15" providerId="ADAL" clId="{ECD42228-5B96-4A72-B268-C46DF994E6B7}" dt="2024-01-23T15:05:40.820" v="27115" actId="164"/>
          <ac:spMkLst>
            <pc:docMk/>
            <pc:sldMk cId="461684639" sldId="428"/>
            <ac:spMk id="12" creationId="{93EEBE43-40AC-C09F-5C9B-8366C395FC13}"/>
          </ac:spMkLst>
        </pc:spChg>
        <pc:spChg chg="del mod">
          <ac:chgData name="Palit, Tapti" userId="dec6fbcd-7598-406a-8cbf-504d4a3bac15" providerId="ADAL" clId="{ECD42228-5B96-4A72-B268-C46DF994E6B7}" dt="2024-01-25T02:45:51.021" v="47147" actId="478"/>
          <ac:spMkLst>
            <pc:docMk/>
            <pc:sldMk cId="461684639" sldId="428"/>
            <ac:spMk id="13" creationId="{E8264BAE-739E-4F14-9C76-5766FA115981}"/>
          </ac:spMkLst>
        </pc:spChg>
        <pc:spChg chg="mod">
          <ac:chgData name="Palit, Tapti" userId="dec6fbcd-7598-406a-8cbf-504d4a3bac15" providerId="ADAL" clId="{ECD42228-5B96-4A72-B268-C46DF994E6B7}" dt="2024-01-23T14:56:50.866" v="26578" actId="1076"/>
          <ac:spMkLst>
            <pc:docMk/>
            <pc:sldMk cId="461684639" sldId="428"/>
            <ac:spMk id="14" creationId="{C778F2A4-C800-46A0-8E67-90D3EE4A106F}"/>
          </ac:spMkLst>
        </pc:spChg>
        <pc:spChg chg="mod">
          <ac:chgData name="Palit, Tapti" userId="dec6fbcd-7598-406a-8cbf-504d4a3bac15" providerId="ADAL" clId="{ECD42228-5B96-4A72-B268-C46DF994E6B7}" dt="2024-01-23T14:56:54.771" v="26579" actId="1076"/>
          <ac:spMkLst>
            <pc:docMk/>
            <pc:sldMk cId="461684639" sldId="428"/>
            <ac:spMk id="15" creationId="{99475C71-CE63-4432-95B8-6D257D2597B2}"/>
          </ac:spMkLst>
        </pc:spChg>
        <pc:spChg chg="mod">
          <ac:chgData name="Palit, Tapti" userId="dec6fbcd-7598-406a-8cbf-504d4a3bac15" providerId="ADAL" clId="{ECD42228-5B96-4A72-B268-C46DF994E6B7}" dt="2024-01-23T14:57:01.548" v="26580" actId="1076"/>
          <ac:spMkLst>
            <pc:docMk/>
            <pc:sldMk cId="461684639" sldId="428"/>
            <ac:spMk id="16" creationId="{4E9CB22F-0B89-44D7-8280-60C45BDA6661}"/>
          </ac:spMkLst>
        </pc:spChg>
        <pc:spChg chg="mod">
          <ac:chgData name="Palit, Tapti" userId="dec6fbcd-7598-406a-8cbf-504d4a3bac15" providerId="ADAL" clId="{ECD42228-5B96-4A72-B268-C46DF994E6B7}" dt="2024-01-23T14:57:04.986" v="26581" actId="1076"/>
          <ac:spMkLst>
            <pc:docMk/>
            <pc:sldMk cId="461684639" sldId="428"/>
            <ac:spMk id="17" creationId="{AC70ABF2-B802-498C-BCAB-66D01C392573}"/>
          </ac:spMkLst>
        </pc:spChg>
        <pc:spChg chg="add del mod">
          <ac:chgData name="Palit, Tapti" userId="dec6fbcd-7598-406a-8cbf-504d4a3bac15" providerId="ADAL" clId="{ECD42228-5B96-4A72-B268-C46DF994E6B7}" dt="2024-01-25T02:47:48.842" v="47236" actId="478"/>
          <ac:spMkLst>
            <pc:docMk/>
            <pc:sldMk cId="461684639" sldId="428"/>
            <ac:spMk id="18" creationId="{22D45098-0ED2-443C-B8DF-D34769FA3265}"/>
          </ac:spMkLst>
        </pc:spChg>
        <pc:spChg chg="add del mod ord">
          <ac:chgData name="Palit, Tapti" userId="dec6fbcd-7598-406a-8cbf-504d4a3bac15" providerId="ADAL" clId="{ECD42228-5B96-4A72-B268-C46DF994E6B7}" dt="2024-01-25T02:47:27.875" v="47231" actId="478"/>
          <ac:spMkLst>
            <pc:docMk/>
            <pc:sldMk cId="461684639" sldId="428"/>
            <ac:spMk id="19" creationId="{F51165C0-E078-D903-3541-F1C9F50CC317}"/>
          </ac:spMkLst>
        </pc:spChg>
        <pc:spChg chg="add mod">
          <ac:chgData name="Palit, Tapti" userId="dec6fbcd-7598-406a-8cbf-504d4a3bac15" providerId="ADAL" clId="{ECD42228-5B96-4A72-B268-C46DF994E6B7}" dt="2024-01-23T14:58:59.859" v="26675" actId="14100"/>
          <ac:spMkLst>
            <pc:docMk/>
            <pc:sldMk cId="461684639" sldId="428"/>
            <ac:spMk id="20" creationId="{0B5D08F0-50F6-1C14-1F4D-4DA76F4480C8}"/>
          </ac:spMkLst>
        </pc:spChg>
        <pc:spChg chg="add mod">
          <ac:chgData name="Palit, Tapti" userId="dec6fbcd-7598-406a-8cbf-504d4a3bac15" providerId="ADAL" clId="{ECD42228-5B96-4A72-B268-C46DF994E6B7}" dt="2024-01-23T14:59:07.922" v="26678" actId="20577"/>
          <ac:spMkLst>
            <pc:docMk/>
            <pc:sldMk cId="461684639" sldId="428"/>
            <ac:spMk id="21" creationId="{8C49F08C-74A0-36D6-B74A-6125AD3B52C9}"/>
          </ac:spMkLst>
        </pc:spChg>
        <pc:grpChg chg="mod">
          <ac:chgData name="Palit, Tapti" userId="dec6fbcd-7598-406a-8cbf-504d4a3bac15" providerId="ADAL" clId="{ECD42228-5B96-4A72-B268-C46DF994E6B7}" dt="2024-01-23T15:05:40.820" v="27115" actId="164"/>
          <ac:grpSpMkLst>
            <pc:docMk/>
            <pc:sldMk cId="461684639" sldId="428"/>
            <ac:grpSpMk id="3" creationId="{791E40C7-8E48-48F5-AAE4-BABDB16AEB61}"/>
          </ac:grpSpMkLst>
        </pc:grpChg>
        <pc:grpChg chg="add del mod">
          <ac:chgData name="Palit, Tapti" userId="dec6fbcd-7598-406a-8cbf-504d4a3bac15" providerId="ADAL" clId="{ECD42228-5B96-4A72-B268-C46DF994E6B7}" dt="2024-01-25T02:45:58.637" v="47148" actId="478"/>
          <ac:grpSpMkLst>
            <pc:docMk/>
            <pc:sldMk cId="461684639" sldId="428"/>
            <ac:grpSpMk id="22" creationId="{1558D2DF-EF9B-60C9-BAE3-4EBD5754E20D}"/>
          </ac:grpSpMkLst>
        </pc:grpChg>
        <pc:graphicFrameChg chg="mod">
          <ac:chgData name="Palit, Tapti" userId="dec6fbcd-7598-406a-8cbf-504d4a3bac15" providerId="ADAL" clId="{ECD42228-5B96-4A72-B268-C46DF994E6B7}" dt="2024-01-23T02:29:05.912" v="14414" actId="14100"/>
          <ac:graphicFrameMkLst>
            <pc:docMk/>
            <pc:sldMk cId="461684639" sldId="428"/>
            <ac:graphicFrameMk id="7" creationId="{8D828EA8-257D-426E-A1DA-3D06164E19E8}"/>
          </ac:graphicFrameMkLst>
        </pc:graphicFrameChg>
        <pc:extLst>
          <p:ext xmlns:p="http://schemas.openxmlformats.org/presentationml/2006/main" uri="{D6D511B9-2390-475A-947B-AFAB55BFBCF1}">
            <pc226:cmChg xmlns:pc226="http://schemas.microsoft.com/office/powerpoint/2022/06/main/command" chg="add del">
              <pc226:chgData name="Palit, Tapti" userId="dec6fbcd-7598-406a-8cbf-504d4a3bac15" providerId="ADAL" clId="{ECD42228-5B96-4A72-B268-C46DF994E6B7}" dt="2024-02-07T12:39:34.577" v="100419"/>
              <pc2:cmMkLst xmlns:pc2="http://schemas.microsoft.com/office/powerpoint/2019/9/main/command">
                <pc:docMk/>
                <pc:sldMk cId="461684639" sldId="428"/>
                <pc2:cmMk id="{00DD1A29-0A31-4132-822B-497FC8C95DF6}"/>
              </pc2:cmMkLst>
            </pc226:cmChg>
            <pc226:cmChg xmlns:pc226="http://schemas.microsoft.com/office/powerpoint/2022/06/main/command" chg="add del mod">
              <pc226:chgData name="Palit, Tapti" userId="dec6fbcd-7598-406a-8cbf-504d4a3bac15" providerId="ADAL" clId="{ECD42228-5B96-4A72-B268-C46DF994E6B7}" dt="2024-02-07T12:39:32.643" v="100418"/>
              <pc2:cmMkLst xmlns:pc2="http://schemas.microsoft.com/office/powerpoint/2019/9/main/command">
                <pc:docMk/>
                <pc:sldMk cId="461684639" sldId="428"/>
                <pc2:cmMk id="{9BA44143-E3D8-4D69-8CE1-6B74F0359E30}"/>
              </pc2:cmMkLst>
            </pc226:cmChg>
            <pc226:cmChg xmlns:pc226="http://schemas.microsoft.com/office/powerpoint/2022/06/main/command" chg="del">
              <pc226:chgData name="Palit, Tapti" userId="dec6fbcd-7598-406a-8cbf-504d4a3bac15" providerId="ADAL" clId="{ECD42228-5B96-4A72-B268-C46DF994E6B7}" dt="2024-02-07T12:39:30.151" v="100417"/>
              <pc2:cmMkLst xmlns:pc2="http://schemas.microsoft.com/office/powerpoint/2019/9/main/command">
                <pc:docMk/>
                <pc:sldMk cId="461684639" sldId="428"/>
                <pc2:cmMk id="{5652B550-FC5E-4353-81DF-F09B878140F9}"/>
              </pc2:cmMkLst>
            </pc226:cmChg>
          </p:ext>
        </pc:extLst>
      </pc:sldChg>
      <pc:sldChg chg="modSp add del">
        <pc:chgData name="Palit, Tapti" userId="dec6fbcd-7598-406a-8cbf-504d4a3bac15" providerId="ADAL" clId="{ECD42228-5B96-4A72-B268-C46DF994E6B7}" dt="2024-01-28T03:44:01.241" v="67437" actId="47"/>
        <pc:sldMkLst>
          <pc:docMk/>
          <pc:sldMk cId="3243448828" sldId="436"/>
        </pc:sldMkLst>
        <pc:spChg chg="mod">
          <ac:chgData name="Palit, Tapti" userId="dec6fbcd-7598-406a-8cbf-504d4a3bac15" providerId="ADAL" clId="{ECD42228-5B96-4A72-B268-C46DF994E6B7}" dt="2024-01-14T20:26:10.929" v="732"/>
          <ac:spMkLst>
            <pc:docMk/>
            <pc:sldMk cId="3243448828" sldId="436"/>
            <ac:spMk id="2" creationId="{6F234BCC-CA25-48DD-8F4D-92B29A846CDE}"/>
          </ac:spMkLst>
        </pc:spChg>
        <pc:spChg chg="mod">
          <ac:chgData name="Palit, Tapti" userId="dec6fbcd-7598-406a-8cbf-504d4a3bac15" providerId="ADAL" clId="{ECD42228-5B96-4A72-B268-C46DF994E6B7}" dt="2024-01-14T20:26:10.929" v="732"/>
          <ac:spMkLst>
            <pc:docMk/>
            <pc:sldMk cId="3243448828" sldId="436"/>
            <ac:spMk id="4" creationId="{DDE5329D-3C7C-4341-BE32-C3AACF559D35}"/>
          </ac:spMkLst>
        </pc:spChg>
      </pc:sldChg>
      <pc:sldChg chg="modSp add del">
        <pc:chgData name="Palit, Tapti" userId="dec6fbcd-7598-406a-8cbf-504d4a3bac15" providerId="ADAL" clId="{ECD42228-5B96-4A72-B268-C46DF994E6B7}" dt="2024-01-28T03:44:01.241" v="67437" actId="47"/>
        <pc:sldMkLst>
          <pc:docMk/>
          <pc:sldMk cId="1629786335" sldId="438"/>
        </pc:sldMkLst>
        <pc:spChg chg="mod">
          <ac:chgData name="Palit, Tapti" userId="dec6fbcd-7598-406a-8cbf-504d4a3bac15" providerId="ADAL" clId="{ECD42228-5B96-4A72-B268-C46DF994E6B7}" dt="2024-01-14T20:26:10.929" v="732"/>
          <ac:spMkLst>
            <pc:docMk/>
            <pc:sldMk cId="1629786335" sldId="438"/>
            <ac:spMk id="2" creationId="{803650A6-D090-4F49-89FC-6E7ECF8BED37}"/>
          </ac:spMkLst>
        </pc:spChg>
        <pc:spChg chg="mod">
          <ac:chgData name="Palit, Tapti" userId="dec6fbcd-7598-406a-8cbf-504d4a3bac15" providerId="ADAL" clId="{ECD42228-5B96-4A72-B268-C46DF994E6B7}" dt="2024-01-14T20:26:10.929" v="732"/>
          <ac:spMkLst>
            <pc:docMk/>
            <pc:sldMk cId="1629786335" sldId="438"/>
            <ac:spMk id="4" creationId="{3CFC0458-353F-49C6-A1F4-5BF22C6A25F4}"/>
          </ac:spMkLst>
        </pc:spChg>
      </pc:sldChg>
      <pc:sldChg chg="modSp add del">
        <pc:chgData name="Palit, Tapti" userId="dec6fbcd-7598-406a-8cbf-504d4a3bac15" providerId="ADAL" clId="{ECD42228-5B96-4A72-B268-C46DF994E6B7}" dt="2024-01-28T03:44:01.241" v="67437" actId="47"/>
        <pc:sldMkLst>
          <pc:docMk/>
          <pc:sldMk cId="1846097300" sldId="439"/>
        </pc:sldMkLst>
        <pc:spChg chg="mod">
          <ac:chgData name="Palit, Tapti" userId="dec6fbcd-7598-406a-8cbf-504d4a3bac15" providerId="ADAL" clId="{ECD42228-5B96-4A72-B268-C46DF994E6B7}" dt="2024-01-14T20:26:10.929" v="732"/>
          <ac:spMkLst>
            <pc:docMk/>
            <pc:sldMk cId="1846097300" sldId="439"/>
            <ac:spMk id="2" creationId="{6F234BCC-CA25-48DD-8F4D-92B29A846CDE}"/>
          </ac:spMkLst>
        </pc:spChg>
        <pc:spChg chg="mod">
          <ac:chgData name="Palit, Tapti" userId="dec6fbcd-7598-406a-8cbf-504d4a3bac15" providerId="ADAL" clId="{ECD42228-5B96-4A72-B268-C46DF994E6B7}" dt="2024-01-14T20:26:10.929" v="732"/>
          <ac:spMkLst>
            <pc:docMk/>
            <pc:sldMk cId="1846097300" sldId="439"/>
            <ac:spMk id="4" creationId="{DDE5329D-3C7C-4341-BE32-C3AACF559D35}"/>
          </ac:spMkLst>
        </pc:spChg>
      </pc:sldChg>
      <pc:sldChg chg="modSp add del">
        <pc:chgData name="Palit, Tapti" userId="dec6fbcd-7598-406a-8cbf-504d4a3bac15" providerId="ADAL" clId="{ECD42228-5B96-4A72-B268-C46DF994E6B7}" dt="2024-01-28T03:44:01.241" v="67437" actId="47"/>
        <pc:sldMkLst>
          <pc:docMk/>
          <pc:sldMk cId="2634809030" sldId="441"/>
        </pc:sldMkLst>
        <pc:spChg chg="mod">
          <ac:chgData name="Palit, Tapti" userId="dec6fbcd-7598-406a-8cbf-504d4a3bac15" providerId="ADAL" clId="{ECD42228-5B96-4A72-B268-C46DF994E6B7}" dt="2024-01-14T20:26:10.929" v="732"/>
          <ac:spMkLst>
            <pc:docMk/>
            <pc:sldMk cId="2634809030" sldId="441"/>
            <ac:spMk id="2" creationId="{425E87FB-B572-48B7-94B5-353D246F291E}"/>
          </ac:spMkLst>
        </pc:spChg>
        <pc:spChg chg="mod">
          <ac:chgData name="Palit, Tapti" userId="dec6fbcd-7598-406a-8cbf-504d4a3bac15" providerId="ADAL" clId="{ECD42228-5B96-4A72-B268-C46DF994E6B7}" dt="2024-01-14T20:26:10.929" v="732"/>
          <ac:spMkLst>
            <pc:docMk/>
            <pc:sldMk cId="2634809030" sldId="441"/>
            <ac:spMk id="4" creationId="{F204AD96-A26D-4ABA-B668-3B9ECFA51DAE}"/>
          </ac:spMkLst>
        </pc:spChg>
      </pc:sldChg>
      <pc:sldChg chg="modSp add del">
        <pc:chgData name="Palit, Tapti" userId="dec6fbcd-7598-406a-8cbf-504d4a3bac15" providerId="ADAL" clId="{ECD42228-5B96-4A72-B268-C46DF994E6B7}" dt="2024-01-28T03:44:01.241" v="67437" actId="47"/>
        <pc:sldMkLst>
          <pc:docMk/>
          <pc:sldMk cId="2282512780" sldId="443"/>
        </pc:sldMkLst>
        <pc:spChg chg="mod">
          <ac:chgData name="Palit, Tapti" userId="dec6fbcd-7598-406a-8cbf-504d4a3bac15" providerId="ADAL" clId="{ECD42228-5B96-4A72-B268-C46DF994E6B7}" dt="2024-01-14T20:26:10.929" v="732"/>
          <ac:spMkLst>
            <pc:docMk/>
            <pc:sldMk cId="2282512780" sldId="443"/>
            <ac:spMk id="2" creationId="{BFFED526-F152-4925-A890-AD0A0E34D1F2}"/>
          </ac:spMkLst>
        </pc:spChg>
        <pc:spChg chg="mod">
          <ac:chgData name="Palit, Tapti" userId="dec6fbcd-7598-406a-8cbf-504d4a3bac15" providerId="ADAL" clId="{ECD42228-5B96-4A72-B268-C46DF994E6B7}" dt="2024-01-14T20:26:10.929" v="732"/>
          <ac:spMkLst>
            <pc:docMk/>
            <pc:sldMk cId="2282512780" sldId="443"/>
            <ac:spMk id="3" creationId="{26E176D0-0173-4029-AA09-5070FD6090E4}"/>
          </ac:spMkLst>
        </pc:spChg>
        <pc:spChg chg="mod">
          <ac:chgData name="Palit, Tapti" userId="dec6fbcd-7598-406a-8cbf-504d4a3bac15" providerId="ADAL" clId="{ECD42228-5B96-4A72-B268-C46DF994E6B7}" dt="2024-01-14T20:26:10.929" v="732"/>
          <ac:spMkLst>
            <pc:docMk/>
            <pc:sldMk cId="2282512780" sldId="443"/>
            <ac:spMk id="4" creationId="{56369981-831B-410E-B083-237D8D1053A5}"/>
          </ac:spMkLst>
        </pc:spChg>
      </pc:sldChg>
      <pc:sldChg chg="addSp delSp modSp add del mod modClrScheme chgLayout modNotesTx">
        <pc:chgData name="Palit, Tapti" userId="dec6fbcd-7598-406a-8cbf-504d4a3bac15" providerId="ADAL" clId="{ECD42228-5B96-4A72-B268-C46DF994E6B7}" dt="2024-01-30T15:32:24.925" v="91455" actId="20577"/>
        <pc:sldMkLst>
          <pc:docMk/>
          <pc:sldMk cId="4013294936" sldId="445"/>
        </pc:sldMkLst>
        <pc:spChg chg="mod ord">
          <ac:chgData name="Palit, Tapti" userId="dec6fbcd-7598-406a-8cbf-504d4a3bac15" providerId="ADAL" clId="{ECD42228-5B96-4A72-B268-C46DF994E6B7}" dt="2024-01-30T15:32:24.925" v="91455" actId="20577"/>
          <ac:spMkLst>
            <pc:docMk/>
            <pc:sldMk cId="4013294936" sldId="445"/>
            <ac:spMk id="2" creationId="{F8B8D02F-DFDB-4EB1-8C2E-1677EEE15BF7}"/>
          </ac:spMkLst>
        </pc:spChg>
        <pc:spChg chg="mod ord">
          <ac:chgData name="Palit, Tapti" userId="dec6fbcd-7598-406a-8cbf-504d4a3bac15" providerId="ADAL" clId="{ECD42228-5B96-4A72-B268-C46DF994E6B7}" dt="2024-01-14T19:18:49.734" v="374" actId="700"/>
          <ac:spMkLst>
            <pc:docMk/>
            <pc:sldMk cId="4013294936" sldId="445"/>
            <ac:spMk id="4" creationId="{6B1F8454-81B1-434A-AEB0-0FF8F15F1F73}"/>
          </ac:spMkLst>
        </pc:spChg>
        <pc:spChg chg="add del mod ord">
          <ac:chgData name="Palit, Tapti" userId="dec6fbcd-7598-406a-8cbf-504d4a3bac15" providerId="ADAL" clId="{ECD42228-5B96-4A72-B268-C46DF994E6B7}" dt="2024-01-14T19:18:49.734" v="374" actId="700"/>
          <ac:spMkLst>
            <pc:docMk/>
            <pc:sldMk cId="4013294936" sldId="445"/>
            <ac:spMk id="6" creationId="{CE30325D-E113-999A-0C6D-3474B0CAA83C}"/>
          </ac:spMkLst>
        </pc:spChg>
        <pc:spChg chg="add del mod ord">
          <ac:chgData name="Palit, Tapti" userId="dec6fbcd-7598-406a-8cbf-504d4a3bac15" providerId="ADAL" clId="{ECD42228-5B96-4A72-B268-C46DF994E6B7}" dt="2024-01-14T19:18:49.734" v="374" actId="700"/>
          <ac:spMkLst>
            <pc:docMk/>
            <pc:sldMk cId="4013294936" sldId="445"/>
            <ac:spMk id="8" creationId="{DA27578E-483D-C2BB-8C42-693D58738A49}"/>
          </ac:spMkLst>
        </pc:spChg>
        <pc:spChg chg="add del mod ord">
          <ac:chgData name="Palit, Tapti" userId="dec6fbcd-7598-406a-8cbf-504d4a3bac15" providerId="ADAL" clId="{ECD42228-5B96-4A72-B268-C46DF994E6B7}" dt="2024-01-14T19:20:13.801" v="378" actId="478"/>
          <ac:spMkLst>
            <pc:docMk/>
            <pc:sldMk cId="4013294936" sldId="445"/>
            <ac:spMk id="9" creationId="{4C252B19-7709-E401-3389-C26AD8C35725}"/>
          </ac:spMkLst>
        </pc:spChg>
        <pc:picChg chg="mod">
          <ac:chgData name="Palit, Tapti" userId="dec6fbcd-7598-406a-8cbf-504d4a3bac15" providerId="ADAL" clId="{ECD42228-5B96-4A72-B268-C46DF994E6B7}" dt="2024-01-16T01:27:01.905" v="4573" actId="1076"/>
          <ac:picMkLst>
            <pc:docMk/>
            <pc:sldMk cId="4013294936" sldId="445"/>
            <ac:picMk id="1030" creationId="{D55A59B2-81BE-93D0-BA3F-4606781FA961}"/>
          </ac:picMkLst>
        </pc:picChg>
      </pc:sldChg>
      <pc:sldChg chg="del">
        <pc:chgData name="Palit, Tapti" userId="dec6fbcd-7598-406a-8cbf-504d4a3bac15" providerId="ADAL" clId="{ECD42228-5B96-4A72-B268-C46DF994E6B7}" dt="2024-01-28T03:44:01.241" v="67437" actId="47"/>
        <pc:sldMkLst>
          <pc:docMk/>
          <pc:sldMk cId="960272863" sldId="446"/>
        </pc:sldMkLst>
      </pc:sldChg>
      <pc:sldChg chg="modSp add del">
        <pc:chgData name="Palit, Tapti" userId="dec6fbcd-7598-406a-8cbf-504d4a3bac15" providerId="ADAL" clId="{ECD42228-5B96-4A72-B268-C46DF994E6B7}" dt="2024-01-14T20:26:10.929" v="732"/>
        <pc:sldMkLst>
          <pc:docMk/>
          <pc:sldMk cId="2685013443" sldId="449"/>
        </pc:sldMkLst>
        <pc:spChg chg="mod">
          <ac:chgData name="Palit, Tapti" userId="dec6fbcd-7598-406a-8cbf-504d4a3bac15" providerId="ADAL" clId="{ECD42228-5B96-4A72-B268-C46DF994E6B7}" dt="2024-01-14T20:26:10.929" v="732"/>
          <ac:spMkLst>
            <pc:docMk/>
            <pc:sldMk cId="2685013443" sldId="449"/>
            <ac:spMk id="2" creationId="{8653E618-0051-4B34-BD6B-ABF00930E6FB}"/>
          </ac:spMkLst>
        </pc:spChg>
        <pc:spChg chg="mod">
          <ac:chgData name="Palit, Tapti" userId="dec6fbcd-7598-406a-8cbf-504d4a3bac15" providerId="ADAL" clId="{ECD42228-5B96-4A72-B268-C46DF994E6B7}" dt="2024-01-14T20:26:10.929" v="732"/>
          <ac:spMkLst>
            <pc:docMk/>
            <pc:sldMk cId="2685013443" sldId="449"/>
            <ac:spMk id="4" creationId="{1ED9869B-258E-443E-8202-75804D792548}"/>
          </ac:spMkLst>
        </pc:spChg>
      </pc:sldChg>
      <pc:sldChg chg="modSp add del">
        <pc:chgData name="Palit, Tapti" userId="dec6fbcd-7598-406a-8cbf-504d4a3bac15" providerId="ADAL" clId="{ECD42228-5B96-4A72-B268-C46DF994E6B7}" dt="2024-01-28T03:44:01.241" v="67437" actId="47"/>
        <pc:sldMkLst>
          <pc:docMk/>
          <pc:sldMk cId="3801508964" sldId="450"/>
        </pc:sldMkLst>
        <pc:spChg chg="mod">
          <ac:chgData name="Palit, Tapti" userId="dec6fbcd-7598-406a-8cbf-504d4a3bac15" providerId="ADAL" clId="{ECD42228-5B96-4A72-B268-C46DF994E6B7}" dt="2024-01-14T20:26:10.929" v="732"/>
          <ac:spMkLst>
            <pc:docMk/>
            <pc:sldMk cId="3801508964" sldId="450"/>
            <ac:spMk id="2" creationId="{4001C5F0-CFF4-4E14-88F9-693B33109599}"/>
          </ac:spMkLst>
        </pc:spChg>
        <pc:spChg chg="mod">
          <ac:chgData name="Palit, Tapti" userId="dec6fbcd-7598-406a-8cbf-504d4a3bac15" providerId="ADAL" clId="{ECD42228-5B96-4A72-B268-C46DF994E6B7}" dt="2024-01-14T20:26:10.929" v="732"/>
          <ac:spMkLst>
            <pc:docMk/>
            <pc:sldMk cId="3801508964" sldId="450"/>
            <ac:spMk id="4" creationId="{65D0F6AF-98D0-4C0D-8C05-E6538336E627}"/>
          </ac:spMkLst>
        </pc:spChg>
      </pc:sldChg>
      <pc:sldChg chg="modSp add del">
        <pc:chgData name="Palit, Tapti" userId="dec6fbcd-7598-406a-8cbf-504d4a3bac15" providerId="ADAL" clId="{ECD42228-5B96-4A72-B268-C46DF994E6B7}" dt="2024-01-28T03:44:01.241" v="67437" actId="47"/>
        <pc:sldMkLst>
          <pc:docMk/>
          <pc:sldMk cId="2537577581" sldId="451"/>
        </pc:sldMkLst>
        <pc:spChg chg="mod">
          <ac:chgData name="Palit, Tapti" userId="dec6fbcd-7598-406a-8cbf-504d4a3bac15" providerId="ADAL" clId="{ECD42228-5B96-4A72-B268-C46DF994E6B7}" dt="2024-01-14T20:26:10.929" v="732"/>
          <ac:spMkLst>
            <pc:docMk/>
            <pc:sldMk cId="2537577581" sldId="451"/>
            <ac:spMk id="2" creationId="{EEA8D687-1CF9-4EAE-817C-825E8B59B30E}"/>
          </ac:spMkLst>
        </pc:spChg>
        <pc:spChg chg="mod">
          <ac:chgData name="Palit, Tapti" userId="dec6fbcd-7598-406a-8cbf-504d4a3bac15" providerId="ADAL" clId="{ECD42228-5B96-4A72-B268-C46DF994E6B7}" dt="2024-01-14T20:26:10.929" v="732"/>
          <ac:spMkLst>
            <pc:docMk/>
            <pc:sldMk cId="2537577581" sldId="451"/>
            <ac:spMk id="4" creationId="{519BD9EE-DEC2-43F6-8F6F-81A06CC9228F}"/>
          </ac:spMkLst>
        </pc:spChg>
      </pc:sldChg>
      <pc:sldChg chg="modSp add del mod">
        <pc:chgData name="Palit, Tapti" userId="dec6fbcd-7598-406a-8cbf-504d4a3bac15" providerId="ADAL" clId="{ECD42228-5B96-4A72-B268-C46DF994E6B7}" dt="2024-01-14T22:38:09.131" v="2541" actId="2696"/>
        <pc:sldMkLst>
          <pc:docMk/>
          <pc:sldMk cId="2273339399" sldId="452"/>
        </pc:sldMkLst>
        <pc:spChg chg="mod">
          <ac:chgData name="Palit, Tapti" userId="dec6fbcd-7598-406a-8cbf-504d4a3bac15" providerId="ADAL" clId="{ECD42228-5B96-4A72-B268-C46DF994E6B7}" dt="2024-01-14T20:26:10.929" v="732"/>
          <ac:spMkLst>
            <pc:docMk/>
            <pc:sldMk cId="2273339399" sldId="452"/>
            <ac:spMk id="2" creationId="{A5E3232D-B87E-42BA-972C-632428946443}"/>
          </ac:spMkLst>
        </pc:spChg>
        <pc:spChg chg="mod">
          <ac:chgData name="Palit, Tapti" userId="dec6fbcd-7598-406a-8cbf-504d4a3bac15" providerId="ADAL" clId="{ECD42228-5B96-4A72-B268-C46DF994E6B7}" dt="2024-01-14T20:26:10.929" v="732"/>
          <ac:spMkLst>
            <pc:docMk/>
            <pc:sldMk cId="2273339399" sldId="452"/>
            <ac:spMk id="4" creationId="{0359AC02-F8AB-4379-AD04-D4963EA2C83C}"/>
          </ac:spMkLst>
        </pc:spChg>
        <pc:spChg chg="mod">
          <ac:chgData name="Palit, Tapti" userId="dec6fbcd-7598-406a-8cbf-504d4a3bac15" providerId="ADAL" clId="{ECD42228-5B96-4A72-B268-C46DF994E6B7}" dt="2024-01-14T19:15:44.548" v="347" actId="27636"/>
          <ac:spMkLst>
            <pc:docMk/>
            <pc:sldMk cId="2273339399" sldId="452"/>
            <ac:spMk id="10" creationId="{F528DC4F-82EB-D63E-F143-B7BDD03165B6}"/>
          </ac:spMkLst>
        </pc:spChg>
      </pc:sldChg>
      <pc:sldChg chg="add del mod modShow">
        <pc:chgData name="Palit, Tapti" userId="dec6fbcd-7598-406a-8cbf-504d4a3bac15" providerId="ADAL" clId="{ECD42228-5B96-4A72-B268-C46DF994E6B7}" dt="2024-01-28T03:44:01.241" v="67437" actId="47"/>
        <pc:sldMkLst>
          <pc:docMk/>
          <pc:sldMk cId="2646279784" sldId="452"/>
        </pc:sldMkLst>
      </pc:sldChg>
      <pc:sldChg chg="modSp add del">
        <pc:chgData name="Palit, Tapti" userId="dec6fbcd-7598-406a-8cbf-504d4a3bac15" providerId="ADAL" clId="{ECD42228-5B96-4A72-B268-C46DF994E6B7}" dt="2024-01-28T03:44:01.241" v="67437" actId="47"/>
        <pc:sldMkLst>
          <pc:docMk/>
          <pc:sldMk cId="1436942119" sldId="455"/>
        </pc:sldMkLst>
        <pc:spChg chg="mod">
          <ac:chgData name="Palit, Tapti" userId="dec6fbcd-7598-406a-8cbf-504d4a3bac15" providerId="ADAL" clId="{ECD42228-5B96-4A72-B268-C46DF994E6B7}" dt="2024-01-14T20:26:10.929" v="732"/>
          <ac:spMkLst>
            <pc:docMk/>
            <pc:sldMk cId="1436942119" sldId="455"/>
            <ac:spMk id="2" creationId="{A5E3232D-B87E-42BA-972C-632428946443}"/>
          </ac:spMkLst>
        </pc:spChg>
        <pc:spChg chg="mod">
          <ac:chgData name="Palit, Tapti" userId="dec6fbcd-7598-406a-8cbf-504d4a3bac15" providerId="ADAL" clId="{ECD42228-5B96-4A72-B268-C46DF994E6B7}" dt="2024-01-14T20:26:10.929" v="732"/>
          <ac:spMkLst>
            <pc:docMk/>
            <pc:sldMk cId="1436942119" sldId="455"/>
            <ac:spMk id="4" creationId="{0359AC02-F8AB-4379-AD04-D4963EA2C83C}"/>
          </ac:spMkLst>
        </pc:spChg>
      </pc:sldChg>
      <pc:sldChg chg="del">
        <pc:chgData name="Palit, Tapti" userId="dec6fbcd-7598-406a-8cbf-504d4a3bac15" providerId="ADAL" clId="{ECD42228-5B96-4A72-B268-C46DF994E6B7}" dt="2024-01-28T03:44:01.241" v="67437" actId="47"/>
        <pc:sldMkLst>
          <pc:docMk/>
          <pc:sldMk cId="511358887" sldId="458"/>
        </pc:sldMkLst>
      </pc:sldChg>
      <pc:sldChg chg="addSp delSp modSp add del mod ord modNotesTx">
        <pc:chgData name="Palit, Tapti" userId="dec6fbcd-7598-406a-8cbf-504d4a3bac15" providerId="ADAL" clId="{ECD42228-5B96-4A72-B268-C46DF994E6B7}" dt="2024-01-25T01:57:28.698" v="46450" actId="20577"/>
        <pc:sldMkLst>
          <pc:docMk/>
          <pc:sldMk cId="1924599243" sldId="459"/>
        </pc:sldMkLst>
        <pc:spChg chg="mod">
          <ac:chgData name="Palit, Tapti" userId="dec6fbcd-7598-406a-8cbf-504d4a3bac15" providerId="ADAL" clId="{ECD42228-5B96-4A72-B268-C46DF994E6B7}" dt="2024-01-14T20:26:10.929" v="732"/>
          <ac:spMkLst>
            <pc:docMk/>
            <pc:sldMk cId="1924599243" sldId="459"/>
            <ac:spMk id="2" creationId="{877E2EE8-1E6C-4594-B9EC-D6F21D8A6DC7}"/>
          </ac:spMkLst>
        </pc:spChg>
        <pc:spChg chg="del mod">
          <ac:chgData name="Palit, Tapti" userId="dec6fbcd-7598-406a-8cbf-504d4a3bac15" providerId="ADAL" clId="{ECD42228-5B96-4A72-B268-C46DF994E6B7}" dt="2024-01-23T02:19:44.566" v="14222" actId="478"/>
          <ac:spMkLst>
            <pc:docMk/>
            <pc:sldMk cId="1924599243" sldId="459"/>
            <ac:spMk id="3" creationId="{BBA986F9-43BF-4309-B15C-C707CCACFDCB}"/>
          </ac:spMkLst>
        </pc:spChg>
        <pc:spChg chg="mod">
          <ac:chgData name="Palit, Tapti" userId="dec6fbcd-7598-406a-8cbf-504d4a3bac15" providerId="ADAL" clId="{ECD42228-5B96-4A72-B268-C46DF994E6B7}" dt="2024-01-14T20:26:10.929" v="732"/>
          <ac:spMkLst>
            <pc:docMk/>
            <pc:sldMk cId="1924599243" sldId="459"/>
            <ac:spMk id="4" creationId="{E19477E5-01A7-47E6-A6AA-01A1FC4C5255}"/>
          </ac:spMkLst>
        </pc:spChg>
        <pc:spChg chg="add del mod">
          <ac:chgData name="Palit, Tapti" userId="dec6fbcd-7598-406a-8cbf-504d4a3bac15" providerId="ADAL" clId="{ECD42228-5B96-4A72-B268-C46DF994E6B7}" dt="2024-01-23T02:19:46.334" v="14223" actId="478"/>
          <ac:spMkLst>
            <pc:docMk/>
            <pc:sldMk cId="1924599243" sldId="459"/>
            <ac:spMk id="15" creationId="{E263FE3F-EDF7-44A6-F0C4-223F34981B8B}"/>
          </ac:spMkLst>
        </pc:spChg>
        <pc:spChg chg="add del mod">
          <ac:chgData name="Palit, Tapti" userId="dec6fbcd-7598-406a-8cbf-504d4a3bac15" providerId="ADAL" clId="{ECD42228-5B96-4A72-B268-C46DF994E6B7}" dt="2024-01-23T02:22:58.607" v="14248" actId="478"/>
          <ac:spMkLst>
            <pc:docMk/>
            <pc:sldMk cId="1924599243" sldId="459"/>
            <ac:spMk id="16" creationId="{98B714E1-BB69-4C95-C357-76F9E19DB30E}"/>
          </ac:spMkLst>
        </pc:spChg>
        <pc:spChg chg="add mod">
          <ac:chgData name="Palit, Tapti" userId="dec6fbcd-7598-406a-8cbf-504d4a3bac15" providerId="ADAL" clId="{ECD42228-5B96-4A72-B268-C46DF994E6B7}" dt="2024-01-23T04:11:42.615" v="19216" actId="1076"/>
          <ac:spMkLst>
            <pc:docMk/>
            <pc:sldMk cId="1924599243" sldId="459"/>
            <ac:spMk id="17" creationId="{672B7A45-8ADD-87E3-530E-579921B1F083}"/>
          </ac:spMkLst>
        </pc:spChg>
        <pc:spChg chg="add mod">
          <ac:chgData name="Palit, Tapti" userId="dec6fbcd-7598-406a-8cbf-504d4a3bac15" providerId="ADAL" clId="{ECD42228-5B96-4A72-B268-C46DF994E6B7}" dt="2024-01-23T04:11:42.615" v="19216" actId="1076"/>
          <ac:spMkLst>
            <pc:docMk/>
            <pc:sldMk cId="1924599243" sldId="459"/>
            <ac:spMk id="18" creationId="{2B32A5AB-31FF-631F-93FC-EFF36EF288E5}"/>
          </ac:spMkLst>
        </pc:spChg>
        <pc:graphicFrameChg chg="add mod modGraphic">
          <ac:chgData name="Palit, Tapti" userId="dec6fbcd-7598-406a-8cbf-504d4a3bac15" providerId="ADAL" clId="{ECD42228-5B96-4A72-B268-C46DF994E6B7}" dt="2024-01-25T01:29:40.793" v="45345" actId="20577"/>
          <ac:graphicFrameMkLst>
            <pc:docMk/>
            <pc:sldMk cId="1924599243" sldId="459"/>
            <ac:graphicFrameMk id="12" creationId="{DB5D6D3B-DD36-780D-832D-F4A0679EC072}"/>
          </ac:graphicFrameMkLst>
        </pc:graphicFrameChg>
        <pc:picChg chg="add mod">
          <ac:chgData name="Palit, Tapti" userId="dec6fbcd-7598-406a-8cbf-504d4a3bac15" providerId="ADAL" clId="{ECD42228-5B96-4A72-B268-C46DF994E6B7}" dt="2024-01-23T04:11:42.615" v="19216" actId="1076"/>
          <ac:picMkLst>
            <pc:docMk/>
            <pc:sldMk cId="1924599243" sldId="459"/>
            <ac:picMk id="13" creationId="{7238BD8F-B9E1-8121-BA5A-9636544E2E4F}"/>
          </ac:picMkLst>
        </pc:picChg>
        <pc:cxnChg chg="add del">
          <ac:chgData name="Palit, Tapti" userId="dec6fbcd-7598-406a-8cbf-504d4a3bac15" providerId="ADAL" clId="{ECD42228-5B96-4A72-B268-C46DF994E6B7}" dt="2024-01-23T02:14:17.361" v="14043" actId="478"/>
          <ac:cxnSpMkLst>
            <pc:docMk/>
            <pc:sldMk cId="1924599243" sldId="459"/>
            <ac:cxnSpMk id="6" creationId="{4D1A4824-E34E-8B6D-DF20-240607049DC2}"/>
          </ac:cxnSpMkLst>
        </pc:cxnChg>
        <pc:cxnChg chg="add del mod">
          <ac:chgData name="Palit, Tapti" userId="dec6fbcd-7598-406a-8cbf-504d4a3bac15" providerId="ADAL" clId="{ECD42228-5B96-4A72-B268-C46DF994E6B7}" dt="2024-01-23T02:14:17.361" v="14043" actId="478"/>
          <ac:cxnSpMkLst>
            <pc:docMk/>
            <pc:sldMk cId="1924599243" sldId="459"/>
            <ac:cxnSpMk id="7" creationId="{E62C4424-067F-F8E4-9610-8628EB8DF8CF}"/>
          </ac:cxnSpMkLst>
        </pc:cxnChg>
        <pc:cxnChg chg="add del mod">
          <ac:chgData name="Palit, Tapti" userId="dec6fbcd-7598-406a-8cbf-504d4a3bac15" providerId="ADAL" clId="{ECD42228-5B96-4A72-B268-C46DF994E6B7}" dt="2024-01-23T02:14:17.361" v="14043" actId="478"/>
          <ac:cxnSpMkLst>
            <pc:docMk/>
            <pc:sldMk cId="1924599243" sldId="459"/>
            <ac:cxnSpMk id="11" creationId="{8FD56B08-8329-5AB1-DBBD-7575F4972B2C}"/>
          </ac:cxnSpMkLst>
        </pc:cxnChg>
      </pc:sldChg>
      <pc:sldChg chg="del">
        <pc:chgData name="Palit, Tapti" userId="dec6fbcd-7598-406a-8cbf-504d4a3bac15" providerId="ADAL" clId="{ECD42228-5B96-4A72-B268-C46DF994E6B7}" dt="2024-01-28T03:44:01.241" v="67437" actId="47"/>
        <pc:sldMkLst>
          <pc:docMk/>
          <pc:sldMk cId="4190955360" sldId="459"/>
        </pc:sldMkLst>
      </pc:sldChg>
      <pc:sldChg chg="modSp add del">
        <pc:chgData name="Palit, Tapti" userId="dec6fbcd-7598-406a-8cbf-504d4a3bac15" providerId="ADAL" clId="{ECD42228-5B96-4A72-B268-C46DF994E6B7}" dt="2024-01-28T03:44:01.241" v="67437" actId="47"/>
        <pc:sldMkLst>
          <pc:docMk/>
          <pc:sldMk cId="3308567550" sldId="460"/>
        </pc:sldMkLst>
        <pc:spChg chg="mod">
          <ac:chgData name="Palit, Tapti" userId="dec6fbcd-7598-406a-8cbf-504d4a3bac15" providerId="ADAL" clId="{ECD42228-5B96-4A72-B268-C46DF994E6B7}" dt="2024-01-14T20:26:10.929" v="732"/>
          <ac:spMkLst>
            <pc:docMk/>
            <pc:sldMk cId="3308567550" sldId="460"/>
            <ac:spMk id="2" creationId="{F89C94A8-6FB5-4047-95FE-0F4D58125F82}"/>
          </ac:spMkLst>
        </pc:spChg>
        <pc:spChg chg="mod">
          <ac:chgData name="Palit, Tapti" userId="dec6fbcd-7598-406a-8cbf-504d4a3bac15" providerId="ADAL" clId="{ECD42228-5B96-4A72-B268-C46DF994E6B7}" dt="2024-01-14T20:26:10.929" v="732"/>
          <ac:spMkLst>
            <pc:docMk/>
            <pc:sldMk cId="3308567550" sldId="460"/>
            <ac:spMk id="4" creationId="{07F714E1-0865-4F58-9871-D2B41527A1E5}"/>
          </ac:spMkLst>
        </pc:spChg>
      </pc:sldChg>
      <pc:sldChg chg="modSp add del">
        <pc:chgData name="Palit, Tapti" userId="dec6fbcd-7598-406a-8cbf-504d4a3bac15" providerId="ADAL" clId="{ECD42228-5B96-4A72-B268-C46DF994E6B7}" dt="2024-01-16T01:34:43.354" v="4645" actId="47"/>
        <pc:sldMkLst>
          <pc:docMk/>
          <pc:sldMk cId="2480001843" sldId="462"/>
        </pc:sldMkLst>
        <pc:spChg chg="mod">
          <ac:chgData name="Palit, Tapti" userId="dec6fbcd-7598-406a-8cbf-504d4a3bac15" providerId="ADAL" clId="{ECD42228-5B96-4A72-B268-C46DF994E6B7}" dt="2024-01-14T20:26:10.929" v="732"/>
          <ac:spMkLst>
            <pc:docMk/>
            <pc:sldMk cId="2480001843" sldId="462"/>
            <ac:spMk id="2" creationId="{E31E00BF-C3D2-4CCB-A104-B8B6E70C7969}"/>
          </ac:spMkLst>
        </pc:spChg>
        <pc:spChg chg="mod">
          <ac:chgData name="Palit, Tapti" userId="dec6fbcd-7598-406a-8cbf-504d4a3bac15" providerId="ADAL" clId="{ECD42228-5B96-4A72-B268-C46DF994E6B7}" dt="2024-01-14T20:26:10.929" v="732"/>
          <ac:spMkLst>
            <pc:docMk/>
            <pc:sldMk cId="2480001843" sldId="462"/>
            <ac:spMk id="4" creationId="{1A7AC2C0-80DA-47AD-87A5-54ADD943E728}"/>
          </ac:spMkLst>
        </pc:spChg>
      </pc:sldChg>
      <pc:sldChg chg="modSp add del">
        <pc:chgData name="Palit, Tapti" userId="dec6fbcd-7598-406a-8cbf-504d4a3bac15" providerId="ADAL" clId="{ECD42228-5B96-4A72-B268-C46DF994E6B7}" dt="2024-01-28T03:44:01.241" v="67437" actId="47"/>
        <pc:sldMkLst>
          <pc:docMk/>
          <pc:sldMk cId="2204611569" sldId="466"/>
        </pc:sldMkLst>
        <pc:spChg chg="mod">
          <ac:chgData name="Palit, Tapti" userId="dec6fbcd-7598-406a-8cbf-504d4a3bac15" providerId="ADAL" clId="{ECD42228-5B96-4A72-B268-C46DF994E6B7}" dt="2024-01-14T20:26:10.929" v="732"/>
          <ac:spMkLst>
            <pc:docMk/>
            <pc:sldMk cId="2204611569" sldId="466"/>
            <ac:spMk id="2" creationId="{A1674A79-8B4A-4BA2-A1A1-C17AF09B8EDC}"/>
          </ac:spMkLst>
        </pc:spChg>
        <pc:spChg chg="mod">
          <ac:chgData name="Palit, Tapti" userId="dec6fbcd-7598-406a-8cbf-504d4a3bac15" providerId="ADAL" clId="{ECD42228-5B96-4A72-B268-C46DF994E6B7}" dt="2024-01-14T20:26:10.929" v="732"/>
          <ac:spMkLst>
            <pc:docMk/>
            <pc:sldMk cId="2204611569" sldId="466"/>
            <ac:spMk id="3" creationId="{924FAD14-BF4D-421A-8754-79705794FF62}"/>
          </ac:spMkLst>
        </pc:spChg>
        <pc:spChg chg="mod">
          <ac:chgData name="Palit, Tapti" userId="dec6fbcd-7598-406a-8cbf-504d4a3bac15" providerId="ADAL" clId="{ECD42228-5B96-4A72-B268-C46DF994E6B7}" dt="2024-01-14T20:26:10.929" v="732"/>
          <ac:spMkLst>
            <pc:docMk/>
            <pc:sldMk cId="2204611569" sldId="466"/>
            <ac:spMk id="4" creationId="{610234A8-C547-4303-9A41-3329264F3398}"/>
          </ac:spMkLst>
        </pc:spChg>
      </pc:sldChg>
      <pc:sldChg chg="modSp add del">
        <pc:chgData name="Palit, Tapti" userId="dec6fbcd-7598-406a-8cbf-504d4a3bac15" providerId="ADAL" clId="{ECD42228-5B96-4A72-B268-C46DF994E6B7}" dt="2024-01-28T03:44:01.241" v="67437" actId="47"/>
        <pc:sldMkLst>
          <pc:docMk/>
          <pc:sldMk cId="1780510094" sldId="467"/>
        </pc:sldMkLst>
        <pc:spChg chg="mod">
          <ac:chgData name="Palit, Tapti" userId="dec6fbcd-7598-406a-8cbf-504d4a3bac15" providerId="ADAL" clId="{ECD42228-5B96-4A72-B268-C46DF994E6B7}" dt="2024-01-14T20:26:10.929" v="732"/>
          <ac:spMkLst>
            <pc:docMk/>
            <pc:sldMk cId="1780510094" sldId="467"/>
            <ac:spMk id="4" creationId="{9C1E25DB-3F89-4B03-B0BE-1530F0AB9C2F}"/>
          </ac:spMkLst>
        </pc:spChg>
        <pc:spChg chg="mod">
          <ac:chgData name="Palit, Tapti" userId="dec6fbcd-7598-406a-8cbf-504d4a3bac15" providerId="ADAL" clId="{ECD42228-5B96-4A72-B268-C46DF994E6B7}" dt="2024-01-14T20:26:10.929" v="732"/>
          <ac:spMkLst>
            <pc:docMk/>
            <pc:sldMk cId="1780510094" sldId="467"/>
            <ac:spMk id="7" creationId="{A9BA5701-E71A-42F9-9940-8B4FABA9B516}"/>
          </ac:spMkLst>
        </pc:spChg>
      </pc:sldChg>
      <pc:sldChg chg="modSp add del mod chgLayout">
        <pc:chgData name="Palit, Tapti" userId="dec6fbcd-7598-406a-8cbf-504d4a3bac15" providerId="ADAL" clId="{ECD42228-5B96-4A72-B268-C46DF994E6B7}" dt="2024-01-16T01:34:43.354" v="4645" actId="47"/>
        <pc:sldMkLst>
          <pc:docMk/>
          <pc:sldMk cId="2696923916" sldId="468"/>
        </pc:sldMkLst>
        <pc:spChg chg="mod ord">
          <ac:chgData name="Palit, Tapti" userId="dec6fbcd-7598-406a-8cbf-504d4a3bac15" providerId="ADAL" clId="{ECD42228-5B96-4A72-B268-C46DF994E6B7}" dt="2024-01-14T20:26:10.929" v="732"/>
          <ac:spMkLst>
            <pc:docMk/>
            <pc:sldMk cId="2696923916" sldId="468"/>
            <ac:spMk id="2" creationId="{17FD01BE-4AF2-404F-A793-CDFC91073AAC}"/>
          </ac:spMkLst>
        </pc:spChg>
        <pc:spChg chg="mod ord">
          <ac:chgData name="Palit, Tapti" userId="dec6fbcd-7598-406a-8cbf-504d4a3bac15" providerId="ADAL" clId="{ECD42228-5B96-4A72-B268-C46DF994E6B7}" dt="2024-01-16T01:34:31.847" v="4644" actId="20577"/>
          <ac:spMkLst>
            <pc:docMk/>
            <pc:sldMk cId="2696923916" sldId="468"/>
            <ac:spMk id="3" creationId="{6F54ADAB-57FD-4309-9CA9-8DC92CD746A9}"/>
          </ac:spMkLst>
        </pc:spChg>
        <pc:spChg chg="mod ord">
          <ac:chgData name="Palit, Tapti" userId="dec6fbcd-7598-406a-8cbf-504d4a3bac15" providerId="ADAL" clId="{ECD42228-5B96-4A72-B268-C46DF994E6B7}" dt="2024-01-14T20:26:10.929" v="732"/>
          <ac:spMkLst>
            <pc:docMk/>
            <pc:sldMk cId="2696923916" sldId="468"/>
            <ac:spMk id="4" creationId="{C7E7126A-F87E-48EE-8CCA-D5916149171B}"/>
          </ac:spMkLst>
        </pc:spChg>
      </pc:sldChg>
      <pc:sldChg chg="add mod modShow">
        <pc:chgData name="Palit, Tapti" userId="dec6fbcd-7598-406a-8cbf-504d4a3bac15" providerId="ADAL" clId="{ECD42228-5B96-4A72-B268-C46DF994E6B7}" dt="2024-01-28T22:18:45.724" v="69729" actId="729"/>
        <pc:sldMkLst>
          <pc:docMk/>
          <pc:sldMk cId="3029555505" sldId="469"/>
        </pc:sldMkLst>
      </pc:sldChg>
      <pc:sldChg chg="modSp add del mod chgLayout modNotesTx">
        <pc:chgData name="Palit, Tapti" userId="dec6fbcd-7598-406a-8cbf-504d4a3bac15" providerId="ADAL" clId="{ECD42228-5B96-4A72-B268-C46DF994E6B7}" dt="2024-01-28T22:18:39.412" v="69727" actId="2696"/>
        <pc:sldMkLst>
          <pc:docMk/>
          <pc:sldMk cId="3334083422" sldId="469"/>
        </pc:sldMkLst>
        <pc:spChg chg="mod ord">
          <ac:chgData name="Palit, Tapti" userId="dec6fbcd-7598-406a-8cbf-504d4a3bac15" providerId="ADAL" clId="{ECD42228-5B96-4A72-B268-C46DF994E6B7}" dt="2024-01-14T20:26:10.929" v="732"/>
          <ac:spMkLst>
            <pc:docMk/>
            <pc:sldMk cId="3334083422" sldId="469"/>
            <ac:spMk id="2" creationId="{17FD01BE-4AF2-404F-A793-CDFC91073AAC}"/>
          </ac:spMkLst>
        </pc:spChg>
        <pc:spChg chg="mod ord">
          <ac:chgData name="Palit, Tapti" userId="dec6fbcd-7598-406a-8cbf-504d4a3bac15" providerId="ADAL" clId="{ECD42228-5B96-4A72-B268-C46DF994E6B7}" dt="2024-01-28T01:42:49.127" v="67388" actId="114"/>
          <ac:spMkLst>
            <pc:docMk/>
            <pc:sldMk cId="3334083422" sldId="469"/>
            <ac:spMk id="3" creationId="{6F54ADAB-57FD-4309-9CA9-8DC92CD746A9}"/>
          </ac:spMkLst>
        </pc:spChg>
        <pc:spChg chg="mod ord">
          <ac:chgData name="Palit, Tapti" userId="dec6fbcd-7598-406a-8cbf-504d4a3bac15" providerId="ADAL" clId="{ECD42228-5B96-4A72-B268-C46DF994E6B7}" dt="2024-01-14T20:26:10.929" v="732"/>
          <ac:spMkLst>
            <pc:docMk/>
            <pc:sldMk cId="3334083422" sldId="469"/>
            <ac:spMk id="4" creationId="{C7E7126A-F87E-48EE-8CCA-D5916149171B}"/>
          </ac:spMkLst>
        </pc:spChg>
      </pc:sldChg>
      <pc:sldChg chg="del">
        <pc:chgData name="Palit, Tapti" userId="dec6fbcd-7598-406a-8cbf-504d4a3bac15" providerId="ADAL" clId="{ECD42228-5B96-4A72-B268-C46DF994E6B7}" dt="2024-01-28T03:44:01.241" v="67437" actId="47"/>
        <pc:sldMkLst>
          <pc:docMk/>
          <pc:sldMk cId="85943737" sldId="470"/>
        </pc:sldMkLst>
      </pc:sldChg>
      <pc:sldChg chg="addSp delSp modSp add del mod modClrScheme chgLayout">
        <pc:chgData name="Palit, Tapti" userId="dec6fbcd-7598-406a-8cbf-504d4a3bac15" providerId="ADAL" clId="{ECD42228-5B96-4A72-B268-C46DF994E6B7}" dt="2024-01-23T04:26:13.249" v="19424" actId="113"/>
        <pc:sldMkLst>
          <pc:docMk/>
          <pc:sldMk cId="3002281292" sldId="470"/>
        </pc:sldMkLst>
        <pc:spChg chg="mod ord">
          <ac:chgData name="Palit, Tapti" userId="dec6fbcd-7598-406a-8cbf-504d4a3bac15" providerId="ADAL" clId="{ECD42228-5B96-4A72-B268-C46DF994E6B7}" dt="2024-01-14T20:26:10.929" v="732"/>
          <ac:spMkLst>
            <pc:docMk/>
            <pc:sldMk cId="3002281292" sldId="470"/>
            <ac:spMk id="2" creationId="{17FD01BE-4AF2-404F-A793-CDFC91073AAC}"/>
          </ac:spMkLst>
        </pc:spChg>
        <pc:spChg chg="mod">
          <ac:chgData name="Palit, Tapti" userId="dec6fbcd-7598-406a-8cbf-504d4a3bac15" providerId="ADAL" clId="{ECD42228-5B96-4A72-B268-C46DF994E6B7}" dt="2024-01-23T04:26:13.249" v="19424" actId="113"/>
          <ac:spMkLst>
            <pc:docMk/>
            <pc:sldMk cId="3002281292" sldId="470"/>
            <ac:spMk id="3" creationId="{6F54ADAB-57FD-4309-9CA9-8DC92CD746A9}"/>
          </ac:spMkLst>
        </pc:spChg>
        <pc:spChg chg="mod">
          <ac:chgData name="Palit, Tapti" userId="dec6fbcd-7598-406a-8cbf-504d4a3bac15" providerId="ADAL" clId="{ECD42228-5B96-4A72-B268-C46DF994E6B7}" dt="2024-01-14T20:26:10.929" v="732"/>
          <ac:spMkLst>
            <pc:docMk/>
            <pc:sldMk cId="3002281292" sldId="470"/>
            <ac:spMk id="4" creationId="{C7E7126A-F87E-48EE-8CCA-D5916149171B}"/>
          </ac:spMkLst>
        </pc:spChg>
        <pc:spChg chg="add del mod">
          <ac:chgData name="Palit, Tapti" userId="dec6fbcd-7598-406a-8cbf-504d4a3bac15" providerId="ADAL" clId="{ECD42228-5B96-4A72-B268-C46DF994E6B7}" dt="2024-01-14T19:07:39.931" v="321" actId="26606"/>
          <ac:spMkLst>
            <pc:docMk/>
            <pc:sldMk cId="3002281292" sldId="470"/>
            <ac:spMk id="9" creationId="{00DCF087-1DDB-85DD-A05E-133CC552B6BA}"/>
          </ac:spMkLst>
        </pc:spChg>
        <pc:spChg chg="add del mod">
          <ac:chgData name="Palit, Tapti" userId="dec6fbcd-7598-406a-8cbf-504d4a3bac15" providerId="ADAL" clId="{ECD42228-5B96-4A72-B268-C46DF994E6B7}" dt="2024-01-14T19:07:45.180" v="323" actId="26606"/>
          <ac:spMkLst>
            <pc:docMk/>
            <pc:sldMk cId="3002281292" sldId="470"/>
            <ac:spMk id="11" creationId="{AD941893-F625-B80D-86DF-77880A031A06}"/>
          </ac:spMkLst>
        </pc:spChg>
        <pc:spChg chg="add del mod">
          <ac:chgData name="Palit, Tapti" userId="dec6fbcd-7598-406a-8cbf-504d4a3bac15" providerId="ADAL" clId="{ECD42228-5B96-4A72-B268-C46DF994E6B7}" dt="2024-01-14T19:07:45.180" v="323" actId="26606"/>
          <ac:spMkLst>
            <pc:docMk/>
            <pc:sldMk cId="3002281292" sldId="470"/>
            <ac:spMk id="12" creationId="{DA063337-4A74-4794-903E-500372DB300C}"/>
          </ac:spMkLst>
        </pc:spChg>
        <pc:spChg chg="add del mod">
          <ac:chgData name="Palit, Tapti" userId="dec6fbcd-7598-406a-8cbf-504d4a3bac15" providerId="ADAL" clId="{ECD42228-5B96-4A72-B268-C46DF994E6B7}" dt="2024-01-14T19:07:46.269" v="325" actId="26606"/>
          <ac:spMkLst>
            <pc:docMk/>
            <pc:sldMk cId="3002281292" sldId="470"/>
            <ac:spMk id="14" creationId="{1C1C5609-7B46-D270-E786-744DDC8D9B2B}"/>
          </ac:spMkLst>
        </pc:spChg>
        <pc:spChg chg="add del mod">
          <ac:chgData name="Palit, Tapti" userId="dec6fbcd-7598-406a-8cbf-504d4a3bac15" providerId="ADAL" clId="{ECD42228-5B96-4A72-B268-C46DF994E6B7}" dt="2024-01-14T19:07:47.428" v="327" actId="26606"/>
          <ac:spMkLst>
            <pc:docMk/>
            <pc:sldMk cId="3002281292" sldId="470"/>
            <ac:spMk id="16" creationId="{2D7CDB6A-B919-C34D-B116-09787C1ADE70}"/>
          </ac:spMkLst>
        </pc:spChg>
        <pc:spChg chg="add del mod">
          <ac:chgData name="Palit, Tapti" userId="dec6fbcd-7598-406a-8cbf-504d4a3bac15" providerId="ADAL" clId="{ECD42228-5B96-4A72-B268-C46DF994E6B7}" dt="2024-01-14T19:07:51.736" v="329" actId="26606"/>
          <ac:spMkLst>
            <pc:docMk/>
            <pc:sldMk cId="3002281292" sldId="470"/>
            <ac:spMk id="18" creationId="{1C1C5609-7B46-D270-E786-744DDC8D9B2B}"/>
          </ac:spMkLst>
        </pc:spChg>
      </pc:sldChg>
      <pc:sldChg chg="add del mod modShow">
        <pc:chgData name="Palit, Tapti" userId="dec6fbcd-7598-406a-8cbf-504d4a3bac15" providerId="ADAL" clId="{ECD42228-5B96-4A72-B268-C46DF994E6B7}" dt="2024-01-28T03:44:01.241" v="67437" actId="47"/>
        <pc:sldMkLst>
          <pc:docMk/>
          <pc:sldMk cId="1686907213" sldId="475"/>
        </pc:sldMkLst>
      </pc:sldChg>
      <pc:sldChg chg="delSp modSp add del mod">
        <pc:chgData name="Palit, Tapti" userId="dec6fbcd-7598-406a-8cbf-504d4a3bac15" providerId="ADAL" clId="{ECD42228-5B96-4A72-B268-C46DF994E6B7}" dt="2024-01-16T19:22:12.355" v="7493" actId="2696"/>
        <pc:sldMkLst>
          <pc:docMk/>
          <pc:sldMk cId="2626438807" sldId="475"/>
        </pc:sldMkLst>
        <pc:spChg chg="mod">
          <ac:chgData name="Palit, Tapti" userId="dec6fbcd-7598-406a-8cbf-504d4a3bac15" providerId="ADAL" clId="{ECD42228-5B96-4A72-B268-C46DF994E6B7}" dt="2024-01-16T04:45:13.517" v="6484" actId="20577"/>
          <ac:spMkLst>
            <pc:docMk/>
            <pc:sldMk cId="2626438807" sldId="475"/>
            <ac:spMk id="2" creationId="{803650A6-D090-4F49-89FC-6E7ECF8BED37}"/>
          </ac:spMkLst>
        </pc:spChg>
        <pc:spChg chg="mod">
          <ac:chgData name="Palit, Tapti" userId="dec6fbcd-7598-406a-8cbf-504d4a3bac15" providerId="ADAL" clId="{ECD42228-5B96-4A72-B268-C46DF994E6B7}" dt="2024-01-16T17:18:14.395" v="7018" actId="20577"/>
          <ac:spMkLst>
            <pc:docMk/>
            <pc:sldMk cId="2626438807" sldId="475"/>
            <ac:spMk id="3" creationId="{9DF37E32-E849-43FD-AE75-95E334786AB7}"/>
          </ac:spMkLst>
        </pc:spChg>
        <pc:spChg chg="mod">
          <ac:chgData name="Palit, Tapti" userId="dec6fbcd-7598-406a-8cbf-504d4a3bac15" providerId="ADAL" clId="{ECD42228-5B96-4A72-B268-C46DF994E6B7}" dt="2024-01-14T20:26:10.929" v="732"/>
          <ac:spMkLst>
            <pc:docMk/>
            <pc:sldMk cId="2626438807" sldId="475"/>
            <ac:spMk id="4" creationId="{3CFC0458-353F-49C6-A1F4-5BF22C6A25F4}"/>
          </ac:spMkLst>
        </pc:spChg>
        <pc:spChg chg="mod">
          <ac:chgData name="Palit, Tapti" userId="dec6fbcd-7598-406a-8cbf-504d4a3bac15" providerId="ADAL" clId="{ECD42228-5B96-4A72-B268-C46DF994E6B7}" dt="2024-01-16T17:17:01.423" v="7011" actId="2711"/>
          <ac:spMkLst>
            <pc:docMk/>
            <pc:sldMk cId="2626438807" sldId="475"/>
            <ac:spMk id="21" creationId="{C002CB50-FFF4-441D-8367-A795E26CAACA}"/>
          </ac:spMkLst>
        </pc:spChg>
        <pc:spChg chg="mod">
          <ac:chgData name="Palit, Tapti" userId="dec6fbcd-7598-406a-8cbf-504d4a3bac15" providerId="ADAL" clId="{ECD42228-5B96-4A72-B268-C46DF994E6B7}" dt="2024-01-16T18:40:55.035" v="7062" actId="1076"/>
          <ac:spMkLst>
            <pc:docMk/>
            <pc:sldMk cId="2626438807" sldId="475"/>
            <ac:spMk id="24" creationId="{0C7431CC-9ABE-4770-B145-AC2766FD7A0E}"/>
          </ac:spMkLst>
        </pc:spChg>
        <pc:spChg chg="mod">
          <ac:chgData name="Palit, Tapti" userId="dec6fbcd-7598-406a-8cbf-504d4a3bac15" providerId="ADAL" clId="{ECD42228-5B96-4A72-B268-C46DF994E6B7}" dt="2024-01-16T18:40:52.420" v="7061" actId="1076"/>
          <ac:spMkLst>
            <pc:docMk/>
            <pc:sldMk cId="2626438807" sldId="475"/>
            <ac:spMk id="41" creationId="{21F97398-A0DE-4EC6-AEA5-1E87C05FE65B}"/>
          </ac:spMkLst>
        </pc:spChg>
        <pc:spChg chg="mod">
          <ac:chgData name="Palit, Tapti" userId="dec6fbcd-7598-406a-8cbf-504d4a3bac15" providerId="ADAL" clId="{ECD42228-5B96-4A72-B268-C46DF994E6B7}" dt="2024-01-16T17:17:09.550" v="7013" actId="2711"/>
          <ac:spMkLst>
            <pc:docMk/>
            <pc:sldMk cId="2626438807" sldId="475"/>
            <ac:spMk id="44" creationId="{1865E06F-4701-4A03-8F26-806EB926D33A}"/>
          </ac:spMkLst>
        </pc:spChg>
        <pc:spChg chg="mod">
          <ac:chgData name="Palit, Tapti" userId="dec6fbcd-7598-406a-8cbf-504d4a3bac15" providerId="ADAL" clId="{ECD42228-5B96-4A72-B268-C46DF994E6B7}" dt="2024-01-16T17:17:06.098" v="7012" actId="2711"/>
          <ac:spMkLst>
            <pc:docMk/>
            <pc:sldMk cId="2626438807" sldId="475"/>
            <ac:spMk id="45" creationId="{8CFDC509-7B4F-455B-9524-DEC143CA2728}"/>
          </ac:spMkLst>
        </pc:spChg>
        <pc:spChg chg="del mod">
          <ac:chgData name="Palit, Tapti" userId="dec6fbcd-7598-406a-8cbf-504d4a3bac15" providerId="ADAL" clId="{ECD42228-5B96-4A72-B268-C46DF994E6B7}" dt="2024-01-16T17:18:00.410" v="7015" actId="478"/>
          <ac:spMkLst>
            <pc:docMk/>
            <pc:sldMk cId="2626438807" sldId="475"/>
            <ac:spMk id="58" creationId="{D66BCB38-2C9F-434F-A99C-DED3B22A3274}"/>
          </ac:spMkLst>
        </pc:spChg>
      </pc:sldChg>
      <pc:sldChg chg="modSp add del mod">
        <pc:chgData name="Palit, Tapti" userId="dec6fbcd-7598-406a-8cbf-504d4a3bac15" providerId="ADAL" clId="{ECD42228-5B96-4A72-B268-C46DF994E6B7}" dt="2024-01-16T04:44:30.365" v="6414" actId="47"/>
        <pc:sldMkLst>
          <pc:docMk/>
          <pc:sldMk cId="4098474423" sldId="476"/>
        </pc:sldMkLst>
        <pc:spChg chg="mod">
          <ac:chgData name="Palit, Tapti" userId="dec6fbcd-7598-406a-8cbf-504d4a3bac15" providerId="ADAL" clId="{ECD42228-5B96-4A72-B268-C46DF994E6B7}" dt="2024-01-16T04:19:06.840" v="5856" actId="20577"/>
          <ac:spMkLst>
            <pc:docMk/>
            <pc:sldMk cId="4098474423" sldId="476"/>
            <ac:spMk id="2" creationId="{CA168A6A-A674-44A5-AC65-6B0362CD0AB6}"/>
          </ac:spMkLst>
        </pc:spChg>
        <pc:spChg chg="mod">
          <ac:chgData name="Palit, Tapti" userId="dec6fbcd-7598-406a-8cbf-504d4a3bac15" providerId="ADAL" clId="{ECD42228-5B96-4A72-B268-C46DF994E6B7}" dt="2024-01-14T20:26:10.929" v="732"/>
          <ac:spMkLst>
            <pc:docMk/>
            <pc:sldMk cId="4098474423" sldId="476"/>
            <ac:spMk id="4" creationId="{1984492D-5621-4DFF-A13F-7F893A2A116E}"/>
          </ac:spMkLst>
        </pc:spChg>
        <pc:picChg chg="mod">
          <ac:chgData name="Palit, Tapti" userId="dec6fbcd-7598-406a-8cbf-504d4a3bac15" providerId="ADAL" clId="{ECD42228-5B96-4A72-B268-C46DF994E6B7}" dt="2024-01-16T04:10:59.519" v="5754" actId="1076"/>
          <ac:picMkLst>
            <pc:docMk/>
            <pc:sldMk cId="4098474423" sldId="476"/>
            <ac:picMk id="2062" creationId="{D74946EE-A7AB-2BFA-FD58-9A4BB5162350}"/>
          </ac:picMkLst>
        </pc:picChg>
        <pc:picChg chg="mod">
          <ac:chgData name="Palit, Tapti" userId="dec6fbcd-7598-406a-8cbf-504d4a3bac15" providerId="ADAL" clId="{ECD42228-5B96-4A72-B268-C46DF994E6B7}" dt="2024-01-16T04:10:55.400" v="5752" actId="1076"/>
          <ac:picMkLst>
            <pc:docMk/>
            <pc:sldMk cId="4098474423" sldId="476"/>
            <ac:picMk id="7170" creationId="{CF67A0D9-BC49-488B-BC9E-A9F25693BBF1}"/>
          </ac:picMkLst>
        </pc:picChg>
      </pc:sldChg>
      <pc:sldChg chg="modSp add del">
        <pc:chgData name="Palit, Tapti" userId="dec6fbcd-7598-406a-8cbf-504d4a3bac15" providerId="ADAL" clId="{ECD42228-5B96-4A72-B268-C46DF994E6B7}" dt="2024-01-28T03:44:01.241" v="67437" actId="47"/>
        <pc:sldMkLst>
          <pc:docMk/>
          <pc:sldMk cId="1115464288" sldId="477"/>
        </pc:sldMkLst>
        <pc:spChg chg="mod">
          <ac:chgData name="Palit, Tapti" userId="dec6fbcd-7598-406a-8cbf-504d4a3bac15" providerId="ADAL" clId="{ECD42228-5B96-4A72-B268-C46DF994E6B7}" dt="2024-01-14T20:26:10.929" v="732"/>
          <ac:spMkLst>
            <pc:docMk/>
            <pc:sldMk cId="1115464288" sldId="477"/>
            <ac:spMk id="2" creationId="{803650A6-D090-4F49-89FC-6E7ECF8BED37}"/>
          </ac:spMkLst>
        </pc:spChg>
        <pc:spChg chg="mod">
          <ac:chgData name="Palit, Tapti" userId="dec6fbcd-7598-406a-8cbf-504d4a3bac15" providerId="ADAL" clId="{ECD42228-5B96-4A72-B268-C46DF994E6B7}" dt="2024-01-14T20:26:10.929" v="732"/>
          <ac:spMkLst>
            <pc:docMk/>
            <pc:sldMk cId="1115464288" sldId="477"/>
            <ac:spMk id="4" creationId="{3CFC0458-353F-49C6-A1F4-5BF22C6A25F4}"/>
          </ac:spMkLst>
        </pc:spChg>
      </pc:sldChg>
      <pc:sldChg chg="modSp add del mod">
        <pc:chgData name="Palit, Tapti" userId="dec6fbcd-7598-406a-8cbf-504d4a3bac15" providerId="ADAL" clId="{ECD42228-5B96-4A72-B268-C46DF994E6B7}" dt="2024-01-28T03:44:01.241" v="67437" actId="47"/>
        <pc:sldMkLst>
          <pc:docMk/>
          <pc:sldMk cId="3509378371" sldId="753"/>
        </pc:sldMkLst>
        <pc:spChg chg="mod">
          <ac:chgData name="Palit, Tapti" userId="dec6fbcd-7598-406a-8cbf-504d4a3bac15" providerId="ADAL" clId="{ECD42228-5B96-4A72-B268-C46DF994E6B7}" dt="2024-01-14T20:26:10.929" v="732"/>
          <ac:spMkLst>
            <pc:docMk/>
            <pc:sldMk cId="3509378371" sldId="753"/>
            <ac:spMk id="2" creationId="{5510985D-2477-455A-A3CB-96DAE9FDD982}"/>
          </ac:spMkLst>
        </pc:spChg>
        <pc:spChg chg="mod">
          <ac:chgData name="Palit, Tapti" userId="dec6fbcd-7598-406a-8cbf-504d4a3bac15" providerId="ADAL" clId="{ECD42228-5B96-4A72-B268-C46DF994E6B7}" dt="2024-01-14T20:26:10.929" v="732"/>
          <ac:spMkLst>
            <pc:docMk/>
            <pc:sldMk cId="3509378371" sldId="753"/>
            <ac:spMk id="3" creationId="{2DED0A3C-2800-4695-A0F2-7E7D4FF6FB80}"/>
          </ac:spMkLst>
        </pc:spChg>
        <pc:spChg chg="mod">
          <ac:chgData name="Palit, Tapti" userId="dec6fbcd-7598-406a-8cbf-504d4a3bac15" providerId="ADAL" clId="{ECD42228-5B96-4A72-B268-C46DF994E6B7}" dt="2024-01-14T20:26:10.929" v="732"/>
          <ac:spMkLst>
            <pc:docMk/>
            <pc:sldMk cId="3509378371" sldId="753"/>
            <ac:spMk id="4" creationId="{52C5D24A-7BA7-4124-9EA5-F0C4372FD74C}"/>
          </ac:spMkLst>
        </pc:spChg>
      </pc:sldChg>
      <pc:sldChg chg="modSp add del">
        <pc:chgData name="Palit, Tapti" userId="dec6fbcd-7598-406a-8cbf-504d4a3bac15" providerId="ADAL" clId="{ECD42228-5B96-4A72-B268-C46DF994E6B7}" dt="2024-01-28T01:02:34.032" v="67222" actId="47"/>
        <pc:sldMkLst>
          <pc:docMk/>
          <pc:sldMk cId="3152190271" sldId="754"/>
        </pc:sldMkLst>
        <pc:spChg chg="mod">
          <ac:chgData name="Palit, Tapti" userId="dec6fbcd-7598-406a-8cbf-504d4a3bac15" providerId="ADAL" clId="{ECD42228-5B96-4A72-B268-C46DF994E6B7}" dt="2024-01-14T20:26:10.929" v="732"/>
          <ac:spMkLst>
            <pc:docMk/>
            <pc:sldMk cId="3152190271" sldId="754"/>
            <ac:spMk id="2" creationId="{2A9BF5D1-B61D-461B-A6E7-6AC87AFE724D}"/>
          </ac:spMkLst>
        </pc:spChg>
        <pc:spChg chg="mod">
          <ac:chgData name="Palit, Tapti" userId="dec6fbcd-7598-406a-8cbf-504d4a3bac15" providerId="ADAL" clId="{ECD42228-5B96-4A72-B268-C46DF994E6B7}" dt="2024-01-14T20:26:10.929" v="732"/>
          <ac:spMkLst>
            <pc:docMk/>
            <pc:sldMk cId="3152190271" sldId="754"/>
            <ac:spMk id="4" creationId="{8915FFE3-A260-4192-84A4-F4A3539C2558}"/>
          </ac:spMkLst>
        </pc:spChg>
      </pc:sldChg>
      <pc:sldChg chg="add del mod modShow">
        <pc:chgData name="Palit, Tapti" userId="dec6fbcd-7598-406a-8cbf-504d4a3bac15" providerId="ADAL" clId="{ECD42228-5B96-4A72-B268-C46DF994E6B7}" dt="2024-01-28T03:44:01.241" v="67437" actId="47"/>
        <pc:sldMkLst>
          <pc:docMk/>
          <pc:sldMk cId="87148380" sldId="755"/>
        </pc:sldMkLst>
      </pc:sldChg>
      <pc:sldChg chg="addSp delSp modSp add del mod modClrScheme chgLayout modNotesTx">
        <pc:chgData name="Palit, Tapti" userId="dec6fbcd-7598-406a-8cbf-504d4a3bac15" providerId="ADAL" clId="{ECD42228-5B96-4A72-B268-C46DF994E6B7}" dt="2024-01-25T01:33:10.127" v="45385" actId="2696"/>
        <pc:sldMkLst>
          <pc:docMk/>
          <pc:sldMk cId="475089128" sldId="755"/>
        </pc:sldMkLst>
        <pc:spChg chg="add del mod ord">
          <ac:chgData name="Palit, Tapti" userId="dec6fbcd-7598-406a-8cbf-504d4a3bac15" providerId="ADAL" clId="{ECD42228-5B96-4A72-B268-C46DF994E6B7}" dt="2024-01-14T19:18:49.734" v="374" actId="700"/>
          <ac:spMkLst>
            <pc:docMk/>
            <pc:sldMk cId="475089128" sldId="755"/>
            <ac:spMk id="2" creationId="{C0E39A21-97CE-B888-4147-29260C393CA8}"/>
          </ac:spMkLst>
        </pc:spChg>
        <pc:spChg chg="mod ord">
          <ac:chgData name="Palit, Tapti" userId="dec6fbcd-7598-406a-8cbf-504d4a3bac15" providerId="ADAL" clId="{ECD42228-5B96-4A72-B268-C46DF994E6B7}" dt="2024-01-16T01:39:47.867" v="4734" actId="255"/>
          <ac:spMkLst>
            <pc:docMk/>
            <pc:sldMk cId="475089128" sldId="755"/>
            <ac:spMk id="3" creationId="{447D293D-7127-C791-DD9C-F2890664744A}"/>
          </ac:spMkLst>
        </pc:spChg>
        <pc:spChg chg="mod ord">
          <ac:chgData name="Palit, Tapti" userId="dec6fbcd-7598-406a-8cbf-504d4a3bac15" providerId="ADAL" clId="{ECD42228-5B96-4A72-B268-C46DF994E6B7}" dt="2024-01-14T19:18:49.734" v="374" actId="700"/>
          <ac:spMkLst>
            <pc:docMk/>
            <pc:sldMk cId="475089128" sldId="755"/>
            <ac:spMk id="4" creationId="{CCDABEDB-ED5F-FE78-A359-9E6D6A5291CB}"/>
          </ac:spMkLst>
        </pc:spChg>
        <pc:spChg chg="add del mod ord">
          <ac:chgData name="Palit, Tapti" userId="dec6fbcd-7598-406a-8cbf-504d4a3bac15" providerId="ADAL" clId="{ECD42228-5B96-4A72-B268-C46DF994E6B7}" dt="2024-01-14T19:18:49.734" v="374" actId="700"/>
          <ac:spMkLst>
            <pc:docMk/>
            <pc:sldMk cId="475089128" sldId="755"/>
            <ac:spMk id="5" creationId="{FC431B1C-63D5-18F9-C998-282E824D9B48}"/>
          </ac:spMkLst>
        </pc:spChg>
        <pc:spChg chg="add mod ord">
          <ac:chgData name="Palit, Tapti" userId="dec6fbcd-7598-406a-8cbf-504d4a3bac15" providerId="ADAL" clId="{ECD42228-5B96-4A72-B268-C46DF994E6B7}" dt="2024-01-14T19:18:49.852" v="375" actId="27636"/>
          <ac:spMkLst>
            <pc:docMk/>
            <pc:sldMk cId="475089128" sldId="755"/>
            <ac:spMk id="6" creationId="{9AA2D1C0-D085-DE7A-4858-C83A9B4988B7}"/>
          </ac:spMkLst>
        </pc:spChg>
      </pc:sldChg>
      <pc:sldChg chg="del">
        <pc:chgData name="Palit, Tapti" userId="dec6fbcd-7598-406a-8cbf-504d4a3bac15" providerId="ADAL" clId="{ECD42228-5B96-4A72-B268-C46DF994E6B7}" dt="2024-01-28T03:44:01.241" v="67437" actId="47"/>
        <pc:sldMkLst>
          <pc:docMk/>
          <pc:sldMk cId="86442301" sldId="756"/>
        </pc:sldMkLst>
      </pc:sldChg>
      <pc:sldChg chg="del">
        <pc:chgData name="Palit, Tapti" userId="dec6fbcd-7598-406a-8cbf-504d4a3bac15" providerId="ADAL" clId="{ECD42228-5B96-4A72-B268-C46DF994E6B7}" dt="2024-01-28T03:44:01.241" v="67437" actId="47"/>
        <pc:sldMkLst>
          <pc:docMk/>
          <pc:sldMk cId="1919170591" sldId="757"/>
        </pc:sldMkLst>
      </pc:sldChg>
      <pc:sldChg chg="addSp delSp modSp add del mod modClrScheme chgLayout">
        <pc:chgData name="Palit, Tapti" userId="dec6fbcd-7598-406a-8cbf-504d4a3bac15" providerId="ADAL" clId="{ECD42228-5B96-4A72-B268-C46DF994E6B7}" dt="2024-01-23T01:55:17.227" v="13414" actId="2696"/>
        <pc:sldMkLst>
          <pc:docMk/>
          <pc:sldMk cId="695655142" sldId="758"/>
        </pc:sldMkLst>
        <pc:spChg chg="mod ord">
          <ac:chgData name="Palit, Tapti" userId="dec6fbcd-7598-406a-8cbf-504d4a3bac15" providerId="ADAL" clId="{ECD42228-5B96-4A72-B268-C46DF994E6B7}" dt="2024-01-14T19:18:49.734" v="374" actId="700"/>
          <ac:spMkLst>
            <pc:docMk/>
            <pc:sldMk cId="695655142" sldId="758"/>
            <ac:spMk id="2" creationId="{8229BDFF-E1CE-F57B-F8D8-308A800B8A01}"/>
          </ac:spMkLst>
        </pc:spChg>
        <pc:spChg chg="add del mod ord">
          <ac:chgData name="Palit, Tapti" userId="dec6fbcd-7598-406a-8cbf-504d4a3bac15" providerId="ADAL" clId="{ECD42228-5B96-4A72-B268-C46DF994E6B7}" dt="2024-01-14T19:18:49.734" v="374" actId="700"/>
          <ac:spMkLst>
            <pc:docMk/>
            <pc:sldMk cId="695655142" sldId="758"/>
            <ac:spMk id="3" creationId="{8809A2E1-2C5A-FC3E-AAFC-6F949BB33D4B}"/>
          </ac:spMkLst>
        </pc:spChg>
        <pc:spChg chg="mod ord">
          <ac:chgData name="Palit, Tapti" userId="dec6fbcd-7598-406a-8cbf-504d4a3bac15" providerId="ADAL" clId="{ECD42228-5B96-4A72-B268-C46DF994E6B7}" dt="2024-01-14T19:18:49.734" v="374" actId="700"/>
          <ac:spMkLst>
            <pc:docMk/>
            <pc:sldMk cId="695655142" sldId="758"/>
            <ac:spMk id="4" creationId="{2EA4B841-1774-F5A0-07E2-86E26A512403}"/>
          </ac:spMkLst>
        </pc:spChg>
        <pc:spChg chg="add del mod ord">
          <ac:chgData name="Palit, Tapti" userId="dec6fbcd-7598-406a-8cbf-504d4a3bac15" providerId="ADAL" clId="{ECD42228-5B96-4A72-B268-C46DF994E6B7}" dt="2024-01-14T19:18:49.734" v="374" actId="700"/>
          <ac:spMkLst>
            <pc:docMk/>
            <pc:sldMk cId="695655142" sldId="758"/>
            <ac:spMk id="5" creationId="{F382B7B8-3E87-1091-9E29-D1A765F96125}"/>
          </ac:spMkLst>
        </pc:spChg>
        <pc:spChg chg="add del mod ord">
          <ac:chgData name="Palit, Tapti" userId="dec6fbcd-7598-406a-8cbf-504d4a3bac15" providerId="ADAL" clId="{ECD42228-5B96-4A72-B268-C46DF994E6B7}" dt="2024-01-14T19:20:23.362" v="380" actId="478"/>
          <ac:spMkLst>
            <pc:docMk/>
            <pc:sldMk cId="695655142" sldId="758"/>
            <ac:spMk id="7" creationId="{B9356BAA-5357-F6CB-37EE-EBB2F178237D}"/>
          </ac:spMkLst>
        </pc:spChg>
        <pc:spChg chg="mod">
          <ac:chgData name="Palit, Tapti" userId="dec6fbcd-7598-406a-8cbf-504d4a3bac15" providerId="ADAL" clId="{ECD42228-5B96-4A72-B268-C46DF994E6B7}" dt="2024-01-14T19:00:31.206" v="263" actId="207"/>
          <ac:spMkLst>
            <pc:docMk/>
            <pc:sldMk cId="695655142" sldId="758"/>
            <ac:spMk id="21" creationId="{56844122-7D25-7E0A-BD4C-410A5FA3C81F}"/>
          </ac:spMkLst>
        </pc:spChg>
      </pc:sldChg>
      <pc:sldChg chg="add del mod modShow">
        <pc:chgData name="Palit, Tapti" userId="dec6fbcd-7598-406a-8cbf-504d4a3bac15" providerId="ADAL" clId="{ECD42228-5B96-4A72-B268-C46DF994E6B7}" dt="2024-01-28T03:44:01.241" v="67437" actId="47"/>
        <pc:sldMkLst>
          <pc:docMk/>
          <pc:sldMk cId="2819835898" sldId="758"/>
        </pc:sldMkLst>
      </pc:sldChg>
      <pc:sldChg chg="modSp add del mod ord modNotesTx">
        <pc:chgData name="Palit, Tapti" userId="dec6fbcd-7598-406a-8cbf-504d4a3bac15" providerId="ADAL" clId="{ECD42228-5B96-4A72-B268-C46DF994E6B7}" dt="2024-01-25T01:41:51.841" v="46103" actId="20577"/>
        <pc:sldMkLst>
          <pc:docMk/>
          <pc:sldMk cId="985481160" sldId="759"/>
        </pc:sldMkLst>
        <pc:spChg chg="mod">
          <ac:chgData name="Palit, Tapti" userId="dec6fbcd-7598-406a-8cbf-504d4a3bac15" providerId="ADAL" clId="{ECD42228-5B96-4A72-B268-C46DF994E6B7}" dt="2024-01-14T19:15:44.382" v="346"/>
          <ac:spMkLst>
            <pc:docMk/>
            <pc:sldMk cId="985481160" sldId="759"/>
            <ac:spMk id="2" creationId="{9172D11A-0F01-2059-B19E-0DB3157F9A74}"/>
          </ac:spMkLst>
        </pc:spChg>
        <pc:spChg chg="mod">
          <ac:chgData name="Palit, Tapti" userId="dec6fbcd-7598-406a-8cbf-504d4a3bac15" providerId="ADAL" clId="{ECD42228-5B96-4A72-B268-C46DF994E6B7}" dt="2024-01-25T01:41:51.841" v="46103" actId="20577"/>
          <ac:spMkLst>
            <pc:docMk/>
            <pc:sldMk cId="985481160" sldId="759"/>
            <ac:spMk id="3" creationId="{1DE32838-0EFD-ED43-CD51-D5E95C26D3D4}"/>
          </ac:spMkLst>
        </pc:spChg>
        <pc:spChg chg="mod">
          <ac:chgData name="Palit, Tapti" userId="dec6fbcd-7598-406a-8cbf-504d4a3bac15" providerId="ADAL" clId="{ECD42228-5B96-4A72-B268-C46DF994E6B7}" dt="2024-01-14T19:15:44.382" v="346"/>
          <ac:spMkLst>
            <pc:docMk/>
            <pc:sldMk cId="985481160" sldId="759"/>
            <ac:spMk id="4" creationId="{56815426-21FE-8B6F-A5B1-995FFEEA61BD}"/>
          </ac:spMkLst>
        </pc:spChg>
      </pc:sldChg>
      <pc:sldChg chg="addSp delSp modSp del mod ord modClrScheme addCm delCm chgLayout modNotesTx">
        <pc:chgData name="Palit, Tapti" userId="dec6fbcd-7598-406a-8cbf-504d4a3bac15" providerId="ADAL" clId="{ECD42228-5B96-4A72-B268-C46DF994E6B7}" dt="2024-01-29T16:57:05.224" v="82394" actId="47"/>
        <pc:sldMkLst>
          <pc:docMk/>
          <pc:sldMk cId="899327028" sldId="760"/>
        </pc:sldMkLst>
        <pc:spChg chg="mod ord">
          <ac:chgData name="Palit, Tapti" userId="dec6fbcd-7598-406a-8cbf-504d4a3bac15" providerId="ADAL" clId="{ECD42228-5B96-4A72-B268-C46DF994E6B7}" dt="2024-01-25T14:35:59.484" v="60608" actId="700"/>
          <ac:spMkLst>
            <pc:docMk/>
            <pc:sldMk cId="899327028" sldId="760"/>
            <ac:spMk id="2" creationId="{DF81ABB8-1B14-A1DB-FEB4-C89048CF950D}"/>
          </ac:spMkLst>
        </pc:spChg>
        <pc:spChg chg="add del mod">
          <ac:chgData name="Palit, Tapti" userId="dec6fbcd-7598-406a-8cbf-504d4a3bac15" providerId="ADAL" clId="{ECD42228-5B96-4A72-B268-C46DF994E6B7}" dt="2024-01-29T16:55:47.928" v="82372" actId="478"/>
          <ac:spMkLst>
            <pc:docMk/>
            <pc:sldMk cId="899327028" sldId="760"/>
            <ac:spMk id="3" creationId="{ABCC9868-ACBC-2D49-45C6-89FAE7BCAEFC}"/>
          </ac:spMkLst>
        </pc:spChg>
        <pc:spChg chg="mod ord">
          <ac:chgData name="Palit, Tapti" userId="dec6fbcd-7598-406a-8cbf-504d4a3bac15" providerId="ADAL" clId="{ECD42228-5B96-4A72-B268-C46DF994E6B7}" dt="2024-01-25T14:35:59.484" v="60608" actId="700"/>
          <ac:spMkLst>
            <pc:docMk/>
            <pc:sldMk cId="899327028" sldId="760"/>
            <ac:spMk id="4" creationId="{B4D0B73C-77E4-ECD1-49A1-4EB846159D8F}"/>
          </ac:spMkLst>
        </pc:spChg>
        <pc:spChg chg="mod">
          <ac:chgData name="Palit, Tapti" userId="dec6fbcd-7598-406a-8cbf-504d4a3bac15" providerId="ADAL" clId="{ECD42228-5B96-4A72-B268-C46DF994E6B7}" dt="2024-01-28T23:20:35.748" v="70632" actId="20577"/>
          <ac:spMkLst>
            <pc:docMk/>
            <pc:sldMk cId="899327028" sldId="760"/>
            <ac:spMk id="8" creationId="{4C34F45F-C406-B79A-70E5-77FF2A2CEE10}"/>
          </ac:spMkLst>
        </pc:spChg>
        <pc:spChg chg="add del mod">
          <ac:chgData name="Palit, Tapti" userId="dec6fbcd-7598-406a-8cbf-504d4a3bac15" providerId="ADAL" clId="{ECD42228-5B96-4A72-B268-C46DF994E6B7}" dt="2024-01-25T14:35:47.270" v="60606" actId="478"/>
          <ac:spMkLst>
            <pc:docMk/>
            <pc:sldMk cId="899327028" sldId="760"/>
            <ac:spMk id="11" creationId="{F8879F3A-DB25-4D7A-9FA1-29B86713E749}"/>
          </ac:spMkLst>
        </pc:spChg>
        <pc:spChg chg="add del mod ord">
          <ac:chgData name="Palit, Tapti" userId="dec6fbcd-7598-406a-8cbf-504d4a3bac15" providerId="ADAL" clId="{ECD42228-5B96-4A72-B268-C46DF994E6B7}" dt="2024-01-25T14:35:59.484" v="60608" actId="700"/>
          <ac:spMkLst>
            <pc:docMk/>
            <pc:sldMk cId="899327028" sldId="760"/>
            <ac:spMk id="13" creationId="{B182921F-F3BF-AAAD-360F-C22F1D17F214}"/>
          </ac:spMkLst>
        </pc:spChg>
        <pc:spChg chg="add mod">
          <ac:chgData name="Palit, Tapti" userId="dec6fbcd-7598-406a-8cbf-504d4a3bac15" providerId="ADAL" clId="{ECD42228-5B96-4A72-B268-C46DF994E6B7}" dt="2024-01-25T14:36:59.386" v="60639" actId="255"/>
          <ac:spMkLst>
            <pc:docMk/>
            <pc:sldMk cId="899327028" sldId="760"/>
            <ac:spMk id="14" creationId="{0BF84F92-DAAC-13DB-2477-37524B5AD0D5}"/>
          </ac:spMkLst>
        </pc:spChg>
        <pc:spChg chg="mod">
          <ac:chgData name="Palit, Tapti" userId="dec6fbcd-7598-406a-8cbf-504d4a3bac15" providerId="ADAL" clId="{ECD42228-5B96-4A72-B268-C46DF994E6B7}" dt="2024-01-28T23:20:26.976" v="70595" actId="1076"/>
          <ac:spMkLst>
            <pc:docMk/>
            <pc:sldMk cId="899327028" sldId="760"/>
            <ac:spMk id="27" creationId="{9D8244E9-5278-3F65-B6C3-9F1D20EE80C4}"/>
          </ac:spMkLst>
        </pc:spChg>
        <pc:spChg chg="mod">
          <ac:chgData name="Palit, Tapti" userId="dec6fbcd-7598-406a-8cbf-504d4a3bac15" providerId="ADAL" clId="{ECD42228-5B96-4A72-B268-C46DF994E6B7}" dt="2024-01-29T01:45:19.582" v="72582" actId="5793"/>
          <ac:spMkLst>
            <pc:docMk/>
            <pc:sldMk cId="899327028" sldId="760"/>
            <ac:spMk id="28" creationId="{89EFB966-D926-FE1D-3A0F-09593BBA96B6}"/>
          </ac:spMkLst>
        </pc:spChg>
        <pc:spChg chg="mod">
          <ac:chgData name="Palit, Tapti" userId="dec6fbcd-7598-406a-8cbf-504d4a3bac15" providerId="ADAL" clId="{ECD42228-5B96-4A72-B268-C46DF994E6B7}" dt="2024-01-28T23:20:58.617" v="70661" actId="20577"/>
          <ac:spMkLst>
            <pc:docMk/>
            <pc:sldMk cId="899327028" sldId="760"/>
            <ac:spMk id="37" creationId="{AED8CC3B-88CA-91AD-E51F-3A59BEE7580F}"/>
          </ac:spMkLst>
        </pc:spChg>
        <pc:picChg chg="mod ord">
          <ac:chgData name="Palit, Tapti" userId="dec6fbcd-7598-406a-8cbf-504d4a3bac15" providerId="ADAL" clId="{ECD42228-5B96-4A72-B268-C46DF994E6B7}" dt="2024-01-25T14:35:59.484" v="60608" actId="700"/>
          <ac:picMkLst>
            <pc:docMk/>
            <pc:sldMk cId="899327028" sldId="760"/>
            <ac:picMk id="12" creationId="{0304CBC5-D55E-2AF1-B56F-89A61AB208E9}"/>
          </ac:picMkLst>
        </pc:picChg>
        <pc:extLst>
          <p:ext xmlns:p="http://schemas.openxmlformats.org/presentationml/2006/main" uri="{D6D511B9-2390-475A-947B-AFAB55BFBCF1}">
            <pc226:cmChg xmlns:pc226="http://schemas.microsoft.com/office/powerpoint/2022/06/main/command" chg="del">
              <pc226:chgData name="Palit, Tapti" userId="dec6fbcd-7598-406a-8cbf-504d4a3bac15" providerId="ADAL" clId="{ECD42228-5B96-4A72-B268-C46DF994E6B7}" dt="2024-01-25T14:37:19.635" v="60641"/>
              <pc2:cmMkLst xmlns:pc2="http://schemas.microsoft.com/office/powerpoint/2019/9/main/command">
                <pc:docMk/>
                <pc:sldMk cId="899327028" sldId="760"/>
                <pc2:cmMk id="{F4B4EB15-E843-49A0-99D3-5AB3326F26E0}"/>
              </pc2:cmMkLst>
            </pc226:cmChg>
            <pc226:cmChg xmlns:pc226="http://schemas.microsoft.com/office/powerpoint/2022/06/main/command" chg="del">
              <pc226:chgData name="Palit, Tapti" userId="dec6fbcd-7598-406a-8cbf-504d4a3bac15" providerId="ADAL" clId="{ECD42228-5B96-4A72-B268-C46DF994E6B7}" dt="2024-01-25T14:37:16.740" v="60640"/>
              <pc2:cmMkLst xmlns:pc2="http://schemas.microsoft.com/office/powerpoint/2019/9/main/command">
                <pc:docMk/>
                <pc:sldMk cId="899327028" sldId="760"/>
                <pc2:cmMk id="{AB286D7F-60E3-4DAF-AFD5-909AF29ACF30}"/>
              </pc2:cmMkLst>
            </pc226:cmChg>
            <pc226:cmChg xmlns:pc226="http://schemas.microsoft.com/office/powerpoint/2022/06/main/command" chg="add">
              <pc226:chgData name="Palit, Tapti" userId="dec6fbcd-7598-406a-8cbf-504d4a3bac15" providerId="ADAL" clId="{ECD42228-5B96-4A72-B268-C46DF994E6B7}" dt="2024-01-25T14:37:35.124" v="60642"/>
              <pc2:cmMkLst xmlns:pc2="http://schemas.microsoft.com/office/powerpoint/2019/9/main/command">
                <pc:docMk/>
                <pc:sldMk cId="899327028" sldId="760"/>
                <pc2:cmMk id="{A9B2FCA1-5781-4BD3-BF74-4E8181609CCC}"/>
              </pc2:cmMkLst>
            </pc226:cmChg>
          </p:ext>
        </pc:extLst>
      </pc:sldChg>
      <pc:sldChg chg="addSp delSp modSp add del mod modClrScheme modAnim chgLayout modNotesTx">
        <pc:chgData name="Palit, Tapti" userId="dec6fbcd-7598-406a-8cbf-504d4a3bac15" providerId="ADAL" clId="{ECD42228-5B96-4A72-B268-C46DF994E6B7}" dt="2024-01-24T02:14:05.735" v="35022" actId="1076"/>
        <pc:sldMkLst>
          <pc:docMk/>
          <pc:sldMk cId="2315818862" sldId="760"/>
        </pc:sldMkLst>
        <pc:spChg chg="mod ord">
          <ac:chgData name="Palit, Tapti" userId="dec6fbcd-7598-406a-8cbf-504d4a3bac15" providerId="ADAL" clId="{ECD42228-5B96-4A72-B268-C46DF994E6B7}" dt="2024-01-14T23:45:59.625" v="3739" actId="20577"/>
          <ac:spMkLst>
            <pc:docMk/>
            <pc:sldMk cId="2315818862" sldId="760"/>
            <ac:spMk id="2" creationId="{DF81ABB8-1B14-A1DB-FEB4-C89048CF950D}"/>
          </ac:spMkLst>
        </pc:spChg>
        <pc:spChg chg="mod ord">
          <ac:chgData name="Palit, Tapti" userId="dec6fbcd-7598-406a-8cbf-504d4a3bac15" providerId="ADAL" clId="{ECD42228-5B96-4A72-B268-C46DF994E6B7}" dt="2024-01-14T19:18:49.734" v="374" actId="700"/>
          <ac:spMkLst>
            <pc:docMk/>
            <pc:sldMk cId="2315818862" sldId="760"/>
            <ac:spMk id="4" creationId="{B4D0B73C-77E4-ECD1-49A1-4EB846159D8F}"/>
          </ac:spMkLst>
        </pc:spChg>
        <pc:spChg chg="mod">
          <ac:chgData name="Palit, Tapti" userId="dec6fbcd-7598-406a-8cbf-504d4a3bac15" providerId="ADAL" clId="{ECD42228-5B96-4A72-B268-C46DF994E6B7}" dt="2024-01-14T19:25:03.585" v="440" actId="208"/>
          <ac:spMkLst>
            <pc:docMk/>
            <pc:sldMk cId="2315818862" sldId="760"/>
            <ac:spMk id="5" creationId="{F5325E51-9A03-34B3-70C8-A9DD4DCF2733}"/>
          </ac:spMkLst>
        </pc:spChg>
        <pc:spChg chg="mod">
          <ac:chgData name="Palit, Tapti" userId="dec6fbcd-7598-406a-8cbf-504d4a3bac15" providerId="ADAL" clId="{ECD42228-5B96-4A72-B268-C46DF994E6B7}" dt="2024-01-16T04:15:08.010" v="5773" actId="114"/>
          <ac:spMkLst>
            <pc:docMk/>
            <pc:sldMk cId="2315818862" sldId="760"/>
            <ac:spMk id="7" creationId="{B0D5B52E-F89C-1B4E-FFC2-FC6C57CC7218}"/>
          </ac:spMkLst>
        </pc:spChg>
        <pc:spChg chg="mod">
          <ac:chgData name="Palit, Tapti" userId="dec6fbcd-7598-406a-8cbf-504d4a3bac15" providerId="ADAL" clId="{ECD42228-5B96-4A72-B268-C46DF994E6B7}" dt="2024-01-16T04:14:59.400" v="5771" actId="114"/>
          <ac:spMkLst>
            <pc:docMk/>
            <pc:sldMk cId="2315818862" sldId="760"/>
            <ac:spMk id="8" creationId="{4C34F45F-C406-B79A-70E5-77FF2A2CEE10}"/>
          </ac:spMkLst>
        </pc:spChg>
        <pc:spChg chg="add del mod ord">
          <ac:chgData name="Palit, Tapti" userId="dec6fbcd-7598-406a-8cbf-504d4a3bac15" providerId="ADAL" clId="{ECD42228-5B96-4A72-B268-C46DF994E6B7}" dt="2024-01-14T19:18:49.734" v="374" actId="700"/>
          <ac:spMkLst>
            <pc:docMk/>
            <pc:sldMk cId="2315818862" sldId="760"/>
            <ac:spMk id="11" creationId="{4DCCAC0D-257C-9181-C8BC-B9EBCD1E8593}"/>
          </ac:spMkLst>
        </pc:spChg>
        <pc:spChg chg="add del mod ord">
          <ac:chgData name="Palit, Tapti" userId="dec6fbcd-7598-406a-8cbf-504d4a3bac15" providerId="ADAL" clId="{ECD42228-5B96-4A72-B268-C46DF994E6B7}" dt="2024-01-14T19:18:49.734" v="374" actId="700"/>
          <ac:spMkLst>
            <pc:docMk/>
            <pc:sldMk cId="2315818862" sldId="760"/>
            <ac:spMk id="12" creationId="{966A5BDD-1EB5-30CA-5AB6-5666E694DA2E}"/>
          </ac:spMkLst>
        </pc:spChg>
        <pc:spChg chg="add del mod ord">
          <ac:chgData name="Palit, Tapti" userId="dec6fbcd-7598-406a-8cbf-504d4a3bac15" providerId="ADAL" clId="{ECD42228-5B96-4A72-B268-C46DF994E6B7}" dt="2024-01-14T19:24:57.621" v="439" actId="478"/>
          <ac:spMkLst>
            <pc:docMk/>
            <pc:sldMk cId="2315818862" sldId="760"/>
            <ac:spMk id="13" creationId="{23B61198-920D-CB8A-CA68-359FED8632AE}"/>
          </ac:spMkLst>
        </pc:spChg>
        <pc:spChg chg="del">
          <ac:chgData name="Palit, Tapti" userId="dec6fbcd-7598-406a-8cbf-504d4a3bac15" providerId="ADAL" clId="{ECD42228-5B96-4A72-B268-C46DF994E6B7}" dt="2024-01-24T02:13:52.578" v="35018"/>
          <ac:spMkLst>
            <pc:docMk/>
            <pc:sldMk cId="2315818862" sldId="760"/>
            <ac:spMk id="13" creationId="{3065B9F1-621B-B69E-8706-238DBCB4D508}"/>
          </ac:spMkLst>
        </pc:spChg>
        <pc:spChg chg="mod">
          <ac:chgData name="Palit, Tapti" userId="dec6fbcd-7598-406a-8cbf-504d4a3bac15" providerId="ADAL" clId="{ECD42228-5B96-4A72-B268-C46DF994E6B7}" dt="2024-01-23T14:29:48.274" v="24159" actId="20577"/>
          <ac:spMkLst>
            <pc:docMk/>
            <pc:sldMk cId="2315818862" sldId="760"/>
            <ac:spMk id="27" creationId="{9D8244E9-5278-3F65-B6C3-9F1D20EE80C4}"/>
          </ac:spMkLst>
        </pc:spChg>
        <pc:spChg chg="mod">
          <ac:chgData name="Palit, Tapti" userId="dec6fbcd-7598-406a-8cbf-504d4a3bac15" providerId="ADAL" clId="{ECD42228-5B96-4A72-B268-C46DF994E6B7}" dt="2024-01-14T20:45:57.449" v="1297" actId="14100"/>
          <ac:spMkLst>
            <pc:docMk/>
            <pc:sldMk cId="2315818862" sldId="760"/>
            <ac:spMk id="28" creationId="{89EFB966-D926-FE1D-3A0F-09593BBA96B6}"/>
          </ac:spMkLst>
        </pc:spChg>
        <pc:spChg chg="mod">
          <ac:chgData name="Palit, Tapti" userId="dec6fbcd-7598-406a-8cbf-504d4a3bac15" providerId="ADAL" clId="{ECD42228-5B96-4A72-B268-C46DF994E6B7}" dt="2024-01-16T04:15:14.220" v="5774" actId="114"/>
          <ac:spMkLst>
            <pc:docMk/>
            <pc:sldMk cId="2315818862" sldId="760"/>
            <ac:spMk id="37" creationId="{AED8CC3B-88CA-91AD-E51F-3A59BEE7580F}"/>
          </ac:spMkLst>
        </pc:spChg>
        <pc:spChg chg="mod">
          <ac:chgData name="Palit, Tapti" userId="dec6fbcd-7598-406a-8cbf-504d4a3bac15" providerId="ADAL" clId="{ECD42228-5B96-4A72-B268-C46DF994E6B7}" dt="2024-01-14T20:46:21.821" v="1306" actId="20577"/>
          <ac:spMkLst>
            <pc:docMk/>
            <pc:sldMk cId="2315818862" sldId="760"/>
            <ac:spMk id="38" creationId="{7FA65119-623F-C126-BFD8-2CC8C9B5746C}"/>
          </ac:spMkLst>
        </pc:spChg>
        <pc:spChg chg="mod">
          <ac:chgData name="Palit, Tapti" userId="dec6fbcd-7598-406a-8cbf-504d4a3bac15" providerId="ADAL" clId="{ECD42228-5B96-4A72-B268-C46DF994E6B7}" dt="2024-01-14T20:47:02.713" v="1343" actId="14100"/>
          <ac:spMkLst>
            <pc:docMk/>
            <pc:sldMk cId="2315818862" sldId="760"/>
            <ac:spMk id="45" creationId="{16BAF015-D4A6-06D0-ED1E-D4E1704538DD}"/>
          </ac:spMkLst>
        </pc:spChg>
        <pc:spChg chg="mod">
          <ac:chgData name="Palit, Tapti" userId="dec6fbcd-7598-406a-8cbf-504d4a3bac15" providerId="ADAL" clId="{ECD42228-5B96-4A72-B268-C46DF994E6B7}" dt="2024-01-16T04:15:16.788" v="5775" actId="114"/>
          <ac:spMkLst>
            <pc:docMk/>
            <pc:sldMk cId="2315818862" sldId="760"/>
            <ac:spMk id="50" creationId="{6D7BADB0-6F43-63E7-FDFB-9C131041A0F2}"/>
          </ac:spMkLst>
        </pc:spChg>
        <pc:spChg chg="del">
          <ac:chgData name="Palit, Tapti" userId="dec6fbcd-7598-406a-8cbf-504d4a3bac15" providerId="ADAL" clId="{ECD42228-5B96-4A72-B268-C46DF994E6B7}" dt="2024-01-14T20:46:49.593" v="1333" actId="478"/>
          <ac:spMkLst>
            <pc:docMk/>
            <pc:sldMk cId="2315818862" sldId="760"/>
            <ac:spMk id="68" creationId="{4D723328-A711-0E42-047E-1DA5D7B328E2}"/>
          </ac:spMkLst>
        </pc:spChg>
        <pc:spChg chg="mod">
          <ac:chgData name="Palit, Tapti" userId="dec6fbcd-7598-406a-8cbf-504d4a3bac15" providerId="ADAL" clId="{ECD42228-5B96-4A72-B268-C46DF994E6B7}" dt="2024-01-16T04:15:21.008" v="5776" actId="114"/>
          <ac:spMkLst>
            <pc:docMk/>
            <pc:sldMk cId="2315818862" sldId="760"/>
            <ac:spMk id="73" creationId="{800523CF-AF1D-AB7F-A449-2D1CAD9DAC14}"/>
          </ac:spMkLst>
        </pc:spChg>
        <pc:spChg chg="mod">
          <ac:chgData name="Palit, Tapti" userId="dec6fbcd-7598-406a-8cbf-504d4a3bac15" providerId="ADAL" clId="{ECD42228-5B96-4A72-B268-C46DF994E6B7}" dt="2024-01-16T04:15:23.779" v="5777" actId="114"/>
          <ac:spMkLst>
            <pc:docMk/>
            <pc:sldMk cId="2315818862" sldId="760"/>
            <ac:spMk id="74" creationId="{DA1B70A0-1179-BDDA-CDA2-F6A2F2662A5C}"/>
          </ac:spMkLst>
        </pc:spChg>
        <pc:picChg chg="add mod">
          <ac:chgData name="Palit, Tapti" userId="dec6fbcd-7598-406a-8cbf-504d4a3bac15" providerId="ADAL" clId="{ECD42228-5B96-4A72-B268-C46DF994E6B7}" dt="2024-01-24T02:14:05.735" v="35022" actId="1076"/>
          <ac:picMkLst>
            <pc:docMk/>
            <pc:sldMk cId="2315818862" sldId="760"/>
            <ac:picMk id="12" creationId="{0304CBC5-D55E-2AF1-B56F-89A61AB208E9}"/>
          </ac:picMkLst>
        </pc:picChg>
        <pc:picChg chg="del">
          <ac:chgData name="Palit, Tapti" userId="dec6fbcd-7598-406a-8cbf-504d4a3bac15" providerId="ADAL" clId="{ECD42228-5B96-4A72-B268-C46DF994E6B7}" dt="2024-01-24T02:13:47.693" v="35017" actId="478"/>
          <ac:picMkLst>
            <pc:docMk/>
            <pc:sldMk cId="2315818862" sldId="760"/>
            <ac:picMk id="1052" creationId="{A54801A9-C387-5404-734F-5006832888A4}"/>
          </ac:picMkLst>
        </pc:picChg>
      </pc:sldChg>
      <pc:sldChg chg="addSp delSp modSp add del mod modClrScheme modAnim addCm chgLayout modNotesTx">
        <pc:chgData name="Palit, Tapti" userId="dec6fbcd-7598-406a-8cbf-504d4a3bac15" providerId="ADAL" clId="{ECD42228-5B96-4A72-B268-C46DF994E6B7}" dt="2024-01-25T01:11:02.200" v="44571" actId="20577"/>
        <pc:sldMkLst>
          <pc:docMk/>
          <pc:sldMk cId="2217327378" sldId="761"/>
        </pc:sldMkLst>
        <pc:spChg chg="mod ord">
          <ac:chgData name="Palit, Tapti" userId="dec6fbcd-7598-406a-8cbf-504d4a3bac15" providerId="ADAL" clId="{ECD42228-5B96-4A72-B268-C46DF994E6B7}" dt="2024-01-25T01:07:16.806" v="44339" actId="20577"/>
          <ac:spMkLst>
            <pc:docMk/>
            <pc:sldMk cId="2217327378" sldId="761"/>
            <ac:spMk id="2" creationId="{F8B8D02F-DFDB-4EB1-8C2E-1677EEE15BF7}"/>
          </ac:spMkLst>
        </pc:spChg>
        <pc:spChg chg="add del mod ord">
          <ac:chgData name="Palit, Tapti" userId="dec6fbcd-7598-406a-8cbf-504d4a3bac15" providerId="ADAL" clId="{ECD42228-5B96-4A72-B268-C46DF994E6B7}" dt="2024-01-14T19:18:49.734" v="374" actId="700"/>
          <ac:spMkLst>
            <pc:docMk/>
            <pc:sldMk cId="2217327378" sldId="761"/>
            <ac:spMk id="3" creationId="{B1CD0213-9C00-59E1-F22C-7DB7DF31C398}"/>
          </ac:spMkLst>
        </pc:spChg>
        <pc:spChg chg="mod ord">
          <ac:chgData name="Palit, Tapti" userId="dec6fbcd-7598-406a-8cbf-504d4a3bac15" providerId="ADAL" clId="{ECD42228-5B96-4A72-B268-C46DF994E6B7}" dt="2024-01-14T19:18:49.734" v="374" actId="700"/>
          <ac:spMkLst>
            <pc:docMk/>
            <pc:sldMk cId="2217327378" sldId="761"/>
            <ac:spMk id="4" creationId="{6B1F8454-81B1-434A-AEB0-0FF8F15F1F73}"/>
          </ac:spMkLst>
        </pc:spChg>
        <pc:spChg chg="add del mod ord">
          <ac:chgData name="Palit, Tapti" userId="dec6fbcd-7598-406a-8cbf-504d4a3bac15" providerId="ADAL" clId="{ECD42228-5B96-4A72-B268-C46DF994E6B7}" dt="2024-01-14T19:18:49.734" v="374" actId="700"/>
          <ac:spMkLst>
            <pc:docMk/>
            <pc:sldMk cId="2217327378" sldId="761"/>
            <ac:spMk id="6" creationId="{204C657A-7FFA-0A4C-FF68-C13FD4A45ACB}"/>
          </ac:spMkLst>
        </pc:spChg>
        <pc:spChg chg="add del mod ord">
          <ac:chgData name="Palit, Tapti" userId="dec6fbcd-7598-406a-8cbf-504d4a3bac15" providerId="ADAL" clId="{ECD42228-5B96-4A72-B268-C46DF994E6B7}" dt="2024-01-14T19:20:19.996" v="379" actId="478"/>
          <ac:spMkLst>
            <pc:docMk/>
            <pc:sldMk cId="2217327378" sldId="761"/>
            <ac:spMk id="7" creationId="{33024E36-45E1-A683-79CB-6D6A8E8042A2}"/>
          </ac:spMkLst>
        </pc:spChg>
        <pc:picChg chg="del">
          <ac:chgData name="Palit, Tapti" userId="dec6fbcd-7598-406a-8cbf-504d4a3bac15" providerId="ADAL" clId="{ECD42228-5B96-4A72-B268-C46DF994E6B7}" dt="2024-01-25T00:59:03.860" v="44000" actId="478"/>
          <ac:picMkLst>
            <pc:docMk/>
            <pc:sldMk cId="2217327378" sldId="761"/>
            <ac:picMk id="5" creationId="{E7EFBCF8-F744-C343-982D-CD5ABBA5AA05}"/>
          </ac:picMkLst>
        </pc:picChg>
        <pc:picChg chg="add mod">
          <ac:chgData name="Palit, Tapti" userId="dec6fbcd-7598-406a-8cbf-504d4a3bac15" providerId="ADAL" clId="{ECD42228-5B96-4A72-B268-C46DF994E6B7}" dt="2024-01-25T01:04:00.734" v="44173" actId="1076"/>
          <ac:picMkLst>
            <pc:docMk/>
            <pc:sldMk cId="2217327378" sldId="761"/>
            <ac:picMk id="6" creationId="{0DA0E592-3C4A-98F4-9A16-DC69B1C15589}"/>
          </ac:picMkLst>
        </pc:picChg>
        <pc:picChg chg="add mod">
          <ac:chgData name="Palit, Tapti" userId="dec6fbcd-7598-406a-8cbf-504d4a3bac15" providerId="ADAL" clId="{ECD42228-5B96-4A72-B268-C46DF994E6B7}" dt="2024-01-25T01:04:17.677" v="44176" actId="1076"/>
          <ac:picMkLst>
            <pc:docMk/>
            <pc:sldMk cId="2217327378" sldId="761"/>
            <ac:picMk id="8" creationId="{F0D0E824-6AB1-A1A4-2B41-47BCBBBA8CE2}"/>
          </ac:picMkLst>
        </pc:picChg>
        <pc:picChg chg="add ord">
          <ac:chgData name="Palit, Tapti" userId="dec6fbcd-7598-406a-8cbf-504d4a3bac15" providerId="ADAL" clId="{ECD42228-5B96-4A72-B268-C46DF994E6B7}" dt="2024-01-25T01:05:50.166" v="44264" actId="166"/>
          <ac:picMkLst>
            <pc:docMk/>
            <pc:sldMk cId="2217327378" sldId="761"/>
            <ac:picMk id="10" creationId="{4D39C989-E4B6-AD3B-240F-C940D84C4B51}"/>
          </ac:picMkLst>
        </pc:picChg>
        <pc:picChg chg="add">
          <ac:chgData name="Palit, Tapti" userId="dec6fbcd-7598-406a-8cbf-504d4a3bac15" providerId="ADAL" clId="{ECD42228-5B96-4A72-B268-C46DF994E6B7}" dt="2024-01-25T01:05:22.472" v="44210" actId="22"/>
          <ac:picMkLst>
            <pc:docMk/>
            <pc:sldMk cId="2217327378" sldId="761"/>
            <ac:picMk id="12" creationId="{E8994956-F618-DABF-870D-F545F4305622}"/>
          </ac:picMkLst>
        </pc:picChg>
        <pc:picChg chg="mod">
          <ac:chgData name="Palit, Tapti" userId="dec6fbcd-7598-406a-8cbf-504d4a3bac15" providerId="ADAL" clId="{ECD42228-5B96-4A72-B268-C46DF994E6B7}" dt="2024-01-25T00:59:17.909" v="44006" actId="14100"/>
          <ac:picMkLst>
            <pc:docMk/>
            <pc:sldMk cId="2217327378" sldId="761"/>
            <ac:picMk id="21" creationId="{3F5574EC-286F-0BB7-785E-404D4E94595C}"/>
          </ac:picMkLst>
        </pc:picChg>
        <pc:picChg chg="del">
          <ac:chgData name="Palit, Tapti" userId="dec6fbcd-7598-406a-8cbf-504d4a3bac15" providerId="ADAL" clId="{ECD42228-5B96-4A72-B268-C46DF994E6B7}" dt="2024-01-25T00:59:10.564" v="44003" actId="478"/>
          <ac:picMkLst>
            <pc:docMk/>
            <pc:sldMk cId="2217327378" sldId="761"/>
            <ac:picMk id="22" creationId="{7BA78636-FF8E-8AEA-564C-F3DF77C9862F}"/>
          </ac:picMkLst>
        </pc:picChg>
        <pc:picChg chg="del">
          <ac:chgData name="Palit, Tapti" userId="dec6fbcd-7598-406a-8cbf-504d4a3bac15" providerId="ADAL" clId="{ECD42228-5B96-4A72-B268-C46DF994E6B7}" dt="2024-01-25T00:59:09.187" v="44002" actId="478"/>
          <ac:picMkLst>
            <pc:docMk/>
            <pc:sldMk cId="2217327378" sldId="761"/>
            <ac:picMk id="25" creationId="{54E41EB9-824F-43BF-5B26-1F1A1BF58566}"/>
          </ac:picMkLst>
        </pc:picChg>
        <pc:picChg chg="del">
          <ac:chgData name="Palit, Tapti" userId="dec6fbcd-7598-406a-8cbf-504d4a3bac15" providerId="ADAL" clId="{ECD42228-5B96-4A72-B268-C46DF994E6B7}" dt="2024-01-25T00:59:12.170" v="44004" actId="478"/>
          <ac:picMkLst>
            <pc:docMk/>
            <pc:sldMk cId="2217327378" sldId="761"/>
            <ac:picMk id="26" creationId="{906D6E89-F5EF-E8D5-6973-DC050AE919B2}"/>
          </ac:picMkLst>
        </pc:picChg>
        <pc:picChg chg="del">
          <ac:chgData name="Palit, Tapti" userId="dec6fbcd-7598-406a-8cbf-504d4a3bac15" providerId="ADAL" clId="{ECD42228-5B96-4A72-B268-C46DF994E6B7}" dt="2024-01-25T00:59:07.583" v="44001" actId="478"/>
          <ac:picMkLst>
            <pc:docMk/>
            <pc:sldMk cId="2217327378" sldId="761"/>
            <ac:picMk id="28" creationId="{E35A60AD-EF0B-6851-B808-A97DF30A909C}"/>
          </ac:picMkLst>
        </pc:pic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23T01:44:23.492" v="13011"/>
              <pc2:cmMkLst xmlns:pc2="http://schemas.microsoft.com/office/powerpoint/2019/9/main/command">
                <pc:docMk/>
                <pc:sldMk cId="2217327378" sldId="761"/>
                <pc2:cmMk id="{6D748C84-E3F3-4AB4-8F8F-A7C6EF1D2E55}"/>
              </pc2:cmMkLst>
            </pc226:cmChg>
          </p:ext>
        </pc:extLst>
      </pc:sldChg>
      <pc:sldChg chg="modSp add del mod">
        <pc:chgData name="Palit, Tapti" userId="dec6fbcd-7598-406a-8cbf-504d4a3bac15" providerId="ADAL" clId="{ECD42228-5B96-4A72-B268-C46DF994E6B7}" dt="2024-01-28T03:44:01.241" v="67437" actId="47"/>
        <pc:sldMkLst>
          <pc:docMk/>
          <pc:sldMk cId="512239654" sldId="763"/>
        </pc:sldMkLst>
        <pc:spChg chg="mod">
          <ac:chgData name="Palit, Tapti" userId="dec6fbcd-7598-406a-8cbf-504d4a3bac15" providerId="ADAL" clId="{ECD42228-5B96-4A72-B268-C46DF994E6B7}" dt="2024-01-14T20:26:10.929" v="732"/>
          <ac:spMkLst>
            <pc:docMk/>
            <pc:sldMk cId="512239654" sldId="763"/>
            <ac:spMk id="2" creationId="{5510985D-2477-455A-A3CB-96DAE9FDD982}"/>
          </ac:spMkLst>
        </pc:spChg>
        <pc:spChg chg="mod">
          <ac:chgData name="Palit, Tapti" userId="dec6fbcd-7598-406a-8cbf-504d4a3bac15" providerId="ADAL" clId="{ECD42228-5B96-4A72-B268-C46DF994E6B7}" dt="2024-01-14T20:26:10.929" v="732"/>
          <ac:spMkLst>
            <pc:docMk/>
            <pc:sldMk cId="512239654" sldId="763"/>
            <ac:spMk id="4" creationId="{52C5D24A-7BA7-4124-9EA5-F0C4372FD74C}"/>
          </ac:spMkLst>
        </pc:spChg>
      </pc:sldChg>
      <pc:sldChg chg="modSp add del">
        <pc:chgData name="Palit, Tapti" userId="dec6fbcd-7598-406a-8cbf-504d4a3bac15" providerId="ADAL" clId="{ECD42228-5B96-4A72-B268-C46DF994E6B7}" dt="2024-01-28T03:44:01.241" v="67437" actId="47"/>
        <pc:sldMkLst>
          <pc:docMk/>
          <pc:sldMk cId="73856874" sldId="764"/>
        </pc:sldMkLst>
        <pc:spChg chg="mod">
          <ac:chgData name="Palit, Tapti" userId="dec6fbcd-7598-406a-8cbf-504d4a3bac15" providerId="ADAL" clId="{ECD42228-5B96-4A72-B268-C46DF994E6B7}" dt="2024-01-14T20:26:10.929" v="732"/>
          <ac:spMkLst>
            <pc:docMk/>
            <pc:sldMk cId="73856874" sldId="764"/>
            <ac:spMk id="2" creationId="{5A5DD8AF-62EA-CF2A-7851-701065D27799}"/>
          </ac:spMkLst>
        </pc:spChg>
        <pc:spChg chg="mod">
          <ac:chgData name="Palit, Tapti" userId="dec6fbcd-7598-406a-8cbf-504d4a3bac15" providerId="ADAL" clId="{ECD42228-5B96-4A72-B268-C46DF994E6B7}" dt="2024-01-14T20:26:10.929" v="732"/>
          <ac:spMkLst>
            <pc:docMk/>
            <pc:sldMk cId="73856874" sldId="764"/>
            <ac:spMk id="4" creationId="{7AE7F40A-9DC6-75F6-B3AF-60B69EB53A94}"/>
          </ac:spMkLst>
        </pc:spChg>
      </pc:sldChg>
      <pc:sldChg chg="del">
        <pc:chgData name="Palit, Tapti" userId="dec6fbcd-7598-406a-8cbf-504d4a3bac15" providerId="ADAL" clId="{ECD42228-5B96-4A72-B268-C46DF994E6B7}" dt="2024-01-28T03:44:01.241" v="67437" actId="47"/>
        <pc:sldMkLst>
          <pc:docMk/>
          <pc:sldMk cId="503459869" sldId="765"/>
        </pc:sldMkLst>
      </pc:sldChg>
      <pc:sldChg chg="modSp add del mod modNotesTx">
        <pc:chgData name="Palit, Tapti" userId="dec6fbcd-7598-406a-8cbf-504d4a3bac15" providerId="ADAL" clId="{ECD42228-5B96-4A72-B268-C46DF994E6B7}" dt="2024-01-28T22:35:08.045" v="70044" actId="2696"/>
        <pc:sldMkLst>
          <pc:docMk/>
          <pc:sldMk cId="1489884793" sldId="766"/>
        </pc:sldMkLst>
        <pc:spChg chg="mod">
          <ac:chgData name="Palit, Tapti" userId="dec6fbcd-7598-406a-8cbf-504d4a3bac15" providerId="ADAL" clId="{ECD42228-5B96-4A72-B268-C46DF994E6B7}" dt="2024-01-14T20:26:10.929" v="732"/>
          <ac:spMkLst>
            <pc:docMk/>
            <pc:sldMk cId="1489884793" sldId="766"/>
            <ac:spMk id="2" creationId="{9172D11A-0F01-2059-B19E-0DB3157F9A74}"/>
          </ac:spMkLst>
        </pc:spChg>
        <pc:spChg chg="mod">
          <ac:chgData name="Palit, Tapti" userId="dec6fbcd-7598-406a-8cbf-504d4a3bac15" providerId="ADAL" clId="{ECD42228-5B96-4A72-B268-C46DF994E6B7}" dt="2024-01-23T04:26:18.907" v="19425" actId="113"/>
          <ac:spMkLst>
            <pc:docMk/>
            <pc:sldMk cId="1489884793" sldId="766"/>
            <ac:spMk id="3" creationId="{1DE32838-0EFD-ED43-CD51-D5E95C26D3D4}"/>
          </ac:spMkLst>
        </pc:spChg>
        <pc:spChg chg="mod">
          <ac:chgData name="Palit, Tapti" userId="dec6fbcd-7598-406a-8cbf-504d4a3bac15" providerId="ADAL" clId="{ECD42228-5B96-4A72-B268-C46DF994E6B7}" dt="2024-01-14T20:26:10.929" v="732"/>
          <ac:spMkLst>
            <pc:docMk/>
            <pc:sldMk cId="1489884793" sldId="766"/>
            <ac:spMk id="4" creationId="{56815426-21FE-8B6F-A5B1-995FFEEA61BD}"/>
          </ac:spMkLst>
        </pc:spChg>
      </pc:sldChg>
      <pc:sldChg chg="add mod modShow">
        <pc:chgData name="Palit, Tapti" userId="dec6fbcd-7598-406a-8cbf-504d4a3bac15" providerId="ADAL" clId="{ECD42228-5B96-4A72-B268-C46DF994E6B7}" dt="2024-01-28T22:35:13.077" v="70046" actId="729"/>
        <pc:sldMkLst>
          <pc:docMk/>
          <pc:sldMk cId="2331925342" sldId="766"/>
        </pc:sldMkLst>
      </pc:sldChg>
      <pc:sldChg chg="addSp delSp modSp add del mod ord modAnim modNotesTx">
        <pc:chgData name="Palit, Tapti" userId="dec6fbcd-7598-406a-8cbf-504d4a3bac15" providerId="ADAL" clId="{ECD42228-5B96-4A72-B268-C46DF994E6B7}" dt="2024-01-30T02:29:32.682" v="84086" actId="20577"/>
        <pc:sldMkLst>
          <pc:docMk/>
          <pc:sldMk cId="3143179597" sldId="767"/>
        </pc:sldMkLst>
        <pc:spChg chg="mod">
          <ac:chgData name="Palit, Tapti" userId="dec6fbcd-7598-406a-8cbf-504d4a3bac15" providerId="ADAL" clId="{ECD42228-5B96-4A72-B268-C46DF994E6B7}" dt="2024-01-29T01:09:02.520" v="72048" actId="20577"/>
          <ac:spMkLst>
            <pc:docMk/>
            <pc:sldMk cId="3143179597" sldId="767"/>
            <ac:spMk id="2" creationId="{DF11CC87-4AAD-3012-5E40-5FE127F284B9}"/>
          </ac:spMkLst>
        </pc:spChg>
        <pc:spChg chg="mod">
          <ac:chgData name="Palit, Tapti" userId="dec6fbcd-7598-406a-8cbf-504d4a3bac15" providerId="ADAL" clId="{ECD42228-5B96-4A72-B268-C46DF994E6B7}" dt="2024-01-29T00:49:24.609" v="71828" actId="21"/>
          <ac:spMkLst>
            <pc:docMk/>
            <pc:sldMk cId="3143179597" sldId="767"/>
            <ac:spMk id="3" creationId="{F864FEFB-02CD-3530-1407-456878CB7C5C}"/>
          </ac:spMkLst>
        </pc:spChg>
        <pc:spChg chg="mod">
          <ac:chgData name="Palit, Tapti" userId="dec6fbcd-7598-406a-8cbf-504d4a3bac15" providerId="ADAL" clId="{ECD42228-5B96-4A72-B268-C46DF994E6B7}" dt="2024-01-14T20:26:10.929" v="732"/>
          <ac:spMkLst>
            <pc:docMk/>
            <pc:sldMk cId="3143179597" sldId="767"/>
            <ac:spMk id="4" creationId="{85DDFC63-3BFC-EF3C-25BC-59FD0C0FB368}"/>
          </ac:spMkLst>
        </pc:spChg>
        <pc:spChg chg="del mod">
          <ac:chgData name="Palit, Tapti" userId="dec6fbcd-7598-406a-8cbf-504d4a3bac15" providerId="ADAL" clId="{ECD42228-5B96-4A72-B268-C46DF994E6B7}" dt="2024-01-28T02:47:01.353" v="67409" actId="478"/>
          <ac:spMkLst>
            <pc:docMk/>
            <pc:sldMk cId="3143179597" sldId="767"/>
            <ac:spMk id="5" creationId="{08CC6931-3A58-16B2-8D27-FF71E944FF0A}"/>
          </ac:spMkLst>
        </pc:spChg>
        <pc:spChg chg="add mod">
          <ac:chgData name="Palit, Tapti" userId="dec6fbcd-7598-406a-8cbf-504d4a3bac15" providerId="ADAL" clId="{ECD42228-5B96-4A72-B268-C46DF994E6B7}" dt="2024-01-29T02:23:46.026" v="74307" actId="1076"/>
          <ac:spMkLst>
            <pc:docMk/>
            <pc:sldMk cId="3143179597" sldId="767"/>
            <ac:spMk id="5" creationId="{C5093DFA-0D1D-D5EF-5BC7-A52F3689FA96}"/>
          </ac:spMkLst>
        </pc:spChg>
        <pc:spChg chg="del mod">
          <ac:chgData name="Palit, Tapti" userId="dec6fbcd-7598-406a-8cbf-504d4a3bac15" providerId="ADAL" clId="{ECD42228-5B96-4A72-B268-C46DF994E6B7}" dt="2024-01-29T01:29:48.472" v="72224" actId="478"/>
          <ac:spMkLst>
            <pc:docMk/>
            <pc:sldMk cId="3143179597" sldId="767"/>
            <ac:spMk id="7" creationId="{B3B0A36C-3E16-9C19-79CA-1ED4F1B7D97A}"/>
          </ac:spMkLst>
        </pc:spChg>
        <pc:spChg chg="del mod">
          <ac:chgData name="Palit, Tapti" userId="dec6fbcd-7598-406a-8cbf-504d4a3bac15" providerId="ADAL" clId="{ECD42228-5B96-4A72-B268-C46DF994E6B7}" dt="2024-01-29T01:29:54.202" v="72225" actId="478"/>
          <ac:spMkLst>
            <pc:docMk/>
            <pc:sldMk cId="3143179597" sldId="767"/>
            <ac:spMk id="8" creationId="{FEE9A8B3-EC1C-C93F-321B-2431AB56C88A}"/>
          </ac:spMkLst>
        </pc:spChg>
        <pc:spChg chg="del mod">
          <ac:chgData name="Palit, Tapti" userId="dec6fbcd-7598-406a-8cbf-504d4a3bac15" providerId="ADAL" clId="{ECD42228-5B96-4A72-B268-C46DF994E6B7}" dt="2024-01-29T01:30:01.315" v="72226" actId="478"/>
          <ac:spMkLst>
            <pc:docMk/>
            <pc:sldMk cId="3143179597" sldId="767"/>
            <ac:spMk id="9" creationId="{5BDC5A0C-1760-6E31-3EE8-83E42BABA1ED}"/>
          </ac:spMkLst>
        </pc:spChg>
        <pc:spChg chg="del mod">
          <ac:chgData name="Palit, Tapti" userId="dec6fbcd-7598-406a-8cbf-504d4a3bac15" providerId="ADAL" clId="{ECD42228-5B96-4A72-B268-C46DF994E6B7}" dt="2024-01-29T01:30:05.463" v="72227" actId="478"/>
          <ac:spMkLst>
            <pc:docMk/>
            <pc:sldMk cId="3143179597" sldId="767"/>
            <ac:spMk id="10" creationId="{FB094938-1935-AB92-21A0-9F81025EFC38}"/>
          </ac:spMkLst>
        </pc:spChg>
        <pc:spChg chg="mod">
          <ac:chgData name="Palit, Tapti" userId="dec6fbcd-7598-406a-8cbf-504d4a3bac15" providerId="ADAL" clId="{ECD42228-5B96-4A72-B268-C46DF994E6B7}" dt="2024-01-29T01:30:07.980" v="72228" actId="6549"/>
          <ac:spMkLst>
            <pc:docMk/>
            <pc:sldMk cId="3143179597" sldId="767"/>
            <ac:spMk id="12" creationId="{A0DDA5C8-50FB-DC2A-DD9C-8C03D4B036D6}"/>
          </ac:spMkLst>
        </pc:spChg>
        <pc:spChg chg="add mod">
          <ac:chgData name="Palit, Tapti" userId="dec6fbcd-7598-406a-8cbf-504d4a3bac15" providerId="ADAL" clId="{ECD42228-5B96-4A72-B268-C46DF994E6B7}" dt="2024-01-30T02:29:32.682" v="84086" actId="20577"/>
          <ac:spMkLst>
            <pc:docMk/>
            <pc:sldMk cId="3143179597" sldId="767"/>
            <ac:spMk id="17" creationId="{44BF2813-A3B5-B3E7-51DF-4243D38A3C57}"/>
          </ac:spMkLst>
        </pc:spChg>
        <pc:spChg chg="add mod">
          <ac:chgData name="Palit, Tapti" userId="dec6fbcd-7598-406a-8cbf-504d4a3bac15" providerId="ADAL" clId="{ECD42228-5B96-4A72-B268-C46DF994E6B7}" dt="2024-01-29T01:30:32.896" v="72261" actId="1076"/>
          <ac:spMkLst>
            <pc:docMk/>
            <pc:sldMk cId="3143179597" sldId="767"/>
            <ac:spMk id="18" creationId="{CA2CF09F-EB8C-FDDA-8966-A0890DAEDF65}"/>
          </ac:spMkLst>
        </pc:spChg>
        <pc:grpChg chg="del">
          <ac:chgData name="Palit, Tapti" userId="dec6fbcd-7598-406a-8cbf-504d4a3bac15" providerId="ADAL" clId="{ECD42228-5B96-4A72-B268-C46DF994E6B7}" dt="2024-01-29T01:30:01.315" v="72226" actId="478"/>
          <ac:grpSpMkLst>
            <pc:docMk/>
            <pc:sldMk cId="3143179597" sldId="767"/>
            <ac:grpSpMk id="11" creationId="{090561B4-08BE-D9D9-C676-890896DE911B}"/>
          </ac:grpSpMkLst>
        </pc:grpChg>
        <pc:grpChg chg="del">
          <ac:chgData name="Palit, Tapti" userId="dec6fbcd-7598-406a-8cbf-504d4a3bac15" providerId="ADAL" clId="{ECD42228-5B96-4A72-B268-C46DF994E6B7}" dt="2024-01-29T01:30:13.033" v="72229" actId="478"/>
          <ac:grpSpMkLst>
            <pc:docMk/>
            <pc:sldMk cId="3143179597" sldId="767"/>
            <ac:grpSpMk id="16" creationId="{B9862B4B-6F6D-42F6-65DD-02EFECEDC0AD}"/>
          </ac:grpSpMkLst>
        </pc:grpChg>
        <pc:picChg chg="add mod">
          <ac:chgData name="Palit, Tapti" userId="dec6fbcd-7598-406a-8cbf-504d4a3bac15" providerId="ADAL" clId="{ECD42228-5B96-4A72-B268-C46DF994E6B7}" dt="2024-01-29T00:49:33.663" v="71831" actId="1076"/>
          <ac:picMkLst>
            <pc:docMk/>
            <pc:sldMk cId="3143179597" sldId="767"/>
            <ac:picMk id="6" creationId="{2C64309F-5B6E-D150-ED3C-F4D779E48D86}"/>
          </ac:picMkLst>
        </pc:picChg>
        <pc:picChg chg="mod">
          <ac:chgData name="Palit, Tapti" userId="dec6fbcd-7598-406a-8cbf-504d4a3bac15" providerId="ADAL" clId="{ECD42228-5B96-4A72-B268-C46DF994E6B7}" dt="2024-01-29T02:23:46.026" v="74307" actId="1076"/>
          <ac:picMkLst>
            <pc:docMk/>
            <pc:sldMk cId="3143179597" sldId="767"/>
            <ac:picMk id="4098" creationId="{92C4798C-820F-CB9D-95B7-B09FFE4F0500}"/>
          </ac:picMkLst>
        </pc:picChg>
      </pc:sldChg>
      <pc:sldChg chg="delSp modSp add del mod">
        <pc:chgData name="Palit, Tapti" userId="dec6fbcd-7598-406a-8cbf-504d4a3bac15" providerId="ADAL" clId="{ECD42228-5B96-4A72-B268-C46DF994E6B7}" dt="2024-01-25T07:48:50.594" v="57263" actId="47"/>
        <pc:sldMkLst>
          <pc:docMk/>
          <pc:sldMk cId="918079519" sldId="769"/>
        </pc:sldMkLst>
        <pc:spChg chg="mod">
          <ac:chgData name="Palit, Tapti" userId="dec6fbcd-7598-406a-8cbf-504d4a3bac15" providerId="ADAL" clId="{ECD42228-5B96-4A72-B268-C46DF994E6B7}" dt="2024-01-24T04:30:15.318" v="40192" actId="20577"/>
          <ac:spMkLst>
            <pc:docMk/>
            <pc:sldMk cId="918079519" sldId="769"/>
            <ac:spMk id="2" creationId="{59240995-ED89-086D-83DF-F01344A66D93}"/>
          </ac:spMkLst>
        </pc:spChg>
        <pc:spChg chg="mod">
          <ac:chgData name="Palit, Tapti" userId="dec6fbcd-7598-406a-8cbf-504d4a3bac15" providerId="ADAL" clId="{ECD42228-5B96-4A72-B268-C46DF994E6B7}" dt="2024-01-14T20:26:10.929" v="732"/>
          <ac:spMkLst>
            <pc:docMk/>
            <pc:sldMk cId="918079519" sldId="769"/>
            <ac:spMk id="3" creationId="{8CD75A24-A922-707C-FFA9-97286CC05500}"/>
          </ac:spMkLst>
        </pc:spChg>
        <pc:spChg chg="mod">
          <ac:chgData name="Palit, Tapti" userId="dec6fbcd-7598-406a-8cbf-504d4a3bac15" providerId="ADAL" clId="{ECD42228-5B96-4A72-B268-C46DF994E6B7}" dt="2024-01-14T20:26:10.929" v="732"/>
          <ac:spMkLst>
            <pc:docMk/>
            <pc:sldMk cId="918079519" sldId="769"/>
            <ac:spMk id="4" creationId="{70ACB5D1-10EA-7E1E-6469-346D0A3410BD}"/>
          </ac:spMkLst>
        </pc:spChg>
        <pc:spChg chg="mod">
          <ac:chgData name="Palit, Tapti" userId="dec6fbcd-7598-406a-8cbf-504d4a3bac15" providerId="ADAL" clId="{ECD42228-5B96-4A72-B268-C46DF994E6B7}" dt="2024-01-24T04:30:45.146" v="40195" actId="1076"/>
          <ac:spMkLst>
            <pc:docMk/>
            <pc:sldMk cId="918079519" sldId="769"/>
            <ac:spMk id="7" creationId="{06294042-E080-E725-DC90-F949D77726A1}"/>
          </ac:spMkLst>
        </pc:spChg>
        <pc:spChg chg="mod">
          <ac:chgData name="Palit, Tapti" userId="dec6fbcd-7598-406a-8cbf-504d4a3bac15" providerId="ADAL" clId="{ECD42228-5B96-4A72-B268-C46DF994E6B7}" dt="2024-01-24T04:30:45.146" v="40195" actId="1076"/>
          <ac:spMkLst>
            <pc:docMk/>
            <pc:sldMk cId="918079519" sldId="769"/>
            <ac:spMk id="8" creationId="{D55B951E-D8A5-5744-5EFC-96ECBBE58AC3}"/>
          </ac:spMkLst>
        </pc:spChg>
        <pc:spChg chg="del">
          <ac:chgData name="Palit, Tapti" userId="dec6fbcd-7598-406a-8cbf-504d4a3bac15" providerId="ADAL" clId="{ECD42228-5B96-4A72-B268-C46DF994E6B7}" dt="2024-01-24T04:30:22.022" v="40193" actId="478"/>
          <ac:spMkLst>
            <pc:docMk/>
            <pc:sldMk cId="918079519" sldId="769"/>
            <ac:spMk id="12" creationId="{8F70D1EC-CE0A-5548-9ACA-2EEB04A064E7}"/>
          </ac:spMkLst>
        </pc:spChg>
        <pc:spChg chg="mod">
          <ac:chgData name="Palit, Tapti" userId="dec6fbcd-7598-406a-8cbf-504d4a3bac15" providerId="ADAL" clId="{ECD42228-5B96-4A72-B268-C46DF994E6B7}" dt="2024-01-24T04:30:45.146" v="40195" actId="1076"/>
          <ac:spMkLst>
            <pc:docMk/>
            <pc:sldMk cId="918079519" sldId="769"/>
            <ac:spMk id="14" creationId="{6107D9E6-3E32-17F6-9CB3-A309D970FA3A}"/>
          </ac:spMkLst>
        </pc:spChg>
        <pc:grpChg chg="del">
          <ac:chgData name="Palit, Tapti" userId="dec6fbcd-7598-406a-8cbf-504d4a3bac15" providerId="ADAL" clId="{ECD42228-5B96-4A72-B268-C46DF994E6B7}" dt="2024-01-24T04:30:22.022" v="40193" actId="478"/>
          <ac:grpSpMkLst>
            <pc:docMk/>
            <pc:sldMk cId="918079519" sldId="769"/>
            <ac:grpSpMk id="9" creationId="{EA851D63-46BE-BF83-A7FE-ED7D7DAD0DBF}"/>
          </ac:grpSpMkLst>
        </pc:grpChg>
        <pc:picChg chg="mod">
          <ac:chgData name="Palit, Tapti" userId="dec6fbcd-7598-406a-8cbf-504d4a3bac15" providerId="ADAL" clId="{ECD42228-5B96-4A72-B268-C46DF994E6B7}" dt="2024-01-24T04:30:45.146" v="40195" actId="1076"/>
          <ac:picMkLst>
            <pc:docMk/>
            <pc:sldMk cId="918079519" sldId="769"/>
            <ac:picMk id="11" creationId="{437F56BC-06BE-9E6A-5E2B-DC8A73616836}"/>
          </ac:picMkLst>
        </pc:picChg>
        <pc:picChg chg="mod">
          <ac:chgData name="Palit, Tapti" userId="dec6fbcd-7598-406a-8cbf-504d4a3bac15" providerId="ADAL" clId="{ECD42228-5B96-4A72-B268-C46DF994E6B7}" dt="2024-01-24T04:30:45.146" v="40195" actId="1076"/>
          <ac:picMkLst>
            <pc:docMk/>
            <pc:sldMk cId="918079519" sldId="769"/>
            <ac:picMk id="17" creationId="{666CC23E-EB01-7C27-C9E7-CD09B5B84263}"/>
          </ac:picMkLst>
        </pc:picChg>
        <pc:picChg chg="del">
          <ac:chgData name="Palit, Tapti" userId="dec6fbcd-7598-406a-8cbf-504d4a3bac15" providerId="ADAL" clId="{ECD42228-5B96-4A72-B268-C46DF994E6B7}" dt="2024-01-24T04:30:25.551" v="40194" actId="478"/>
          <ac:picMkLst>
            <pc:docMk/>
            <pc:sldMk cId="918079519" sldId="769"/>
            <ac:picMk id="6146" creationId="{BE4F5D25-9F41-734D-D085-18295ADF51F6}"/>
          </ac:picMkLst>
        </pc:picChg>
        <pc:picChg chg="del">
          <ac:chgData name="Palit, Tapti" userId="dec6fbcd-7598-406a-8cbf-504d4a3bac15" providerId="ADAL" clId="{ECD42228-5B96-4A72-B268-C46DF994E6B7}" dt="2024-01-24T04:30:25.551" v="40194" actId="478"/>
          <ac:picMkLst>
            <pc:docMk/>
            <pc:sldMk cId="918079519" sldId="769"/>
            <ac:picMk id="6148" creationId="{B273D833-F333-B121-8098-15E039EE6299}"/>
          </ac:picMkLst>
        </pc:picChg>
        <pc:picChg chg="del">
          <ac:chgData name="Palit, Tapti" userId="dec6fbcd-7598-406a-8cbf-504d4a3bac15" providerId="ADAL" clId="{ECD42228-5B96-4A72-B268-C46DF994E6B7}" dt="2024-01-24T04:30:25.551" v="40194" actId="478"/>
          <ac:picMkLst>
            <pc:docMk/>
            <pc:sldMk cId="918079519" sldId="769"/>
            <ac:picMk id="6150" creationId="{A2158BCE-C15A-B840-79AD-38FB8E7CDA61}"/>
          </ac:picMkLst>
        </pc:picChg>
      </pc:sldChg>
      <pc:sldChg chg="add del mod modShow">
        <pc:chgData name="Palit, Tapti" userId="dec6fbcd-7598-406a-8cbf-504d4a3bac15" providerId="ADAL" clId="{ECD42228-5B96-4A72-B268-C46DF994E6B7}" dt="2024-01-28T03:44:01.241" v="67437" actId="47"/>
        <pc:sldMkLst>
          <pc:docMk/>
          <pc:sldMk cId="2452157973" sldId="770"/>
        </pc:sldMkLst>
      </pc:sldChg>
      <pc:sldChg chg="modSp add del">
        <pc:chgData name="Palit, Tapti" userId="dec6fbcd-7598-406a-8cbf-504d4a3bac15" providerId="ADAL" clId="{ECD42228-5B96-4A72-B268-C46DF994E6B7}" dt="2024-01-14T22:38:09.131" v="2541" actId="2696"/>
        <pc:sldMkLst>
          <pc:docMk/>
          <pc:sldMk cId="3312629593" sldId="770"/>
        </pc:sldMkLst>
        <pc:spChg chg="mod">
          <ac:chgData name="Palit, Tapti" userId="dec6fbcd-7598-406a-8cbf-504d4a3bac15" providerId="ADAL" clId="{ECD42228-5B96-4A72-B268-C46DF994E6B7}" dt="2024-01-14T20:26:10.929" v="732"/>
          <ac:spMkLst>
            <pc:docMk/>
            <pc:sldMk cId="3312629593" sldId="770"/>
            <ac:spMk id="2" creationId="{A5E3232D-B87E-42BA-972C-632428946443}"/>
          </ac:spMkLst>
        </pc:spChg>
        <pc:spChg chg="mod">
          <ac:chgData name="Palit, Tapti" userId="dec6fbcd-7598-406a-8cbf-504d4a3bac15" providerId="ADAL" clId="{ECD42228-5B96-4A72-B268-C46DF994E6B7}" dt="2024-01-14T20:26:10.929" v="732"/>
          <ac:spMkLst>
            <pc:docMk/>
            <pc:sldMk cId="3312629593" sldId="770"/>
            <ac:spMk id="4" creationId="{0359AC02-F8AB-4379-AD04-D4963EA2C83C}"/>
          </ac:spMkLst>
        </pc:spChg>
      </pc:sldChg>
      <pc:sldChg chg="addSp delSp modSp add del mod">
        <pc:chgData name="Palit, Tapti" userId="dec6fbcd-7598-406a-8cbf-504d4a3bac15" providerId="ADAL" clId="{ECD42228-5B96-4A72-B268-C46DF994E6B7}" dt="2024-01-29T00:24:51.947" v="71268" actId="47"/>
        <pc:sldMkLst>
          <pc:docMk/>
          <pc:sldMk cId="682247849" sldId="771"/>
        </pc:sldMkLst>
        <pc:spChg chg="mod">
          <ac:chgData name="Palit, Tapti" userId="dec6fbcd-7598-406a-8cbf-504d4a3bac15" providerId="ADAL" clId="{ECD42228-5B96-4A72-B268-C46DF994E6B7}" dt="2024-01-28T22:34:43.573" v="70042" actId="692"/>
          <ac:spMkLst>
            <pc:docMk/>
            <pc:sldMk cId="682247849" sldId="771"/>
            <ac:spMk id="5" creationId="{E451955A-0717-9166-7D47-D1E8173C41B7}"/>
          </ac:spMkLst>
        </pc:spChg>
        <pc:spChg chg="mod">
          <ac:chgData name="Palit, Tapti" userId="dec6fbcd-7598-406a-8cbf-504d4a3bac15" providerId="ADAL" clId="{ECD42228-5B96-4A72-B268-C46DF994E6B7}" dt="2024-01-28T22:34:49.091" v="70043" actId="692"/>
          <ac:spMkLst>
            <pc:docMk/>
            <pc:sldMk cId="682247849" sldId="771"/>
            <ac:spMk id="6" creationId="{DC30104C-789A-53F4-00E9-67A6EA3E8739}"/>
          </ac:spMkLst>
        </pc:spChg>
        <pc:spChg chg="mod">
          <ac:chgData name="Palit, Tapti" userId="dec6fbcd-7598-406a-8cbf-504d4a3bac15" providerId="ADAL" clId="{ECD42228-5B96-4A72-B268-C46DF994E6B7}" dt="2024-01-28T01:43:14.756" v="67391" actId="1076"/>
          <ac:spMkLst>
            <pc:docMk/>
            <pc:sldMk cId="682247849" sldId="771"/>
            <ac:spMk id="8" creationId="{80A834F8-C962-BF9B-A9D7-23D573AE78CC}"/>
          </ac:spMkLst>
        </pc:spChg>
        <pc:spChg chg="mod">
          <ac:chgData name="Palit, Tapti" userId="dec6fbcd-7598-406a-8cbf-504d4a3bac15" providerId="ADAL" clId="{ECD42228-5B96-4A72-B268-C46DF994E6B7}" dt="2024-01-29T00:10:42.263" v="71077" actId="6549"/>
          <ac:spMkLst>
            <pc:docMk/>
            <pc:sldMk cId="682247849" sldId="771"/>
            <ac:spMk id="9" creationId="{0B46DE98-8621-AF1F-932F-2C30881736D4}"/>
          </ac:spMkLst>
        </pc:spChg>
        <pc:grpChg chg="add del mod">
          <ac:chgData name="Palit, Tapti" userId="dec6fbcd-7598-406a-8cbf-504d4a3bac15" providerId="ADAL" clId="{ECD42228-5B96-4A72-B268-C46DF994E6B7}" dt="2024-01-29T00:10:42.622" v="71078" actId="478"/>
          <ac:grpSpMkLst>
            <pc:docMk/>
            <pc:sldMk cId="682247849" sldId="771"/>
            <ac:grpSpMk id="11" creationId="{282CDDE8-2320-BBD9-875B-467A0B79D246}"/>
          </ac:grpSpMkLst>
        </pc:grpChg>
        <pc:grpChg chg="mod">
          <ac:chgData name="Palit, Tapti" userId="dec6fbcd-7598-406a-8cbf-504d4a3bac15" providerId="ADAL" clId="{ECD42228-5B96-4A72-B268-C46DF994E6B7}" dt="2024-01-28T01:43:14.756" v="67391" actId="1076"/>
          <ac:grpSpMkLst>
            <pc:docMk/>
            <pc:sldMk cId="682247849" sldId="771"/>
            <ac:grpSpMk id="12" creationId="{F29978C7-54D1-AAEE-0202-5825C4995A2E}"/>
          </ac:grpSpMkLst>
        </pc:grpChg>
        <pc:grpChg chg="del">
          <ac:chgData name="Palit, Tapti" userId="dec6fbcd-7598-406a-8cbf-504d4a3bac15" providerId="ADAL" clId="{ECD42228-5B96-4A72-B268-C46DF994E6B7}" dt="2024-01-28T01:42:58.784" v="67389" actId="478"/>
          <ac:grpSpMkLst>
            <pc:docMk/>
            <pc:sldMk cId="682247849" sldId="771"/>
            <ac:grpSpMk id="16" creationId="{15B23F7C-E209-4A63-810D-5557FEC65EAE}"/>
          </ac:grpSpMkLst>
        </pc:grpChg>
        <pc:picChg chg="mod">
          <ac:chgData name="Palit, Tapti" userId="dec6fbcd-7598-406a-8cbf-504d4a3bac15" providerId="ADAL" clId="{ECD42228-5B96-4A72-B268-C46DF994E6B7}" dt="2024-01-28T01:43:14.756" v="67391" actId="1076"/>
          <ac:picMkLst>
            <pc:docMk/>
            <pc:sldMk cId="682247849" sldId="771"/>
            <ac:picMk id="5122" creationId="{4B80AC27-2BED-1E1A-2E17-2D62E4258F6D}"/>
          </ac:picMkLst>
        </pc:picChg>
        <pc:picChg chg="mod">
          <ac:chgData name="Palit, Tapti" userId="dec6fbcd-7598-406a-8cbf-504d4a3bac15" providerId="ADAL" clId="{ECD42228-5B96-4A72-B268-C46DF994E6B7}" dt="2024-01-28T01:43:14.756" v="67391" actId="1076"/>
          <ac:picMkLst>
            <pc:docMk/>
            <pc:sldMk cId="682247849" sldId="771"/>
            <ac:picMk id="5124" creationId="{4DB7ABC0-EF34-0454-7B15-540C9C69A0A3}"/>
          </ac:picMkLst>
        </pc:picChg>
      </pc:sldChg>
      <pc:sldChg chg="addSp delSp modSp add del mod modNotesTx">
        <pc:chgData name="Palit, Tapti" userId="dec6fbcd-7598-406a-8cbf-504d4a3bac15" providerId="ADAL" clId="{ECD42228-5B96-4A72-B268-C46DF994E6B7}" dt="2024-01-25T07:53:35.350" v="57856" actId="2696"/>
        <pc:sldMkLst>
          <pc:docMk/>
          <pc:sldMk cId="2114364364" sldId="771"/>
        </pc:sldMkLst>
        <pc:spChg chg="mod">
          <ac:chgData name="Palit, Tapti" userId="dec6fbcd-7598-406a-8cbf-504d4a3bac15" providerId="ADAL" clId="{ECD42228-5B96-4A72-B268-C46DF994E6B7}" dt="2024-01-24T04:28:45.379" v="40151" actId="20577"/>
          <ac:spMkLst>
            <pc:docMk/>
            <pc:sldMk cId="2114364364" sldId="771"/>
            <ac:spMk id="2" creationId="{67913D4B-D159-348D-2DEC-0782AB049833}"/>
          </ac:spMkLst>
        </pc:spChg>
        <pc:spChg chg="mod">
          <ac:chgData name="Palit, Tapti" userId="dec6fbcd-7598-406a-8cbf-504d4a3bac15" providerId="ADAL" clId="{ECD42228-5B96-4A72-B268-C46DF994E6B7}" dt="2024-01-14T20:26:10.929" v="732"/>
          <ac:spMkLst>
            <pc:docMk/>
            <pc:sldMk cId="2114364364" sldId="771"/>
            <ac:spMk id="4" creationId="{02B82448-FF17-28F4-8BEC-0D94A1686C22}"/>
          </ac:spMkLst>
        </pc:spChg>
        <pc:spChg chg="mod">
          <ac:chgData name="Palit, Tapti" userId="dec6fbcd-7598-406a-8cbf-504d4a3bac15" providerId="ADAL" clId="{ECD42228-5B96-4A72-B268-C46DF994E6B7}" dt="2024-01-25T07:35:28.293" v="56418" actId="1076"/>
          <ac:spMkLst>
            <pc:docMk/>
            <pc:sldMk cId="2114364364" sldId="771"/>
            <ac:spMk id="5" creationId="{E451955A-0717-9166-7D47-D1E8173C41B7}"/>
          </ac:spMkLst>
        </pc:spChg>
        <pc:spChg chg="mod">
          <ac:chgData name="Palit, Tapti" userId="dec6fbcd-7598-406a-8cbf-504d4a3bac15" providerId="ADAL" clId="{ECD42228-5B96-4A72-B268-C46DF994E6B7}" dt="2024-01-25T07:35:30.319" v="56419" actId="1076"/>
          <ac:spMkLst>
            <pc:docMk/>
            <pc:sldMk cId="2114364364" sldId="771"/>
            <ac:spMk id="6" creationId="{DC30104C-789A-53F4-00E9-67A6EA3E8739}"/>
          </ac:spMkLst>
        </pc:spChg>
        <pc:spChg chg="mod">
          <ac:chgData name="Palit, Tapti" userId="dec6fbcd-7598-406a-8cbf-504d4a3bac15" providerId="ADAL" clId="{ECD42228-5B96-4A72-B268-C46DF994E6B7}" dt="2024-01-25T07:32:11.803" v="56331" actId="478"/>
          <ac:spMkLst>
            <pc:docMk/>
            <pc:sldMk cId="2114364364" sldId="771"/>
            <ac:spMk id="7" creationId="{2C8E66AC-7B56-6F9D-9841-2B9E4EC65080}"/>
          </ac:spMkLst>
        </pc:spChg>
        <pc:spChg chg="mod">
          <ac:chgData name="Palit, Tapti" userId="dec6fbcd-7598-406a-8cbf-504d4a3bac15" providerId="ADAL" clId="{ECD42228-5B96-4A72-B268-C46DF994E6B7}" dt="2024-01-25T07:35:28.293" v="56418" actId="1076"/>
          <ac:spMkLst>
            <pc:docMk/>
            <pc:sldMk cId="2114364364" sldId="771"/>
            <ac:spMk id="8" creationId="{80A834F8-C962-BF9B-A9D7-23D573AE78CC}"/>
          </ac:spMkLst>
        </pc:spChg>
        <pc:spChg chg="mod">
          <ac:chgData name="Palit, Tapti" userId="dec6fbcd-7598-406a-8cbf-504d4a3bac15" providerId="ADAL" clId="{ECD42228-5B96-4A72-B268-C46DF994E6B7}" dt="2024-01-25T07:35:30.319" v="56419" actId="1076"/>
          <ac:spMkLst>
            <pc:docMk/>
            <pc:sldMk cId="2114364364" sldId="771"/>
            <ac:spMk id="9" creationId="{0B46DE98-8621-AF1F-932F-2C30881736D4}"/>
          </ac:spMkLst>
        </pc:spChg>
        <pc:spChg chg="add del">
          <ac:chgData name="Palit, Tapti" userId="dec6fbcd-7598-406a-8cbf-504d4a3bac15" providerId="ADAL" clId="{ECD42228-5B96-4A72-B268-C46DF994E6B7}" dt="2024-01-24T04:28:00.256" v="40122" actId="478"/>
          <ac:spMkLst>
            <pc:docMk/>
            <pc:sldMk cId="2114364364" sldId="771"/>
            <ac:spMk id="10" creationId="{5C58C0A4-4370-37FD-000A-26A1A4A92D17}"/>
          </ac:spMkLst>
        </pc:spChg>
        <pc:spChg chg="mod">
          <ac:chgData name="Palit, Tapti" userId="dec6fbcd-7598-406a-8cbf-504d4a3bac15" providerId="ADAL" clId="{ECD42228-5B96-4A72-B268-C46DF994E6B7}" dt="2024-01-25T07:32:38.132" v="56356" actId="20577"/>
          <ac:spMkLst>
            <pc:docMk/>
            <pc:sldMk cId="2114364364" sldId="771"/>
            <ac:spMk id="10" creationId="{F3AEAC26-20AD-FF13-DC8D-B7DEE71A2B95}"/>
          </ac:spMkLst>
        </pc:spChg>
        <pc:spChg chg="add mod">
          <ac:chgData name="Palit, Tapti" userId="dec6fbcd-7598-406a-8cbf-504d4a3bac15" providerId="ADAL" clId="{ECD42228-5B96-4A72-B268-C46DF994E6B7}" dt="2024-01-24T04:29:21" v="40163" actId="478"/>
          <ac:spMkLst>
            <pc:docMk/>
            <pc:sldMk cId="2114364364" sldId="771"/>
            <ac:spMk id="13" creationId="{67ACCB79-5364-AB01-4873-778AA8CBB1B6}"/>
          </ac:spMkLst>
        </pc:spChg>
        <pc:spChg chg="add mod">
          <ac:chgData name="Palit, Tapti" userId="dec6fbcd-7598-406a-8cbf-504d4a3bac15" providerId="ADAL" clId="{ECD42228-5B96-4A72-B268-C46DF994E6B7}" dt="2024-01-24T04:29:21" v="40163" actId="478"/>
          <ac:spMkLst>
            <pc:docMk/>
            <pc:sldMk cId="2114364364" sldId="771"/>
            <ac:spMk id="14" creationId="{2774A442-CD52-B753-FECD-2229470BF713}"/>
          </ac:spMkLst>
        </pc:spChg>
        <pc:grpChg chg="add mod">
          <ac:chgData name="Palit, Tapti" userId="dec6fbcd-7598-406a-8cbf-504d4a3bac15" providerId="ADAL" clId="{ECD42228-5B96-4A72-B268-C46DF994E6B7}" dt="2024-01-25T07:32:57.024" v="56378" actId="164"/>
          <ac:grpSpMkLst>
            <pc:docMk/>
            <pc:sldMk cId="2114364364" sldId="771"/>
            <ac:grpSpMk id="3" creationId="{71065A38-AA55-7424-E984-0CF40D75383E}"/>
          </ac:grpSpMkLst>
        </pc:grpChg>
        <pc:grpChg chg="add mod">
          <ac:chgData name="Palit, Tapti" userId="dec6fbcd-7598-406a-8cbf-504d4a3bac15" providerId="ADAL" clId="{ECD42228-5B96-4A72-B268-C46DF994E6B7}" dt="2024-01-24T04:28:24.533" v="40131" actId="164"/>
          <ac:grpSpMkLst>
            <pc:docMk/>
            <pc:sldMk cId="2114364364" sldId="771"/>
            <ac:grpSpMk id="3" creationId="{BE5D1EBD-3C6B-6BD4-DC3E-548956160D36}"/>
          </ac:grpSpMkLst>
        </pc:grpChg>
        <pc:grpChg chg="add mod">
          <ac:chgData name="Palit, Tapti" userId="dec6fbcd-7598-406a-8cbf-504d4a3bac15" providerId="ADAL" clId="{ECD42228-5B96-4A72-B268-C46DF994E6B7}" dt="2024-01-24T04:28:24.009" v="40130" actId="164"/>
          <ac:grpSpMkLst>
            <pc:docMk/>
            <pc:sldMk cId="2114364364" sldId="771"/>
            <ac:grpSpMk id="7" creationId="{4B17BCE1-EA26-CFA6-1EDC-B3CE34C0BD4B}"/>
          </ac:grpSpMkLst>
        </pc:grpChg>
        <pc:grpChg chg="add mod">
          <ac:chgData name="Palit, Tapti" userId="dec6fbcd-7598-406a-8cbf-504d4a3bac15" providerId="ADAL" clId="{ECD42228-5B96-4A72-B268-C46DF994E6B7}" dt="2024-01-25T07:35:28.293" v="56418" actId="1076"/>
          <ac:grpSpMkLst>
            <pc:docMk/>
            <pc:sldMk cId="2114364364" sldId="771"/>
            <ac:grpSpMk id="11" creationId="{282CDDE8-2320-BBD9-875B-467A0B79D246}"/>
          </ac:grpSpMkLst>
        </pc:grpChg>
        <pc:grpChg chg="add mod">
          <ac:chgData name="Palit, Tapti" userId="dec6fbcd-7598-406a-8cbf-504d4a3bac15" providerId="ADAL" clId="{ECD42228-5B96-4A72-B268-C46DF994E6B7}" dt="2024-01-25T07:35:30.319" v="56419" actId="1076"/>
          <ac:grpSpMkLst>
            <pc:docMk/>
            <pc:sldMk cId="2114364364" sldId="771"/>
            <ac:grpSpMk id="12" creationId="{F29978C7-54D1-AAEE-0202-5825C4995A2E}"/>
          </ac:grpSpMkLst>
        </pc:grpChg>
        <pc:grpChg chg="add mod">
          <ac:chgData name="Palit, Tapti" userId="dec6fbcd-7598-406a-8cbf-504d4a3bac15" providerId="ADAL" clId="{ECD42228-5B96-4A72-B268-C46DF994E6B7}" dt="2024-01-25T07:35:35.665" v="56420" actId="1076"/>
          <ac:grpSpMkLst>
            <pc:docMk/>
            <pc:sldMk cId="2114364364" sldId="771"/>
            <ac:grpSpMk id="16" creationId="{15B23F7C-E209-4A63-810D-5557FEC65EAE}"/>
          </ac:grpSpMkLst>
        </pc:grpChg>
        <pc:grpChg chg="add mod">
          <ac:chgData name="Palit, Tapti" userId="dec6fbcd-7598-406a-8cbf-504d4a3bac15" providerId="ADAL" clId="{ECD42228-5B96-4A72-B268-C46DF994E6B7}" dt="2024-01-24T04:29:42.212" v="40167" actId="164"/>
          <ac:grpSpMkLst>
            <pc:docMk/>
            <pc:sldMk cId="2114364364" sldId="771"/>
            <ac:grpSpMk id="16" creationId="{C40C089A-AF3E-E9B9-66CA-618FAE45E2CA}"/>
          </ac:grpSpMkLst>
        </pc:grpChg>
        <pc:grpChg chg="add mod">
          <ac:chgData name="Palit, Tapti" userId="dec6fbcd-7598-406a-8cbf-504d4a3bac15" providerId="ADAL" clId="{ECD42228-5B96-4A72-B268-C46DF994E6B7}" dt="2024-01-24T04:29:42.212" v="40167" actId="164"/>
          <ac:grpSpMkLst>
            <pc:docMk/>
            <pc:sldMk cId="2114364364" sldId="771"/>
            <ac:grpSpMk id="18" creationId="{31AE9A55-CE7A-23EA-3DFA-C629B745ACBB}"/>
          </ac:grpSpMkLst>
        </pc:grpChg>
        <pc:picChg chg="del mod">
          <ac:chgData name="Palit, Tapti" userId="dec6fbcd-7598-406a-8cbf-504d4a3bac15" providerId="ADAL" clId="{ECD42228-5B96-4A72-B268-C46DF994E6B7}" dt="2024-01-25T07:32:11.803" v="56331" actId="478"/>
          <ac:picMkLst>
            <pc:docMk/>
            <pc:sldMk cId="2114364364" sldId="771"/>
            <ac:picMk id="13" creationId="{C66164BC-EB5F-A3BA-1A1C-6CC67B945316}"/>
          </ac:picMkLst>
        </pc:picChg>
        <pc:picChg chg="add mod">
          <ac:chgData name="Palit, Tapti" userId="dec6fbcd-7598-406a-8cbf-504d4a3bac15" providerId="ADAL" clId="{ECD42228-5B96-4A72-B268-C46DF994E6B7}" dt="2024-01-25T07:32:57.024" v="56378" actId="164"/>
          <ac:picMkLst>
            <pc:docMk/>
            <pc:sldMk cId="2114364364" sldId="771"/>
            <ac:picMk id="15" creationId="{23998C2A-6472-2203-6D0D-02505FCBE800}"/>
          </ac:picMkLst>
        </pc:picChg>
        <pc:picChg chg="add del mod">
          <ac:chgData name="Palit, Tapti" userId="dec6fbcd-7598-406a-8cbf-504d4a3bac15" providerId="ADAL" clId="{ECD42228-5B96-4A72-B268-C46DF994E6B7}" dt="2024-01-24T04:29:21" v="40163" actId="478"/>
          <ac:picMkLst>
            <pc:docMk/>
            <pc:sldMk cId="2114364364" sldId="771"/>
            <ac:picMk id="15" creationId="{75D67895-183F-77E9-A709-66443AAA999E}"/>
          </ac:picMkLst>
        </pc:picChg>
        <pc:picChg chg="add mod">
          <ac:chgData name="Palit, Tapti" userId="dec6fbcd-7598-406a-8cbf-504d4a3bac15" providerId="ADAL" clId="{ECD42228-5B96-4A72-B268-C46DF994E6B7}" dt="2024-01-24T04:29:42.212" v="40167" actId="164"/>
          <ac:picMkLst>
            <pc:docMk/>
            <pc:sldMk cId="2114364364" sldId="771"/>
            <ac:picMk id="17" creationId="{4B199D59-1741-F3D3-EF45-DE147D8B9A41}"/>
          </ac:picMkLst>
        </pc:picChg>
        <pc:picChg chg="mod">
          <ac:chgData name="Palit, Tapti" userId="dec6fbcd-7598-406a-8cbf-504d4a3bac15" providerId="ADAL" clId="{ECD42228-5B96-4A72-B268-C46DF994E6B7}" dt="2024-01-25T07:35:28.293" v="56418" actId="1076"/>
          <ac:picMkLst>
            <pc:docMk/>
            <pc:sldMk cId="2114364364" sldId="771"/>
            <ac:picMk id="5122" creationId="{4B80AC27-2BED-1E1A-2E17-2D62E4258F6D}"/>
          </ac:picMkLst>
        </pc:picChg>
        <pc:picChg chg="add del mod">
          <ac:chgData name="Palit, Tapti" userId="dec6fbcd-7598-406a-8cbf-504d4a3bac15" providerId="ADAL" clId="{ECD42228-5B96-4A72-B268-C46DF994E6B7}" dt="2024-01-25T07:35:30.319" v="56419" actId="1076"/>
          <ac:picMkLst>
            <pc:docMk/>
            <pc:sldMk cId="2114364364" sldId="771"/>
            <ac:picMk id="5124" creationId="{4DB7ABC0-EF34-0454-7B15-540C9C69A0A3}"/>
          </ac:picMkLst>
        </pc:picChg>
      </pc:sldChg>
      <pc:sldChg chg="addSp delSp modSp add del mod ord modAnim chgLayout modNotesTx">
        <pc:chgData name="Palit, Tapti" userId="dec6fbcd-7598-406a-8cbf-504d4a3bac15" providerId="ADAL" clId="{ECD42228-5B96-4A72-B268-C46DF994E6B7}" dt="2024-01-30T19:26:32.330" v="94284" actId="20577"/>
        <pc:sldMkLst>
          <pc:docMk/>
          <pc:sldMk cId="1723918552" sldId="773"/>
        </pc:sldMkLst>
        <pc:spChg chg="mod ord">
          <ac:chgData name="Palit, Tapti" userId="dec6fbcd-7598-406a-8cbf-504d4a3bac15" providerId="ADAL" clId="{ECD42228-5B96-4A72-B268-C46DF994E6B7}" dt="2024-01-30T19:25:05.060" v="94078" actId="20577"/>
          <ac:spMkLst>
            <pc:docMk/>
            <pc:sldMk cId="1723918552" sldId="773"/>
            <ac:spMk id="2" creationId="{DF11CC87-4AAD-3012-5E40-5FE127F284B9}"/>
          </ac:spMkLst>
        </pc:spChg>
        <pc:spChg chg="mod ord">
          <ac:chgData name="Palit, Tapti" userId="dec6fbcd-7598-406a-8cbf-504d4a3bac15" providerId="ADAL" clId="{ECD42228-5B96-4A72-B268-C46DF994E6B7}" dt="2024-01-30T19:25:50.170" v="94135" actId="15"/>
          <ac:spMkLst>
            <pc:docMk/>
            <pc:sldMk cId="1723918552" sldId="773"/>
            <ac:spMk id="3" creationId="{F864FEFB-02CD-3530-1407-456878CB7C5C}"/>
          </ac:spMkLst>
        </pc:spChg>
        <pc:spChg chg="mod ord">
          <ac:chgData name="Palit, Tapti" userId="dec6fbcd-7598-406a-8cbf-504d4a3bac15" providerId="ADAL" clId="{ECD42228-5B96-4A72-B268-C46DF994E6B7}" dt="2024-01-29T00:50:02.274" v="71832" actId="6264"/>
          <ac:spMkLst>
            <pc:docMk/>
            <pc:sldMk cId="1723918552" sldId="773"/>
            <ac:spMk id="4" creationId="{85DDFC63-3BFC-EF3C-25BC-59FD0C0FB368}"/>
          </ac:spMkLst>
        </pc:spChg>
        <pc:spChg chg="add mod">
          <ac:chgData name="Palit, Tapti" userId="dec6fbcd-7598-406a-8cbf-504d4a3bac15" providerId="ADAL" clId="{ECD42228-5B96-4A72-B268-C46DF994E6B7}" dt="2024-01-30T19:25:32.638" v="94085" actId="1076"/>
          <ac:spMkLst>
            <pc:docMk/>
            <pc:sldMk cId="1723918552" sldId="773"/>
            <ac:spMk id="5" creationId="{A61C3FE3-285E-8F0E-44EE-E0D2B328609E}"/>
          </ac:spMkLst>
        </pc:spChg>
        <pc:spChg chg="add mod">
          <ac:chgData name="Palit, Tapti" userId="dec6fbcd-7598-406a-8cbf-504d4a3bac15" providerId="ADAL" clId="{ECD42228-5B96-4A72-B268-C46DF994E6B7}" dt="2024-01-30T19:25:32.638" v="94085" actId="1076"/>
          <ac:spMkLst>
            <pc:docMk/>
            <pc:sldMk cId="1723918552" sldId="773"/>
            <ac:spMk id="6" creationId="{2613F417-C59F-A7C9-B7C9-60371BB7FAED}"/>
          </ac:spMkLst>
        </pc:spChg>
        <pc:spChg chg="add del mod">
          <ac:chgData name="Palit, Tapti" userId="dec6fbcd-7598-406a-8cbf-504d4a3bac15" providerId="ADAL" clId="{ECD42228-5B96-4A72-B268-C46DF994E6B7}" dt="2024-01-29T00:32:28.627" v="71302" actId="6264"/>
          <ac:spMkLst>
            <pc:docMk/>
            <pc:sldMk cId="1723918552" sldId="773"/>
            <ac:spMk id="6" creationId="{823AA720-90F5-921B-7DD4-77B897483059}"/>
          </ac:spMkLst>
        </pc:spChg>
        <pc:spChg chg="add mod">
          <ac:chgData name="Palit, Tapti" userId="dec6fbcd-7598-406a-8cbf-504d4a3bac15" providerId="ADAL" clId="{ECD42228-5B96-4A72-B268-C46DF994E6B7}" dt="2024-01-30T19:25:32.638" v="94085" actId="1076"/>
          <ac:spMkLst>
            <pc:docMk/>
            <pc:sldMk cId="1723918552" sldId="773"/>
            <ac:spMk id="9" creationId="{B31B76A9-5CFD-6363-39E4-74690AD7D78F}"/>
          </ac:spMkLst>
        </pc:spChg>
        <pc:spChg chg="add del">
          <ac:chgData name="Palit, Tapti" userId="dec6fbcd-7598-406a-8cbf-504d4a3bac15" providerId="ADAL" clId="{ECD42228-5B96-4A72-B268-C46DF994E6B7}" dt="2024-01-29T00:47:10.411" v="71714" actId="478"/>
          <ac:spMkLst>
            <pc:docMk/>
            <pc:sldMk cId="1723918552" sldId="773"/>
            <ac:spMk id="10" creationId="{792881DB-4A56-27C4-0ED3-D64A941D454F}"/>
          </ac:spMkLst>
        </pc:spChg>
        <pc:spChg chg="add mod">
          <ac:chgData name="Palit, Tapti" userId="dec6fbcd-7598-406a-8cbf-504d4a3bac15" providerId="ADAL" clId="{ECD42228-5B96-4A72-B268-C46DF994E6B7}" dt="2024-01-30T19:25:32.638" v="94085" actId="1076"/>
          <ac:spMkLst>
            <pc:docMk/>
            <pc:sldMk cId="1723918552" sldId="773"/>
            <ac:spMk id="10" creationId="{FE0DFABC-C4BB-05BE-0C62-03CF2120A189}"/>
          </ac:spMkLst>
        </pc:spChg>
        <pc:spChg chg="add del mod">
          <ac:chgData name="Palit, Tapti" userId="dec6fbcd-7598-406a-8cbf-504d4a3bac15" providerId="ADAL" clId="{ECD42228-5B96-4A72-B268-C46DF994E6B7}" dt="2024-01-29T00:32:28.627" v="71302" actId="6264"/>
          <ac:spMkLst>
            <pc:docMk/>
            <pc:sldMk cId="1723918552" sldId="773"/>
            <ac:spMk id="11" creationId="{A31E78E5-B361-45A6-419E-19617B8764F3}"/>
          </ac:spMkLst>
        </pc:spChg>
        <pc:spChg chg="add del mod">
          <ac:chgData name="Palit, Tapti" userId="dec6fbcd-7598-406a-8cbf-504d4a3bac15" providerId="ADAL" clId="{ECD42228-5B96-4A72-B268-C46DF994E6B7}" dt="2024-01-29T00:32:28.627" v="71302" actId="6264"/>
          <ac:spMkLst>
            <pc:docMk/>
            <pc:sldMk cId="1723918552" sldId="773"/>
            <ac:spMk id="12" creationId="{943B53D8-BAF2-2C08-D83C-46136C718C82}"/>
          </ac:spMkLst>
        </pc:spChg>
        <pc:spChg chg="add mod">
          <ac:chgData name="Palit, Tapti" userId="dec6fbcd-7598-406a-8cbf-504d4a3bac15" providerId="ADAL" clId="{ECD42228-5B96-4A72-B268-C46DF994E6B7}" dt="2024-01-29T00:46:38.977" v="71707" actId="1076"/>
          <ac:spMkLst>
            <pc:docMk/>
            <pc:sldMk cId="1723918552" sldId="773"/>
            <ac:spMk id="13" creationId="{00F398B7-91F8-36F3-BCFE-B3398B3493BA}"/>
          </ac:spMkLst>
        </pc:spChg>
        <pc:spChg chg="add mod">
          <ac:chgData name="Palit, Tapti" userId="dec6fbcd-7598-406a-8cbf-504d4a3bac15" providerId="ADAL" clId="{ECD42228-5B96-4A72-B268-C46DF994E6B7}" dt="2024-01-30T19:25:32.638" v="94085" actId="1076"/>
          <ac:spMkLst>
            <pc:docMk/>
            <pc:sldMk cId="1723918552" sldId="773"/>
            <ac:spMk id="14" creationId="{8E4DC323-1B43-8301-7FE5-5FBB8A92A8C7}"/>
          </ac:spMkLst>
        </pc:spChg>
        <pc:spChg chg="add mod">
          <ac:chgData name="Palit, Tapti" userId="dec6fbcd-7598-406a-8cbf-504d4a3bac15" providerId="ADAL" clId="{ECD42228-5B96-4A72-B268-C46DF994E6B7}" dt="2024-01-30T19:25:32.638" v="94085" actId="1076"/>
          <ac:spMkLst>
            <pc:docMk/>
            <pc:sldMk cId="1723918552" sldId="773"/>
            <ac:spMk id="22" creationId="{705C09A5-BAED-95CB-419B-1F85A90D19B8}"/>
          </ac:spMkLst>
        </pc:spChg>
        <pc:spChg chg="add mod">
          <ac:chgData name="Palit, Tapti" userId="dec6fbcd-7598-406a-8cbf-504d4a3bac15" providerId="ADAL" clId="{ECD42228-5B96-4A72-B268-C46DF994E6B7}" dt="2024-01-29T00:46:27.746" v="71706" actId="164"/>
          <ac:spMkLst>
            <pc:docMk/>
            <pc:sldMk cId="1723918552" sldId="773"/>
            <ac:spMk id="23" creationId="{9FE48002-45C2-6E8D-1CF4-3E51EF3AC1DC}"/>
          </ac:spMkLst>
        </pc:spChg>
        <pc:spChg chg="add mod">
          <ac:chgData name="Palit, Tapti" userId="dec6fbcd-7598-406a-8cbf-504d4a3bac15" providerId="ADAL" clId="{ECD42228-5B96-4A72-B268-C46DF994E6B7}" dt="2024-01-29T00:46:48.448" v="71708" actId="1076"/>
          <ac:spMkLst>
            <pc:docMk/>
            <pc:sldMk cId="1723918552" sldId="773"/>
            <ac:spMk id="24" creationId="{FA30C0FD-BB45-6B0E-DC02-04F705E0AE56}"/>
          </ac:spMkLst>
        </pc:spChg>
        <pc:spChg chg="add mod">
          <ac:chgData name="Palit, Tapti" userId="dec6fbcd-7598-406a-8cbf-504d4a3bac15" providerId="ADAL" clId="{ECD42228-5B96-4A72-B268-C46DF994E6B7}" dt="2024-01-29T00:46:27.746" v="71706" actId="164"/>
          <ac:spMkLst>
            <pc:docMk/>
            <pc:sldMk cId="1723918552" sldId="773"/>
            <ac:spMk id="26" creationId="{BFEA53C8-CCFD-3571-AE27-641000348530}"/>
          </ac:spMkLst>
        </pc:spChg>
        <pc:spChg chg="add mod">
          <ac:chgData name="Palit, Tapti" userId="dec6fbcd-7598-406a-8cbf-504d4a3bac15" providerId="ADAL" clId="{ECD42228-5B96-4A72-B268-C46DF994E6B7}" dt="2024-01-29T00:46:27.746" v="71706" actId="164"/>
          <ac:spMkLst>
            <pc:docMk/>
            <pc:sldMk cId="1723918552" sldId="773"/>
            <ac:spMk id="27" creationId="{B4CD3C3F-F3B4-BD38-C028-87DEADA3874F}"/>
          </ac:spMkLst>
        </pc:spChg>
        <pc:spChg chg="add mod">
          <ac:chgData name="Palit, Tapti" userId="dec6fbcd-7598-406a-8cbf-504d4a3bac15" providerId="ADAL" clId="{ECD42228-5B96-4A72-B268-C46DF994E6B7}" dt="2024-01-29T00:46:27.746" v="71706" actId="164"/>
          <ac:spMkLst>
            <pc:docMk/>
            <pc:sldMk cId="1723918552" sldId="773"/>
            <ac:spMk id="28" creationId="{C96CF11F-778D-5D11-9D95-7401DF9313BD}"/>
          </ac:spMkLst>
        </pc:spChg>
        <pc:spChg chg="add mod">
          <ac:chgData name="Palit, Tapti" userId="dec6fbcd-7598-406a-8cbf-504d4a3bac15" providerId="ADAL" clId="{ECD42228-5B96-4A72-B268-C46DF994E6B7}" dt="2024-01-29T00:46:27.746" v="71706" actId="164"/>
          <ac:spMkLst>
            <pc:docMk/>
            <pc:sldMk cId="1723918552" sldId="773"/>
            <ac:spMk id="29" creationId="{30CBDDBD-688C-662D-E3AA-9415393A90EB}"/>
          </ac:spMkLst>
        </pc:spChg>
        <pc:spChg chg="add mod">
          <ac:chgData name="Palit, Tapti" userId="dec6fbcd-7598-406a-8cbf-504d4a3bac15" providerId="ADAL" clId="{ECD42228-5B96-4A72-B268-C46DF994E6B7}" dt="2024-01-30T19:25:32.638" v="94085" actId="1076"/>
          <ac:spMkLst>
            <pc:docMk/>
            <pc:sldMk cId="1723918552" sldId="773"/>
            <ac:spMk id="38" creationId="{E7F2694F-9BE7-6DCB-9894-15228A9E5BD9}"/>
          </ac:spMkLst>
        </pc:spChg>
        <pc:spChg chg="add del mod">
          <ac:chgData name="Palit, Tapti" userId="dec6fbcd-7598-406a-8cbf-504d4a3bac15" providerId="ADAL" clId="{ECD42228-5B96-4A72-B268-C46DF994E6B7}" dt="2024-01-29T00:48:51.115" v="71800" actId="478"/>
          <ac:spMkLst>
            <pc:docMk/>
            <pc:sldMk cId="1723918552" sldId="773"/>
            <ac:spMk id="39" creationId="{34226F30-2BDB-F1B6-7EC4-4F1D67C5A382}"/>
          </ac:spMkLst>
        </pc:spChg>
        <pc:spChg chg="add mod">
          <ac:chgData name="Palit, Tapti" userId="dec6fbcd-7598-406a-8cbf-504d4a3bac15" providerId="ADAL" clId="{ECD42228-5B96-4A72-B268-C46DF994E6B7}" dt="2024-01-30T19:25:32.638" v="94085" actId="1076"/>
          <ac:spMkLst>
            <pc:docMk/>
            <pc:sldMk cId="1723918552" sldId="773"/>
            <ac:spMk id="42" creationId="{97FD2558-CC99-B330-D4EB-9AA01AB3D2DF}"/>
          </ac:spMkLst>
        </pc:spChg>
        <pc:spChg chg="add del mod">
          <ac:chgData name="Palit, Tapti" userId="dec6fbcd-7598-406a-8cbf-504d4a3bac15" providerId="ADAL" clId="{ECD42228-5B96-4A72-B268-C46DF994E6B7}" dt="2024-01-29T00:50:02.274" v="71832" actId="6264"/>
          <ac:spMkLst>
            <pc:docMk/>
            <pc:sldMk cId="1723918552" sldId="773"/>
            <ac:spMk id="43" creationId="{4956E2E8-5293-BFAC-D5D1-86DA62E752CA}"/>
          </ac:spMkLst>
        </pc:spChg>
        <pc:spChg chg="add del mod">
          <ac:chgData name="Palit, Tapti" userId="dec6fbcd-7598-406a-8cbf-504d4a3bac15" providerId="ADAL" clId="{ECD42228-5B96-4A72-B268-C46DF994E6B7}" dt="2024-01-29T00:50:02.274" v="71832" actId="6264"/>
          <ac:spMkLst>
            <pc:docMk/>
            <pc:sldMk cId="1723918552" sldId="773"/>
            <ac:spMk id="44" creationId="{EF52FF88-2988-7A1B-B74B-03D3D261E606}"/>
          </ac:spMkLst>
        </pc:spChg>
        <pc:spChg chg="add del mod">
          <ac:chgData name="Palit, Tapti" userId="dec6fbcd-7598-406a-8cbf-504d4a3bac15" providerId="ADAL" clId="{ECD42228-5B96-4A72-B268-C46DF994E6B7}" dt="2024-01-29T00:50:02.274" v="71832" actId="6264"/>
          <ac:spMkLst>
            <pc:docMk/>
            <pc:sldMk cId="1723918552" sldId="773"/>
            <ac:spMk id="45" creationId="{68ABCD65-D4DE-E272-659D-58BA51B78143}"/>
          </ac:spMkLst>
        </pc:spChg>
        <pc:grpChg chg="add mod">
          <ac:chgData name="Palit, Tapti" userId="dec6fbcd-7598-406a-8cbf-504d4a3bac15" providerId="ADAL" clId="{ECD42228-5B96-4A72-B268-C46DF994E6B7}" dt="2024-01-30T19:25:32.638" v="94085" actId="1076"/>
          <ac:grpSpMkLst>
            <pc:docMk/>
            <pc:sldMk cId="1723918552" sldId="773"/>
            <ac:grpSpMk id="25" creationId="{85ED7969-67AC-2A1B-D0BB-EA5B99FE9F2A}"/>
          </ac:grpSpMkLst>
        </pc:grpChg>
        <pc:grpChg chg="add mod">
          <ac:chgData name="Palit, Tapti" userId="dec6fbcd-7598-406a-8cbf-504d4a3bac15" providerId="ADAL" clId="{ECD42228-5B96-4A72-B268-C46DF994E6B7}" dt="2024-01-30T19:25:32.638" v="94085" actId="1076"/>
          <ac:grpSpMkLst>
            <pc:docMk/>
            <pc:sldMk cId="1723918552" sldId="773"/>
            <ac:grpSpMk id="30" creationId="{64DE4497-896A-4EE4-B15E-F8CC448BD296}"/>
          </ac:grpSpMkLst>
        </pc:grpChg>
        <pc:grpChg chg="add mod">
          <ac:chgData name="Palit, Tapti" userId="dec6fbcd-7598-406a-8cbf-504d4a3bac15" providerId="ADAL" clId="{ECD42228-5B96-4A72-B268-C46DF994E6B7}" dt="2024-01-29T00:46:22.719" v="71704" actId="164"/>
          <ac:grpSpMkLst>
            <pc:docMk/>
            <pc:sldMk cId="1723918552" sldId="773"/>
            <ac:grpSpMk id="35" creationId="{8917952C-1431-E895-9E26-266C53AC2B4E}"/>
          </ac:grpSpMkLst>
        </pc:grpChg>
        <pc:grpChg chg="add mod">
          <ac:chgData name="Palit, Tapti" userId="dec6fbcd-7598-406a-8cbf-504d4a3bac15" providerId="ADAL" clId="{ECD42228-5B96-4A72-B268-C46DF994E6B7}" dt="2024-01-29T00:46:27.746" v="71706" actId="164"/>
          <ac:grpSpMkLst>
            <pc:docMk/>
            <pc:sldMk cId="1723918552" sldId="773"/>
            <ac:grpSpMk id="36" creationId="{3640CB7D-2EE2-1C3A-02F0-CF44DFFC7A55}"/>
          </ac:grpSpMkLst>
        </pc:grpChg>
        <pc:picChg chg="add del mod">
          <ac:chgData name="Palit, Tapti" userId="dec6fbcd-7598-406a-8cbf-504d4a3bac15" providerId="ADAL" clId="{ECD42228-5B96-4A72-B268-C46DF994E6B7}" dt="2024-01-29T00:39:48.920" v="71530" actId="478"/>
          <ac:picMkLst>
            <pc:docMk/>
            <pc:sldMk cId="1723918552" sldId="773"/>
            <ac:picMk id="5" creationId="{F938A302-08C2-9072-93C0-332561E1015A}"/>
          </ac:picMkLst>
        </pc:picChg>
        <pc:picChg chg="add del mod">
          <ac:chgData name="Palit, Tapti" userId="dec6fbcd-7598-406a-8cbf-504d4a3bac15" providerId="ADAL" clId="{ECD42228-5B96-4A72-B268-C46DF994E6B7}" dt="2024-01-29T18:26:29.199" v="82906" actId="1076"/>
          <ac:picMkLst>
            <pc:docMk/>
            <pc:sldMk cId="1723918552" sldId="773"/>
            <ac:picMk id="7" creationId="{CDD8E7AA-787C-DD11-23DC-9A8907C39792}"/>
          </ac:picMkLst>
        </pc:picChg>
        <pc:picChg chg="add del mod">
          <ac:chgData name="Palit, Tapti" userId="dec6fbcd-7598-406a-8cbf-504d4a3bac15" providerId="ADAL" clId="{ECD42228-5B96-4A72-B268-C46DF994E6B7}" dt="2024-01-29T18:26:32.609" v="82907" actId="1076"/>
          <ac:picMkLst>
            <pc:docMk/>
            <pc:sldMk cId="1723918552" sldId="773"/>
            <ac:picMk id="8" creationId="{86B4FD76-72E2-9AA1-869D-0F421DF9D71A}"/>
          </ac:picMkLst>
        </pc:picChg>
        <pc:picChg chg="del mod">
          <ac:chgData name="Palit, Tapti" userId="dec6fbcd-7598-406a-8cbf-504d4a3bac15" providerId="ADAL" clId="{ECD42228-5B96-4A72-B268-C46DF994E6B7}" dt="2024-01-29T00:46:52.277" v="71709" actId="478"/>
          <ac:picMkLst>
            <pc:docMk/>
            <pc:sldMk cId="1723918552" sldId="773"/>
            <ac:picMk id="9" creationId="{B8E6C8DA-6BAC-A02A-797C-63A837538A09}"/>
          </ac:picMkLst>
        </pc:picChg>
        <pc:cxnChg chg="add del mod">
          <ac:chgData name="Palit, Tapti" userId="dec6fbcd-7598-406a-8cbf-504d4a3bac15" providerId="ADAL" clId="{ECD42228-5B96-4A72-B268-C46DF994E6B7}" dt="2024-01-29T00:40:59.323" v="71561" actId="478"/>
          <ac:cxnSpMkLst>
            <pc:docMk/>
            <pc:sldMk cId="1723918552" sldId="773"/>
            <ac:cxnSpMk id="16" creationId="{04C1E413-AE31-0299-D5E6-F60B849D3A39}"/>
          </ac:cxnSpMkLst>
        </pc:cxnChg>
        <pc:cxnChg chg="add del mod">
          <ac:chgData name="Palit, Tapti" userId="dec6fbcd-7598-406a-8cbf-504d4a3bac15" providerId="ADAL" clId="{ECD42228-5B96-4A72-B268-C46DF994E6B7}" dt="2024-01-29T00:41:01.301" v="71562" actId="478"/>
          <ac:cxnSpMkLst>
            <pc:docMk/>
            <pc:sldMk cId="1723918552" sldId="773"/>
            <ac:cxnSpMk id="19" creationId="{D0AA375D-7713-AEBA-98CB-00325FF2334B}"/>
          </ac:cxnSpMkLst>
        </pc:cxnChg>
        <pc:cxnChg chg="add mod">
          <ac:chgData name="Palit, Tapti" userId="dec6fbcd-7598-406a-8cbf-504d4a3bac15" providerId="ADAL" clId="{ECD42228-5B96-4A72-B268-C46DF994E6B7}" dt="2024-01-30T19:25:32.638" v="94085" actId="1076"/>
          <ac:cxnSpMkLst>
            <pc:docMk/>
            <pc:sldMk cId="1723918552" sldId="773"/>
            <ac:cxnSpMk id="32" creationId="{E689139A-09DB-E044-843E-046E3E0EDF0F}"/>
          </ac:cxnSpMkLst>
        </pc:cxnChg>
        <pc:cxnChg chg="add del">
          <ac:chgData name="Palit, Tapti" userId="dec6fbcd-7598-406a-8cbf-504d4a3bac15" providerId="ADAL" clId="{ECD42228-5B96-4A72-B268-C46DF994E6B7}" dt="2024-01-29T00:48:52.830" v="71801" actId="478"/>
          <ac:cxnSpMkLst>
            <pc:docMk/>
            <pc:sldMk cId="1723918552" sldId="773"/>
            <ac:cxnSpMk id="41" creationId="{C05C6483-74F9-9F29-A219-21E19ECADD6B}"/>
          </ac:cxnSpMkLst>
        </pc:cxnChg>
      </pc:sldChg>
      <pc:sldChg chg="addSp delSp modSp add del mod chgLayout modNotesTx">
        <pc:chgData name="Palit, Tapti" userId="dec6fbcd-7598-406a-8cbf-504d4a3bac15" providerId="ADAL" clId="{ECD42228-5B96-4A72-B268-C46DF994E6B7}" dt="2024-01-29T01:24:30.941" v="72162" actId="47"/>
        <pc:sldMkLst>
          <pc:docMk/>
          <pc:sldMk cId="3812040559" sldId="774"/>
        </pc:sldMkLst>
        <pc:spChg chg="mod ord">
          <ac:chgData name="Palit, Tapti" userId="dec6fbcd-7598-406a-8cbf-504d4a3bac15" providerId="ADAL" clId="{ECD42228-5B96-4A72-B268-C46DF994E6B7}" dt="2024-01-29T01:24:20.562" v="72161" actId="20577"/>
          <ac:spMkLst>
            <pc:docMk/>
            <pc:sldMk cId="3812040559" sldId="774"/>
            <ac:spMk id="2" creationId="{DF11CC87-4AAD-3012-5E40-5FE127F284B9}"/>
          </ac:spMkLst>
        </pc:spChg>
        <pc:spChg chg="mod ord">
          <ac:chgData name="Palit, Tapti" userId="dec6fbcd-7598-406a-8cbf-504d4a3bac15" providerId="ADAL" clId="{ECD42228-5B96-4A72-B268-C46DF994E6B7}" dt="2024-01-25T14:30:59.492" v="60457" actId="20577"/>
          <ac:spMkLst>
            <pc:docMk/>
            <pc:sldMk cId="3812040559" sldId="774"/>
            <ac:spMk id="3" creationId="{F864FEFB-02CD-3530-1407-456878CB7C5C}"/>
          </ac:spMkLst>
        </pc:spChg>
        <pc:spChg chg="mod ord">
          <ac:chgData name="Palit, Tapti" userId="dec6fbcd-7598-406a-8cbf-504d4a3bac15" providerId="ADAL" clId="{ECD42228-5B96-4A72-B268-C46DF994E6B7}" dt="2024-01-25T14:30:30.569" v="60365" actId="6264"/>
          <ac:spMkLst>
            <pc:docMk/>
            <pc:sldMk cId="3812040559" sldId="774"/>
            <ac:spMk id="4" creationId="{85DDFC63-3BFC-EF3C-25BC-59FD0C0FB368}"/>
          </ac:spMkLst>
        </pc:spChg>
        <pc:spChg chg="add del mod">
          <ac:chgData name="Palit, Tapti" userId="dec6fbcd-7598-406a-8cbf-504d4a3bac15" providerId="ADAL" clId="{ECD42228-5B96-4A72-B268-C46DF994E6B7}" dt="2024-01-25T14:30:30.569" v="60365" actId="6264"/>
          <ac:spMkLst>
            <pc:docMk/>
            <pc:sldMk cId="3812040559" sldId="774"/>
            <ac:spMk id="5" creationId="{FD91B193-DC1D-3481-86BC-329FC183B826}"/>
          </ac:spMkLst>
        </pc:spChg>
        <pc:spChg chg="add del mod">
          <ac:chgData name="Palit, Tapti" userId="dec6fbcd-7598-406a-8cbf-504d4a3bac15" providerId="ADAL" clId="{ECD42228-5B96-4A72-B268-C46DF994E6B7}" dt="2024-01-25T14:30:30.569" v="60365" actId="6264"/>
          <ac:spMkLst>
            <pc:docMk/>
            <pc:sldMk cId="3812040559" sldId="774"/>
            <ac:spMk id="6" creationId="{26C09E23-8F71-EDA1-9463-3A01E4CE0B9F}"/>
          </ac:spMkLst>
        </pc:spChg>
        <pc:spChg chg="add del mod">
          <ac:chgData name="Palit, Tapti" userId="dec6fbcd-7598-406a-8cbf-504d4a3bac15" providerId="ADAL" clId="{ECD42228-5B96-4A72-B268-C46DF994E6B7}" dt="2024-01-25T14:30:30.569" v="60365" actId="6264"/>
          <ac:spMkLst>
            <pc:docMk/>
            <pc:sldMk cId="3812040559" sldId="774"/>
            <ac:spMk id="7" creationId="{E137A2B5-E0C7-935B-0330-B35245B0E421}"/>
          </ac:spMkLst>
        </pc:spChg>
        <pc:spChg chg="del">
          <ac:chgData name="Palit, Tapti" userId="dec6fbcd-7598-406a-8cbf-504d4a3bac15" providerId="ADAL" clId="{ECD42228-5B96-4A72-B268-C46DF994E6B7}" dt="2024-01-25T07:58:24.469" v="58187" actId="478"/>
          <ac:spMkLst>
            <pc:docMk/>
            <pc:sldMk cId="3812040559" sldId="774"/>
            <ac:spMk id="12" creationId="{A20256F3-1377-AE8C-9DA5-31C9A7CFEA4F}"/>
          </ac:spMkLst>
        </pc:spChg>
        <pc:spChg chg="del">
          <ac:chgData name="Palit, Tapti" userId="dec6fbcd-7598-406a-8cbf-504d4a3bac15" providerId="ADAL" clId="{ECD42228-5B96-4A72-B268-C46DF994E6B7}" dt="2024-01-25T07:56:13.821" v="58059" actId="478"/>
          <ac:spMkLst>
            <pc:docMk/>
            <pc:sldMk cId="3812040559" sldId="774"/>
            <ac:spMk id="22" creationId="{F3180991-593A-90A4-F9B9-9668A6621EB6}"/>
          </ac:spMkLst>
        </pc:spChg>
        <pc:spChg chg="del">
          <ac:chgData name="Palit, Tapti" userId="dec6fbcd-7598-406a-8cbf-504d4a3bac15" providerId="ADAL" clId="{ECD42228-5B96-4A72-B268-C46DF994E6B7}" dt="2024-01-25T07:56:13.821" v="58059" actId="478"/>
          <ac:spMkLst>
            <pc:docMk/>
            <pc:sldMk cId="3812040559" sldId="774"/>
            <ac:spMk id="23" creationId="{8197B3C9-2D87-D8ED-4D60-452A10B689D5}"/>
          </ac:spMkLst>
        </pc:spChg>
        <pc:picChg chg="del">
          <ac:chgData name="Palit, Tapti" userId="dec6fbcd-7598-406a-8cbf-504d4a3bac15" providerId="ADAL" clId="{ECD42228-5B96-4A72-B268-C46DF994E6B7}" dt="2024-01-25T07:59:02.525" v="58233" actId="478"/>
          <ac:picMkLst>
            <pc:docMk/>
            <pc:sldMk cId="3812040559" sldId="774"/>
            <ac:picMk id="10" creationId="{62C6DD38-475A-01B2-1C04-6BD340FA8685}"/>
          </ac:picMkLst>
        </pc:picChg>
        <pc:picChg chg="del">
          <ac:chgData name="Palit, Tapti" userId="dec6fbcd-7598-406a-8cbf-504d4a3bac15" providerId="ADAL" clId="{ECD42228-5B96-4A72-B268-C46DF994E6B7}" dt="2024-01-25T07:59:06.214" v="58236" actId="478"/>
          <ac:picMkLst>
            <pc:docMk/>
            <pc:sldMk cId="3812040559" sldId="774"/>
            <ac:picMk id="11" creationId="{9FAD1B04-D43E-4DED-5945-EF75990BB144}"/>
          </ac:picMkLst>
        </pc:picChg>
        <pc:picChg chg="del">
          <ac:chgData name="Palit, Tapti" userId="dec6fbcd-7598-406a-8cbf-504d4a3bac15" providerId="ADAL" clId="{ECD42228-5B96-4A72-B268-C46DF994E6B7}" dt="2024-01-25T07:56:13.821" v="58059" actId="478"/>
          <ac:picMkLst>
            <pc:docMk/>
            <pc:sldMk cId="3812040559" sldId="774"/>
            <ac:picMk id="19" creationId="{8FC5162E-0E93-F705-A801-581CF1BE64A8}"/>
          </ac:picMkLst>
        </pc:picChg>
        <pc:picChg chg="del">
          <ac:chgData name="Palit, Tapti" userId="dec6fbcd-7598-406a-8cbf-504d4a3bac15" providerId="ADAL" clId="{ECD42228-5B96-4A72-B268-C46DF994E6B7}" dt="2024-01-25T07:56:13.821" v="58059" actId="478"/>
          <ac:picMkLst>
            <pc:docMk/>
            <pc:sldMk cId="3812040559" sldId="774"/>
            <ac:picMk id="25" creationId="{A3FB4304-67B5-522C-F605-96C89755AA4C}"/>
          </ac:picMkLst>
        </pc:picChg>
        <pc:picChg chg="add mod">
          <ac:chgData name="Palit, Tapti" userId="dec6fbcd-7598-406a-8cbf-504d4a3bac15" providerId="ADAL" clId="{ECD42228-5B96-4A72-B268-C46DF994E6B7}" dt="2024-01-25T14:30:56.097" v="60455" actId="1076"/>
          <ac:picMkLst>
            <pc:docMk/>
            <pc:sldMk cId="3812040559" sldId="774"/>
            <ac:picMk id="5122" creationId="{C0B69BCA-D207-3064-ADF0-AD1167996493}"/>
          </ac:picMkLst>
        </pc:picChg>
        <pc:picChg chg="add mod">
          <ac:chgData name="Palit, Tapti" userId="dec6fbcd-7598-406a-8cbf-504d4a3bac15" providerId="ADAL" clId="{ECD42228-5B96-4A72-B268-C46DF994E6B7}" dt="2024-01-25T14:30:56.097" v="60455" actId="1076"/>
          <ac:picMkLst>
            <pc:docMk/>
            <pc:sldMk cId="3812040559" sldId="774"/>
            <ac:picMk id="5124" creationId="{ED7680F6-B279-031F-7A5E-1B03B481F626}"/>
          </ac:picMkLst>
        </pc:picChg>
        <pc:cxnChg chg="del">
          <ac:chgData name="Palit, Tapti" userId="dec6fbcd-7598-406a-8cbf-504d4a3bac15" providerId="ADAL" clId="{ECD42228-5B96-4A72-B268-C46DF994E6B7}" dt="2024-01-25T07:56:13.821" v="58059" actId="478"/>
          <ac:cxnSpMkLst>
            <pc:docMk/>
            <pc:sldMk cId="3812040559" sldId="774"/>
            <ac:cxnSpMk id="20" creationId="{F7D4B551-657E-4F01-51E1-20A82D5E1314}"/>
          </ac:cxnSpMkLst>
        </pc:cxnChg>
        <pc:cxnChg chg="del">
          <ac:chgData name="Palit, Tapti" userId="dec6fbcd-7598-406a-8cbf-504d4a3bac15" providerId="ADAL" clId="{ECD42228-5B96-4A72-B268-C46DF994E6B7}" dt="2024-01-25T07:56:13.821" v="58059" actId="478"/>
          <ac:cxnSpMkLst>
            <pc:docMk/>
            <pc:sldMk cId="3812040559" sldId="774"/>
            <ac:cxnSpMk id="21" creationId="{D2705CFE-B5BD-FAEC-FDA6-2E9347CF3F4A}"/>
          </ac:cxnSpMkLst>
        </pc:cxnChg>
      </pc:sldChg>
      <pc:sldChg chg="modSp add del mod">
        <pc:chgData name="Palit, Tapti" userId="dec6fbcd-7598-406a-8cbf-504d4a3bac15" providerId="ADAL" clId="{ECD42228-5B96-4A72-B268-C46DF994E6B7}" dt="2024-01-14T23:11:36.809" v="3067" actId="47"/>
        <pc:sldMkLst>
          <pc:docMk/>
          <pc:sldMk cId="3624346367" sldId="777"/>
        </pc:sldMkLst>
        <pc:spChg chg="mod">
          <ac:chgData name="Palit, Tapti" userId="dec6fbcd-7598-406a-8cbf-504d4a3bac15" providerId="ADAL" clId="{ECD42228-5B96-4A72-B268-C46DF994E6B7}" dt="2024-01-14T20:26:10.929" v="732"/>
          <ac:spMkLst>
            <pc:docMk/>
            <pc:sldMk cId="3624346367" sldId="777"/>
            <ac:spMk id="2" creationId="{7180D887-12AA-5340-7060-BE3F6022E9F8}"/>
          </ac:spMkLst>
        </pc:spChg>
        <pc:spChg chg="mod">
          <ac:chgData name="Palit, Tapti" userId="dec6fbcd-7598-406a-8cbf-504d4a3bac15" providerId="ADAL" clId="{ECD42228-5B96-4A72-B268-C46DF994E6B7}" dt="2024-01-14T20:26:10.929" v="732"/>
          <ac:spMkLst>
            <pc:docMk/>
            <pc:sldMk cId="3624346367" sldId="777"/>
            <ac:spMk id="4" creationId="{F3311A65-1D65-9C66-8A93-74D19F8EAC94}"/>
          </ac:spMkLst>
        </pc:spChg>
        <pc:spChg chg="mod">
          <ac:chgData name="Palit, Tapti" userId="dec6fbcd-7598-406a-8cbf-504d4a3bac15" providerId="ADAL" clId="{ECD42228-5B96-4A72-B268-C46DF994E6B7}" dt="2024-01-14T20:06:30.484" v="503" actId="207"/>
          <ac:spMkLst>
            <pc:docMk/>
            <pc:sldMk cId="3624346367" sldId="777"/>
            <ac:spMk id="11" creationId="{2D050FB0-E177-ECD3-9061-F755CC1C8D70}"/>
          </ac:spMkLst>
        </pc:spChg>
        <pc:spChg chg="mod">
          <ac:chgData name="Palit, Tapti" userId="dec6fbcd-7598-406a-8cbf-504d4a3bac15" providerId="ADAL" clId="{ECD42228-5B96-4A72-B268-C46DF994E6B7}" dt="2024-01-14T20:06:48.488" v="505" actId="207"/>
          <ac:spMkLst>
            <pc:docMk/>
            <pc:sldMk cId="3624346367" sldId="777"/>
            <ac:spMk id="12" creationId="{845B8440-F5F2-6542-9D9F-757431D7F7CA}"/>
          </ac:spMkLst>
        </pc:spChg>
        <pc:spChg chg="mod">
          <ac:chgData name="Palit, Tapti" userId="dec6fbcd-7598-406a-8cbf-504d4a3bac15" providerId="ADAL" clId="{ECD42228-5B96-4A72-B268-C46DF994E6B7}" dt="2024-01-14T20:06:48.488" v="505" actId="207"/>
          <ac:spMkLst>
            <pc:docMk/>
            <pc:sldMk cId="3624346367" sldId="777"/>
            <ac:spMk id="13" creationId="{AFFDC091-072E-4FDC-1D46-8829A855FD0F}"/>
          </ac:spMkLst>
        </pc:spChg>
        <pc:spChg chg="mod">
          <ac:chgData name="Palit, Tapti" userId="dec6fbcd-7598-406a-8cbf-504d4a3bac15" providerId="ADAL" clId="{ECD42228-5B96-4A72-B268-C46DF994E6B7}" dt="2024-01-14T20:06:59.944" v="506" actId="207"/>
          <ac:spMkLst>
            <pc:docMk/>
            <pc:sldMk cId="3624346367" sldId="777"/>
            <ac:spMk id="14" creationId="{84E4F104-BE9B-6BF7-6D43-84A13352DFFB}"/>
          </ac:spMkLst>
        </pc:spChg>
      </pc:sldChg>
      <pc:sldChg chg="modSp add del mod">
        <pc:chgData name="Palit, Tapti" userId="dec6fbcd-7598-406a-8cbf-504d4a3bac15" providerId="ADAL" clId="{ECD42228-5B96-4A72-B268-C46DF994E6B7}" dt="2024-01-14T21:45:05.590" v="2184" actId="47"/>
        <pc:sldMkLst>
          <pc:docMk/>
          <pc:sldMk cId="3504242053" sldId="778"/>
        </pc:sldMkLst>
        <pc:spChg chg="mod">
          <ac:chgData name="Palit, Tapti" userId="dec6fbcd-7598-406a-8cbf-504d4a3bac15" providerId="ADAL" clId="{ECD42228-5B96-4A72-B268-C46DF994E6B7}" dt="2024-01-14T20:26:10.929" v="732"/>
          <ac:spMkLst>
            <pc:docMk/>
            <pc:sldMk cId="3504242053" sldId="778"/>
            <ac:spMk id="2" creationId="{E7870D38-D772-E8D1-4F66-DDAF42A4BDCB}"/>
          </ac:spMkLst>
        </pc:spChg>
        <pc:spChg chg="mod">
          <ac:chgData name="Palit, Tapti" userId="dec6fbcd-7598-406a-8cbf-504d4a3bac15" providerId="ADAL" clId="{ECD42228-5B96-4A72-B268-C46DF994E6B7}" dt="2024-01-14T20:26:10.929" v="732"/>
          <ac:spMkLst>
            <pc:docMk/>
            <pc:sldMk cId="3504242053" sldId="778"/>
            <ac:spMk id="4" creationId="{720B344E-25BF-6ED3-8839-7FEF943125F2}"/>
          </ac:spMkLst>
        </pc:spChg>
        <pc:spChg chg="mod">
          <ac:chgData name="Palit, Tapti" userId="dec6fbcd-7598-406a-8cbf-504d4a3bac15" providerId="ADAL" clId="{ECD42228-5B96-4A72-B268-C46DF994E6B7}" dt="2024-01-14T20:07:34.619" v="508" actId="207"/>
          <ac:spMkLst>
            <pc:docMk/>
            <pc:sldMk cId="3504242053" sldId="778"/>
            <ac:spMk id="6" creationId="{24EF1FBE-886F-B2D1-7C0D-1E2CC2388DA7}"/>
          </ac:spMkLst>
        </pc:spChg>
        <pc:spChg chg="mod">
          <ac:chgData name="Palit, Tapti" userId="dec6fbcd-7598-406a-8cbf-504d4a3bac15" providerId="ADAL" clId="{ECD42228-5B96-4A72-B268-C46DF994E6B7}" dt="2024-01-14T20:07:34.619" v="508" actId="207"/>
          <ac:spMkLst>
            <pc:docMk/>
            <pc:sldMk cId="3504242053" sldId="778"/>
            <ac:spMk id="7" creationId="{F9DE63BF-88C6-E920-D578-4C1A74855C53}"/>
          </ac:spMkLst>
        </pc:spChg>
        <pc:spChg chg="mod">
          <ac:chgData name="Palit, Tapti" userId="dec6fbcd-7598-406a-8cbf-504d4a3bac15" providerId="ADAL" clId="{ECD42228-5B96-4A72-B268-C46DF994E6B7}" dt="2024-01-14T20:07:34.619" v="508" actId="207"/>
          <ac:spMkLst>
            <pc:docMk/>
            <pc:sldMk cId="3504242053" sldId="778"/>
            <ac:spMk id="8" creationId="{B55BCB6D-219A-E78E-9CAF-167AF31A181E}"/>
          </ac:spMkLst>
        </pc:spChg>
        <pc:spChg chg="mod">
          <ac:chgData name="Palit, Tapti" userId="dec6fbcd-7598-406a-8cbf-504d4a3bac15" providerId="ADAL" clId="{ECD42228-5B96-4A72-B268-C46DF994E6B7}" dt="2024-01-14T20:07:34.619" v="508" actId="207"/>
          <ac:spMkLst>
            <pc:docMk/>
            <pc:sldMk cId="3504242053" sldId="778"/>
            <ac:spMk id="9" creationId="{EA57D602-03E2-9CA7-5EA7-8796F45F7DB2}"/>
          </ac:spMkLst>
        </pc:spChg>
        <pc:spChg chg="mod">
          <ac:chgData name="Palit, Tapti" userId="dec6fbcd-7598-406a-8cbf-504d4a3bac15" providerId="ADAL" clId="{ECD42228-5B96-4A72-B268-C46DF994E6B7}" dt="2024-01-14T20:07:25.740" v="507" actId="207"/>
          <ac:spMkLst>
            <pc:docMk/>
            <pc:sldMk cId="3504242053" sldId="778"/>
            <ac:spMk id="10" creationId="{9A97B126-2637-292B-E277-9AF4E76B3E7F}"/>
          </ac:spMkLst>
        </pc:spChg>
        <pc:spChg chg="mod">
          <ac:chgData name="Palit, Tapti" userId="dec6fbcd-7598-406a-8cbf-504d4a3bac15" providerId="ADAL" clId="{ECD42228-5B96-4A72-B268-C46DF994E6B7}" dt="2024-01-14T20:07:42.066" v="509" actId="14100"/>
          <ac:spMkLst>
            <pc:docMk/>
            <pc:sldMk cId="3504242053" sldId="778"/>
            <ac:spMk id="40" creationId="{0DE17A28-24AB-67EC-A471-080960404531}"/>
          </ac:spMkLst>
        </pc:spChg>
        <pc:spChg chg="mod">
          <ac:chgData name="Palit, Tapti" userId="dec6fbcd-7598-406a-8cbf-504d4a3bac15" providerId="ADAL" clId="{ECD42228-5B96-4A72-B268-C46DF994E6B7}" dt="2024-01-14T20:07:45.267" v="510" actId="14100"/>
          <ac:spMkLst>
            <pc:docMk/>
            <pc:sldMk cId="3504242053" sldId="778"/>
            <ac:spMk id="41" creationId="{FCABC1AA-1721-B70D-2A17-3A825804F6F4}"/>
          </ac:spMkLst>
        </pc:spChg>
        <pc:spChg chg="mod">
          <ac:chgData name="Palit, Tapti" userId="dec6fbcd-7598-406a-8cbf-504d4a3bac15" providerId="ADAL" clId="{ECD42228-5B96-4A72-B268-C46DF994E6B7}" dt="2024-01-14T20:08:00.738" v="515" actId="207"/>
          <ac:spMkLst>
            <pc:docMk/>
            <pc:sldMk cId="3504242053" sldId="778"/>
            <ac:spMk id="42" creationId="{9BC5C95B-F402-301A-E84D-8F4FFB58D82B}"/>
          </ac:spMkLst>
        </pc:spChg>
        <pc:spChg chg="mod">
          <ac:chgData name="Palit, Tapti" userId="dec6fbcd-7598-406a-8cbf-504d4a3bac15" providerId="ADAL" clId="{ECD42228-5B96-4A72-B268-C46DF994E6B7}" dt="2024-01-14T20:07:53.760" v="512" actId="207"/>
          <ac:spMkLst>
            <pc:docMk/>
            <pc:sldMk cId="3504242053" sldId="778"/>
            <ac:spMk id="43" creationId="{6E6B602B-EED3-84C1-7BFD-2716524A25C7}"/>
          </ac:spMkLst>
        </pc:spChg>
        <pc:spChg chg="mod">
          <ac:chgData name="Palit, Tapti" userId="dec6fbcd-7598-406a-8cbf-504d4a3bac15" providerId="ADAL" clId="{ECD42228-5B96-4A72-B268-C46DF994E6B7}" dt="2024-01-14T20:07:51.504" v="511" actId="207"/>
          <ac:spMkLst>
            <pc:docMk/>
            <pc:sldMk cId="3504242053" sldId="778"/>
            <ac:spMk id="44" creationId="{A18E3392-C2F8-846C-101D-782DC7B3FAC9}"/>
          </ac:spMkLst>
        </pc:spChg>
        <pc:spChg chg="mod">
          <ac:chgData name="Palit, Tapti" userId="dec6fbcd-7598-406a-8cbf-504d4a3bac15" providerId="ADAL" clId="{ECD42228-5B96-4A72-B268-C46DF994E6B7}" dt="2024-01-14T20:07:56.386" v="513" actId="207"/>
          <ac:spMkLst>
            <pc:docMk/>
            <pc:sldMk cId="3504242053" sldId="778"/>
            <ac:spMk id="45" creationId="{C6691857-02B4-3AA5-C833-27E3A6438781}"/>
          </ac:spMkLst>
        </pc:spChg>
        <pc:spChg chg="mod">
          <ac:chgData name="Palit, Tapti" userId="dec6fbcd-7598-406a-8cbf-504d4a3bac15" providerId="ADAL" clId="{ECD42228-5B96-4A72-B268-C46DF994E6B7}" dt="2024-01-14T20:07:58.530" v="514" actId="207"/>
          <ac:spMkLst>
            <pc:docMk/>
            <pc:sldMk cId="3504242053" sldId="778"/>
            <ac:spMk id="46" creationId="{675FE948-15A8-0A9D-C6BC-32AEDD850CA5}"/>
          </ac:spMkLst>
        </pc:spChg>
      </pc:sldChg>
      <pc:sldChg chg="del">
        <pc:chgData name="Palit, Tapti" userId="dec6fbcd-7598-406a-8cbf-504d4a3bac15" providerId="ADAL" clId="{ECD42228-5B96-4A72-B268-C46DF994E6B7}" dt="2024-01-28T03:44:01.241" v="67437" actId="47"/>
        <pc:sldMkLst>
          <pc:docMk/>
          <pc:sldMk cId="3115519098" sldId="780"/>
        </pc:sldMkLst>
      </pc:sldChg>
      <pc:sldChg chg="modSp add del addCm">
        <pc:chgData name="Palit, Tapti" userId="dec6fbcd-7598-406a-8cbf-504d4a3bac15" providerId="ADAL" clId="{ECD42228-5B96-4A72-B268-C46DF994E6B7}" dt="2024-01-14T21:45:26.113" v="2185"/>
        <pc:sldMkLst>
          <pc:docMk/>
          <pc:sldMk cId="3960177231" sldId="781"/>
        </pc:sldMkLst>
        <pc:spChg chg="mod">
          <ac:chgData name="Palit, Tapti" userId="dec6fbcd-7598-406a-8cbf-504d4a3bac15" providerId="ADAL" clId="{ECD42228-5B96-4A72-B268-C46DF994E6B7}" dt="2024-01-14T20:26:10.929" v="732"/>
          <ac:spMkLst>
            <pc:docMk/>
            <pc:sldMk cId="3960177231" sldId="781"/>
            <ac:spMk id="2" creationId="{0E56523D-E620-C3B9-37B8-C28EC8778124}"/>
          </ac:spMkLst>
        </pc:spChg>
        <pc:spChg chg="mod">
          <ac:chgData name="Palit, Tapti" userId="dec6fbcd-7598-406a-8cbf-504d4a3bac15" providerId="ADAL" clId="{ECD42228-5B96-4A72-B268-C46DF994E6B7}" dt="2024-01-14T20:26:10.929" v="732"/>
          <ac:spMkLst>
            <pc:docMk/>
            <pc:sldMk cId="3960177231" sldId="781"/>
            <ac:spMk id="4" creationId="{1CB6394E-5666-733F-B4AE-68E42A12D239}"/>
          </ac:spMkLst>
        </pc:sp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14T21:45:26.113" v="2185"/>
              <pc2:cmMkLst xmlns:pc2="http://schemas.microsoft.com/office/powerpoint/2019/9/main/command">
                <pc:docMk/>
                <pc:sldMk cId="3960177231" sldId="781"/>
                <pc2:cmMk id="{02F8B481-73B8-40C0-A8F2-6E916E3EBF5E}"/>
              </pc2:cmMkLst>
            </pc226:cmChg>
          </p:ext>
        </pc:extLst>
      </pc:sldChg>
      <pc:sldChg chg="addSp delSp modSp add del mod delAnim modAnim addCm chgLayout">
        <pc:chgData name="Palit, Tapti" userId="dec6fbcd-7598-406a-8cbf-504d4a3bac15" providerId="ADAL" clId="{ECD42228-5B96-4A72-B268-C46DF994E6B7}" dt="2024-01-14T20:34:39.729" v="913" actId="47"/>
        <pc:sldMkLst>
          <pc:docMk/>
          <pc:sldMk cId="1002511156" sldId="782"/>
        </pc:sldMkLst>
        <pc:spChg chg="mod ord">
          <ac:chgData name="Palit, Tapti" userId="dec6fbcd-7598-406a-8cbf-504d4a3bac15" providerId="ADAL" clId="{ECD42228-5B96-4A72-B268-C46DF994E6B7}" dt="2024-01-14T20:34:07.641" v="909" actId="20577"/>
          <ac:spMkLst>
            <pc:docMk/>
            <pc:sldMk cId="1002511156" sldId="782"/>
            <ac:spMk id="2" creationId="{803650A6-D090-4F49-89FC-6E7ECF8BED37}"/>
          </ac:spMkLst>
        </pc:spChg>
        <pc:spChg chg="mod ord">
          <ac:chgData name="Palit, Tapti" userId="dec6fbcd-7598-406a-8cbf-504d4a3bac15" providerId="ADAL" clId="{ECD42228-5B96-4A72-B268-C46DF994E6B7}" dt="2024-01-14T20:26:10.929" v="732"/>
          <ac:spMkLst>
            <pc:docMk/>
            <pc:sldMk cId="1002511156" sldId="782"/>
            <ac:spMk id="3" creationId="{9DF37E32-E849-43FD-AE75-95E334786AB7}"/>
          </ac:spMkLst>
        </pc:spChg>
        <pc:spChg chg="mod ord">
          <ac:chgData name="Palit, Tapti" userId="dec6fbcd-7598-406a-8cbf-504d4a3bac15" providerId="ADAL" clId="{ECD42228-5B96-4A72-B268-C46DF994E6B7}" dt="2024-01-14T20:26:10.929" v="732"/>
          <ac:spMkLst>
            <pc:docMk/>
            <pc:sldMk cId="1002511156" sldId="782"/>
            <ac:spMk id="4" creationId="{3CFC0458-353F-49C6-A1F4-5BF22C6A25F4}"/>
          </ac:spMkLst>
        </pc:spChg>
        <pc:spChg chg="del mod">
          <ac:chgData name="Palit, Tapti" userId="dec6fbcd-7598-406a-8cbf-504d4a3bac15" providerId="ADAL" clId="{ECD42228-5B96-4A72-B268-C46DF994E6B7}" dt="2024-01-14T18:30:08.344" v="89" actId="478"/>
          <ac:spMkLst>
            <pc:docMk/>
            <pc:sldMk cId="1002511156" sldId="782"/>
            <ac:spMk id="5" creationId="{3BD545A7-2B82-4CCD-BB25-B0D8B99223C8}"/>
          </ac:spMkLst>
        </pc:spChg>
        <pc:spChg chg="mod">
          <ac:chgData name="Palit, Tapti" userId="dec6fbcd-7598-406a-8cbf-504d4a3bac15" providerId="ADAL" clId="{ECD42228-5B96-4A72-B268-C46DF994E6B7}" dt="2024-01-14T20:09:03.148" v="517" actId="207"/>
          <ac:spMkLst>
            <pc:docMk/>
            <pc:sldMk cId="1002511156" sldId="782"/>
            <ac:spMk id="6" creationId="{D6E7A7AB-D626-4FD5-AB23-3EBF346B90C3}"/>
          </ac:spMkLst>
        </pc:spChg>
        <pc:spChg chg="add del mod">
          <ac:chgData name="Palit, Tapti" userId="dec6fbcd-7598-406a-8cbf-504d4a3bac15" providerId="ADAL" clId="{ECD42228-5B96-4A72-B268-C46DF994E6B7}" dt="2024-01-14T18:43:29.118" v="239" actId="478"/>
          <ac:spMkLst>
            <pc:docMk/>
            <pc:sldMk cId="1002511156" sldId="782"/>
            <ac:spMk id="16" creationId="{788A6155-259C-74FF-B1C5-03CD3AC4F7D4}"/>
          </ac:spMkLst>
        </pc:spChg>
        <pc:spChg chg="add del mod">
          <ac:chgData name="Palit, Tapti" userId="dec6fbcd-7598-406a-8cbf-504d4a3bac15" providerId="ADAL" clId="{ECD42228-5B96-4A72-B268-C46DF994E6B7}" dt="2024-01-14T19:01:22.605" v="268" actId="6264"/>
          <ac:spMkLst>
            <pc:docMk/>
            <pc:sldMk cId="1002511156" sldId="782"/>
            <ac:spMk id="17" creationId="{4256AC41-EAD5-15BC-31C5-55294A53A8B0}"/>
          </ac:spMkLst>
        </pc:spChg>
        <pc:spChg chg="add del mod">
          <ac:chgData name="Palit, Tapti" userId="dec6fbcd-7598-406a-8cbf-504d4a3bac15" providerId="ADAL" clId="{ECD42228-5B96-4A72-B268-C46DF994E6B7}" dt="2024-01-14T19:01:22.605" v="268" actId="6264"/>
          <ac:spMkLst>
            <pc:docMk/>
            <pc:sldMk cId="1002511156" sldId="782"/>
            <ac:spMk id="18" creationId="{7324D006-284B-677D-5D37-F924674E2A11}"/>
          </ac:spMkLst>
        </pc:spChg>
        <pc:spChg chg="add del mod">
          <ac:chgData name="Palit, Tapti" userId="dec6fbcd-7598-406a-8cbf-504d4a3bac15" providerId="ADAL" clId="{ECD42228-5B96-4A72-B268-C46DF994E6B7}" dt="2024-01-14T19:01:22.605" v="268" actId="6264"/>
          <ac:spMkLst>
            <pc:docMk/>
            <pc:sldMk cId="1002511156" sldId="782"/>
            <ac:spMk id="19" creationId="{4C811AC0-5E7E-138D-F450-2B5BD2195D67}"/>
          </ac:spMkLst>
        </pc:spChg>
        <pc:spChg chg="del mod">
          <ac:chgData name="Palit, Tapti" userId="dec6fbcd-7598-406a-8cbf-504d4a3bac15" providerId="ADAL" clId="{ECD42228-5B96-4A72-B268-C46DF994E6B7}" dt="2024-01-14T18:43:29.118" v="239" actId="478"/>
          <ac:spMkLst>
            <pc:docMk/>
            <pc:sldMk cId="1002511156" sldId="782"/>
            <ac:spMk id="21" creationId="{C002CB50-FFF4-441D-8367-A795E26CAACA}"/>
          </ac:spMkLst>
        </pc:spChg>
        <pc:spChg chg="del mod">
          <ac:chgData name="Palit, Tapti" userId="dec6fbcd-7598-406a-8cbf-504d4a3bac15" providerId="ADAL" clId="{ECD42228-5B96-4A72-B268-C46DF994E6B7}" dt="2024-01-14T18:30:12.684" v="90" actId="478"/>
          <ac:spMkLst>
            <pc:docMk/>
            <pc:sldMk cId="1002511156" sldId="782"/>
            <ac:spMk id="24" creationId="{0C7431CC-9ABE-4770-B145-AC2766FD7A0E}"/>
          </ac:spMkLst>
        </pc:spChg>
        <pc:spChg chg="del mod">
          <ac:chgData name="Palit, Tapti" userId="dec6fbcd-7598-406a-8cbf-504d4a3bac15" providerId="ADAL" clId="{ECD42228-5B96-4A72-B268-C46DF994E6B7}" dt="2024-01-14T18:31:54.314" v="187" actId="478"/>
          <ac:spMkLst>
            <pc:docMk/>
            <pc:sldMk cId="1002511156" sldId="782"/>
            <ac:spMk id="41" creationId="{21F97398-A0DE-4EC6-AEA5-1E87C05FE65B}"/>
          </ac:spMkLst>
        </pc:spChg>
        <pc:spChg chg="del">
          <ac:chgData name="Palit, Tapti" userId="dec6fbcd-7598-406a-8cbf-504d4a3bac15" providerId="ADAL" clId="{ECD42228-5B96-4A72-B268-C46DF994E6B7}" dt="2024-01-14T18:43:43.911" v="241" actId="478"/>
          <ac:spMkLst>
            <pc:docMk/>
            <pc:sldMk cId="1002511156" sldId="782"/>
            <ac:spMk id="44" creationId="{1865E06F-4701-4A03-8F26-806EB926D33A}"/>
          </ac:spMkLst>
        </pc:spChg>
        <pc:spChg chg="del">
          <ac:chgData name="Palit, Tapti" userId="dec6fbcd-7598-406a-8cbf-504d4a3bac15" providerId="ADAL" clId="{ECD42228-5B96-4A72-B268-C46DF994E6B7}" dt="2024-01-14T18:43:29.118" v="239" actId="478"/>
          <ac:spMkLst>
            <pc:docMk/>
            <pc:sldMk cId="1002511156" sldId="782"/>
            <ac:spMk id="45" creationId="{8CFDC509-7B4F-455B-9524-DEC143CA2728}"/>
          </ac:spMkLst>
        </pc:spChg>
        <pc:cxnChg chg="add del mod">
          <ac:chgData name="Palit, Tapti" userId="dec6fbcd-7598-406a-8cbf-504d4a3bac15" providerId="ADAL" clId="{ECD42228-5B96-4A72-B268-C46DF994E6B7}" dt="2024-01-14T18:43:29.118" v="239" actId="478"/>
          <ac:cxnSpMkLst>
            <pc:docMk/>
            <pc:sldMk cId="1002511156" sldId="782"/>
            <ac:cxnSpMk id="13" creationId="{5EF0B09C-AD15-0BBA-2A17-95D6377723EF}"/>
          </ac:cxnSpMkLst>
        </pc:cxnChg>
        <pc:cxnChg chg="del mod">
          <ac:chgData name="Palit, Tapti" userId="dec6fbcd-7598-406a-8cbf-504d4a3bac15" providerId="ADAL" clId="{ECD42228-5B96-4A72-B268-C46DF994E6B7}" dt="2024-01-14T18:43:29.118" v="239" actId="478"/>
          <ac:cxnSpMkLst>
            <pc:docMk/>
            <pc:sldMk cId="1002511156" sldId="782"/>
            <ac:cxnSpMk id="14" creationId="{4E2D8B7B-DADD-4291-986A-A38DA91B70B9}"/>
          </ac:cxnSpMkLst>
        </pc:cxnChg>
        <pc:cxnChg chg="del mod">
          <ac:chgData name="Palit, Tapti" userId="dec6fbcd-7598-406a-8cbf-504d4a3bac15" providerId="ADAL" clId="{ECD42228-5B96-4A72-B268-C46DF994E6B7}" dt="2024-01-14T18:43:43.911" v="241" actId="478"/>
          <ac:cxnSpMkLst>
            <pc:docMk/>
            <pc:sldMk cId="1002511156" sldId="782"/>
            <ac:cxnSpMk id="39" creationId="{E21A7DA2-06E1-4960-8F3F-A0E5D95C018A}"/>
          </ac:cxnSpMkLst>
        </pc:cxnChg>
        <pc:cxnChg chg="del mod">
          <ac:chgData name="Palit, Tapti" userId="dec6fbcd-7598-406a-8cbf-504d4a3bac15" providerId="ADAL" clId="{ECD42228-5B96-4A72-B268-C46DF994E6B7}" dt="2024-01-14T18:43:43.911" v="241" actId="478"/>
          <ac:cxnSpMkLst>
            <pc:docMk/>
            <pc:sldMk cId="1002511156" sldId="782"/>
            <ac:cxnSpMk id="43" creationId="{B25A535B-FC0A-4F63-B819-40C5C07495B3}"/>
          </ac:cxnSpMkLst>
        </pc:cxn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14T20:33:29.763" v="878"/>
              <pc2:cmMkLst xmlns:pc2="http://schemas.microsoft.com/office/powerpoint/2019/9/main/command">
                <pc:docMk/>
                <pc:sldMk cId="1002511156" sldId="782"/>
                <pc2:cmMk id="{15E90795-ACA1-48C9-B8EA-1B967B4E7CDB}"/>
              </pc2:cmMkLst>
            </pc226:cmChg>
            <pc226:cmChg xmlns:pc226="http://schemas.microsoft.com/office/powerpoint/2022/06/main/command" chg="add">
              <pc226:chgData name="Palit, Tapti" userId="dec6fbcd-7598-406a-8cbf-504d4a3bac15" providerId="ADAL" clId="{ECD42228-5B96-4A72-B268-C46DF994E6B7}" dt="2024-01-14T18:28:08.395" v="27"/>
              <pc2:cmMkLst xmlns:pc2="http://schemas.microsoft.com/office/powerpoint/2019/9/main/command">
                <pc:docMk/>
                <pc:sldMk cId="1002511156" sldId="782"/>
                <pc2:cmMk id="{437057AB-0E23-48B8-8948-79D7982F9C0C}"/>
              </pc2:cmMkLst>
            </pc226:cmChg>
          </p:ext>
        </pc:extLst>
      </pc:sldChg>
      <pc:sldChg chg="addSp delSp modSp add del mod delAnim">
        <pc:chgData name="Palit, Tapti" userId="dec6fbcd-7598-406a-8cbf-504d4a3bac15" providerId="ADAL" clId="{ECD42228-5B96-4A72-B268-C46DF994E6B7}" dt="2024-01-14T22:27:36.080" v="2535" actId="207"/>
        <pc:sldMkLst>
          <pc:docMk/>
          <pc:sldMk cId="4285834830" sldId="783"/>
        </pc:sldMkLst>
        <pc:spChg chg="mod">
          <ac:chgData name="Palit, Tapti" userId="dec6fbcd-7598-406a-8cbf-504d4a3bac15" providerId="ADAL" clId="{ECD42228-5B96-4A72-B268-C46DF994E6B7}" dt="2024-01-14T20:32:33.138" v="877" actId="20577"/>
          <ac:spMkLst>
            <pc:docMk/>
            <pc:sldMk cId="4285834830" sldId="783"/>
            <ac:spMk id="2" creationId="{019DE008-EBB0-079A-3BD4-52F072D452E0}"/>
          </ac:spMkLst>
        </pc:spChg>
        <pc:spChg chg="del mod">
          <ac:chgData name="Palit, Tapti" userId="dec6fbcd-7598-406a-8cbf-504d4a3bac15" providerId="ADAL" clId="{ECD42228-5B96-4A72-B268-C46DF994E6B7}" dt="2024-01-14T21:51:09.753" v="2246" actId="478"/>
          <ac:spMkLst>
            <pc:docMk/>
            <pc:sldMk cId="4285834830" sldId="783"/>
            <ac:spMk id="3" creationId="{43B2D4FE-73F1-7F5A-2D45-CCB70791E2A3}"/>
          </ac:spMkLst>
        </pc:spChg>
        <pc:spChg chg="mod">
          <ac:chgData name="Palit, Tapti" userId="dec6fbcd-7598-406a-8cbf-504d4a3bac15" providerId="ADAL" clId="{ECD42228-5B96-4A72-B268-C46DF994E6B7}" dt="2024-01-14T20:26:10.929" v="732"/>
          <ac:spMkLst>
            <pc:docMk/>
            <pc:sldMk cId="4285834830" sldId="783"/>
            <ac:spMk id="4" creationId="{CEDBD7CD-9EFB-B029-941A-DF92AA6157EC}"/>
          </ac:spMkLst>
        </pc:spChg>
        <pc:spChg chg="add mod">
          <ac:chgData name="Palit, Tapti" userId="dec6fbcd-7598-406a-8cbf-504d4a3bac15" providerId="ADAL" clId="{ECD42228-5B96-4A72-B268-C46DF994E6B7}" dt="2024-01-14T22:27:36.080" v="2535" actId="207"/>
          <ac:spMkLst>
            <pc:docMk/>
            <pc:sldMk cId="4285834830" sldId="783"/>
            <ac:spMk id="5" creationId="{2CCED1FF-82D3-309E-5693-F4D52241147B}"/>
          </ac:spMkLst>
        </pc:spChg>
        <pc:spChg chg="mod">
          <ac:chgData name="Palit, Tapti" userId="dec6fbcd-7598-406a-8cbf-504d4a3bac15" providerId="ADAL" clId="{ECD42228-5B96-4A72-B268-C46DF994E6B7}" dt="2024-01-14T21:58:31.881" v="2392" actId="1076"/>
          <ac:spMkLst>
            <pc:docMk/>
            <pc:sldMk cId="4285834830" sldId="783"/>
            <ac:spMk id="6" creationId="{CADC212B-9B94-082B-5ED9-355DA518B3A7}"/>
          </ac:spMkLst>
        </pc:spChg>
        <pc:spChg chg="mod">
          <ac:chgData name="Palit, Tapti" userId="dec6fbcd-7598-406a-8cbf-504d4a3bac15" providerId="ADAL" clId="{ECD42228-5B96-4A72-B268-C46DF994E6B7}" dt="2024-01-14T21:58:38.217" v="2395" actId="1035"/>
          <ac:spMkLst>
            <pc:docMk/>
            <pc:sldMk cId="4285834830" sldId="783"/>
            <ac:spMk id="8" creationId="{7164932E-8346-57ED-393D-E20CA9AC5693}"/>
          </ac:spMkLst>
        </pc:spChg>
        <pc:spChg chg="add mod">
          <ac:chgData name="Palit, Tapti" userId="dec6fbcd-7598-406a-8cbf-504d4a3bac15" providerId="ADAL" clId="{ECD42228-5B96-4A72-B268-C46DF994E6B7}" dt="2024-01-14T21:58:30.005" v="2391" actId="1076"/>
          <ac:spMkLst>
            <pc:docMk/>
            <pc:sldMk cId="4285834830" sldId="783"/>
            <ac:spMk id="10" creationId="{1AC8ADDE-29EF-3E16-0DBD-74234F46C23A}"/>
          </ac:spMkLst>
        </pc:spChg>
        <pc:spChg chg="add mod">
          <ac:chgData name="Palit, Tapti" userId="dec6fbcd-7598-406a-8cbf-504d4a3bac15" providerId="ADAL" clId="{ECD42228-5B96-4A72-B268-C46DF994E6B7}" dt="2024-01-14T21:58:30.005" v="2391" actId="1076"/>
          <ac:spMkLst>
            <pc:docMk/>
            <pc:sldMk cId="4285834830" sldId="783"/>
            <ac:spMk id="13" creationId="{0735C402-BF4F-DB31-164D-90F0F2479AA3}"/>
          </ac:spMkLst>
        </pc:spChg>
        <pc:spChg chg="add mod">
          <ac:chgData name="Palit, Tapti" userId="dec6fbcd-7598-406a-8cbf-504d4a3bac15" providerId="ADAL" clId="{ECD42228-5B96-4A72-B268-C46DF994E6B7}" dt="2024-01-14T21:58:30.005" v="2391" actId="1076"/>
          <ac:spMkLst>
            <pc:docMk/>
            <pc:sldMk cId="4285834830" sldId="783"/>
            <ac:spMk id="14" creationId="{67BDA2A2-930E-DC56-49A3-7FD8D37FCA2B}"/>
          </ac:spMkLst>
        </pc:spChg>
        <pc:spChg chg="add mod">
          <ac:chgData name="Palit, Tapti" userId="dec6fbcd-7598-406a-8cbf-504d4a3bac15" providerId="ADAL" clId="{ECD42228-5B96-4A72-B268-C46DF994E6B7}" dt="2024-01-14T21:58:30.005" v="2391" actId="1076"/>
          <ac:spMkLst>
            <pc:docMk/>
            <pc:sldMk cId="4285834830" sldId="783"/>
            <ac:spMk id="16" creationId="{23A1FD6C-9842-F964-73C0-B388685159A3}"/>
          </ac:spMkLst>
        </pc:spChg>
        <pc:spChg chg="del mod">
          <ac:chgData name="Palit, Tapti" userId="dec6fbcd-7598-406a-8cbf-504d4a3bac15" providerId="ADAL" clId="{ECD42228-5B96-4A72-B268-C46DF994E6B7}" dt="2024-01-14T21:57:14.062" v="2350" actId="478"/>
          <ac:spMkLst>
            <pc:docMk/>
            <pc:sldMk cId="4285834830" sldId="783"/>
            <ac:spMk id="114" creationId="{387FC39C-C551-769F-0796-D2FC839A203E}"/>
          </ac:spMkLst>
        </pc:spChg>
        <pc:spChg chg="del">
          <ac:chgData name="Palit, Tapti" userId="dec6fbcd-7598-406a-8cbf-504d4a3bac15" providerId="ADAL" clId="{ECD42228-5B96-4A72-B268-C46DF994E6B7}" dt="2024-01-14T21:57:14.062" v="2350" actId="478"/>
          <ac:spMkLst>
            <pc:docMk/>
            <pc:sldMk cId="4285834830" sldId="783"/>
            <ac:spMk id="123" creationId="{832D3722-CFA5-A270-B621-B664D8EFCA87}"/>
          </ac:spMkLst>
        </pc:spChg>
        <pc:spChg chg="del">
          <ac:chgData name="Palit, Tapti" userId="dec6fbcd-7598-406a-8cbf-504d4a3bac15" providerId="ADAL" clId="{ECD42228-5B96-4A72-B268-C46DF994E6B7}" dt="2024-01-14T21:57:14.062" v="2350" actId="478"/>
          <ac:spMkLst>
            <pc:docMk/>
            <pc:sldMk cId="4285834830" sldId="783"/>
            <ac:spMk id="124" creationId="{7FE438B4-11CA-B5D5-AB78-C2B106BAEF20}"/>
          </ac:spMkLst>
        </pc:spChg>
        <pc:cxnChg chg="del">
          <ac:chgData name="Palit, Tapti" userId="dec6fbcd-7598-406a-8cbf-504d4a3bac15" providerId="ADAL" clId="{ECD42228-5B96-4A72-B268-C46DF994E6B7}" dt="2024-01-14T21:56:00.255" v="2345" actId="478"/>
          <ac:cxnSpMkLst>
            <pc:docMk/>
            <pc:sldMk cId="4285834830" sldId="783"/>
            <ac:cxnSpMk id="11" creationId="{B1F7C84C-6A03-C53D-CDCD-4C662F0A0E47}"/>
          </ac:cxnSpMkLst>
        </pc:cxnChg>
        <pc:cxnChg chg="del">
          <ac:chgData name="Palit, Tapti" userId="dec6fbcd-7598-406a-8cbf-504d4a3bac15" providerId="ADAL" clId="{ECD42228-5B96-4A72-B268-C46DF994E6B7}" dt="2024-01-14T21:56:02.351" v="2346" actId="478"/>
          <ac:cxnSpMkLst>
            <pc:docMk/>
            <pc:sldMk cId="4285834830" sldId="783"/>
            <ac:cxnSpMk id="12" creationId="{D3AEA8EA-99EE-7E4A-6B0A-ECC4609BB630}"/>
          </ac:cxnSpMkLst>
        </pc:cxnChg>
        <pc:cxnChg chg="del">
          <ac:chgData name="Palit, Tapti" userId="dec6fbcd-7598-406a-8cbf-504d4a3bac15" providerId="ADAL" clId="{ECD42228-5B96-4A72-B268-C46DF994E6B7}" dt="2024-01-14T21:56:00.255" v="2345" actId="478"/>
          <ac:cxnSpMkLst>
            <pc:docMk/>
            <pc:sldMk cId="4285834830" sldId="783"/>
            <ac:cxnSpMk id="15" creationId="{C3B09138-5B76-1C73-FB5B-3201CCDCF01C}"/>
          </ac:cxnSpMkLst>
        </pc:cxnChg>
        <pc:cxnChg chg="add mod">
          <ac:chgData name="Palit, Tapti" userId="dec6fbcd-7598-406a-8cbf-504d4a3bac15" providerId="ADAL" clId="{ECD42228-5B96-4A72-B268-C46DF994E6B7}" dt="2024-01-14T21:58:51.631" v="2398" actId="14100"/>
          <ac:cxnSpMkLst>
            <pc:docMk/>
            <pc:sldMk cId="4285834830" sldId="783"/>
            <ac:cxnSpMk id="17" creationId="{6D3A727D-AF5D-1BBA-999B-255A74215ACA}"/>
          </ac:cxnSpMkLst>
        </pc:cxnChg>
        <pc:cxnChg chg="del mod">
          <ac:chgData name="Palit, Tapti" userId="dec6fbcd-7598-406a-8cbf-504d4a3bac15" providerId="ADAL" clId="{ECD42228-5B96-4A72-B268-C46DF994E6B7}" dt="2024-01-14T21:56:00.255" v="2345" actId="478"/>
          <ac:cxnSpMkLst>
            <pc:docMk/>
            <pc:sldMk cId="4285834830" sldId="783"/>
            <ac:cxnSpMk id="18" creationId="{3F3D787F-5407-9AC9-D553-5B72CDEBDF11}"/>
          </ac:cxnSpMkLst>
        </pc:cxnChg>
        <pc:cxnChg chg="add mod">
          <ac:chgData name="Palit, Tapti" userId="dec6fbcd-7598-406a-8cbf-504d4a3bac15" providerId="ADAL" clId="{ECD42228-5B96-4A72-B268-C46DF994E6B7}" dt="2024-01-14T21:58:56.797" v="2401" actId="14100"/>
          <ac:cxnSpMkLst>
            <pc:docMk/>
            <pc:sldMk cId="4285834830" sldId="783"/>
            <ac:cxnSpMk id="21" creationId="{F1FCFD6B-3958-10A0-F09A-5E5D2A7A12AA}"/>
          </ac:cxnSpMkLst>
        </pc:cxnChg>
        <pc:cxnChg chg="del">
          <ac:chgData name="Palit, Tapti" userId="dec6fbcd-7598-406a-8cbf-504d4a3bac15" providerId="ADAL" clId="{ECD42228-5B96-4A72-B268-C46DF994E6B7}" dt="2024-01-14T21:56:00.255" v="2345" actId="478"/>
          <ac:cxnSpMkLst>
            <pc:docMk/>
            <pc:sldMk cId="4285834830" sldId="783"/>
            <ac:cxnSpMk id="24" creationId="{FDF3F2A3-D069-AD88-E265-571B4D3F3519}"/>
          </ac:cxnSpMkLst>
        </pc:cxnChg>
        <pc:cxnChg chg="add mod">
          <ac:chgData name="Palit, Tapti" userId="dec6fbcd-7598-406a-8cbf-504d4a3bac15" providerId="ADAL" clId="{ECD42228-5B96-4A72-B268-C46DF994E6B7}" dt="2024-01-14T21:59:02.605" v="2404" actId="14100"/>
          <ac:cxnSpMkLst>
            <pc:docMk/>
            <pc:sldMk cId="4285834830" sldId="783"/>
            <ac:cxnSpMk id="25" creationId="{3CCE7DA4-C334-4B7A-9818-77F87A9A85CF}"/>
          </ac:cxnSpMkLst>
        </pc:cxnChg>
        <pc:cxnChg chg="del mod">
          <ac:chgData name="Palit, Tapti" userId="dec6fbcd-7598-406a-8cbf-504d4a3bac15" providerId="ADAL" clId="{ECD42228-5B96-4A72-B268-C46DF994E6B7}" dt="2024-01-14T21:56:00.255" v="2345" actId="478"/>
          <ac:cxnSpMkLst>
            <pc:docMk/>
            <pc:sldMk cId="4285834830" sldId="783"/>
            <ac:cxnSpMk id="27" creationId="{8A8DC76D-E03E-4EB3-B6B6-CCCB3760E57C}"/>
          </ac:cxnSpMkLst>
        </pc:cxnChg>
        <pc:cxnChg chg="add mod">
          <ac:chgData name="Palit, Tapti" userId="dec6fbcd-7598-406a-8cbf-504d4a3bac15" providerId="ADAL" clId="{ECD42228-5B96-4A72-B268-C46DF994E6B7}" dt="2024-01-14T21:59:07.183" v="2407" actId="14100"/>
          <ac:cxnSpMkLst>
            <pc:docMk/>
            <pc:sldMk cId="4285834830" sldId="783"/>
            <ac:cxnSpMk id="29" creationId="{EA7F6C77-15F5-AC08-7420-6C7A17B68258}"/>
          </ac:cxnSpMkLst>
        </pc:cxnChg>
        <pc:cxnChg chg="del">
          <ac:chgData name="Palit, Tapti" userId="dec6fbcd-7598-406a-8cbf-504d4a3bac15" providerId="ADAL" clId="{ECD42228-5B96-4A72-B268-C46DF994E6B7}" dt="2024-01-14T21:55:41.370" v="2342" actId="478"/>
          <ac:cxnSpMkLst>
            <pc:docMk/>
            <pc:sldMk cId="4285834830" sldId="783"/>
            <ac:cxnSpMk id="43" creationId="{49330068-5CDC-63A3-A5CB-277FE3A93944}"/>
          </ac:cxnSpMkLst>
        </pc:cxnChg>
        <pc:cxnChg chg="del">
          <ac:chgData name="Palit, Tapti" userId="dec6fbcd-7598-406a-8cbf-504d4a3bac15" providerId="ADAL" clId="{ECD42228-5B96-4A72-B268-C46DF994E6B7}" dt="2024-01-14T21:55:39.360" v="2341" actId="478"/>
          <ac:cxnSpMkLst>
            <pc:docMk/>
            <pc:sldMk cId="4285834830" sldId="783"/>
            <ac:cxnSpMk id="57" creationId="{E2F75ED7-DB6E-0EC6-26B2-8EB5B0AA5978}"/>
          </ac:cxnSpMkLst>
        </pc:cxnChg>
        <pc:cxnChg chg="del">
          <ac:chgData name="Palit, Tapti" userId="dec6fbcd-7598-406a-8cbf-504d4a3bac15" providerId="ADAL" clId="{ECD42228-5B96-4A72-B268-C46DF994E6B7}" dt="2024-01-14T21:55:44.729" v="2344" actId="478"/>
          <ac:cxnSpMkLst>
            <pc:docMk/>
            <pc:sldMk cId="4285834830" sldId="783"/>
            <ac:cxnSpMk id="80" creationId="{CD57CC75-3EF6-4E87-B7EC-05B2C53F7B06}"/>
          </ac:cxnSpMkLst>
        </pc:cxnChg>
        <pc:cxnChg chg="del">
          <ac:chgData name="Palit, Tapti" userId="dec6fbcd-7598-406a-8cbf-504d4a3bac15" providerId="ADAL" clId="{ECD42228-5B96-4A72-B268-C46DF994E6B7}" dt="2024-01-14T21:55:43.099" v="2343" actId="478"/>
          <ac:cxnSpMkLst>
            <pc:docMk/>
            <pc:sldMk cId="4285834830" sldId="783"/>
            <ac:cxnSpMk id="101" creationId="{3F8F69B2-C867-D947-7BD9-1B1509DCDDC1}"/>
          </ac:cxnSpMkLst>
        </pc:cxnChg>
        <pc:cxnChg chg="del">
          <ac:chgData name="Palit, Tapti" userId="dec6fbcd-7598-406a-8cbf-504d4a3bac15" providerId="ADAL" clId="{ECD42228-5B96-4A72-B268-C46DF994E6B7}" dt="2024-01-14T21:57:14.062" v="2350" actId="478"/>
          <ac:cxnSpMkLst>
            <pc:docMk/>
            <pc:sldMk cId="4285834830" sldId="783"/>
            <ac:cxnSpMk id="104" creationId="{06A0880A-F800-0BB7-E472-E2F271DC968B}"/>
          </ac:cxnSpMkLst>
        </pc:cxnChg>
        <pc:cxnChg chg="del">
          <ac:chgData name="Palit, Tapti" userId="dec6fbcd-7598-406a-8cbf-504d4a3bac15" providerId="ADAL" clId="{ECD42228-5B96-4A72-B268-C46DF994E6B7}" dt="2024-01-14T21:57:14.062" v="2350" actId="478"/>
          <ac:cxnSpMkLst>
            <pc:docMk/>
            <pc:sldMk cId="4285834830" sldId="783"/>
            <ac:cxnSpMk id="106" creationId="{692B74FA-209A-59D8-EF7A-BA9F9395D9D3}"/>
          </ac:cxnSpMkLst>
        </pc:cxnChg>
        <pc:cxnChg chg="del">
          <ac:chgData name="Palit, Tapti" userId="dec6fbcd-7598-406a-8cbf-504d4a3bac15" providerId="ADAL" clId="{ECD42228-5B96-4A72-B268-C46DF994E6B7}" dt="2024-01-14T21:57:14.062" v="2350" actId="478"/>
          <ac:cxnSpMkLst>
            <pc:docMk/>
            <pc:sldMk cId="4285834830" sldId="783"/>
            <ac:cxnSpMk id="113" creationId="{E694666E-8523-03E0-7BC1-09B8904E3062}"/>
          </ac:cxnSpMkLst>
        </pc:cxnChg>
      </pc:sldChg>
      <pc:sldChg chg="modSp add del mod modClrScheme chgLayout">
        <pc:chgData name="Palit, Tapti" userId="dec6fbcd-7598-406a-8cbf-504d4a3bac15" providerId="ADAL" clId="{ECD42228-5B96-4A72-B268-C46DF994E6B7}" dt="2024-01-14T20:14:22.374" v="553" actId="47"/>
        <pc:sldMkLst>
          <pc:docMk/>
          <pc:sldMk cId="2845747894" sldId="784"/>
        </pc:sldMkLst>
        <pc:spChg chg="mod ord">
          <ac:chgData name="Palit, Tapti" userId="dec6fbcd-7598-406a-8cbf-504d4a3bac15" providerId="ADAL" clId="{ECD42228-5B96-4A72-B268-C46DF994E6B7}" dt="2024-01-14T19:33:54.722" v="487" actId="700"/>
          <ac:spMkLst>
            <pc:docMk/>
            <pc:sldMk cId="2845747894" sldId="784"/>
            <ac:spMk id="2" creationId="{43307816-7BFB-322B-7DF4-0CFEEE31BD9E}"/>
          </ac:spMkLst>
        </pc:spChg>
        <pc:spChg chg="mod ord">
          <ac:chgData name="Palit, Tapti" userId="dec6fbcd-7598-406a-8cbf-504d4a3bac15" providerId="ADAL" clId="{ECD42228-5B96-4A72-B268-C46DF994E6B7}" dt="2024-01-14T19:33:54.722" v="487" actId="700"/>
          <ac:spMkLst>
            <pc:docMk/>
            <pc:sldMk cId="2845747894" sldId="784"/>
            <ac:spMk id="4" creationId="{6227F2ED-404E-7843-3C5A-1A723AFD086C}"/>
          </ac:spMkLst>
        </pc:spChg>
        <pc:spChg chg="mod">
          <ac:chgData name="Palit, Tapti" userId="dec6fbcd-7598-406a-8cbf-504d4a3bac15" providerId="ADAL" clId="{ECD42228-5B96-4A72-B268-C46DF994E6B7}" dt="2024-01-14T20:12:53.857" v="539" actId="1076"/>
          <ac:spMkLst>
            <pc:docMk/>
            <pc:sldMk cId="2845747894" sldId="784"/>
            <ac:spMk id="7" creationId="{B3118DC6-8D31-BB2B-F7E7-8F14A04E4759}"/>
          </ac:spMkLst>
        </pc:spChg>
        <pc:spChg chg="mod">
          <ac:chgData name="Palit, Tapti" userId="dec6fbcd-7598-406a-8cbf-504d4a3bac15" providerId="ADAL" clId="{ECD42228-5B96-4A72-B268-C46DF994E6B7}" dt="2024-01-14T20:13:03.320" v="541" actId="1076"/>
          <ac:spMkLst>
            <pc:docMk/>
            <pc:sldMk cId="2845747894" sldId="784"/>
            <ac:spMk id="8" creationId="{2C4D375D-3E29-0DB5-68EF-64CCE376569C}"/>
          </ac:spMkLst>
        </pc:spChg>
        <pc:spChg chg="mod">
          <ac:chgData name="Palit, Tapti" userId="dec6fbcd-7598-406a-8cbf-504d4a3bac15" providerId="ADAL" clId="{ECD42228-5B96-4A72-B268-C46DF994E6B7}" dt="2024-01-14T20:13:08.113" v="542" actId="1076"/>
          <ac:spMkLst>
            <pc:docMk/>
            <pc:sldMk cId="2845747894" sldId="784"/>
            <ac:spMk id="9" creationId="{BFA6F52C-0219-E685-DB28-87A1A69F4C30}"/>
          </ac:spMkLst>
        </pc:spChg>
        <pc:spChg chg="mod">
          <ac:chgData name="Palit, Tapti" userId="dec6fbcd-7598-406a-8cbf-504d4a3bac15" providerId="ADAL" clId="{ECD42228-5B96-4A72-B268-C46DF994E6B7}" dt="2024-01-14T20:13:10.784" v="543" actId="1076"/>
          <ac:spMkLst>
            <pc:docMk/>
            <pc:sldMk cId="2845747894" sldId="784"/>
            <ac:spMk id="10" creationId="{F33C5856-D54D-7847-C899-B8C45FC2C80E}"/>
          </ac:spMkLst>
        </pc:spChg>
        <pc:spChg chg="mod">
          <ac:chgData name="Palit, Tapti" userId="dec6fbcd-7598-406a-8cbf-504d4a3bac15" providerId="ADAL" clId="{ECD42228-5B96-4A72-B268-C46DF994E6B7}" dt="2024-01-14T20:13:24.802" v="547" actId="14100"/>
          <ac:spMkLst>
            <pc:docMk/>
            <pc:sldMk cId="2845747894" sldId="784"/>
            <ac:spMk id="11" creationId="{7325C5C9-25DA-D42D-4776-3A8282C386CD}"/>
          </ac:spMkLst>
        </pc:spChg>
        <pc:spChg chg="mod">
          <ac:chgData name="Palit, Tapti" userId="dec6fbcd-7598-406a-8cbf-504d4a3bac15" providerId="ADAL" clId="{ECD42228-5B96-4A72-B268-C46DF994E6B7}" dt="2024-01-14T20:13:21.468" v="546" actId="1076"/>
          <ac:spMkLst>
            <pc:docMk/>
            <pc:sldMk cId="2845747894" sldId="784"/>
            <ac:spMk id="12" creationId="{872B8558-E42F-8D8C-7E34-39D57AED5BEC}"/>
          </ac:spMkLst>
        </pc:spChg>
        <pc:spChg chg="mod">
          <ac:chgData name="Palit, Tapti" userId="dec6fbcd-7598-406a-8cbf-504d4a3bac15" providerId="ADAL" clId="{ECD42228-5B96-4A72-B268-C46DF994E6B7}" dt="2024-01-14T20:13:41.755" v="551" actId="14100"/>
          <ac:spMkLst>
            <pc:docMk/>
            <pc:sldMk cId="2845747894" sldId="784"/>
            <ac:spMk id="14" creationId="{6F866D0F-1452-D02C-7949-C95EC7C93DD5}"/>
          </ac:spMkLst>
        </pc:spChg>
        <pc:spChg chg="mod">
          <ac:chgData name="Palit, Tapti" userId="dec6fbcd-7598-406a-8cbf-504d4a3bac15" providerId="ADAL" clId="{ECD42228-5B96-4A72-B268-C46DF994E6B7}" dt="2024-01-14T20:13:38.408" v="550" actId="1076"/>
          <ac:spMkLst>
            <pc:docMk/>
            <pc:sldMk cId="2845747894" sldId="784"/>
            <ac:spMk id="15" creationId="{333811DD-A797-786E-8BA4-B695AF563655}"/>
          </ac:spMkLst>
        </pc:spChg>
        <pc:spChg chg="mod">
          <ac:chgData name="Palit, Tapti" userId="dec6fbcd-7598-406a-8cbf-504d4a3bac15" providerId="ADAL" clId="{ECD42228-5B96-4A72-B268-C46DF994E6B7}" dt="2024-01-14T20:12:58.488" v="540" actId="1076"/>
          <ac:spMkLst>
            <pc:docMk/>
            <pc:sldMk cId="2845747894" sldId="784"/>
            <ac:spMk id="18" creationId="{8D802BA6-0B8A-B10B-54E5-9FF6FB5E4BD3}"/>
          </ac:spMkLst>
        </pc:spChg>
        <pc:spChg chg="mod">
          <ac:chgData name="Palit, Tapti" userId="dec6fbcd-7598-406a-8cbf-504d4a3bac15" providerId="ADAL" clId="{ECD42228-5B96-4A72-B268-C46DF994E6B7}" dt="2024-01-14T20:13:13.743" v="544" actId="1076"/>
          <ac:spMkLst>
            <pc:docMk/>
            <pc:sldMk cId="2845747894" sldId="784"/>
            <ac:spMk id="19" creationId="{13899F3A-FF26-D649-6588-9ABAB627E77C}"/>
          </ac:spMkLst>
        </pc:spChg>
        <pc:spChg chg="mod">
          <ac:chgData name="Palit, Tapti" userId="dec6fbcd-7598-406a-8cbf-504d4a3bac15" providerId="ADAL" clId="{ECD42228-5B96-4A72-B268-C46DF994E6B7}" dt="2024-01-14T20:13:17.802" v="545" actId="1076"/>
          <ac:spMkLst>
            <pc:docMk/>
            <pc:sldMk cId="2845747894" sldId="784"/>
            <ac:spMk id="20" creationId="{821A3CD9-3827-7FA8-6537-12D73768D3A2}"/>
          </ac:spMkLst>
        </pc:spChg>
        <pc:graphicFrameChg chg="mod ord modGraphic">
          <ac:chgData name="Palit, Tapti" userId="dec6fbcd-7598-406a-8cbf-504d4a3bac15" providerId="ADAL" clId="{ECD42228-5B96-4A72-B268-C46DF994E6B7}" dt="2024-01-14T19:33:54.722" v="487" actId="700"/>
          <ac:graphicFrameMkLst>
            <pc:docMk/>
            <pc:sldMk cId="2845747894" sldId="784"/>
            <ac:graphicFrameMk id="5" creationId="{3A575547-83BE-2DB9-68F9-3B02678257AA}"/>
          </ac:graphicFrameMkLst>
        </pc:graphicFrameChg>
      </pc:sldChg>
      <pc:sldChg chg="addSp delSp modSp add del mod addCm">
        <pc:chgData name="Palit, Tapti" userId="dec6fbcd-7598-406a-8cbf-504d4a3bac15" providerId="ADAL" clId="{ECD42228-5B96-4A72-B268-C46DF994E6B7}" dt="2024-01-14T23:49:14.900" v="3784" actId="1076"/>
        <pc:sldMkLst>
          <pc:docMk/>
          <pc:sldMk cId="546818983" sldId="785"/>
        </pc:sldMkLst>
        <pc:spChg chg="mod">
          <ac:chgData name="Palit, Tapti" userId="dec6fbcd-7598-406a-8cbf-504d4a3bac15" providerId="ADAL" clId="{ECD42228-5B96-4A72-B268-C46DF994E6B7}" dt="2024-01-14T20:26:10.929" v="732"/>
          <ac:spMkLst>
            <pc:docMk/>
            <pc:sldMk cId="546818983" sldId="785"/>
            <ac:spMk id="2" creationId="{2E03E387-85FC-1C57-1069-3BDE2A1725A9}"/>
          </ac:spMkLst>
        </pc:spChg>
        <pc:spChg chg="del mod">
          <ac:chgData name="Palit, Tapti" userId="dec6fbcd-7598-406a-8cbf-504d4a3bac15" providerId="ADAL" clId="{ECD42228-5B96-4A72-B268-C46DF994E6B7}" dt="2024-01-14T21:32:32.843" v="1807" actId="478"/>
          <ac:spMkLst>
            <pc:docMk/>
            <pc:sldMk cId="546818983" sldId="785"/>
            <ac:spMk id="3" creationId="{77ED4799-638B-F20E-CCD5-F50C94CD3B9E}"/>
          </ac:spMkLst>
        </pc:spChg>
        <pc:spChg chg="mod">
          <ac:chgData name="Palit, Tapti" userId="dec6fbcd-7598-406a-8cbf-504d4a3bac15" providerId="ADAL" clId="{ECD42228-5B96-4A72-B268-C46DF994E6B7}" dt="2024-01-14T20:26:10.929" v="732"/>
          <ac:spMkLst>
            <pc:docMk/>
            <pc:sldMk cId="546818983" sldId="785"/>
            <ac:spMk id="4" creationId="{210075F3-86EF-D9A2-96FD-472D7AB0B687}"/>
          </ac:spMkLst>
        </pc:spChg>
        <pc:spChg chg="add mod">
          <ac:chgData name="Palit, Tapti" userId="dec6fbcd-7598-406a-8cbf-504d4a3bac15" providerId="ADAL" clId="{ECD42228-5B96-4A72-B268-C46DF994E6B7}" dt="2024-01-14T21:29:12.463" v="1759" actId="21"/>
          <ac:spMkLst>
            <pc:docMk/>
            <pc:sldMk cId="546818983" sldId="785"/>
            <ac:spMk id="5" creationId="{796A5EB1-6B12-72E9-5240-7550D8F20B04}"/>
          </ac:spMkLst>
        </pc:spChg>
        <pc:spChg chg="add del mod">
          <ac:chgData name="Palit, Tapti" userId="dec6fbcd-7598-406a-8cbf-504d4a3bac15" providerId="ADAL" clId="{ECD42228-5B96-4A72-B268-C46DF994E6B7}" dt="2024-01-14T21:32:38.892" v="1808" actId="478"/>
          <ac:spMkLst>
            <pc:docMk/>
            <pc:sldMk cId="546818983" sldId="785"/>
            <ac:spMk id="6" creationId="{1FE5DAC0-47A8-77A6-3164-AC7AD4E03020}"/>
          </ac:spMkLst>
        </pc:spChg>
        <pc:spChg chg="add del mod">
          <ac:chgData name="Palit, Tapti" userId="dec6fbcd-7598-406a-8cbf-504d4a3bac15" providerId="ADAL" clId="{ECD42228-5B96-4A72-B268-C46DF994E6B7}" dt="2024-01-14T21:32:38.892" v="1808" actId="478"/>
          <ac:spMkLst>
            <pc:docMk/>
            <pc:sldMk cId="546818983" sldId="785"/>
            <ac:spMk id="7" creationId="{0B94641A-9700-79D5-9107-90F15D463644}"/>
          </ac:spMkLst>
        </pc:spChg>
        <pc:spChg chg="add del mod">
          <ac:chgData name="Palit, Tapti" userId="dec6fbcd-7598-406a-8cbf-504d4a3bac15" providerId="ADAL" clId="{ECD42228-5B96-4A72-B268-C46DF994E6B7}" dt="2024-01-14T21:32:38.892" v="1808" actId="478"/>
          <ac:spMkLst>
            <pc:docMk/>
            <pc:sldMk cId="546818983" sldId="785"/>
            <ac:spMk id="8" creationId="{D66EF178-BE79-3C1D-0CB8-761E29262D4E}"/>
          </ac:spMkLst>
        </pc:spChg>
        <pc:spChg chg="add del mod">
          <ac:chgData name="Palit, Tapti" userId="dec6fbcd-7598-406a-8cbf-504d4a3bac15" providerId="ADAL" clId="{ECD42228-5B96-4A72-B268-C46DF994E6B7}" dt="2024-01-14T21:32:38.892" v="1808" actId="478"/>
          <ac:spMkLst>
            <pc:docMk/>
            <pc:sldMk cId="546818983" sldId="785"/>
            <ac:spMk id="9" creationId="{DC566193-3BF0-911C-EEBE-0A2C235657B3}"/>
          </ac:spMkLst>
        </pc:spChg>
        <pc:spChg chg="add del mod">
          <ac:chgData name="Palit, Tapti" userId="dec6fbcd-7598-406a-8cbf-504d4a3bac15" providerId="ADAL" clId="{ECD42228-5B96-4A72-B268-C46DF994E6B7}" dt="2024-01-14T21:32:38.892" v="1808" actId="478"/>
          <ac:spMkLst>
            <pc:docMk/>
            <pc:sldMk cId="546818983" sldId="785"/>
            <ac:spMk id="10" creationId="{BE38ED83-1ACF-E3C1-B5FE-67D1D629A8EC}"/>
          </ac:spMkLst>
        </pc:spChg>
        <pc:spChg chg="add del mod">
          <ac:chgData name="Palit, Tapti" userId="dec6fbcd-7598-406a-8cbf-504d4a3bac15" providerId="ADAL" clId="{ECD42228-5B96-4A72-B268-C46DF994E6B7}" dt="2024-01-14T21:32:38.892" v="1808" actId="478"/>
          <ac:spMkLst>
            <pc:docMk/>
            <pc:sldMk cId="546818983" sldId="785"/>
            <ac:spMk id="11" creationId="{A61A418C-598A-2789-D0D9-887944A70DC5}"/>
          </ac:spMkLst>
        </pc:spChg>
        <pc:spChg chg="add del mod">
          <ac:chgData name="Palit, Tapti" userId="dec6fbcd-7598-406a-8cbf-504d4a3bac15" providerId="ADAL" clId="{ECD42228-5B96-4A72-B268-C46DF994E6B7}" dt="2024-01-14T21:32:38.892" v="1808" actId="478"/>
          <ac:spMkLst>
            <pc:docMk/>
            <pc:sldMk cId="546818983" sldId="785"/>
            <ac:spMk id="12" creationId="{5E9E07E8-CBAF-810F-342A-02E937C0F585}"/>
          </ac:spMkLst>
        </pc:spChg>
        <pc:spChg chg="add del mod">
          <ac:chgData name="Palit, Tapti" userId="dec6fbcd-7598-406a-8cbf-504d4a3bac15" providerId="ADAL" clId="{ECD42228-5B96-4A72-B268-C46DF994E6B7}" dt="2024-01-14T21:32:38.892" v="1808" actId="478"/>
          <ac:spMkLst>
            <pc:docMk/>
            <pc:sldMk cId="546818983" sldId="785"/>
            <ac:spMk id="13" creationId="{D416EDCB-0B14-5F9C-DBBC-81FE6BA2816B}"/>
          </ac:spMkLst>
        </pc:spChg>
        <pc:spChg chg="add del mod">
          <ac:chgData name="Palit, Tapti" userId="dec6fbcd-7598-406a-8cbf-504d4a3bac15" providerId="ADAL" clId="{ECD42228-5B96-4A72-B268-C46DF994E6B7}" dt="2024-01-14T21:32:38.892" v="1808" actId="478"/>
          <ac:spMkLst>
            <pc:docMk/>
            <pc:sldMk cId="546818983" sldId="785"/>
            <ac:spMk id="14" creationId="{1BFF32E7-753C-E403-6F56-1A99BA583826}"/>
          </ac:spMkLst>
        </pc:spChg>
        <pc:spChg chg="add del mod">
          <ac:chgData name="Palit, Tapti" userId="dec6fbcd-7598-406a-8cbf-504d4a3bac15" providerId="ADAL" clId="{ECD42228-5B96-4A72-B268-C46DF994E6B7}" dt="2024-01-14T21:32:38.892" v="1808" actId="478"/>
          <ac:spMkLst>
            <pc:docMk/>
            <pc:sldMk cId="546818983" sldId="785"/>
            <ac:spMk id="15" creationId="{4985DD96-24CA-A47E-490B-1E0D4FF988B5}"/>
          </ac:spMkLst>
        </pc:spChg>
        <pc:spChg chg="add del mod">
          <ac:chgData name="Palit, Tapti" userId="dec6fbcd-7598-406a-8cbf-504d4a3bac15" providerId="ADAL" clId="{ECD42228-5B96-4A72-B268-C46DF994E6B7}" dt="2024-01-14T21:32:38.892" v="1808" actId="478"/>
          <ac:spMkLst>
            <pc:docMk/>
            <pc:sldMk cId="546818983" sldId="785"/>
            <ac:spMk id="16" creationId="{C34981CF-1C25-4C2C-EE6B-6365EC042B74}"/>
          </ac:spMkLst>
        </pc:spChg>
        <pc:spChg chg="add del mod">
          <ac:chgData name="Palit, Tapti" userId="dec6fbcd-7598-406a-8cbf-504d4a3bac15" providerId="ADAL" clId="{ECD42228-5B96-4A72-B268-C46DF994E6B7}" dt="2024-01-14T21:32:38.892" v="1808" actId="478"/>
          <ac:spMkLst>
            <pc:docMk/>
            <pc:sldMk cId="546818983" sldId="785"/>
            <ac:spMk id="17" creationId="{41AFEFA9-9E7F-AF64-0994-27EA482B0A35}"/>
          </ac:spMkLst>
        </pc:spChg>
        <pc:spChg chg="add del mod">
          <ac:chgData name="Palit, Tapti" userId="dec6fbcd-7598-406a-8cbf-504d4a3bac15" providerId="ADAL" clId="{ECD42228-5B96-4A72-B268-C46DF994E6B7}" dt="2024-01-14T21:32:38.892" v="1808" actId="478"/>
          <ac:spMkLst>
            <pc:docMk/>
            <pc:sldMk cId="546818983" sldId="785"/>
            <ac:spMk id="18" creationId="{F8EF4FAE-7A96-B252-41D4-EE5C8D00E74C}"/>
          </ac:spMkLst>
        </pc:spChg>
        <pc:spChg chg="add del mod">
          <ac:chgData name="Palit, Tapti" userId="dec6fbcd-7598-406a-8cbf-504d4a3bac15" providerId="ADAL" clId="{ECD42228-5B96-4A72-B268-C46DF994E6B7}" dt="2024-01-14T21:32:38.892" v="1808" actId="478"/>
          <ac:spMkLst>
            <pc:docMk/>
            <pc:sldMk cId="546818983" sldId="785"/>
            <ac:spMk id="19" creationId="{39DCE3E0-8E78-E688-5FE9-25132C3656E6}"/>
          </ac:spMkLst>
        </pc:spChg>
        <pc:spChg chg="add del mod">
          <ac:chgData name="Palit, Tapti" userId="dec6fbcd-7598-406a-8cbf-504d4a3bac15" providerId="ADAL" clId="{ECD42228-5B96-4A72-B268-C46DF994E6B7}" dt="2024-01-14T21:42:12.416" v="2170" actId="478"/>
          <ac:spMkLst>
            <pc:docMk/>
            <pc:sldMk cId="546818983" sldId="785"/>
            <ac:spMk id="26" creationId="{575621BB-809F-9C84-36D7-3D877F921386}"/>
          </ac:spMkLst>
        </pc:spChg>
        <pc:spChg chg="add mod">
          <ac:chgData name="Palit, Tapti" userId="dec6fbcd-7598-406a-8cbf-504d4a3bac15" providerId="ADAL" clId="{ECD42228-5B96-4A72-B268-C46DF994E6B7}" dt="2024-01-14T23:49:10.740" v="3783" actId="14100"/>
          <ac:spMkLst>
            <pc:docMk/>
            <pc:sldMk cId="546818983" sldId="785"/>
            <ac:spMk id="27" creationId="{9922EC33-5AAF-3693-217D-7DF74A9CF2B8}"/>
          </ac:spMkLst>
        </pc:spChg>
        <pc:spChg chg="add mod">
          <ac:chgData name="Palit, Tapti" userId="dec6fbcd-7598-406a-8cbf-504d4a3bac15" providerId="ADAL" clId="{ECD42228-5B96-4A72-B268-C46DF994E6B7}" dt="2024-01-14T23:49:14.900" v="3784" actId="1076"/>
          <ac:spMkLst>
            <pc:docMk/>
            <pc:sldMk cId="546818983" sldId="785"/>
            <ac:spMk id="28" creationId="{0FBDA0F7-7F84-1FAC-46CE-9C7C7924136E}"/>
          </ac:spMkLst>
        </pc:spChg>
        <pc:spChg chg="add mod">
          <ac:chgData name="Palit, Tapti" userId="dec6fbcd-7598-406a-8cbf-504d4a3bac15" providerId="ADAL" clId="{ECD42228-5B96-4A72-B268-C46DF994E6B7}" dt="2024-01-14T21:55:09.093" v="2335" actId="255"/>
          <ac:spMkLst>
            <pc:docMk/>
            <pc:sldMk cId="546818983" sldId="785"/>
            <ac:spMk id="29" creationId="{0ACEB3C4-E182-F42A-FD82-C7E1340DD161}"/>
          </ac:spMkLst>
        </pc:spChg>
        <pc:cxnChg chg="add del mod">
          <ac:chgData name="Palit, Tapti" userId="dec6fbcd-7598-406a-8cbf-504d4a3bac15" providerId="ADAL" clId="{ECD42228-5B96-4A72-B268-C46DF994E6B7}" dt="2024-01-14T21:32:38.892" v="1808" actId="478"/>
          <ac:cxnSpMkLst>
            <pc:docMk/>
            <pc:sldMk cId="546818983" sldId="785"/>
            <ac:cxnSpMk id="20" creationId="{E4ED77A7-479A-3877-7F5D-133BEF4039CE}"/>
          </ac:cxnSpMkLst>
        </pc:cxnChg>
        <pc:cxnChg chg="add del mod">
          <ac:chgData name="Palit, Tapti" userId="dec6fbcd-7598-406a-8cbf-504d4a3bac15" providerId="ADAL" clId="{ECD42228-5B96-4A72-B268-C46DF994E6B7}" dt="2024-01-14T21:32:38.892" v="1808" actId="478"/>
          <ac:cxnSpMkLst>
            <pc:docMk/>
            <pc:sldMk cId="546818983" sldId="785"/>
            <ac:cxnSpMk id="21" creationId="{4C5E8B4E-AF74-AD0C-48B5-B0A5F9642933}"/>
          </ac:cxnSpMkLst>
        </pc:cxnChg>
        <pc:cxnChg chg="add del mod">
          <ac:chgData name="Palit, Tapti" userId="dec6fbcd-7598-406a-8cbf-504d4a3bac15" providerId="ADAL" clId="{ECD42228-5B96-4A72-B268-C46DF994E6B7}" dt="2024-01-14T21:32:38.892" v="1808" actId="478"/>
          <ac:cxnSpMkLst>
            <pc:docMk/>
            <pc:sldMk cId="546818983" sldId="785"/>
            <ac:cxnSpMk id="22" creationId="{6ADEDA0A-85D2-A38C-B68E-BE92D4061B07}"/>
          </ac:cxnSpMkLst>
        </pc:cxnChg>
        <pc:cxnChg chg="add del mod">
          <ac:chgData name="Palit, Tapti" userId="dec6fbcd-7598-406a-8cbf-504d4a3bac15" providerId="ADAL" clId="{ECD42228-5B96-4A72-B268-C46DF994E6B7}" dt="2024-01-14T21:32:38.892" v="1808" actId="478"/>
          <ac:cxnSpMkLst>
            <pc:docMk/>
            <pc:sldMk cId="546818983" sldId="785"/>
            <ac:cxnSpMk id="23" creationId="{CC63BAAE-DBA1-CB68-054E-3D64BABFA4EF}"/>
          </ac:cxnSpMkLst>
        </pc:cxnChg>
        <pc:cxnChg chg="add del mod">
          <ac:chgData name="Palit, Tapti" userId="dec6fbcd-7598-406a-8cbf-504d4a3bac15" providerId="ADAL" clId="{ECD42228-5B96-4A72-B268-C46DF994E6B7}" dt="2024-01-14T21:32:38.892" v="1808" actId="478"/>
          <ac:cxnSpMkLst>
            <pc:docMk/>
            <pc:sldMk cId="546818983" sldId="785"/>
            <ac:cxnSpMk id="24" creationId="{9BC29CBA-9B2D-E435-D762-3B771882C093}"/>
          </ac:cxnSpMkLst>
        </pc:cxnChg>
        <pc:cxnChg chg="add del mod">
          <ac:chgData name="Palit, Tapti" userId="dec6fbcd-7598-406a-8cbf-504d4a3bac15" providerId="ADAL" clId="{ECD42228-5B96-4A72-B268-C46DF994E6B7}" dt="2024-01-14T21:32:38.892" v="1808" actId="478"/>
          <ac:cxnSpMkLst>
            <pc:docMk/>
            <pc:sldMk cId="546818983" sldId="785"/>
            <ac:cxnSpMk id="25" creationId="{FBD13CD6-A3C4-7FDA-6EC4-F0E28A9A7A42}"/>
          </ac:cxnSpMkLst>
        </pc:cxn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14T21:35:46.568" v="1818"/>
              <pc2:cmMkLst xmlns:pc2="http://schemas.microsoft.com/office/powerpoint/2019/9/main/command">
                <pc:docMk/>
                <pc:sldMk cId="546818983" sldId="785"/>
                <pc2:cmMk id="{760B0F64-E541-4389-A501-C401A0C2EAEA}"/>
              </pc2:cmMkLst>
            </pc226:cmChg>
          </p:ext>
        </pc:extLst>
      </pc:sldChg>
      <pc:sldChg chg="modSp add del">
        <pc:chgData name="Palit, Tapti" userId="dec6fbcd-7598-406a-8cbf-504d4a3bac15" providerId="ADAL" clId="{ECD42228-5B96-4A72-B268-C46DF994E6B7}" dt="2024-01-14T20:49:50.299" v="1345" actId="47"/>
        <pc:sldMkLst>
          <pc:docMk/>
          <pc:sldMk cId="1902375427" sldId="786"/>
        </pc:sldMkLst>
        <pc:spChg chg="mod">
          <ac:chgData name="Palit, Tapti" userId="dec6fbcd-7598-406a-8cbf-504d4a3bac15" providerId="ADAL" clId="{ECD42228-5B96-4A72-B268-C46DF994E6B7}" dt="2024-01-14T20:26:10.929" v="732"/>
          <ac:spMkLst>
            <pc:docMk/>
            <pc:sldMk cId="1902375427" sldId="786"/>
            <ac:spMk id="2" creationId="{B0220BC7-5BAF-BDA2-FFD9-D369C4E41F22}"/>
          </ac:spMkLst>
        </pc:spChg>
        <pc:spChg chg="mod">
          <ac:chgData name="Palit, Tapti" userId="dec6fbcd-7598-406a-8cbf-504d4a3bac15" providerId="ADAL" clId="{ECD42228-5B96-4A72-B268-C46DF994E6B7}" dt="2024-01-14T20:26:10.929" v="732"/>
          <ac:spMkLst>
            <pc:docMk/>
            <pc:sldMk cId="1902375427" sldId="786"/>
            <ac:spMk id="3" creationId="{20EC6A85-3DD1-C95B-2523-4AD8325C2AF2}"/>
          </ac:spMkLst>
        </pc:spChg>
        <pc:spChg chg="mod">
          <ac:chgData name="Palit, Tapti" userId="dec6fbcd-7598-406a-8cbf-504d4a3bac15" providerId="ADAL" clId="{ECD42228-5B96-4A72-B268-C46DF994E6B7}" dt="2024-01-14T20:26:10.929" v="732"/>
          <ac:spMkLst>
            <pc:docMk/>
            <pc:sldMk cId="1902375427" sldId="786"/>
            <ac:spMk id="4" creationId="{0CE59B36-29FD-21E2-620B-B9510B6A50EE}"/>
          </ac:spMkLst>
        </pc:spChg>
      </pc:sldChg>
      <pc:sldChg chg="addSp delSp modSp add del mod">
        <pc:chgData name="Palit, Tapti" userId="dec6fbcd-7598-406a-8cbf-504d4a3bac15" providerId="ADAL" clId="{ECD42228-5B96-4A72-B268-C46DF994E6B7}" dt="2024-01-14T23:32:18.487" v="3256" actId="47"/>
        <pc:sldMkLst>
          <pc:docMk/>
          <pc:sldMk cId="988983915" sldId="787"/>
        </pc:sldMkLst>
        <pc:spChg chg="mod">
          <ac:chgData name="Palit, Tapti" userId="dec6fbcd-7598-406a-8cbf-504d4a3bac15" providerId="ADAL" clId="{ECD42228-5B96-4A72-B268-C46DF994E6B7}" dt="2024-01-14T20:26:10.929" v="732"/>
          <ac:spMkLst>
            <pc:docMk/>
            <pc:sldMk cId="988983915" sldId="787"/>
            <ac:spMk id="2" creationId="{80ACFC51-CA2B-1477-DFCF-8A384F61F51C}"/>
          </ac:spMkLst>
        </pc:spChg>
        <pc:spChg chg="del mod">
          <ac:chgData name="Palit, Tapti" userId="dec6fbcd-7598-406a-8cbf-504d4a3bac15" providerId="ADAL" clId="{ECD42228-5B96-4A72-B268-C46DF994E6B7}" dt="2024-01-14T23:16:23.055" v="3249" actId="478"/>
          <ac:spMkLst>
            <pc:docMk/>
            <pc:sldMk cId="988983915" sldId="787"/>
            <ac:spMk id="3" creationId="{8D1C862C-042B-A7A5-8E88-1EBEA7AF6498}"/>
          </ac:spMkLst>
        </pc:spChg>
        <pc:spChg chg="mod">
          <ac:chgData name="Palit, Tapti" userId="dec6fbcd-7598-406a-8cbf-504d4a3bac15" providerId="ADAL" clId="{ECD42228-5B96-4A72-B268-C46DF994E6B7}" dt="2024-01-14T20:26:10.929" v="732"/>
          <ac:spMkLst>
            <pc:docMk/>
            <pc:sldMk cId="988983915" sldId="787"/>
            <ac:spMk id="4" creationId="{82D601BB-FEA5-65C1-40EB-B181A1A5BE9A}"/>
          </ac:spMkLst>
        </pc:spChg>
        <pc:spChg chg="del mod">
          <ac:chgData name="Palit, Tapti" userId="dec6fbcd-7598-406a-8cbf-504d4a3bac15" providerId="ADAL" clId="{ECD42228-5B96-4A72-B268-C46DF994E6B7}" dt="2024-01-14T22:42:37.833" v="2544" actId="478"/>
          <ac:spMkLst>
            <pc:docMk/>
            <pc:sldMk cId="988983915" sldId="787"/>
            <ac:spMk id="5" creationId="{F527A236-83E1-F42B-F54D-6600F83F25FD}"/>
          </ac:spMkLst>
        </pc:spChg>
        <pc:spChg chg="del mod">
          <ac:chgData name="Palit, Tapti" userId="dec6fbcd-7598-406a-8cbf-504d4a3bac15" providerId="ADAL" clId="{ECD42228-5B96-4A72-B268-C46DF994E6B7}" dt="2024-01-14T22:42:37.833" v="2544" actId="478"/>
          <ac:spMkLst>
            <pc:docMk/>
            <pc:sldMk cId="988983915" sldId="787"/>
            <ac:spMk id="6" creationId="{234656E3-9087-8771-0E1B-86CAC5A44C60}"/>
          </ac:spMkLst>
        </pc:spChg>
        <pc:spChg chg="add mod">
          <ac:chgData name="Palit, Tapti" userId="dec6fbcd-7598-406a-8cbf-504d4a3bac15" providerId="ADAL" clId="{ECD42228-5B96-4A72-B268-C46DF994E6B7}" dt="2024-01-14T22:45:28.943" v="2701" actId="14100"/>
          <ac:spMkLst>
            <pc:docMk/>
            <pc:sldMk cId="988983915" sldId="787"/>
            <ac:spMk id="7" creationId="{81525AB4-4819-3FA8-6040-4CA5D749B0A0}"/>
          </ac:spMkLst>
        </pc:spChg>
        <pc:spChg chg="add del mod">
          <ac:chgData name="Palit, Tapti" userId="dec6fbcd-7598-406a-8cbf-504d4a3bac15" providerId="ADAL" clId="{ECD42228-5B96-4A72-B268-C46DF994E6B7}" dt="2024-01-14T23:16:19.629" v="3248" actId="478"/>
          <ac:spMkLst>
            <pc:docMk/>
            <pc:sldMk cId="988983915" sldId="787"/>
            <ac:spMk id="8" creationId="{D956560E-6111-1564-D74D-164714684491}"/>
          </ac:spMkLst>
        </pc:spChg>
        <pc:spChg chg="del mod">
          <ac:chgData name="Palit, Tapti" userId="dec6fbcd-7598-406a-8cbf-504d4a3bac15" providerId="ADAL" clId="{ECD42228-5B96-4A72-B268-C46DF994E6B7}" dt="2024-01-14T22:42:37.833" v="2544" actId="478"/>
          <ac:spMkLst>
            <pc:docMk/>
            <pc:sldMk cId="988983915" sldId="787"/>
            <ac:spMk id="12" creationId="{9AF8EAC8-CC13-2B0F-83F9-164AAB11BB54}"/>
          </ac:spMkLst>
        </pc:spChg>
        <pc:spChg chg="del mod">
          <ac:chgData name="Palit, Tapti" userId="dec6fbcd-7598-406a-8cbf-504d4a3bac15" providerId="ADAL" clId="{ECD42228-5B96-4A72-B268-C46DF994E6B7}" dt="2024-01-14T22:42:37.833" v="2544" actId="478"/>
          <ac:spMkLst>
            <pc:docMk/>
            <pc:sldMk cId="988983915" sldId="787"/>
            <ac:spMk id="13" creationId="{067D7771-D965-6A51-B64B-D59052FDB570}"/>
          </ac:spMkLst>
        </pc:spChg>
        <pc:spChg chg="add del mod">
          <ac:chgData name="Palit, Tapti" userId="dec6fbcd-7598-406a-8cbf-504d4a3bac15" providerId="ADAL" clId="{ECD42228-5B96-4A72-B268-C46DF994E6B7}" dt="2024-01-14T23:01:59.134" v="2935" actId="478"/>
          <ac:spMkLst>
            <pc:docMk/>
            <pc:sldMk cId="988983915" sldId="787"/>
            <ac:spMk id="16" creationId="{273FDC44-F8B6-D34D-0015-FA14BCD37E0C}"/>
          </ac:spMkLst>
        </pc:spChg>
        <pc:spChg chg="del mod">
          <ac:chgData name="Palit, Tapti" userId="dec6fbcd-7598-406a-8cbf-504d4a3bac15" providerId="ADAL" clId="{ECD42228-5B96-4A72-B268-C46DF994E6B7}" dt="2024-01-14T22:42:37.833" v="2544" actId="478"/>
          <ac:spMkLst>
            <pc:docMk/>
            <pc:sldMk cId="988983915" sldId="787"/>
            <ac:spMk id="19" creationId="{3C27A491-E440-5533-E46C-1C01161FDB9C}"/>
          </ac:spMkLst>
        </pc:spChg>
        <pc:spChg chg="add mod">
          <ac:chgData name="Palit, Tapti" userId="dec6fbcd-7598-406a-8cbf-504d4a3bac15" providerId="ADAL" clId="{ECD42228-5B96-4A72-B268-C46DF994E6B7}" dt="2024-01-14T23:16:23.055" v="3249" actId="478"/>
          <ac:spMkLst>
            <pc:docMk/>
            <pc:sldMk cId="988983915" sldId="787"/>
            <ac:spMk id="20" creationId="{3BD51B2E-401A-A99C-4119-3209452199A5}"/>
          </ac:spMkLst>
        </pc:spChg>
        <pc:spChg chg="add mod">
          <ac:chgData name="Palit, Tapti" userId="dec6fbcd-7598-406a-8cbf-504d4a3bac15" providerId="ADAL" clId="{ECD42228-5B96-4A72-B268-C46DF994E6B7}" dt="2024-01-14T23:30:23.339" v="3252" actId="14100"/>
          <ac:spMkLst>
            <pc:docMk/>
            <pc:sldMk cId="988983915" sldId="787"/>
            <ac:spMk id="21" creationId="{142B5E27-9E4F-D037-60A5-CF4A84DCB097}"/>
          </ac:spMkLst>
        </pc:spChg>
        <pc:cxnChg chg="add del mod">
          <ac:chgData name="Palit, Tapti" userId="dec6fbcd-7598-406a-8cbf-504d4a3bac15" providerId="ADAL" clId="{ECD42228-5B96-4A72-B268-C46DF994E6B7}" dt="2024-01-14T23:01:59.134" v="2935" actId="478"/>
          <ac:cxnSpMkLst>
            <pc:docMk/>
            <pc:sldMk cId="988983915" sldId="787"/>
            <ac:cxnSpMk id="10" creationId="{BF40016E-C41A-C84F-F125-FA1EA4D7C4BB}"/>
          </ac:cxnSpMkLst>
        </pc:cxnChg>
        <pc:cxnChg chg="del mod">
          <ac:chgData name="Palit, Tapti" userId="dec6fbcd-7598-406a-8cbf-504d4a3bac15" providerId="ADAL" clId="{ECD42228-5B96-4A72-B268-C46DF994E6B7}" dt="2024-01-14T22:42:37.833" v="2544" actId="478"/>
          <ac:cxnSpMkLst>
            <pc:docMk/>
            <pc:sldMk cId="988983915" sldId="787"/>
            <ac:cxnSpMk id="11" creationId="{B2027648-5175-74ED-CD3F-0085252AE154}"/>
          </ac:cxnSpMkLst>
        </pc:cxnChg>
        <pc:cxnChg chg="del mod">
          <ac:chgData name="Palit, Tapti" userId="dec6fbcd-7598-406a-8cbf-504d4a3bac15" providerId="ADAL" clId="{ECD42228-5B96-4A72-B268-C46DF994E6B7}" dt="2024-01-14T22:42:37.833" v="2544" actId="478"/>
          <ac:cxnSpMkLst>
            <pc:docMk/>
            <pc:sldMk cId="988983915" sldId="787"/>
            <ac:cxnSpMk id="14" creationId="{E858E899-6A36-B255-6D51-6EAABDA05A47}"/>
          </ac:cxnSpMkLst>
        </pc:cxnChg>
        <pc:cxnChg chg="del mod">
          <ac:chgData name="Palit, Tapti" userId="dec6fbcd-7598-406a-8cbf-504d4a3bac15" providerId="ADAL" clId="{ECD42228-5B96-4A72-B268-C46DF994E6B7}" dt="2024-01-14T22:42:37.833" v="2544" actId="478"/>
          <ac:cxnSpMkLst>
            <pc:docMk/>
            <pc:sldMk cId="988983915" sldId="787"/>
            <ac:cxnSpMk id="23" creationId="{09D9FF2D-319C-7791-96ED-5152151DB5B3}"/>
          </ac:cxnSpMkLst>
        </pc:cxnChg>
      </pc:sldChg>
      <pc:sldChg chg="addSp delSp modSp add del mod addCm">
        <pc:chgData name="Palit, Tapti" userId="dec6fbcd-7598-406a-8cbf-504d4a3bac15" providerId="ADAL" clId="{ECD42228-5B96-4A72-B268-C46DF994E6B7}" dt="2024-01-14T23:34:39.321" v="3301"/>
        <pc:sldMkLst>
          <pc:docMk/>
          <pc:sldMk cId="4219876786" sldId="788"/>
        </pc:sldMkLst>
        <pc:spChg chg="mod">
          <ac:chgData name="Palit, Tapti" userId="dec6fbcd-7598-406a-8cbf-504d4a3bac15" providerId="ADAL" clId="{ECD42228-5B96-4A72-B268-C46DF994E6B7}" dt="2024-01-14T23:15:46.316" v="3247" actId="20577"/>
          <ac:spMkLst>
            <pc:docMk/>
            <pc:sldMk cId="4219876786" sldId="788"/>
            <ac:spMk id="2" creationId="{80ACFC51-CA2B-1477-DFCF-8A384F61F51C}"/>
          </ac:spMkLst>
        </pc:spChg>
        <pc:spChg chg="mod">
          <ac:chgData name="Palit, Tapti" userId="dec6fbcd-7598-406a-8cbf-504d4a3bac15" providerId="ADAL" clId="{ECD42228-5B96-4A72-B268-C46DF994E6B7}" dt="2024-01-14T23:07:25.358" v="3013" actId="14100"/>
          <ac:spMkLst>
            <pc:docMk/>
            <pc:sldMk cId="4219876786" sldId="788"/>
            <ac:spMk id="3" creationId="{8D1C862C-042B-A7A5-8E88-1EBEA7AF6498}"/>
          </ac:spMkLst>
        </pc:spChg>
        <pc:spChg chg="mod">
          <ac:chgData name="Palit, Tapti" userId="dec6fbcd-7598-406a-8cbf-504d4a3bac15" providerId="ADAL" clId="{ECD42228-5B96-4A72-B268-C46DF994E6B7}" dt="2024-01-14T20:26:10.929" v="732"/>
          <ac:spMkLst>
            <pc:docMk/>
            <pc:sldMk cId="4219876786" sldId="788"/>
            <ac:spMk id="4" creationId="{82D601BB-FEA5-65C1-40EB-B181A1A5BE9A}"/>
          </ac:spMkLst>
        </pc:spChg>
        <pc:spChg chg="add del mod">
          <ac:chgData name="Palit, Tapti" userId="dec6fbcd-7598-406a-8cbf-504d4a3bac15" providerId="ADAL" clId="{ECD42228-5B96-4A72-B268-C46DF994E6B7}" dt="2024-01-14T23:00:16.416" v="2919" actId="478"/>
          <ac:spMkLst>
            <pc:docMk/>
            <pc:sldMk cId="4219876786" sldId="788"/>
            <ac:spMk id="5" creationId="{F527A236-83E1-F42B-F54D-6600F83F25FD}"/>
          </ac:spMkLst>
        </pc:spChg>
        <pc:spChg chg="add del mod">
          <ac:chgData name="Palit, Tapti" userId="dec6fbcd-7598-406a-8cbf-504d4a3bac15" providerId="ADAL" clId="{ECD42228-5B96-4A72-B268-C46DF994E6B7}" dt="2024-01-14T23:00:10.050" v="2918" actId="478"/>
          <ac:spMkLst>
            <pc:docMk/>
            <pc:sldMk cId="4219876786" sldId="788"/>
            <ac:spMk id="6" creationId="{234656E3-9087-8771-0E1B-86CAC5A44C60}"/>
          </ac:spMkLst>
        </pc:spChg>
        <pc:spChg chg="add del mod">
          <ac:chgData name="Palit, Tapti" userId="dec6fbcd-7598-406a-8cbf-504d4a3bac15" providerId="ADAL" clId="{ECD42228-5B96-4A72-B268-C46DF994E6B7}" dt="2024-01-14T23:07:12.708" v="3011" actId="1076"/>
          <ac:spMkLst>
            <pc:docMk/>
            <pc:sldMk cId="4219876786" sldId="788"/>
            <ac:spMk id="7" creationId="{1E393241-9CDB-C4F4-3107-FE8F989A26B8}"/>
          </ac:spMkLst>
        </pc:spChg>
        <pc:spChg chg="add mod">
          <ac:chgData name="Palit, Tapti" userId="dec6fbcd-7598-406a-8cbf-504d4a3bac15" providerId="ADAL" clId="{ECD42228-5B96-4A72-B268-C46DF994E6B7}" dt="2024-01-14T23:07:12.708" v="3011" actId="1076"/>
          <ac:spMkLst>
            <pc:docMk/>
            <pc:sldMk cId="4219876786" sldId="788"/>
            <ac:spMk id="8" creationId="{DFFA5300-D193-6D45-7879-4F1DFC257D93}"/>
          </ac:spMkLst>
        </pc:spChg>
        <pc:spChg chg="add mod">
          <ac:chgData name="Palit, Tapti" userId="dec6fbcd-7598-406a-8cbf-504d4a3bac15" providerId="ADAL" clId="{ECD42228-5B96-4A72-B268-C46DF994E6B7}" dt="2024-01-14T23:07:12.708" v="3011" actId="1076"/>
          <ac:spMkLst>
            <pc:docMk/>
            <pc:sldMk cId="4219876786" sldId="788"/>
            <ac:spMk id="9" creationId="{D8C205B5-CF64-312E-C645-45C267ABBEAC}"/>
          </ac:spMkLst>
        </pc:spChg>
        <pc:spChg chg="add del mod">
          <ac:chgData name="Palit, Tapti" userId="dec6fbcd-7598-406a-8cbf-504d4a3bac15" providerId="ADAL" clId="{ECD42228-5B96-4A72-B268-C46DF994E6B7}" dt="2024-01-14T23:00:16.416" v="2919" actId="478"/>
          <ac:spMkLst>
            <pc:docMk/>
            <pc:sldMk cId="4219876786" sldId="788"/>
            <ac:spMk id="12" creationId="{9AF8EAC8-CC13-2B0F-83F9-164AAB11BB54}"/>
          </ac:spMkLst>
        </pc:spChg>
        <pc:spChg chg="add del mod">
          <ac:chgData name="Palit, Tapti" userId="dec6fbcd-7598-406a-8cbf-504d4a3bac15" providerId="ADAL" clId="{ECD42228-5B96-4A72-B268-C46DF994E6B7}" dt="2024-01-14T23:00:16.416" v="2919" actId="478"/>
          <ac:spMkLst>
            <pc:docMk/>
            <pc:sldMk cId="4219876786" sldId="788"/>
            <ac:spMk id="13" creationId="{067D7771-D965-6A51-B64B-D59052FDB570}"/>
          </ac:spMkLst>
        </pc:spChg>
        <pc:spChg chg="add mod">
          <ac:chgData name="Palit, Tapti" userId="dec6fbcd-7598-406a-8cbf-504d4a3bac15" providerId="ADAL" clId="{ECD42228-5B96-4A72-B268-C46DF994E6B7}" dt="2024-01-14T23:07:12.708" v="3011" actId="1076"/>
          <ac:spMkLst>
            <pc:docMk/>
            <pc:sldMk cId="4219876786" sldId="788"/>
            <ac:spMk id="16" creationId="{00CA1014-E383-10C3-DD00-DA36A29D6AAA}"/>
          </ac:spMkLst>
        </pc:spChg>
        <pc:spChg chg="add mod">
          <ac:chgData name="Palit, Tapti" userId="dec6fbcd-7598-406a-8cbf-504d4a3bac15" providerId="ADAL" clId="{ECD42228-5B96-4A72-B268-C46DF994E6B7}" dt="2024-01-14T23:07:12.708" v="3011" actId="1076"/>
          <ac:spMkLst>
            <pc:docMk/>
            <pc:sldMk cId="4219876786" sldId="788"/>
            <ac:spMk id="18" creationId="{7AC0B150-1DC3-616E-28BF-EC98ACA52291}"/>
          </ac:spMkLst>
        </pc:spChg>
        <pc:spChg chg="add del mod">
          <ac:chgData name="Palit, Tapti" userId="dec6fbcd-7598-406a-8cbf-504d4a3bac15" providerId="ADAL" clId="{ECD42228-5B96-4A72-B268-C46DF994E6B7}" dt="2024-01-14T23:00:16.416" v="2919" actId="478"/>
          <ac:spMkLst>
            <pc:docMk/>
            <pc:sldMk cId="4219876786" sldId="788"/>
            <ac:spMk id="19" creationId="{3C27A491-E440-5533-E46C-1C01161FDB9C}"/>
          </ac:spMkLst>
        </pc:spChg>
        <pc:spChg chg="add del mod">
          <ac:chgData name="Palit, Tapti" userId="dec6fbcd-7598-406a-8cbf-504d4a3bac15" providerId="ADAL" clId="{ECD42228-5B96-4A72-B268-C46DF994E6B7}" dt="2024-01-14T23:07:12.708" v="3011" actId="1076"/>
          <ac:spMkLst>
            <pc:docMk/>
            <pc:sldMk cId="4219876786" sldId="788"/>
            <ac:spMk id="20" creationId="{2C4729B2-F50E-609D-338D-EB1EE8C30061}"/>
          </ac:spMkLst>
        </pc:spChg>
        <pc:spChg chg="add mod">
          <ac:chgData name="Palit, Tapti" userId="dec6fbcd-7598-406a-8cbf-504d4a3bac15" providerId="ADAL" clId="{ECD42228-5B96-4A72-B268-C46DF994E6B7}" dt="2024-01-14T23:07:12.708" v="3011" actId="1076"/>
          <ac:spMkLst>
            <pc:docMk/>
            <pc:sldMk cId="4219876786" sldId="788"/>
            <ac:spMk id="23" creationId="{8FC8BBF6-943B-D3C0-EFD9-99E7E67E746B}"/>
          </ac:spMkLst>
        </pc:spChg>
        <pc:spChg chg="add mod">
          <ac:chgData name="Palit, Tapti" userId="dec6fbcd-7598-406a-8cbf-504d4a3bac15" providerId="ADAL" clId="{ECD42228-5B96-4A72-B268-C46DF994E6B7}" dt="2024-01-14T23:09:46.978" v="3065" actId="20577"/>
          <ac:spMkLst>
            <pc:docMk/>
            <pc:sldMk cId="4219876786" sldId="788"/>
            <ac:spMk id="28" creationId="{BE62F6C0-EF8E-BC66-038A-E6E4F462098F}"/>
          </ac:spMkLst>
        </pc:spChg>
        <pc:cxnChg chg="add mod">
          <ac:chgData name="Palit, Tapti" userId="dec6fbcd-7598-406a-8cbf-504d4a3bac15" providerId="ADAL" clId="{ECD42228-5B96-4A72-B268-C46DF994E6B7}" dt="2024-01-14T23:07:12.708" v="3011" actId="1076"/>
          <ac:cxnSpMkLst>
            <pc:docMk/>
            <pc:sldMk cId="4219876786" sldId="788"/>
            <ac:cxnSpMk id="10" creationId="{8F563292-EEBA-1619-9C6D-9AAE00F49A9B}"/>
          </ac:cxnSpMkLst>
        </pc:cxnChg>
        <pc:cxnChg chg="add del mod">
          <ac:chgData name="Palit, Tapti" userId="dec6fbcd-7598-406a-8cbf-504d4a3bac15" providerId="ADAL" clId="{ECD42228-5B96-4A72-B268-C46DF994E6B7}" dt="2024-01-14T23:00:16.416" v="2919" actId="478"/>
          <ac:cxnSpMkLst>
            <pc:docMk/>
            <pc:sldMk cId="4219876786" sldId="788"/>
            <ac:cxnSpMk id="11" creationId="{B2027648-5175-74ED-CD3F-0085252AE154}"/>
          </ac:cxnSpMkLst>
        </pc:cxnChg>
        <pc:cxnChg chg="add del mod">
          <ac:chgData name="Palit, Tapti" userId="dec6fbcd-7598-406a-8cbf-504d4a3bac15" providerId="ADAL" clId="{ECD42228-5B96-4A72-B268-C46DF994E6B7}" dt="2024-01-14T23:00:16.416" v="2919" actId="478"/>
          <ac:cxnSpMkLst>
            <pc:docMk/>
            <pc:sldMk cId="4219876786" sldId="788"/>
            <ac:cxnSpMk id="14" creationId="{E858E899-6A36-B255-6D51-6EAABDA05A47}"/>
          </ac:cxnSpMkLst>
        </pc:cxnChg>
        <pc:cxnChg chg="add del mod">
          <ac:chgData name="Palit, Tapti" userId="dec6fbcd-7598-406a-8cbf-504d4a3bac15" providerId="ADAL" clId="{ECD42228-5B96-4A72-B268-C46DF994E6B7}" dt="2024-01-14T23:07:12.708" v="3011" actId="1076"/>
          <ac:cxnSpMkLst>
            <pc:docMk/>
            <pc:sldMk cId="4219876786" sldId="788"/>
            <ac:cxnSpMk id="15" creationId="{A3E3BCD1-E16D-F383-0CA7-C4B5B114041B}"/>
          </ac:cxnSpMkLst>
        </pc:cxnChg>
        <pc:cxnChg chg="add del mod">
          <ac:chgData name="Palit, Tapti" userId="dec6fbcd-7598-406a-8cbf-504d4a3bac15" providerId="ADAL" clId="{ECD42228-5B96-4A72-B268-C46DF994E6B7}" dt="2024-01-14T23:00:10.050" v="2918" actId="478"/>
          <ac:cxnSpMkLst>
            <pc:docMk/>
            <pc:sldMk cId="4219876786" sldId="788"/>
            <ac:cxnSpMk id="17" creationId="{00472DBB-6215-36AD-44DE-4C774061DAF0}"/>
          </ac:cxnSpMkLst>
        </pc:cxnChg>
        <pc:cxnChg chg="add del mod">
          <ac:chgData name="Palit, Tapti" userId="dec6fbcd-7598-406a-8cbf-504d4a3bac15" providerId="ADAL" clId="{ECD42228-5B96-4A72-B268-C46DF994E6B7}" dt="2024-01-14T23:00:10.050" v="2918" actId="478"/>
          <ac:cxnSpMkLst>
            <pc:docMk/>
            <pc:sldMk cId="4219876786" sldId="788"/>
            <ac:cxnSpMk id="21" creationId="{100AECFA-EA51-72A2-9A48-6E885C42B8DC}"/>
          </ac:cxnSpMkLst>
        </pc:cxnChg>
        <pc:cxnChg chg="add mod">
          <ac:chgData name="Palit, Tapti" userId="dec6fbcd-7598-406a-8cbf-504d4a3bac15" providerId="ADAL" clId="{ECD42228-5B96-4A72-B268-C46DF994E6B7}" dt="2024-01-14T23:07:12.708" v="3011" actId="1076"/>
          <ac:cxnSpMkLst>
            <pc:docMk/>
            <pc:sldMk cId="4219876786" sldId="788"/>
            <ac:cxnSpMk id="22" creationId="{6C77FD39-8269-55F9-00B5-556079DE2A37}"/>
          </ac:cxnSpMkLst>
        </pc:cxnChg>
        <pc:cxnChg chg="add mod">
          <ac:chgData name="Palit, Tapti" userId="dec6fbcd-7598-406a-8cbf-504d4a3bac15" providerId="ADAL" clId="{ECD42228-5B96-4A72-B268-C46DF994E6B7}" dt="2024-01-14T23:07:12.708" v="3011" actId="1076"/>
          <ac:cxnSpMkLst>
            <pc:docMk/>
            <pc:sldMk cId="4219876786" sldId="788"/>
            <ac:cxnSpMk id="24" creationId="{E97D85EA-9ADC-5F01-71D5-505E8F06A97A}"/>
          </ac:cxnSpMkLst>
        </pc:cxnChg>
        <pc:cxnChg chg="add mod">
          <ac:chgData name="Palit, Tapti" userId="dec6fbcd-7598-406a-8cbf-504d4a3bac15" providerId="ADAL" clId="{ECD42228-5B96-4A72-B268-C46DF994E6B7}" dt="2024-01-14T23:07:12.708" v="3011" actId="1076"/>
          <ac:cxnSpMkLst>
            <pc:docMk/>
            <pc:sldMk cId="4219876786" sldId="788"/>
            <ac:cxnSpMk id="25" creationId="{C971B628-ABBC-1E3C-A5A4-4DEC0C79A77B}"/>
          </ac:cxnSpMkLst>
        </pc:cxn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14T23:34:39.321" v="3301"/>
              <pc2:cmMkLst xmlns:pc2="http://schemas.microsoft.com/office/powerpoint/2019/9/main/command">
                <pc:docMk/>
                <pc:sldMk cId="4219876786" sldId="788"/>
                <pc2:cmMk id="{CE68B333-8753-4F7C-969F-4859CC87A15B}"/>
              </pc2:cmMkLst>
            </pc226:cmChg>
          </p:ext>
        </pc:extLst>
      </pc:sldChg>
      <pc:sldChg chg="addSp delSp modSp add del mod addAnim delAnim">
        <pc:chgData name="Palit, Tapti" userId="dec6fbcd-7598-406a-8cbf-504d4a3bac15" providerId="ADAL" clId="{ECD42228-5B96-4A72-B268-C46DF994E6B7}" dt="2024-01-14T20:40:47.778" v="1166" actId="47"/>
        <pc:sldMkLst>
          <pc:docMk/>
          <pc:sldMk cId="1032428011" sldId="789"/>
        </pc:sldMkLst>
        <pc:spChg chg="mod">
          <ac:chgData name="Palit, Tapti" userId="dec6fbcd-7598-406a-8cbf-504d4a3bac15" providerId="ADAL" clId="{ECD42228-5B96-4A72-B268-C46DF994E6B7}" dt="2024-01-14T20:26:10.929" v="732"/>
          <ac:spMkLst>
            <pc:docMk/>
            <pc:sldMk cId="1032428011" sldId="789"/>
            <ac:spMk id="2" creationId="{803650A6-D090-4F49-89FC-6E7ECF8BED37}"/>
          </ac:spMkLst>
        </pc:spChg>
        <pc:spChg chg="mod">
          <ac:chgData name="Palit, Tapti" userId="dec6fbcd-7598-406a-8cbf-504d4a3bac15" providerId="ADAL" clId="{ECD42228-5B96-4A72-B268-C46DF994E6B7}" dt="2024-01-14T20:26:10.929" v="732"/>
          <ac:spMkLst>
            <pc:docMk/>
            <pc:sldMk cId="1032428011" sldId="789"/>
            <ac:spMk id="3" creationId="{9DF37E32-E849-43FD-AE75-95E334786AB7}"/>
          </ac:spMkLst>
        </pc:spChg>
        <pc:spChg chg="mod">
          <ac:chgData name="Palit, Tapti" userId="dec6fbcd-7598-406a-8cbf-504d4a3bac15" providerId="ADAL" clId="{ECD42228-5B96-4A72-B268-C46DF994E6B7}" dt="2024-01-14T20:26:10.929" v="732"/>
          <ac:spMkLst>
            <pc:docMk/>
            <pc:sldMk cId="1032428011" sldId="789"/>
            <ac:spMk id="4" creationId="{3CFC0458-353F-49C6-A1F4-5BF22C6A25F4}"/>
          </ac:spMkLst>
        </pc:spChg>
        <pc:spChg chg="mod">
          <ac:chgData name="Palit, Tapti" userId="dec6fbcd-7598-406a-8cbf-504d4a3bac15" providerId="ADAL" clId="{ECD42228-5B96-4A72-B268-C46DF994E6B7}" dt="2024-01-14T20:09:31.505" v="522" actId="207"/>
          <ac:spMkLst>
            <pc:docMk/>
            <pc:sldMk cId="1032428011" sldId="789"/>
            <ac:spMk id="6" creationId="{D6E7A7AB-D626-4FD5-AB23-3EBF346B90C3}"/>
          </ac:spMkLst>
        </pc:spChg>
        <pc:spChg chg="add del">
          <ac:chgData name="Palit, Tapti" userId="dec6fbcd-7598-406a-8cbf-504d4a3bac15" providerId="ADAL" clId="{ECD42228-5B96-4A72-B268-C46DF994E6B7}" dt="2024-01-14T18:45:20.190" v="262" actId="478"/>
          <ac:spMkLst>
            <pc:docMk/>
            <pc:sldMk cId="1032428011" sldId="789"/>
            <ac:spMk id="16" creationId="{788A6155-259C-74FF-B1C5-03CD3AC4F7D4}"/>
          </ac:spMkLst>
        </pc:spChg>
        <pc:spChg chg="del">
          <ac:chgData name="Palit, Tapti" userId="dec6fbcd-7598-406a-8cbf-504d4a3bac15" providerId="ADAL" clId="{ECD42228-5B96-4A72-B268-C46DF994E6B7}" dt="2024-01-14T18:44:44.118" v="251" actId="478"/>
          <ac:spMkLst>
            <pc:docMk/>
            <pc:sldMk cId="1032428011" sldId="789"/>
            <ac:spMk id="44" creationId="{1865E06F-4701-4A03-8F26-806EB926D33A}"/>
          </ac:spMkLst>
        </pc:spChg>
        <pc:spChg chg="add del">
          <ac:chgData name="Palit, Tapti" userId="dec6fbcd-7598-406a-8cbf-504d4a3bac15" providerId="ADAL" clId="{ECD42228-5B96-4A72-B268-C46DF994E6B7}" dt="2024-01-14T18:45:15.239" v="260" actId="478"/>
          <ac:spMkLst>
            <pc:docMk/>
            <pc:sldMk cId="1032428011" sldId="789"/>
            <ac:spMk id="45" creationId="{8CFDC509-7B4F-455B-9524-DEC143CA2728}"/>
          </ac:spMkLst>
        </pc:spChg>
        <pc:cxnChg chg="add del">
          <ac:chgData name="Palit, Tapti" userId="dec6fbcd-7598-406a-8cbf-504d4a3bac15" providerId="ADAL" clId="{ECD42228-5B96-4A72-B268-C46DF994E6B7}" dt="2024-01-14T18:45:17.513" v="261" actId="478"/>
          <ac:cxnSpMkLst>
            <pc:docMk/>
            <pc:sldMk cId="1032428011" sldId="789"/>
            <ac:cxnSpMk id="13" creationId="{5EF0B09C-AD15-0BBA-2A17-95D6377723EF}"/>
          </ac:cxnSpMkLst>
        </pc:cxnChg>
        <pc:cxnChg chg="del">
          <ac:chgData name="Palit, Tapti" userId="dec6fbcd-7598-406a-8cbf-504d4a3bac15" providerId="ADAL" clId="{ECD42228-5B96-4A72-B268-C46DF994E6B7}" dt="2024-01-14T18:44:44.118" v="251" actId="478"/>
          <ac:cxnSpMkLst>
            <pc:docMk/>
            <pc:sldMk cId="1032428011" sldId="789"/>
            <ac:cxnSpMk id="39" creationId="{E21A7DA2-06E1-4960-8F3F-A0E5D95C018A}"/>
          </ac:cxnSpMkLst>
        </pc:cxnChg>
        <pc:cxnChg chg="del">
          <ac:chgData name="Palit, Tapti" userId="dec6fbcd-7598-406a-8cbf-504d4a3bac15" providerId="ADAL" clId="{ECD42228-5B96-4A72-B268-C46DF994E6B7}" dt="2024-01-14T18:44:46.678" v="252" actId="478"/>
          <ac:cxnSpMkLst>
            <pc:docMk/>
            <pc:sldMk cId="1032428011" sldId="789"/>
            <ac:cxnSpMk id="43" creationId="{B25A535B-FC0A-4F63-B819-40C5C07495B3}"/>
          </ac:cxnSpMkLst>
        </pc:cxnChg>
      </pc:sldChg>
      <pc:sldChg chg="add del">
        <pc:chgData name="Palit, Tapti" userId="dec6fbcd-7598-406a-8cbf-504d4a3bac15" providerId="ADAL" clId="{ECD42228-5B96-4A72-B268-C46DF994E6B7}" dt="2024-01-14T18:38:49.475" v="197" actId="47"/>
        <pc:sldMkLst>
          <pc:docMk/>
          <pc:sldMk cId="1432508518" sldId="789"/>
        </pc:sldMkLst>
      </pc:sldChg>
      <pc:sldChg chg="addSp delSp modSp add del mod delAnim">
        <pc:chgData name="Palit, Tapti" userId="dec6fbcd-7598-406a-8cbf-504d4a3bac15" providerId="ADAL" clId="{ECD42228-5B96-4A72-B268-C46DF994E6B7}" dt="2024-01-22T23:36:03.977" v="10295" actId="2696"/>
        <pc:sldMkLst>
          <pc:docMk/>
          <pc:sldMk cId="1090611007" sldId="790"/>
        </pc:sldMkLst>
        <pc:spChg chg="mod">
          <ac:chgData name="Palit, Tapti" userId="dec6fbcd-7598-406a-8cbf-504d4a3bac15" providerId="ADAL" clId="{ECD42228-5B96-4A72-B268-C46DF994E6B7}" dt="2024-01-16T23:05:17.572" v="7933" actId="20577"/>
          <ac:spMkLst>
            <pc:docMk/>
            <pc:sldMk cId="1090611007" sldId="790"/>
            <ac:spMk id="2" creationId="{803650A6-D090-4F49-89FC-6E7ECF8BED37}"/>
          </ac:spMkLst>
        </pc:spChg>
        <pc:spChg chg="del mod">
          <ac:chgData name="Palit, Tapti" userId="dec6fbcd-7598-406a-8cbf-504d4a3bac15" providerId="ADAL" clId="{ECD42228-5B96-4A72-B268-C46DF994E6B7}" dt="2024-01-14T20:39:19.998" v="1121" actId="478"/>
          <ac:spMkLst>
            <pc:docMk/>
            <pc:sldMk cId="1090611007" sldId="790"/>
            <ac:spMk id="3" creationId="{9DF37E32-E849-43FD-AE75-95E334786AB7}"/>
          </ac:spMkLst>
        </pc:spChg>
        <pc:spChg chg="mod">
          <ac:chgData name="Palit, Tapti" userId="dec6fbcd-7598-406a-8cbf-504d4a3bac15" providerId="ADAL" clId="{ECD42228-5B96-4A72-B268-C46DF994E6B7}" dt="2024-01-14T20:26:10.929" v="732"/>
          <ac:spMkLst>
            <pc:docMk/>
            <pc:sldMk cId="1090611007" sldId="790"/>
            <ac:spMk id="4" creationId="{3CFC0458-353F-49C6-A1F4-5BF22C6A25F4}"/>
          </ac:spMkLst>
        </pc:spChg>
        <pc:spChg chg="mod">
          <ac:chgData name="Palit, Tapti" userId="dec6fbcd-7598-406a-8cbf-504d4a3bac15" providerId="ADAL" clId="{ECD42228-5B96-4A72-B268-C46DF994E6B7}" dt="2024-01-17T01:17:01.978" v="7936" actId="1076"/>
          <ac:spMkLst>
            <pc:docMk/>
            <pc:sldMk cId="1090611007" sldId="790"/>
            <ac:spMk id="6" creationId="{D6E7A7AB-D626-4FD5-AB23-3EBF346B90C3}"/>
          </ac:spMkLst>
        </pc:spChg>
        <pc:spChg chg="add del mod">
          <ac:chgData name="Palit, Tapti" userId="dec6fbcd-7598-406a-8cbf-504d4a3bac15" providerId="ADAL" clId="{ECD42228-5B96-4A72-B268-C46DF994E6B7}" dt="2024-01-14T20:40:23.424" v="1161" actId="478"/>
          <ac:spMkLst>
            <pc:docMk/>
            <pc:sldMk cId="1090611007" sldId="790"/>
            <ac:spMk id="7" creationId="{D9BD7908-96E8-CDFE-D940-7EE1AE6D87DA}"/>
          </ac:spMkLst>
        </pc:spChg>
        <pc:spChg chg="add del mod">
          <ac:chgData name="Palit, Tapti" userId="dec6fbcd-7598-406a-8cbf-504d4a3bac15" providerId="ADAL" clId="{ECD42228-5B96-4A72-B268-C46DF994E6B7}" dt="2024-01-14T21:27:23.202" v="1678" actId="478"/>
          <ac:spMkLst>
            <pc:docMk/>
            <pc:sldMk cId="1090611007" sldId="790"/>
            <ac:spMk id="9" creationId="{B04B04B3-A565-FC14-9957-C4C708F42E08}"/>
          </ac:spMkLst>
        </pc:spChg>
        <pc:spChg chg="add del mod">
          <ac:chgData name="Palit, Tapti" userId="dec6fbcd-7598-406a-8cbf-504d4a3bac15" providerId="ADAL" clId="{ECD42228-5B96-4A72-B268-C46DF994E6B7}" dt="2024-01-14T21:27:23.202" v="1678" actId="478"/>
          <ac:spMkLst>
            <pc:docMk/>
            <pc:sldMk cId="1090611007" sldId="790"/>
            <ac:spMk id="10" creationId="{346BAEE8-93C3-78D1-E3EA-B266B7674DAB}"/>
          </ac:spMkLst>
        </pc:spChg>
        <pc:spChg chg="add del mod">
          <ac:chgData name="Palit, Tapti" userId="dec6fbcd-7598-406a-8cbf-504d4a3bac15" providerId="ADAL" clId="{ECD42228-5B96-4A72-B268-C46DF994E6B7}" dt="2024-01-14T21:27:23.202" v="1678" actId="478"/>
          <ac:spMkLst>
            <pc:docMk/>
            <pc:sldMk cId="1090611007" sldId="790"/>
            <ac:spMk id="11" creationId="{21D5B34B-D2EE-ED0E-7D6F-69BA6C1B983C}"/>
          </ac:spMkLst>
        </pc:spChg>
        <pc:spChg chg="add del mod">
          <ac:chgData name="Palit, Tapti" userId="dec6fbcd-7598-406a-8cbf-504d4a3bac15" providerId="ADAL" clId="{ECD42228-5B96-4A72-B268-C46DF994E6B7}" dt="2024-01-14T21:01:50.577" v="1537" actId="478"/>
          <ac:spMkLst>
            <pc:docMk/>
            <pc:sldMk cId="1090611007" sldId="790"/>
            <ac:spMk id="12" creationId="{937D4B7E-9107-1D73-C546-F2382B76CAAF}"/>
          </ac:spMkLst>
        </pc:spChg>
        <pc:spChg chg="add del mod">
          <ac:chgData name="Palit, Tapti" userId="dec6fbcd-7598-406a-8cbf-504d4a3bac15" providerId="ADAL" clId="{ECD42228-5B96-4A72-B268-C46DF994E6B7}" dt="2024-01-14T21:00:54.513" v="1520" actId="478"/>
          <ac:spMkLst>
            <pc:docMk/>
            <pc:sldMk cId="1090611007" sldId="790"/>
            <ac:spMk id="13" creationId="{E6EF45EA-C6A3-202A-A7D5-321FBD4BC48E}"/>
          </ac:spMkLst>
        </pc:spChg>
        <pc:spChg chg="add del mod">
          <ac:chgData name="Palit, Tapti" userId="dec6fbcd-7598-406a-8cbf-504d4a3bac15" providerId="ADAL" clId="{ECD42228-5B96-4A72-B268-C46DF994E6B7}" dt="2024-01-14T21:00:56.133" v="1521" actId="478"/>
          <ac:spMkLst>
            <pc:docMk/>
            <pc:sldMk cId="1090611007" sldId="790"/>
            <ac:spMk id="14" creationId="{4F724E10-7761-7B96-724E-524CB6F6138D}"/>
          </ac:spMkLst>
        </pc:spChg>
        <pc:spChg chg="add del mod">
          <ac:chgData name="Palit, Tapti" userId="dec6fbcd-7598-406a-8cbf-504d4a3bac15" providerId="ADAL" clId="{ECD42228-5B96-4A72-B268-C46DF994E6B7}" dt="2024-01-14T21:01:50.577" v="1537" actId="478"/>
          <ac:spMkLst>
            <pc:docMk/>
            <pc:sldMk cId="1090611007" sldId="790"/>
            <ac:spMk id="15" creationId="{B76FD390-0718-B82B-881D-06A5C8AA3487}"/>
          </ac:spMkLst>
        </pc:spChg>
        <pc:spChg chg="add del mod">
          <ac:chgData name="Palit, Tapti" userId="dec6fbcd-7598-406a-8cbf-504d4a3bac15" providerId="ADAL" clId="{ECD42228-5B96-4A72-B268-C46DF994E6B7}" dt="2024-01-14T21:01:50.577" v="1537" actId="478"/>
          <ac:spMkLst>
            <pc:docMk/>
            <pc:sldMk cId="1090611007" sldId="790"/>
            <ac:spMk id="16" creationId="{AD021C8B-A619-D808-37C1-B8ED7C1F6EB0}"/>
          </ac:spMkLst>
        </pc:spChg>
        <pc:spChg chg="add del mod">
          <ac:chgData name="Palit, Tapti" userId="dec6fbcd-7598-406a-8cbf-504d4a3bac15" providerId="ADAL" clId="{ECD42228-5B96-4A72-B268-C46DF994E6B7}" dt="2024-01-14T21:27:23.202" v="1678" actId="478"/>
          <ac:spMkLst>
            <pc:docMk/>
            <pc:sldMk cId="1090611007" sldId="790"/>
            <ac:spMk id="28" creationId="{3E76CAF2-6F55-F107-31E2-2AB7DA8FBDC4}"/>
          </ac:spMkLst>
        </pc:spChg>
        <pc:spChg chg="add del mod">
          <ac:chgData name="Palit, Tapti" userId="dec6fbcd-7598-406a-8cbf-504d4a3bac15" providerId="ADAL" clId="{ECD42228-5B96-4A72-B268-C46DF994E6B7}" dt="2024-01-14T21:27:23.202" v="1678" actId="478"/>
          <ac:spMkLst>
            <pc:docMk/>
            <pc:sldMk cId="1090611007" sldId="790"/>
            <ac:spMk id="29" creationId="{33ACDD08-835C-4AB2-3360-236BBC2AB2EB}"/>
          </ac:spMkLst>
        </pc:spChg>
        <pc:spChg chg="add del mod">
          <ac:chgData name="Palit, Tapti" userId="dec6fbcd-7598-406a-8cbf-504d4a3bac15" providerId="ADAL" clId="{ECD42228-5B96-4A72-B268-C46DF994E6B7}" dt="2024-01-14T21:27:23.202" v="1678" actId="478"/>
          <ac:spMkLst>
            <pc:docMk/>
            <pc:sldMk cId="1090611007" sldId="790"/>
            <ac:spMk id="30" creationId="{FD6AD017-918B-DD11-D403-0623D7AEEA75}"/>
          </ac:spMkLst>
        </pc:spChg>
        <pc:spChg chg="add del mod">
          <ac:chgData name="Palit, Tapti" userId="dec6fbcd-7598-406a-8cbf-504d4a3bac15" providerId="ADAL" clId="{ECD42228-5B96-4A72-B268-C46DF994E6B7}" dt="2024-01-14T21:27:23.202" v="1678" actId="478"/>
          <ac:spMkLst>
            <pc:docMk/>
            <pc:sldMk cId="1090611007" sldId="790"/>
            <ac:spMk id="31" creationId="{C2C21988-58AC-CFD9-A704-A3A999BF7AED}"/>
          </ac:spMkLst>
        </pc:spChg>
        <pc:spChg chg="add del mod">
          <ac:chgData name="Palit, Tapti" userId="dec6fbcd-7598-406a-8cbf-504d4a3bac15" providerId="ADAL" clId="{ECD42228-5B96-4A72-B268-C46DF994E6B7}" dt="2024-01-14T21:27:23.202" v="1678" actId="478"/>
          <ac:spMkLst>
            <pc:docMk/>
            <pc:sldMk cId="1090611007" sldId="790"/>
            <ac:spMk id="32" creationId="{0370735D-D43A-DD92-E89A-68059038BC63}"/>
          </ac:spMkLst>
        </pc:spChg>
        <pc:spChg chg="add del mod">
          <ac:chgData name="Palit, Tapti" userId="dec6fbcd-7598-406a-8cbf-504d4a3bac15" providerId="ADAL" clId="{ECD42228-5B96-4A72-B268-C46DF994E6B7}" dt="2024-01-14T21:27:23.202" v="1678" actId="478"/>
          <ac:spMkLst>
            <pc:docMk/>
            <pc:sldMk cId="1090611007" sldId="790"/>
            <ac:spMk id="33" creationId="{803454B6-97F1-5FBE-5397-66B165C26C58}"/>
          </ac:spMkLst>
        </pc:spChg>
        <pc:spChg chg="add del mod">
          <ac:chgData name="Palit, Tapti" userId="dec6fbcd-7598-406a-8cbf-504d4a3bac15" providerId="ADAL" clId="{ECD42228-5B96-4A72-B268-C46DF994E6B7}" dt="2024-01-14T21:27:23.202" v="1678" actId="478"/>
          <ac:spMkLst>
            <pc:docMk/>
            <pc:sldMk cId="1090611007" sldId="790"/>
            <ac:spMk id="34" creationId="{37ED4BE1-975D-80CF-E029-4D705440FA5B}"/>
          </ac:spMkLst>
        </pc:spChg>
        <pc:spChg chg="add del mod">
          <ac:chgData name="Palit, Tapti" userId="dec6fbcd-7598-406a-8cbf-504d4a3bac15" providerId="ADAL" clId="{ECD42228-5B96-4A72-B268-C46DF994E6B7}" dt="2024-01-14T21:27:23.202" v="1678" actId="478"/>
          <ac:spMkLst>
            <pc:docMk/>
            <pc:sldMk cId="1090611007" sldId="790"/>
            <ac:spMk id="35" creationId="{08BECB40-843E-DBCB-F182-936D668F5821}"/>
          </ac:spMkLst>
        </pc:spChg>
        <pc:spChg chg="add del mod">
          <ac:chgData name="Palit, Tapti" userId="dec6fbcd-7598-406a-8cbf-504d4a3bac15" providerId="ADAL" clId="{ECD42228-5B96-4A72-B268-C46DF994E6B7}" dt="2024-01-14T21:27:23.202" v="1678" actId="478"/>
          <ac:spMkLst>
            <pc:docMk/>
            <pc:sldMk cId="1090611007" sldId="790"/>
            <ac:spMk id="36" creationId="{93C395DD-0DD5-DE0C-5D23-F060AFCB932D}"/>
          </ac:spMkLst>
        </pc:spChg>
        <pc:spChg chg="add del mod">
          <ac:chgData name="Palit, Tapti" userId="dec6fbcd-7598-406a-8cbf-504d4a3bac15" providerId="ADAL" clId="{ECD42228-5B96-4A72-B268-C46DF994E6B7}" dt="2024-01-14T21:27:23.202" v="1678" actId="478"/>
          <ac:spMkLst>
            <pc:docMk/>
            <pc:sldMk cId="1090611007" sldId="790"/>
            <ac:spMk id="37" creationId="{144DB3D1-9DDF-DF57-A505-EA14427AF5F1}"/>
          </ac:spMkLst>
        </pc:spChg>
        <pc:spChg chg="add del mod">
          <ac:chgData name="Palit, Tapti" userId="dec6fbcd-7598-406a-8cbf-504d4a3bac15" providerId="ADAL" clId="{ECD42228-5B96-4A72-B268-C46DF994E6B7}" dt="2024-01-14T21:27:23.202" v="1678" actId="478"/>
          <ac:spMkLst>
            <pc:docMk/>
            <pc:sldMk cId="1090611007" sldId="790"/>
            <ac:spMk id="38" creationId="{1DAC759D-6A66-6112-76A7-25EAADC6E908}"/>
          </ac:spMkLst>
        </pc:spChg>
        <pc:spChg chg="del">
          <ac:chgData name="Palit, Tapti" userId="dec6fbcd-7598-406a-8cbf-504d4a3bac15" providerId="ADAL" clId="{ECD42228-5B96-4A72-B268-C46DF994E6B7}" dt="2024-01-14T20:36:12.719" v="1081" actId="478"/>
          <ac:spMkLst>
            <pc:docMk/>
            <pc:sldMk cId="1090611007" sldId="790"/>
            <ac:spMk id="44" creationId="{1865E06F-4701-4A03-8F26-806EB926D33A}"/>
          </ac:spMkLst>
        </pc:spChg>
        <pc:spChg chg="add mod">
          <ac:chgData name="Palit, Tapti" userId="dec6fbcd-7598-406a-8cbf-504d4a3bac15" providerId="ADAL" clId="{ECD42228-5B96-4A72-B268-C46DF994E6B7}" dt="2024-01-14T21:27:23.639" v="1679"/>
          <ac:spMkLst>
            <pc:docMk/>
            <pc:sldMk cId="1090611007" sldId="790"/>
            <ac:spMk id="61" creationId="{75C0C358-6E74-1AEA-BDD8-2991CB957D20}"/>
          </ac:spMkLst>
        </pc:spChg>
        <pc:spChg chg="add del mod">
          <ac:chgData name="Palit, Tapti" userId="dec6fbcd-7598-406a-8cbf-504d4a3bac15" providerId="ADAL" clId="{ECD42228-5B96-4A72-B268-C46DF994E6B7}" dt="2024-01-16T23:05:50.797" v="7934" actId="478"/>
          <ac:spMkLst>
            <pc:docMk/>
            <pc:sldMk cId="1090611007" sldId="790"/>
            <ac:spMk id="62" creationId="{25B7CB0F-80F6-3BA2-BBF3-0ADAB8F6BE20}"/>
          </ac:spMkLst>
        </pc:spChg>
        <pc:spChg chg="add mod">
          <ac:chgData name="Palit, Tapti" userId="dec6fbcd-7598-406a-8cbf-504d4a3bac15" providerId="ADAL" clId="{ECD42228-5B96-4A72-B268-C46DF994E6B7}" dt="2024-01-14T21:27:23.639" v="1679"/>
          <ac:spMkLst>
            <pc:docMk/>
            <pc:sldMk cId="1090611007" sldId="790"/>
            <ac:spMk id="63" creationId="{E7F40127-45C8-A77F-507E-B52F703A9E5B}"/>
          </ac:spMkLst>
        </pc:spChg>
        <pc:spChg chg="add mod">
          <ac:chgData name="Palit, Tapti" userId="dec6fbcd-7598-406a-8cbf-504d4a3bac15" providerId="ADAL" clId="{ECD42228-5B96-4A72-B268-C46DF994E6B7}" dt="2024-01-14T21:27:23.639" v="1679"/>
          <ac:spMkLst>
            <pc:docMk/>
            <pc:sldMk cId="1090611007" sldId="790"/>
            <ac:spMk id="64" creationId="{C7ED91EC-F12E-920E-C829-6F2D1705FD42}"/>
          </ac:spMkLst>
        </pc:spChg>
        <pc:spChg chg="add mod">
          <ac:chgData name="Palit, Tapti" userId="dec6fbcd-7598-406a-8cbf-504d4a3bac15" providerId="ADAL" clId="{ECD42228-5B96-4A72-B268-C46DF994E6B7}" dt="2024-01-14T21:27:23.639" v="1679"/>
          <ac:spMkLst>
            <pc:docMk/>
            <pc:sldMk cId="1090611007" sldId="790"/>
            <ac:spMk id="65" creationId="{B11B2F7F-01AC-C490-3400-1CCA2506FFC4}"/>
          </ac:spMkLst>
        </pc:spChg>
        <pc:spChg chg="add mod">
          <ac:chgData name="Palit, Tapti" userId="dec6fbcd-7598-406a-8cbf-504d4a3bac15" providerId="ADAL" clId="{ECD42228-5B96-4A72-B268-C46DF994E6B7}" dt="2024-01-14T21:41:20.285" v="2158" actId="20577"/>
          <ac:spMkLst>
            <pc:docMk/>
            <pc:sldMk cId="1090611007" sldId="790"/>
            <ac:spMk id="66" creationId="{4EFB2F03-D596-9D25-05CD-7C0D7876D5B1}"/>
          </ac:spMkLst>
        </pc:spChg>
        <pc:spChg chg="add del mod">
          <ac:chgData name="Palit, Tapti" userId="dec6fbcd-7598-406a-8cbf-504d4a3bac15" providerId="ADAL" clId="{ECD42228-5B96-4A72-B268-C46DF994E6B7}" dt="2024-01-16T23:05:50.797" v="7934" actId="478"/>
          <ac:spMkLst>
            <pc:docMk/>
            <pc:sldMk cId="1090611007" sldId="790"/>
            <ac:spMk id="67" creationId="{0B73BF5B-BAFA-F7CB-72EA-32E909F5B292}"/>
          </ac:spMkLst>
        </pc:spChg>
        <pc:spChg chg="add del mod">
          <ac:chgData name="Palit, Tapti" userId="dec6fbcd-7598-406a-8cbf-504d4a3bac15" providerId="ADAL" clId="{ECD42228-5B96-4A72-B268-C46DF994E6B7}" dt="2024-01-16T23:05:50.797" v="7934" actId="478"/>
          <ac:spMkLst>
            <pc:docMk/>
            <pc:sldMk cId="1090611007" sldId="790"/>
            <ac:spMk id="68" creationId="{7204EB6A-13E9-3420-6E3C-53E8B129C932}"/>
          </ac:spMkLst>
        </pc:spChg>
        <pc:spChg chg="add del mod">
          <ac:chgData name="Palit, Tapti" userId="dec6fbcd-7598-406a-8cbf-504d4a3bac15" providerId="ADAL" clId="{ECD42228-5B96-4A72-B268-C46DF994E6B7}" dt="2024-01-16T23:05:50.797" v="7934" actId="478"/>
          <ac:spMkLst>
            <pc:docMk/>
            <pc:sldMk cId="1090611007" sldId="790"/>
            <ac:spMk id="69" creationId="{3F766146-AE6A-4386-EAA5-BC4D47FAF46E}"/>
          </ac:spMkLst>
        </pc:spChg>
        <pc:spChg chg="add del mod">
          <ac:chgData name="Palit, Tapti" userId="dec6fbcd-7598-406a-8cbf-504d4a3bac15" providerId="ADAL" clId="{ECD42228-5B96-4A72-B268-C46DF994E6B7}" dt="2024-01-16T23:05:50.797" v="7934" actId="478"/>
          <ac:spMkLst>
            <pc:docMk/>
            <pc:sldMk cId="1090611007" sldId="790"/>
            <ac:spMk id="70" creationId="{5346C038-A8AD-2D2D-C00C-868B4270F218}"/>
          </ac:spMkLst>
        </pc:spChg>
        <pc:spChg chg="add mod">
          <ac:chgData name="Palit, Tapti" userId="dec6fbcd-7598-406a-8cbf-504d4a3bac15" providerId="ADAL" clId="{ECD42228-5B96-4A72-B268-C46DF994E6B7}" dt="2024-01-14T21:27:23.639" v="1679"/>
          <ac:spMkLst>
            <pc:docMk/>
            <pc:sldMk cId="1090611007" sldId="790"/>
            <ac:spMk id="71" creationId="{D2F9BBDC-BE9D-99BC-DBE2-478EB310DEC0}"/>
          </ac:spMkLst>
        </pc:spChg>
        <pc:spChg chg="add mod">
          <ac:chgData name="Palit, Tapti" userId="dec6fbcd-7598-406a-8cbf-504d4a3bac15" providerId="ADAL" clId="{ECD42228-5B96-4A72-B268-C46DF994E6B7}" dt="2024-01-14T21:27:23.639" v="1679"/>
          <ac:spMkLst>
            <pc:docMk/>
            <pc:sldMk cId="1090611007" sldId="790"/>
            <ac:spMk id="72" creationId="{D26D2EB4-51B6-A307-33DF-221E23F07142}"/>
          </ac:spMkLst>
        </pc:spChg>
        <pc:spChg chg="add del mod">
          <ac:chgData name="Palit, Tapti" userId="dec6fbcd-7598-406a-8cbf-504d4a3bac15" providerId="ADAL" clId="{ECD42228-5B96-4A72-B268-C46DF994E6B7}" dt="2024-01-16T23:05:50.797" v="7934" actId="478"/>
          <ac:spMkLst>
            <pc:docMk/>
            <pc:sldMk cId="1090611007" sldId="790"/>
            <ac:spMk id="73" creationId="{A7292461-AC51-F349-885D-B0626A531815}"/>
          </ac:spMkLst>
        </pc:spChg>
        <pc:spChg chg="add del mod">
          <ac:chgData name="Palit, Tapti" userId="dec6fbcd-7598-406a-8cbf-504d4a3bac15" providerId="ADAL" clId="{ECD42228-5B96-4A72-B268-C46DF994E6B7}" dt="2024-01-16T23:05:50.797" v="7934" actId="478"/>
          <ac:spMkLst>
            <pc:docMk/>
            <pc:sldMk cId="1090611007" sldId="790"/>
            <ac:spMk id="74" creationId="{1716C256-A73A-C320-96CE-66AA4BB35889}"/>
          </ac:spMkLst>
        </pc:spChg>
        <pc:cxnChg chg="add del mod">
          <ac:chgData name="Palit, Tapti" userId="dec6fbcd-7598-406a-8cbf-504d4a3bac15" providerId="ADAL" clId="{ECD42228-5B96-4A72-B268-C46DF994E6B7}" dt="2024-01-14T21:00:58.224" v="1522" actId="478"/>
          <ac:cxnSpMkLst>
            <pc:docMk/>
            <pc:sldMk cId="1090611007" sldId="790"/>
            <ac:cxnSpMk id="18" creationId="{E6AC5898-EA61-8AD0-E36B-5666C2BBD20A}"/>
          </ac:cxnSpMkLst>
        </pc:cxnChg>
        <pc:cxnChg chg="add del mod">
          <ac:chgData name="Palit, Tapti" userId="dec6fbcd-7598-406a-8cbf-504d4a3bac15" providerId="ADAL" clId="{ECD42228-5B96-4A72-B268-C46DF994E6B7}" dt="2024-01-14T21:01:00.175" v="1523" actId="478"/>
          <ac:cxnSpMkLst>
            <pc:docMk/>
            <pc:sldMk cId="1090611007" sldId="790"/>
            <ac:cxnSpMk id="19" creationId="{D58DF821-9839-9C66-AAB3-4DADC6864A92}"/>
          </ac:cxnSpMkLst>
        </pc:cxnChg>
        <pc:cxnChg chg="add del mod">
          <ac:chgData name="Palit, Tapti" userId="dec6fbcd-7598-406a-8cbf-504d4a3bac15" providerId="ADAL" clId="{ECD42228-5B96-4A72-B268-C46DF994E6B7}" dt="2024-01-14T21:01:50.577" v="1537" actId="478"/>
          <ac:cxnSpMkLst>
            <pc:docMk/>
            <pc:sldMk cId="1090611007" sldId="790"/>
            <ac:cxnSpMk id="22" creationId="{DB56827B-CF5A-0CF6-BDD2-5B3CC6C8BC3C}"/>
          </ac:cxnSpMkLst>
        </pc:cxnChg>
        <pc:cxnChg chg="add del mod">
          <ac:chgData name="Palit, Tapti" userId="dec6fbcd-7598-406a-8cbf-504d4a3bac15" providerId="ADAL" clId="{ECD42228-5B96-4A72-B268-C46DF994E6B7}" dt="2024-01-14T21:01:50.577" v="1537" actId="478"/>
          <ac:cxnSpMkLst>
            <pc:docMk/>
            <pc:sldMk cId="1090611007" sldId="790"/>
            <ac:cxnSpMk id="25" creationId="{C0946AA6-E252-5D6B-E7B7-4CED7D107E8D}"/>
          </ac:cxnSpMkLst>
        </pc:cxnChg>
        <pc:cxnChg chg="del">
          <ac:chgData name="Palit, Tapti" userId="dec6fbcd-7598-406a-8cbf-504d4a3bac15" providerId="ADAL" clId="{ECD42228-5B96-4A72-B268-C46DF994E6B7}" dt="2024-01-14T20:36:12.719" v="1081" actId="478"/>
          <ac:cxnSpMkLst>
            <pc:docMk/>
            <pc:sldMk cId="1090611007" sldId="790"/>
            <ac:cxnSpMk id="39" creationId="{E21A7DA2-06E1-4960-8F3F-A0E5D95C018A}"/>
          </ac:cxnSpMkLst>
        </pc:cxnChg>
        <pc:cxnChg chg="add del mod">
          <ac:chgData name="Palit, Tapti" userId="dec6fbcd-7598-406a-8cbf-504d4a3bac15" providerId="ADAL" clId="{ECD42228-5B96-4A72-B268-C46DF994E6B7}" dt="2024-01-14T21:27:23.202" v="1678" actId="478"/>
          <ac:cxnSpMkLst>
            <pc:docMk/>
            <pc:sldMk cId="1090611007" sldId="790"/>
            <ac:cxnSpMk id="41" creationId="{4A3640FF-FF60-A72F-B6F7-63029DD13702}"/>
          </ac:cxnSpMkLst>
        </pc:cxnChg>
        <pc:cxnChg chg="add del mod">
          <ac:chgData name="Palit, Tapti" userId="dec6fbcd-7598-406a-8cbf-504d4a3bac15" providerId="ADAL" clId="{ECD42228-5B96-4A72-B268-C46DF994E6B7}" dt="2024-01-14T21:27:23.202" v="1678" actId="478"/>
          <ac:cxnSpMkLst>
            <pc:docMk/>
            <pc:sldMk cId="1090611007" sldId="790"/>
            <ac:cxnSpMk id="42" creationId="{8B71E04F-E2AC-ABA5-0224-88B34007DA20}"/>
          </ac:cxnSpMkLst>
        </pc:cxnChg>
        <pc:cxnChg chg="del">
          <ac:chgData name="Palit, Tapti" userId="dec6fbcd-7598-406a-8cbf-504d4a3bac15" providerId="ADAL" clId="{ECD42228-5B96-4A72-B268-C46DF994E6B7}" dt="2024-01-14T20:36:12.719" v="1081" actId="478"/>
          <ac:cxnSpMkLst>
            <pc:docMk/>
            <pc:sldMk cId="1090611007" sldId="790"/>
            <ac:cxnSpMk id="43" creationId="{B25A535B-FC0A-4F63-B819-40C5C07495B3}"/>
          </ac:cxnSpMkLst>
        </pc:cxnChg>
        <pc:cxnChg chg="add del mod">
          <ac:chgData name="Palit, Tapti" userId="dec6fbcd-7598-406a-8cbf-504d4a3bac15" providerId="ADAL" clId="{ECD42228-5B96-4A72-B268-C46DF994E6B7}" dt="2024-01-14T21:27:23.202" v="1678" actId="478"/>
          <ac:cxnSpMkLst>
            <pc:docMk/>
            <pc:sldMk cId="1090611007" sldId="790"/>
            <ac:cxnSpMk id="49" creationId="{BE9FF3C1-720E-09C3-F853-01B9F700C7C2}"/>
          </ac:cxnSpMkLst>
        </pc:cxnChg>
        <pc:cxnChg chg="add del mod">
          <ac:chgData name="Palit, Tapti" userId="dec6fbcd-7598-406a-8cbf-504d4a3bac15" providerId="ADAL" clId="{ECD42228-5B96-4A72-B268-C46DF994E6B7}" dt="2024-01-14T21:27:23.202" v="1678" actId="478"/>
          <ac:cxnSpMkLst>
            <pc:docMk/>
            <pc:sldMk cId="1090611007" sldId="790"/>
            <ac:cxnSpMk id="52" creationId="{E132BDB0-C9B0-94B7-3A3F-13947A81BFF5}"/>
          </ac:cxnSpMkLst>
        </pc:cxnChg>
        <pc:cxnChg chg="add del mod">
          <ac:chgData name="Palit, Tapti" userId="dec6fbcd-7598-406a-8cbf-504d4a3bac15" providerId="ADAL" clId="{ECD42228-5B96-4A72-B268-C46DF994E6B7}" dt="2024-01-14T21:27:23.202" v="1678" actId="478"/>
          <ac:cxnSpMkLst>
            <pc:docMk/>
            <pc:sldMk cId="1090611007" sldId="790"/>
            <ac:cxnSpMk id="55" creationId="{2EF9C8A9-FA38-99D3-CDB0-438168F3220A}"/>
          </ac:cxnSpMkLst>
        </pc:cxnChg>
        <pc:cxnChg chg="add del mod">
          <ac:chgData name="Palit, Tapti" userId="dec6fbcd-7598-406a-8cbf-504d4a3bac15" providerId="ADAL" clId="{ECD42228-5B96-4A72-B268-C46DF994E6B7}" dt="2024-01-14T21:27:23.202" v="1678" actId="478"/>
          <ac:cxnSpMkLst>
            <pc:docMk/>
            <pc:sldMk cId="1090611007" sldId="790"/>
            <ac:cxnSpMk id="58" creationId="{140A94B1-2DDF-8499-DEEC-30CFE5891CA8}"/>
          </ac:cxnSpMkLst>
        </pc:cxnChg>
        <pc:cxnChg chg="add mod">
          <ac:chgData name="Palit, Tapti" userId="dec6fbcd-7598-406a-8cbf-504d4a3bac15" providerId="ADAL" clId="{ECD42228-5B96-4A72-B268-C46DF994E6B7}" dt="2024-01-14T21:27:23.639" v="1679"/>
          <ac:cxnSpMkLst>
            <pc:docMk/>
            <pc:sldMk cId="1090611007" sldId="790"/>
            <ac:cxnSpMk id="75" creationId="{8F14B816-BB14-8463-6222-BB228BC4919E}"/>
          </ac:cxnSpMkLst>
        </pc:cxnChg>
        <pc:cxnChg chg="add mod">
          <ac:chgData name="Palit, Tapti" userId="dec6fbcd-7598-406a-8cbf-504d4a3bac15" providerId="ADAL" clId="{ECD42228-5B96-4A72-B268-C46DF994E6B7}" dt="2024-01-14T21:27:23.639" v="1679"/>
          <ac:cxnSpMkLst>
            <pc:docMk/>
            <pc:sldMk cId="1090611007" sldId="790"/>
            <ac:cxnSpMk id="76" creationId="{BE10850E-538E-4647-E0A2-C58872A5BC9E}"/>
          </ac:cxnSpMkLst>
        </pc:cxnChg>
        <pc:cxnChg chg="add del mod">
          <ac:chgData name="Palit, Tapti" userId="dec6fbcd-7598-406a-8cbf-504d4a3bac15" providerId="ADAL" clId="{ECD42228-5B96-4A72-B268-C46DF994E6B7}" dt="2024-01-16T23:05:50.797" v="7934" actId="478"/>
          <ac:cxnSpMkLst>
            <pc:docMk/>
            <pc:sldMk cId="1090611007" sldId="790"/>
            <ac:cxnSpMk id="77" creationId="{FC1792DD-E746-3D9E-0D2F-3BC2795106FA}"/>
          </ac:cxnSpMkLst>
        </pc:cxnChg>
        <pc:cxnChg chg="add del mod">
          <ac:chgData name="Palit, Tapti" userId="dec6fbcd-7598-406a-8cbf-504d4a3bac15" providerId="ADAL" clId="{ECD42228-5B96-4A72-B268-C46DF994E6B7}" dt="2024-01-16T23:24:15.679" v="7935" actId="478"/>
          <ac:cxnSpMkLst>
            <pc:docMk/>
            <pc:sldMk cId="1090611007" sldId="790"/>
            <ac:cxnSpMk id="78" creationId="{F5401CB8-3809-3A06-4EA1-25E1F0D473B5}"/>
          </ac:cxnSpMkLst>
        </pc:cxnChg>
        <pc:cxnChg chg="add del mod">
          <ac:chgData name="Palit, Tapti" userId="dec6fbcd-7598-406a-8cbf-504d4a3bac15" providerId="ADAL" clId="{ECD42228-5B96-4A72-B268-C46DF994E6B7}" dt="2024-01-16T23:05:50.797" v="7934" actId="478"/>
          <ac:cxnSpMkLst>
            <pc:docMk/>
            <pc:sldMk cId="1090611007" sldId="790"/>
            <ac:cxnSpMk id="79" creationId="{5A233D93-79F9-91F2-E9C4-40E8E52A6942}"/>
          </ac:cxnSpMkLst>
        </pc:cxnChg>
        <pc:cxnChg chg="add del mod">
          <ac:chgData name="Palit, Tapti" userId="dec6fbcd-7598-406a-8cbf-504d4a3bac15" providerId="ADAL" clId="{ECD42228-5B96-4A72-B268-C46DF994E6B7}" dt="2024-01-16T23:05:50.797" v="7934" actId="478"/>
          <ac:cxnSpMkLst>
            <pc:docMk/>
            <pc:sldMk cId="1090611007" sldId="790"/>
            <ac:cxnSpMk id="80" creationId="{63FEEADF-51FC-1A05-9EFD-8920AF161360}"/>
          </ac:cxnSpMkLst>
        </pc:cxnChg>
      </pc:sldChg>
      <pc:sldChg chg="add del mod modShow">
        <pc:chgData name="Palit, Tapti" userId="dec6fbcd-7598-406a-8cbf-504d4a3bac15" providerId="ADAL" clId="{ECD42228-5B96-4A72-B268-C46DF994E6B7}" dt="2024-01-28T03:44:01.241" v="67437" actId="47"/>
        <pc:sldMkLst>
          <pc:docMk/>
          <pc:sldMk cId="1465499802" sldId="790"/>
        </pc:sldMkLst>
      </pc:sldChg>
      <pc:sldChg chg="delSp modSp add del mod delAnim">
        <pc:chgData name="Palit, Tapti" userId="dec6fbcd-7598-406a-8cbf-504d4a3bac15" providerId="ADAL" clId="{ECD42228-5B96-4A72-B268-C46DF994E6B7}" dt="2024-01-14T20:40:47.778" v="1166" actId="47"/>
        <pc:sldMkLst>
          <pc:docMk/>
          <pc:sldMk cId="2603985437" sldId="791"/>
        </pc:sldMkLst>
        <pc:spChg chg="mod">
          <ac:chgData name="Palit, Tapti" userId="dec6fbcd-7598-406a-8cbf-504d4a3bac15" providerId="ADAL" clId="{ECD42228-5B96-4A72-B268-C46DF994E6B7}" dt="2024-01-14T20:26:10.929" v="732"/>
          <ac:spMkLst>
            <pc:docMk/>
            <pc:sldMk cId="2603985437" sldId="791"/>
            <ac:spMk id="2" creationId="{803650A6-D090-4F49-89FC-6E7ECF8BED37}"/>
          </ac:spMkLst>
        </pc:spChg>
        <pc:spChg chg="mod">
          <ac:chgData name="Palit, Tapti" userId="dec6fbcd-7598-406a-8cbf-504d4a3bac15" providerId="ADAL" clId="{ECD42228-5B96-4A72-B268-C46DF994E6B7}" dt="2024-01-14T20:26:10.929" v="732"/>
          <ac:spMkLst>
            <pc:docMk/>
            <pc:sldMk cId="2603985437" sldId="791"/>
            <ac:spMk id="3" creationId="{9DF37E32-E849-43FD-AE75-95E334786AB7}"/>
          </ac:spMkLst>
        </pc:spChg>
        <pc:spChg chg="mod">
          <ac:chgData name="Palit, Tapti" userId="dec6fbcd-7598-406a-8cbf-504d4a3bac15" providerId="ADAL" clId="{ECD42228-5B96-4A72-B268-C46DF994E6B7}" dt="2024-01-14T20:26:10.929" v="732"/>
          <ac:spMkLst>
            <pc:docMk/>
            <pc:sldMk cId="2603985437" sldId="791"/>
            <ac:spMk id="4" creationId="{3CFC0458-353F-49C6-A1F4-5BF22C6A25F4}"/>
          </ac:spMkLst>
        </pc:spChg>
        <pc:spChg chg="mod">
          <ac:chgData name="Palit, Tapti" userId="dec6fbcd-7598-406a-8cbf-504d4a3bac15" providerId="ADAL" clId="{ECD42228-5B96-4A72-B268-C46DF994E6B7}" dt="2024-01-14T20:11:37.254" v="533" actId="207"/>
          <ac:spMkLst>
            <pc:docMk/>
            <pc:sldMk cId="2603985437" sldId="791"/>
            <ac:spMk id="6" creationId="{D6E7A7AB-D626-4FD5-AB23-3EBF346B90C3}"/>
          </ac:spMkLst>
        </pc:spChg>
        <pc:spChg chg="del">
          <ac:chgData name="Palit, Tapti" userId="dec6fbcd-7598-406a-8cbf-504d4a3bac15" providerId="ADAL" clId="{ECD42228-5B96-4A72-B268-C46DF994E6B7}" dt="2024-01-14T20:11:11.361" v="528" actId="478"/>
          <ac:spMkLst>
            <pc:docMk/>
            <pc:sldMk cId="2603985437" sldId="791"/>
            <ac:spMk id="21" creationId="{C002CB50-FFF4-441D-8367-A795E26CAACA}"/>
          </ac:spMkLst>
        </pc:spChg>
        <pc:cxnChg chg="del">
          <ac:chgData name="Palit, Tapti" userId="dec6fbcd-7598-406a-8cbf-504d4a3bac15" providerId="ADAL" clId="{ECD42228-5B96-4A72-B268-C46DF994E6B7}" dt="2024-01-14T20:11:13.800" v="529" actId="478"/>
          <ac:cxnSpMkLst>
            <pc:docMk/>
            <pc:sldMk cId="2603985437" sldId="791"/>
            <ac:cxnSpMk id="14" creationId="{4E2D8B7B-DADD-4291-986A-A38DA91B70B9}"/>
          </ac:cxnSpMkLst>
        </pc:cxnChg>
      </pc:sldChg>
      <pc:sldChg chg="new del">
        <pc:chgData name="Palit, Tapti" userId="dec6fbcd-7598-406a-8cbf-504d4a3bac15" providerId="ADAL" clId="{ECD42228-5B96-4A72-B268-C46DF994E6B7}" dt="2024-01-14T20:26:22.861" v="734" actId="47"/>
        <pc:sldMkLst>
          <pc:docMk/>
          <pc:sldMk cId="2072248198" sldId="792"/>
        </pc:sldMkLst>
      </pc:sldChg>
      <pc:sldChg chg="add del mod modShow">
        <pc:chgData name="Palit, Tapti" userId="dec6fbcd-7598-406a-8cbf-504d4a3bac15" providerId="ADAL" clId="{ECD42228-5B96-4A72-B268-C46DF994E6B7}" dt="2024-01-28T03:44:01.241" v="67437" actId="47"/>
        <pc:sldMkLst>
          <pc:docMk/>
          <pc:sldMk cId="3124457515" sldId="792"/>
        </pc:sldMkLst>
      </pc:sldChg>
      <pc:sldChg chg="new del">
        <pc:chgData name="Palit, Tapti" userId="dec6fbcd-7598-406a-8cbf-504d4a3bac15" providerId="ADAL" clId="{ECD42228-5B96-4A72-B268-C46DF994E6B7}" dt="2024-01-14T20:25:37.433" v="729" actId="680"/>
        <pc:sldMkLst>
          <pc:docMk/>
          <pc:sldMk cId="3915607615" sldId="792"/>
        </pc:sldMkLst>
      </pc:sldChg>
      <pc:sldChg chg="add del mod modShow">
        <pc:chgData name="Palit, Tapti" userId="dec6fbcd-7598-406a-8cbf-504d4a3bac15" providerId="ADAL" clId="{ECD42228-5B96-4A72-B268-C46DF994E6B7}" dt="2024-01-28T03:44:01.241" v="67437" actId="47"/>
        <pc:sldMkLst>
          <pc:docMk/>
          <pc:sldMk cId="1317362939" sldId="793"/>
        </pc:sldMkLst>
      </pc:sldChg>
      <pc:sldChg chg="add del mod modShow">
        <pc:chgData name="Palit, Tapti" userId="dec6fbcd-7598-406a-8cbf-504d4a3bac15" providerId="ADAL" clId="{ECD42228-5B96-4A72-B268-C46DF994E6B7}" dt="2024-01-28T03:44:01.241" v="67437" actId="47"/>
        <pc:sldMkLst>
          <pc:docMk/>
          <pc:sldMk cId="2052124241" sldId="794"/>
        </pc:sldMkLst>
      </pc:sldChg>
      <pc:sldChg chg="add del mod modShow">
        <pc:chgData name="Palit, Tapti" userId="dec6fbcd-7598-406a-8cbf-504d4a3bac15" providerId="ADAL" clId="{ECD42228-5B96-4A72-B268-C46DF994E6B7}" dt="2024-01-28T03:44:01.241" v="67437" actId="47"/>
        <pc:sldMkLst>
          <pc:docMk/>
          <pc:sldMk cId="3615461960" sldId="795"/>
        </pc:sldMkLst>
      </pc:sldChg>
      <pc:sldChg chg="new del">
        <pc:chgData name="Palit, Tapti" userId="dec6fbcd-7598-406a-8cbf-504d4a3bac15" providerId="ADAL" clId="{ECD42228-5B96-4A72-B268-C46DF994E6B7}" dt="2024-01-14T20:43:17.201" v="1177" actId="680"/>
        <pc:sldMkLst>
          <pc:docMk/>
          <pc:sldMk cId="1116821206" sldId="796"/>
        </pc:sldMkLst>
      </pc:sldChg>
      <pc:sldChg chg="addSp delSp modSp add mod">
        <pc:chgData name="Palit, Tapti" userId="dec6fbcd-7598-406a-8cbf-504d4a3bac15" providerId="ADAL" clId="{ECD42228-5B96-4A72-B268-C46DF994E6B7}" dt="2024-01-15T02:09:57.923" v="3838" actId="20577"/>
        <pc:sldMkLst>
          <pc:docMk/>
          <pc:sldMk cId="1995810849" sldId="796"/>
        </pc:sldMkLst>
        <pc:spChg chg="del">
          <ac:chgData name="Palit, Tapti" userId="dec6fbcd-7598-406a-8cbf-504d4a3bac15" providerId="ADAL" clId="{ECD42228-5B96-4A72-B268-C46DF994E6B7}" dt="2024-01-14T21:31:56.496" v="1801" actId="478"/>
          <ac:spMkLst>
            <pc:docMk/>
            <pc:sldMk cId="1995810849" sldId="796"/>
            <ac:spMk id="3" creationId="{77ED4799-638B-F20E-CCD5-F50C94CD3B9E}"/>
          </ac:spMkLst>
        </pc:spChg>
        <pc:spChg chg="del">
          <ac:chgData name="Palit, Tapti" userId="dec6fbcd-7598-406a-8cbf-504d4a3bac15" providerId="ADAL" clId="{ECD42228-5B96-4A72-B268-C46DF994E6B7}" dt="2024-01-14T21:42:27.589" v="2172" actId="478"/>
          <ac:spMkLst>
            <pc:docMk/>
            <pc:sldMk cId="1995810849" sldId="796"/>
            <ac:spMk id="5" creationId="{796A5EB1-6B12-72E9-5240-7550D8F20B04}"/>
          </ac:spMkLst>
        </pc:spChg>
        <pc:spChg chg="add del mod">
          <ac:chgData name="Palit, Tapti" userId="dec6fbcd-7598-406a-8cbf-504d4a3bac15" providerId="ADAL" clId="{ECD42228-5B96-4A72-B268-C46DF994E6B7}" dt="2024-01-15T02:09:44.206" v="3786" actId="478"/>
          <ac:spMkLst>
            <pc:docMk/>
            <pc:sldMk cId="1995810849" sldId="796"/>
            <ac:spMk id="6" creationId="{1FE5DAC0-47A8-77A6-3164-AC7AD4E03020}"/>
          </ac:spMkLst>
        </pc:spChg>
        <pc:spChg chg="add del mod">
          <ac:chgData name="Palit, Tapti" userId="dec6fbcd-7598-406a-8cbf-504d4a3bac15" providerId="ADAL" clId="{ECD42228-5B96-4A72-B268-C46DF994E6B7}" dt="2024-01-15T02:09:57.923" v="3838" actId="20577"/>
          <ac:spMkLst>
            <pc:docMk/>
            <pc:sldMk cId="1995810849" sldId="796"/>
            <ac:spMk id="7" creationId="{0B94641A-9700-79D5-9107-90F15D463644}"/>
          </ac:spMkLst>
        </pc:spChg>
        <pc:spChg chg="add del">
          <ac:chgData name="Palit, Tapti" userId="dec6fbcd-7598-406a-8cbf-504d4a3bac15" providerId="ADAL" clId="{ECD42228-5B96-4A72-B268-C46DF994E6B7}" dt="2024-01-15T02:09:41.963" v="3785" actId="478"/>
          <ac:spMkLst>
            <pc:docMk/>
            <pc:sldMk cId="1995810849" sldId="796"/>
            <ac:spMk id="8" creationId="{D66EF178-BE79-3C1D-0CB8-761E29262D4E}"/>
          </ac:spMkLst>
        </pc:spChg>
        <pc:spChg chg="add del">
          <ac:chgData name="Palit, Tapti" userId="dec6fbcd-7598-406a-8cbf-504d4a3bac15" providerId="ADAL" clId="{ECD42228-5B96-4A72-B268-C46DF994E6B7}" dt="2024-01-15T02:09:41.963" v="3785" actId="478"/>
          <ac:spMkLst>
            <pc:docMk/>
            <pc:sldMk cId="1995810849" sldId="796"/>
            <ac:spMk id="9" creationId="{DC566193-3BF0-911C-EEBE-0A2C235657B3}"/>
          </ac:spMkLst>
        </pc:spChg>
        <pc:spChg chg="add del">
          <ac:chgData name="Palit, Tapti" userId="dec6fbcd-7598-406a-8cbf-504d4a3bac15" providerId="ADAL" clId="{ECD42228-5B96-4A72-B268-C46DF994E6B7}" dt="2024-01-15T02:09:41.963" v="3785" actId="478"/>
          <ac:spMkLst>
            <pc:docMk/>
            <pc:sldMk cId="1995810849" sldId="796"/>
            <ac:spMk id="10" creationId="{BE38ED83-1ACF-E3C1-B5FE-67D1D629A8EC}"/>
          </ac:spMkLst>
        </pc:spChg>
        <pc:spChg chg="add del mod">
          <ac:chgData name="Palit, Tapti" userId="dec6fbcd-7598-406a-8cbf-504d4a3bac15" providerId="ADAL" clId="{ECD42228-5B96-4A72-B268-C46DF994E6B7}" dt="2024-01-15T02:09:41.963" v="3785" actId="478"/>
          <ac:spMkLst>
            <pc:docMk/>
            <pc:sldMk cId="1995810849" sldId="796"/>
            <ac:spMk id="11" creationId="{A61A418C-598A-2789-D0D9-887944A70DC5}"/>
          </ac:spMkLst>
        </pc:spChg>
        <pc:spChg chg="add del mod">
          <ac:chgData name="Palit, Tapti" userId="dec6fbcd-7598-406a-8cbf-504d4a3bac15" providerId="ADAL" clId="{ECD42228-5B96-4A72-B268-C46DF994E6B7}" dt="2024-01-15T02:09:53.825" v="3832" actId="1038"/>
          <ac:spMkLst>
            <pc:docMk/>
            <pc:sldMk cId="1995810849" sldId="796"/>
            <ac:spMk id="12" creationId="{5E9E07E8-CBAF-810F-342A-02E937C0F585}"/>
          </ac:spMkLst>
        </pc:spChg>
        <pc:spChg chg="add del mod">
          <ac:chgData name="Palit, Tapti" userId="dec6fbcd-7598-406a-8cbf-504d4a3bac15" providerId="ADAL" clId="{ECD42228-5B96-4A72-B268-C46DF994E6B7}" dt="2024-01-15T02:09:53.825" v="3832" actId="1038"/>
          <ac:spMkLst>
            <pc:docMk/>
            <pc:sldMk cId="1995810849" sldId="796"/>
            <ac:spMk id="13" creationId="{D416EDCB-0B14-5F9C-DBBC-81FE6BA2816B}"/>
          </ac:spMkLst>
        </pc:spChg>
        <pc:spChg chg="add del mod">
          <ac:chgData name="Palit, Tapti" userId="dec6fbcd-7598-406a-8cbf-504d4a3bac15" providerId="ADAL" clId="{ECD42228-5B96-4A72-B268-C46DF994E6B7}" dt="2024-01-15T02:09:53.825" v="3832" actId="1038"/>
          <ac:spMkLst>
            <pc:docMk/>
            <pc:sldMk cId="1995810849" sldId="796"/>
            <ac:spMk id="14" creationId="{1BFF32E7-753C-E403-6F56-1A99BA583826}"/>
          </ac:spMkLst>
        </pc:spChg>
        <pc:spChg chg="add del mod">
          <ac:chgData name="Palit, Tapti" userId="dec6fbcd-7598-406a-8cbf-504d4a3bac15" providerId="ADAL" clId="{ECD42228-5B96-4A72-B268-C46DF994E6B7}" dt="2024-01-15T02:09:53.825" v="3832" actId="1038"/>
          <ac:spMkLst>
            <pc:docMk/>
            <pc:sldMk cId="1995810849" sldId="796"/>
            <ac:spMk id="15" creationId="{4985DD96-24CA-A47E-490B-1E0D4FF988B5}"/>
          </ac:spMkLst>
        </pc:spChg>
        <pc:spChg chg="add del">
          <ac:chgData name="Palit, Tapti" userId="dec6fbcd-7598-406a-8cbf-504d4a3bac15" providerId="ADAL" clId="{ECD42228-5B96-4A72-B268-C46DF994E6B7}" dt="2024-01-15T02:09:41.963" v="3785" actId="478"/>
          <ac:spMkLst>
            <pc:docMk/>
            <pc:sldMk cId="1995810849" sldId="796"/>
            <ac:spMk id="16" creationId="{C34981CF-1C25-4C2C-EE6B-6365EC042B74}"/>
          </ac:spMkLst>
        </pc:spChg>
        <pc:spChg chg="add del">
          <ac:chgData name="Palit, Tapti" userId="dec6fbcd-7598-406a-8cbf-504d4a3bac15" providerId="ADAL" clId="{ECD42228-5B96-4A72-B268-C46DF994E6B7}" dt="2024-01-15T02:09:41.963" v="3785" actId="478"/>
          <ac:spMkLst>
            <pc:docMk/>
            <pc:sldMk cId="1995810849" sldId="796"/>
            <ac:spMk id="17" creationId="{41AFEFA9-9E7F-AF64-0994-27EA482B0A35}"/>
          </ac:spMkLst>
        </pc:spChg>
        <pc:spChg chg="add del mod">
          <ac:chgData name="Palit, Tapti" userId="dec6fbcd-7598-406a-8cbf-504d4a3bac15" providerId="ADAL" clId="{ECD42228-5B96-4A72-B268-C46DF994E6B7}" dt="2024-01-15T02:09:53.825" v="3832" actId="1038"/>
          <ac:spMkLst>
            <pc:docMk/>
            <pc:sldMk cId="1995810849" sldId="796"/>
            <ac:spMk id="18" creationId="{F8EF4FAE-7A96-B252-41D4-EE5C8D00E74C}"/>
          </ac:spMkLst>
        </pc:spChg>
        <pc:spChg chg="add del mod">
          <ac:chgData name="Palit, Tapti" userId="dec6fbcd-7598-406a-8cbf-504d4a3bac15" providerId="ADAL" clId="{ECD42228-5B96-4A72-B268-C46DF994E6B7}" dt="2024-01-15T02:09:53.825" v="3832" actId="1038"/>
          <ac:spMkLst>
            <pc:docMk/>
            <pc:sldMk cId="1995810849" sldId="796"/>
            <ac:spMk id="19" creationId="{39DCE3E0-8E78-E688-5FE9-25132C3656E6}"/>
          </ac:spMkLst>
        </pc:spChg>
        <pc:spChg chg="del mod">
          <ac:chgData name="Palit, Tapti" userId="dec6fbcd-7598-406a-8cbf-504d4a3bac15" providerId="ADAL" clId="{ECD42228-5B96-4A72-B268-C46DF994E6B7}" dt="2024-01-14T21:42:21.652" v="2171" actId="478"/>
          <ac:spMkLst>
            <pc:docMk/>
            <pc:sldMk cId="1995810849" sldId="796"/>
            <ac:spMk id="26" creationId="{575621BB-809F-9C84-36D7-3D877F921386}"/>
          </ac:spMkLst>
        </pc:spChg>
        <pc:spChg chg="add mod ord">
          <ac:chgData name="Palit, Tapti" userId="dec6fbcd-7598-406a-8cbf-504d4a3bac15" providerId="ADAL" clId="{ECD42228-5B96-4A72-B268-C46DF994E6B7}" dt="2024-01-14T21:42:33.572" v="2174" actId="166"/>
          <ac:spMkLst>
            <pc:docMk/>
            <pc:sldMk cId="1995810849" sldId="796"/>
            <ac:spMk id="27" creationId="{56CE804E-3478-44D3-54A9-1DBEFEF9FC97}"/>
          </ac:spMkLst>
        </pc:spChg>
        <pc:spChg chg="add mod">
          <ac:chgData name="Palit, Tapti" userId="dec6fbcd-7598-406a-8cbf-504d4a3bac15" providerId="ADAL" clId="{ECD42228-5B96-4A72-B268-C46DF994E6B7}" dt="2024-01-14T21:55:03.127" v="2334" actId="255"/>
          <ac:spMkLst>
            <pc:docMk/>
            <pc:sldMk cId="1995810849" sldId="796"/>
            <ac:spMk id="28" creationId="{662234E1-5CA4-0BC7-E4C1-F05CFD95B2E6}"/>
          </ac:spMkLst>
        </pc:spChg>
        <pc:cxnChg chg="add del mod">
          <ac:chgData name="Palit, Tapti" userId="dec6fbcd-7598-406a-8cbf-504d4a3bac15" providerId="ADAL" clId="{ECD42228-5B96-4A72-B268-C46DF994E6B7}" dt="2024-01-15T02:09:41.963" v="3785" actId="478"/>
          <ac:cxnSpMkLst>
            <pc:docMk/>
            <pc:sldMk cId="1995810849" sldId="796"/>
            <ac:cxnSpMk id="20" creationId="{E4ED77A7-479A-3877-7F5D-133BEF4039CE}"/>
          </ac:cxnSpMkLst>
        </pc:cxnChg>
        <pc:cxnChg chg="add del mod">
          <ac:chgData name="Palit, Tapti" userId="dec6fbcd-7598-406a-8cbf-504d4a3bac15" providerId="ADAL" clId="{ECD42228-5B96-4A72-B268-C46DF994E6B7}" dt="2024-01-15T02:09:41.963" v="3785" actId="478"/>
          <ac:cxnSpMkLst>
            <pc:docMk/>
            <pc:sldMk cId="1995810849" sldId="796"/>
            <ac:cxnSpMk id="21" creationId="{4C5E8B4E-AF74-AD0C-48B5-B0A5F9642933}"/>
          </ac:cxnSpMkLst>
        </pc:cxnChg>
        <pc:cxnChg chg="add del mod">
          <ac:chgData name="Palit, Tapti" userId="dec6fbcd-7598-406a-8cbf-504d4a3bac15" providerId="ADAL" clId="{ECD42228-5B96-4A72-B268-C46DF994E6B7}" dt="2024-01-15T02:09:53.825" v="3832" actId="1038"/>
          <ac:cxnSpMkLst>
            <pc:docMk/>
            <pc:sldMk cId="1995810849" sldId="796"/>
            <ac:cxnSpMk id="22" creationId="{6ADEDA0A-85D2-A38C-B68E-BE92D4061B07}"/>
          </ac:cxnSpMkLst>
        </pc:cxnChg>
        <pc:cxnChg chg="add del mod">
          <ac:chgData name="Palit, Tapti" userId="dec6fbcd-7598-406a-8cbf-504d4a3bac15" providerId="ADAL" clId="{ECD42228-5B96-4A72-B268-C46DF994E6B7}" dt="2024-01-15T02:09:53.825" v="3832" actId="1038"/>
          <ac:cxnSpMkLst>
            <pc:docMk/>
            <pc:sldMk cId="1995810849" sldId="796"/>
            <ac:cxnSpMk id="23" creationId="{CC63BAAE-DBA1-CB68-054E-3D64BABFA4EF}"/>
          </ac:cxnSpMkLst>
        </pc:cxnChg>
        <pc:cxnChg chg="add del mod">
          <ac:chgData name="Palit, Tapti" userId="dec6fbcd-7598-406a-8cbf-504d4a3bac15" providerId="ADAL" clId="{ECD42228-5B96-4A72-B268-C46DF994E6B7}" dt="2024-01-15T02:09:53.825" v="3832" actId="1038"/>
          <ac:cxnSpMkLst>
            <pc:docMk/>
            <pc:sldMk cId="1995810849" sldId="796"/>
            <ac:cxnSpMk id="24" creationId="{9BC29CBA-9B2D-E435-D762-3B771882C093}"/>
          </ac:cxnSpMkLst>
        </pc:cxnChg>
        <pc:cxnChg chg="add del mod">
          <ac:chgData name="Palit, Tapti" userId="dec6fbcd-7598-406a-8cbf-504d4a3bac15" providerId="ADAL" clId="{ECD42228-5B96-4A72-B268-C46DF994E6B7}" dt="2024-01-15T02:09:53.825" v="3832" actId="1038"/>
          <ac:cxnSpMkLst>
            <pc:docMk/>
            <pc:sldMk cId="1995810849" sldId="796"/>
            <ac:cxnSpMk id="25" creationId="{FBD13CD6-A3C4-7FDA-6EC4-F0E28A9A7A42}"/>
          </ac:cxnSpMkLst>
        </pc:cxnChg>
      </pc:sldChg>
      <pc:sldChg chg="modSp new del mod modShow">
        <pc:chgData name="Palit, Tapti" userId="dec6fbcd-7598-406a-8cbf-504d4a3bac15" providerId="ADAL" clId="{ECD42228-5B96-4A72-B268-C46DF994E6B7}" dt="2024-01-14T21:20:33.831" v="1656" actId="47"/>
        <pc:sldMkLst>
          <pc:docMk/>
          <pc:sldMk cId="3187165963" sldId="796"/>
        </pc:sldMkLst>
        <pc:spChg chg="mod">
          <ac:chgData name="Palit, Tapti" userId="dec6fbcd-7598-406a-8cbf-504d4a3bac15" providerId="ADAL" clId="{ECD42228-5B96-4A72-B268-C46DF994E6B7}" dt="2024-01-14T20:45:12.260" v="1207" actId="20577"/>
          <ac:spMkLst>
            <pc:docMk/>
            <pc:sldMk cId="3187165963" sldId="796"/>
            <ac:spMk id="2" creationId="{B1230F2E-30B5-3965-A18D-76202262E5C0}"/>
          </ac:spMkLst>
        </pc:spChg>
      </pc:sldChg>
      <pc:sldChg chg="add del mod modShow">
        <pc:chgData name="Palit, Tapti" userId="dec6fbcd-7598-406a-8cbf-504d4a3bac15" providerId="ADAL" clId="{ECD42228-5B96-4A72-B268-C46DF994E6B7}" dt="2024-01-28T03:44:01.241" v="67437" actId="47"/>
        <pc:sldMkLst>
          <pc:docMk/>
          <pc:sldMk cId="1485322317" sldId="797"/>
        </pc:sldMkLst>
      </pc:sldChg>
      <pc:sldChg chg="add del">
        <pc:chgData name="Palit, Tapti" userId="dec6fbcd-7598-406a-8cbf-504d4a3bac15" providerId="ADAL" clId="{ECD42228-5B96-4A72-B268-C46DF994E6B7}" dt="2024-01-14T22:00:55.309" v="2414" actId="2696"/>
        <pc:sldMkLst>
          <pc:docMk/>
          <pc:sldMk cId="2446213283" sldId="797"/>
        </pc:sldMkLst>
      </pc:sldChg>
      <pc:sldChg chg="modSp new del mod modShow">
        <pc:chgData name="Palit, Tapti" userId="dec6fbcd-7598-406a-8cbf-504d4a3bac15" providerId="ADAL" clId="{ECD42228-5B96-4A72-B268-C46DF994E6B7}" dt="2024-01-14T21:20:35.573" v="1657" actId="47"/>
        <pc:sldMkLst>
          <pc:docMk/>
          <pc:sldMk cId="3927333681" sldId="797"/>
        </pc:sldMkLst>
        <pc:spChg chg="mod">
          <ac:chgData name="Palit, Tapti" userId="dec6fbcd-7598-406a-8cbf-504d4a3bac15" providerId="ADAL" clId="{ECD42228-5B96-4A72-B268-C46DF994E6B7}" dt="2024-01-14T20:45:23.277" v="1217" actId="20577"/>
          <ac:spMkLst>
            <pc:docMk/>
            <pc:sldMk cId="3927333681" sldId="797"/>
            <ac:spMk id="2" creationId="{9C8F95B4-414A-3009-868F-7BC2026D82B1}"/>
          </ac:spMkLst>
        </pc:spChg>
      </pc:sldChg>
      <pc:sldChg chg="addSp modSp add mod">
        <pc:chgData name="Palit, Tapti" userId="dec6fbcd-7598-406a-8cbf-504d4a3bac15" providerId="ADAL" clId="{ECD42228-5B96-4A72-B268-C46DF994E6B7}" dt="2024-01-14T22:02:48.781" v="2446" actId="14100"/>
        <pc:sldMkLst>
          <pc:docMk/>
          <pc:sldMk cId="2243183271" sldId="798"/>
        </pc:sldMkLst>
        <pc:spChg chg="mod">
          <ac:chgData name="Palit, Tapti" userId="dec6fbcd-7598-406a-8cbf-504d4a3bac15" providerId="ADAL" clId="{ECD42228-5B96-4A72-B268-C46DF994E6B7}" dt="2024-01-14T22:00:51.650" v="2413" actId="207"/>
          <ac:spMkLst>
            <pc:docMk/>
            <pc:sldMk cId="2243183271" sldId="798"/>
            <ac:spMk id="5" creationId="{2CCED1FF-82D3-309E-5693-F4D52241147B}"/>
          </ac:spMkLst>
        </pc:spChg>
        <pc:spChg chg="add mod">
          <ac:chgData name="Palit, Tapti" userId="dec6fbcd-7598-406a-8cbf-504d4a3bac15" providerId="ADAL" clId="{ECD42228-5B96-4A72-B268-C46DF994E6B7}" dt="2024-01-14T22:02:10.957" v="2434" actId="1076"/>
          <ac:spMkLst>
            <pc:docMk/>
            <pc:sldMk cId="2243183271" sldId="798"/>
            <ac:spMk id="7" creationId="{F9F25CFA-9F02-BB58-943B-FA10FD1F57D2}"/>
          </ac:spMkLst>
        </pc:spChg>
        <pc:spChg chg="add mod">
          <ac:chgData name="Palit, Tapti" userId="dec6fbcd-7598-406a-8cbf-504d4a3bac15" providerId="ADAL" clId="{ECD42228-5B96-4A72-B268-C46DF994E6B7}" dt="2024-01-14T22:02:00.071" v="2430" actId="20577"/>
          <ac:spMkLst>
            <pc:docMk/>
            <pc:sldMk cId="2243183271" sldId="798"/>
            <ac:spMk id="9" creationId="{8C2FBFD3-CE85-4EE1-E3D9-BDE63B471121}"/>
          </ac:spMkLst>
        </pc:spChg>
        <pc:cxnChg chg="add mod">
          <ac:chgData name="Palit, Tapti" userId="dec6fbcd-7598-406a-8cbf-504d4a3bac15" providerId="ADAL" clId="{ECD42228-5B96-4A72-B268-C46DF994E6B7}" dt="2024-01-14T22:00:01.385" v="2409"/>
          <ac:cxnSpMkLst>
            <pc:docMk/>
            <pc:sldMk cId="2243183271" sldId="798"/>
            <ac:cxnSpMk id="3" creationId="{3A2CC2E0-1227-2B45-3B6B-2305A84AE378}"/>
          </ac:cxnSpMkLst>
        </pc:cxnChg>
        <pc:cxnChg chg="add mod">
          <ac:chgData name="Palit, Tapti" userId="dec6fbcd-7598-406a-8cbf-504d4a3bac15" providerId="ADAL" clId="{ECD42228-5B96-4A72-B268-C46DF994E6B7}" dt="2024-01-14T22:02:18.502" v="2437" actId="14100"/>
          <ac:cxnSpMkLst>
            <pc:docMk/>
            <pc:sldMk cId="2243183271" sldId="798"/>
            <ac:cxnSpMk id="11" creationId="{AA485285-5F7F-D5BB-569E-053E8BD92AF2}"/>
          </ac:cxnSpMkLst>
        </pc:cxnChg>
        <pc:cxnChg chg="add mod">
          <ac:chgData name="Palit, Tapti" userId="dec6fbcd-7598-406a-8cbf-504d4a3bac15" providerId="ADAL" clId="{ECD42228-5B96-4A72-B268-C46DF994E6B7}" dt="2024-01-14T22:02:29.451" v="2440" actId="14100"/>
          <ac:cxnSpMkLst>
            <pc:docMk/>
            <pc:sldMk cId="2243183271" sldId="798"/>
            <ac:cxnSpMk id="20" creationId="{0BB71693-76B3-EA8D-BF27-F71B3D38D2C0}"/>
          </ac:cxnSpMkLst>
        </pc:cxnChg>
        <pc:cxnChg chg="add mod">
          <ac:chgData name="Palit, Tapti" userId="dec6fbcd-7598-406a-8cbf-504d4a3bac15" providerId="ADAL" clId="{ECD42228-5B96-4A72-B268-C46DF994E6B7}" dt="2024-01-14T22:02:40.701" v="2443" actId="14100"/>
          <ac:cxnSpMkLst>
            <pc:docMk/>
            <pc:sldMk cId="2243183271" sldId="798"/>
            <ac:cxnSpMk id="24" creationId="{23C66A70-305E-C25C-A5C8-1FCD7B649F25}"/>
          </ac:cxnSpMkLst>
        </pc:cxnChg>
        <pc:cxnChg chg="add mod">
          <ac:chgData name="Palit, Tapti" userId="dec6fbcd-7598-406a-8cbf-504d4a3bac15" providerId="ADAL" clId="{ECD42228-5B96-4A72-B268-C46DF994E6B7}" dt="2024-01-14T22:02:48.781" v="2446" actId="14100"/>
          <ac:cxnSpMkLst>
            <pc:docMk/>
            <pc:sldMk cId="2243183271" sldId="798"/>
            <ac:cxnSpMk id="28" creationId="{99013044-7F52-C110-61DF-F8CFF21016FD}"/>
          </ac:cxnSpMkLst>
        </pc:cxnChg>
      </pc:sldChg>
      <pc:sldChg chg="modSp new del mod modShow">
        <pc:chgData name="Palit, Tapti" userId="dec6fbcd-7598-406a-8cbf-504d4a3bac15" providerId="ADAL" clId="{ECD42228-5B96-4A72-B268-C46DF994E6B7}" dt="2024-01-14T21:19:44.723" v="1654" actId="47"/>
        <pc:sldMkLst>
          <pc:docMk/>
          <pc:sldMk cId="2923555524" sldId="798"/>
        </pc:sldMkLst>
        <pc:spChg chg="mod">
          <ac:chgData name="Palit, Tapti" userId="dec6fbcd-7598-406a-8cbf-504d4a3bac15" providerId="ADAL" clId="{ECD42228-5B96-4A72-B268-C46DF994E6B7}" dt="2024-01-14T21:06:16.120" v="1646" actId="20577"/>
          <ac:spMkLst>
            <pc:docMk/>
            <pc:sldMk cId="2923555524" sldId="798"/>
            <ac:spMk id="2" creationId="{3146A573-D770-6D40-F79F-194D071901EA}"/>
          </ac:spMkLst>
        </pc:spChg>
      </pc:sldChg>
      <pc:sldChg chg="add del">
        <pc:chgData name="Palit, Tapti" userId="dec6fbcd-7598-406a-8cbf-504d4a3bac15" providerId="ADAL" clId="{ECD42228-5B96-4A72-B268-C46DF994E6B7}" dt="2024-01-14T22:59:02.097" v="2912" actId="47"/>
        <pc:sldMkLst>
          <pc:docMk/>
          <pc:sldMk cId="833962398" sldId="799"/>
        </pc:sldMkLst>
      </pc:sldChg>
      <pc:sldChg chg="add del">
        <pc:chgData name="Palit, Tapti" userId="dec6fbcd-7598-406a-8cbf-504d4a3bac15" providerId="ADAL" clId="{ECD42228-5B96-4A72-B268-C46DF994E6B7}" dt="2024-01-14T22:59:02.097" v="2912" actId="47"/>
        <pc:sldMkLst>
          <pc:docMk/>
          <pc:sldMk cId="1236823335" sldId="800"/>
        </pc:sldMkLst>
      </pc:sldChg>
      <pc:sldChg chg="addSp delSp modSp new del mod delAnim modAnim addCm modNotesTx">
        <pc:chgData name="Palit, Tapti" userId="dec6fbcd-7598-406a-8cbf-504d4a3bac15" providerId="ADAL" clId="{ECD42228-5B96-4A72-B268-C46DF994E6B7}" dt="2024-01-25T05:36:12.373" v="52371" actId="47"/>
        <pc:sldMkLst>
          <pc:docMk/>
          <pc:sldMk cId="1834629704" sldId="801"/>
        </pc:sldMkLst>
        <pc:spChg chg="mod">
          <ac:chgData name="Palit, Tapti" userId="dec6fbcd-7598-406a-8cbf-504d4a3bac15" providerId="ADAL" clId="{ECD42228-5B96-4A72-B268-C46DF994E6B7}" dt="2024-01-23T20:43:25.506" v="33680" actId="20577"/>
          <ac:spMkLst>
            <pc:docMk/>
            <pc:sldMk cId="1834629704" sldId="801"/>
            <ac:spMk id="2" creationId="{40DFA5DC-A829-B052-17BC-8F0762F4FE5A}"/>
          </ac:spMkLst>
        </pc:spChg>
        <pc:spChg chg="del mod">
          <ac:chgData name="Palit, Tapti" userId="dec6fbcd-7598-406a-8cbf-504d4a3bac15" providerId="ADAL" clId="{ECD42228-5B96-4A72-B268-C46DF994E6B7}" dt="2024-01-14T23:39:24.507" v="3708" actId="478"/>
          <ac:spMkLst>
            <pc:docMk/>
            <pc:sldMk cId="1834629704" sldId="801"/>
            <ac:spMk id="3" creationId="{43A5611D-42D5-D5DF-C620-9D380D5B6D93}"/>
          </ac:spMkLst>
        </pc:spChg>
        <pc:spChg chg="add mod">
          <ac:chgData name="Palit, Tapti" userId="dec6fbcd-7598-406a-8cbf-504d4a3bac15" providerId="ADAL" clId="{ECD42228-5B96-4A72-B268-C46DF994E6B7}" dt="2024-01-24T03:50:58.552" v="39001" actId="14100"/>
          <ac:spMkLst>
            <pc:docMk/>
            <pc:sldMk cId="1834629704" sldId="801"/>
            <ac:spMk id="6" creationId="{735C9574-0EA7-E314-C35D-BFF3AF23E485}"/>
          </ac:spMkLst>
        </pc:spChg>
        <pc:spChg chg="add del mod">
          <ac:chgData name="Palit, Tapti" userId="dec6fbcd-7598-406a-8cbf-504d4a3bac15" providerId="ADAL" clId="{ECD42228-5B96-4A72-B268-C46DF994E6B7}" dt="2024-01-14T23:39:27.403" v="3709" actId="478"/>
          <ac:spMkLst>
            <pc:docMk/>
            <pc:sldMk cId="1834629704" sldId="801"/>
            <ac:spMk id="7" creationId="{1CEC7D29-3966-BEB2-C203-9CD758D8C8EB}"/>
          </ac:spMkLst>
        </pc:spChg>
        <pc:spChg chg="del mod topLvl">
          <ac:chgData name="Palit, Tapti" userId="dec6fbcd-7598-406a-8cbf-504d4a3bac15" providerId="ADAL" clId="{ECD42228-5B96-4A72-B268-C46DF994E6B7}" dt="2024-01-23T20:30:27.007" v="33635" actId="478"/>
          <ac:spMkLst>
            <pc:docMk/>
            <pc:sldMk cId="1834629704" sldId="801"/>
            <ac:spMk id="7" creationId="{443E614F-DEED-516B-9760-E73C5D005C6D}"/>
          </ac:spMkLst>
        </pc:spChg>
        <pc:spChg chg="del">
          <ac:chgData name="Palit, Tapti" userId="dec6fbcd-7598-406a-8cbf-504d4a3bac15" providerId="ADAL" clId="{ECD42228-5B96-4A72-B268-C46DF994E6B7}" dt="2024-01-22T23:43:24.993" v="10456" actId="478"/>
          <ac:spMkLst>
            <pc:docMk/>
            <pc:sldMk cId="1834629704" sldId="801"/>
            <ac:spMk id="10" creationId="{45E37112-55FC-9082-0639-2D5C33E898FA}"/>
          </ac:spMkLst>
        </pc:spChg>
        <pc:grpChg chg="del mod">
          <ac:chgData name="Palit, Tapti" userId="dec6fbcd-7598-406a-8cbf-504d4a3bac15" providerId="ADAL" clId="{ECD42228-5B96-4A72-B268-C46DF994E6B7}" dt="2024-01-23T20:30:27.007" v="33635" actId="478"/>
          <ac:grpSpMkLst>
            <pc:docMk/>
            <pc:sldMk cId="1834629704" sldId="801"/>
            <ac:grpSpMk id="8" creationId="{298B757C-B9AC-9F79-F773-B677611A272D}"/>
          </ac:grpSpMkLst>
        </pc:grpChg>
        <pc:graphicFrameChg chg="add del mod modGraphic">
          <ac:chgData name="Palit, Tapti" userId="dec6fbcd-7598-406a-8cbf-504d4a3bac15" providerId="ADAL" clId="{ECD42228-5B96-4A72-B268-C46DF994E6B7}" dt="2024-01-23T20:42:36.337" v="33664" actId="478"/>
          <ac:graphicFrameMkLst>
            <pc:docMk/>
            <pc:sldMk cId="1834629704" sldId="801"/>
            <ac:graphicFrameMk id="5" creationId="{E5E0D12C-725E-0763-E377-01B108FF744E}"/>
          </ac:graphicFrameMkLst>
        </pc:graphicFrameChg>
        <pc:picChg chg="add mod">
          <ac:chgData name="Palit, Tapti" userId="dec6fbcd-7598-406a-8cbf-504d4a3bac15" providerId="ADAL" clId="{ECD42228-5B96-4A72-B268-C46DF994E6B7}" dt="2024-01-22T23:42:59.671" v="10454" actId="1076"/>
          <ac:picMkLst>
            <pc:docMk/>
            <pc:sldMk cId="1834629704" sldId="801"/>
            <ac:picMk id="3" creationId="{8721059C-2FE0-C3F1-B108-094C2F7DB426}"/>
          </ac:picMkLst>
        </pc:picChg>
        <pc:picChg chg="mod">
          <ac:chgData name="Palit, Tapti" userId="dec6fbcd-7598-406a-8cbf-504d4a3bac15" providerId="ADAL" clId="{ECD42228-5B96-4A72-B268-C46DF994E6B7}" dt="2024-01-23T20:59:03.888" v="33683" actId="1076"/>
          <ac:picMkLst>
            <pc:docMk/>
            <pc:sldMk cId="1834629704" sldId="801"/>
            <ac:picMk id="9" creationId="{423BC550-D685-85D9-ED2A-D7536C774E06}"/>
          </ac:picMkLst>
        </pc:picChg>
        <pc:picChg chg="mod topLvl">
          <ac:chgData name="Palit, Tapti" userId="dec6fbcd-7598-406a-8cbf-504d4a3bac15" providerId="ADAL" clId="{ECD42228-5B96-4A72-B268-C46DF994E6B7}" dt="2024-01-23T20:59:01.988" v="33682" actId="1076"/>
          <ac:picMkLst>
            <pc:docMk/>
            <pc:sldMk cId="1834629704" sldId="801"/>
            <ac:picMk id="12290" creationId="{1EA27A63-C684-3E37-F662-0A23ACF930B4}"/>
          </ac:picMkLst>
        </pc:pic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23T21:02:22.468" v="33770"/>
              <pc2:cmMkLst xmlns:pc2="http://schemas.microsoft.com/office/powerpoint/2019/9/main/command">
                <pc:docMk/>
                <pc:sldMk cId="1834629704" sldId="801"/>
                <pc2:cmMk id="{F758F06B-B498-4630-9EA1-03093B69330A}"/>
              </pc2:cmMkLst>
            </pc226:cmChg>
          </p:ext>
        </pc:extLst>
      </pc:sldChg>
      <pc:sldChg chg="del">
        <pc:chgData name="Palit, Tapti" userId="dec6fbcd-7598-406a-8cbf-504d4a3bac15" providerId="ADAL" clId="{ECD42228-5B96-4A72-B268-C46DF994E6B7}" dt="2024-01-28T03:44:01.241" v="67437" actId="47"/>
        <pc:sldMkLst>
          <pc:docMk/>
          <pc:sldMk cId="2581783918" sldId="802"/>
        </pc:sldMkLst>
      </pc:sldChg>
      <pc:sldChg chg="add del mod modShow">
        <pc:chgData name="Palit, Tapti" userId="dec6fbcd-7598-406a-8cbf-504d4a3bac15" providerId="ADAL" clId="{ECD42228-5B96-4A72-B268-C46DF994E6B7}" dt="2024-01-28T03:44:01.241" v="67437" actId="47"/>
        <pc:sldMkLst>
          <pc:docMk/>
          <pc:sldMk cId="1382759726" sldId="803"/>
        </pc:sldMkLst>
      </pc:sldChg>
      <pc:sldChg chg="add del">
        <pc:chgData name="Palit, Tapti" userId="dec6fbcd-7598-406a-8cbf-504d4a3bac15" providerId="ADAL" clId="{ECD42228-5B96-4A72-B268-C46DF994E6B7}" dt="2024-01-14T22:59:43.041" v="2914" actId="47"/>
        <pc:sldMkLst>
          <pc:docMk/>
          <pc:sldMk cId="1734200946" sldId="803"/>
        </pc:sldMkLst>
      </pc:sldChg>
      <pc:sldChg chg="addSp delSp modSp add del mod">
        <pc:chgData name="Palit, Tapti" userId="dec6fbcd-7598-406a-8cbf-504d4a3bac15" providerId="ADAL" clId="{ECD42228-5B96-4A72-B268-C46DF994E6B7}" dt="2024-01-22T23:36:03.977" v="10295" actId="2696"/>
        <pc:sldMkLst>
          <pc:docMk/>
          <pc:sldMk cId="1897251263" sldId="803"/>
        </pc:sldMkLst>
        <pc:spChg chg="mod">
          <ac:chgData name="Palit, Tapti" userId="dec6fbcd-7598-406a-8cbf-504d4a3bac15" providerId="ADAL" clId="{ECD42228-5B96-4A72-B268-C46DF994E6B7}" dt="2024-01-14T23:32:11.049" v="3254"/>
          <ac:spMkLst>
            <pc:docMk/>
            <pc:sldMk cId="1897251263" sldId="803"/>
            <ac:spMk id="2" creationId="{80ACFC51-CA2B-1477-DFCF-8A384F61F51C}"/>
          </ac:spMkLst>
        </pc:spChg>
        <pc:spChg chg="add mod">
          <ac:chgData name="Palit, Tapti" userId="dec6fbcd-7598-406a-8cbf-504d4a3bac15" providerId="ADAL" clId="{ECD42228-5B96-4A72-B268-C46DF994E6B7}" dt="2024-01-14T23:32:16.114" v="3255"/>
          <ac:spMkLst>
            <pc:docMk/>
            <pc:sldMk cId="1897251263" sldId="803"/>
            <ac:spMk id="5" creationId="{B6CA3ED3-4C96-6838-791B-2429D6B9B3C7}"/>
          </ac:spMkLst>
        </pc:spChg>
        <pc:spChg chg="del">
          <ac:chgData name="Palit, Tapti" userId="dec6fbcd-7598-406a-8cbf-504d4a3bac15" providerId="ADAL" clId="{ECD42228-5B96-4A72-B268-C46DF994E6B7}" dt="2024-01-14T23:13:42.313" v="3115" actId="478"/>
          <ac:spMkLst>
            <pc:docMk/>
            <pc:sldMk cId="1897251263" sldId="803"/>
            <ac:spMk id="7" creationId="{81525AB4-4819-3FA8-6040-4CA5D749B0A0}"/>
          </ac:spMkLst>
        </pc:spChg>
      </pc:sldChg>
      <pc:sldChg chg="new del">
        <pc:chgData name="Palit, Tapti" userId="dec6fbcd-7598-406a-8cbf-504d4a3bac15" providerId="ADAL" clId="{ECD42228-5B96-4A72-B268-C46DF994E6B7}" dt="2024-01-14T23:04:54.642" v="3009" actId="47"/>
        <pc:sldMkLst>
          <pc:docMk/>
          <pc:sldMk cId="2848617172" sldId="804"/>
        </pc:sldMkLst>
      </pc:sldChg>
      <pc:sldChg chg="modSp new del mod">
        <pc:chgData name="Palit, Tapti" userId="dec6fbcd-7598-406a-8cbf-504d4a3bac15" providerId="ADAL" clId="{ECD42228-5B96-4A72-B268-C46DF994E6B7}" dt="2024-01-14T23:34:24.052" v="3300" actId="47"/>
        <pc:sldMkLst>
          <pc:docMk/>
          <pc:sldMk cId="3480058726" sldId="804"/>
        </pc:sldMkLst>
        <pc:spChg chg="mod">
          <ac:chgData name="Palit, Tapti" userId="dec6fbcd-7598-406a-8cbf-504d4a3bac15" providerId="ADAL" clId="{ECD42228-5B96-4A72-B268-C46DF994E6B7}" dt="2024-01-14T23:33:59.883" v="3299" actId="20577"/>
          <ac:spMkLst>
            <pc:docMk/>
            <pc:sldMk cId="3480058726" sldId="804"/>
            <ac:spMk id="2" creationId="{DCD8698C-D712-7299-3575-738D07504A39}"/>
          </ac:spMkLst>
        </pc:spChg>
      </pc:sldChg>
      <pc:sldChg chg="add del">
        <pc:chgData name="Palit, Tapti" userId="dec6fbcd-7598-406a-8cbf-504d4a3bac15" providerId="ADAL" clId="{ECD42228-5B96-4A72-B268-C46DF994E6B7}" dt="2024-01-14T23:10:05.664" v="3066" actId="47"/>
        <pc:sldMkLst>
          <pc:docMk/>
          <pc:sldMk cId="3483328688" sldId="804"/>
        </pc:sldMkLst>
      </pc:sldChg>
      <pc:sldChg chg="addSp delSp modSp del mod modAnim addCm">
        <pc:chgData name="Palit, Tapti" userId="dec6fbcd-7598-406a-8cbf-504d4a3bac15" providerId="ADAL" clId="{ECD42228-5B96-4A72-B268-C46DF994E6B7}" dt="2024-01-22T20:30:16.522" v="8587" actId="2696"/>
        <pc:sldMkLst>
          <pc:docMk/>
          <pc:sldMk cId="381301021" sldId="806"/>
        </pc:sldMkLst>
        <pc:spChg chg="del">
          <ac:chgData name="Palit, Tapti" userId="dec6fbcd-7598-406a-8cbf-504d4a3bac15" providerId="ADAL" clId="{ECD42228-5B96-4A72-B268-C46DF994E6B7}" dt="2024-01-16T20:35:28.813" v="7788"/>
          <ac:spMkLst>
            <pc:docMk/>
            <pc:sldMk cId="381301021" sldId="806"/>
            <ac:spMk id="2" creationId="{5B2B5A15-CAF0-D785-ECC8-D48A2FC49227}"/>
          </ac:spMkLst>
        </pc:spChg>
        <pc:spChg chg="add mod">
          <ac:chgData name="Palit, Tapti" userId="dec6fbcd-7598-406a-8cbf-504d4a3bac15" providerId="ADAL" clId="{ECD42228-5B96-4A72-B268-C46DF994E6B7}" dt="2024-01-16T20:32:18.332" v="7783"/>
          <ac:spMkLst>
            <pc:docMk/>
            <pc:sldMk cId="381301021" sldId="806"/>
            <ac:spMk id="5" creationId="{C1C9C8F0-212A-476E-8D92-53F4BD3C7F7D}"/>
          </ac:spMkLst>
        </pc:spChg>
        <pc:spChg chg="add mod">
          <ac:chgData name="Palit, Tapti" userId="dec6fbcd-7598-406a-8cbf-504d4a3bac15" providerId="ADAL" clId="{ECD42228-5B96-4A72-B268-C46DF994E6B7}" dt="2024-01-16T20:32:18.332" v="7783"/>
          <ac:spMkLst>
            <pc:docMk/>
            <pc:sldMk cId="381301021" sldId="806"/>
            <ac:spMk id="6" creationId="{A3CD6887-5528-9D47-EE17-B6D6BAB933C9}"/>
          </ac:spMkLst>
        </pc:spChg>
        <pc:spChg chg="add mod">
          <ac:chgData name="Palit, Tapti" userId="dec6fbcd-7598-406a-8cbf-504d4a3bac15" providerId="ADAL" clId="{ECD42228-5B96-4A72-B268-C46DF994E6B7}" dt="2024-01-16T20:32:18.332" v="7783"/>
          <ac:spMkLst>
            <pc:docMk/>
            <pc:sldMk cId="381301021" sldId="806"/>
            <ac:spMk id="7" creationId="{5445DD86-42AA-4FFE-8BBC-5BF73797E7A9}"/>
          </ac:spMkLst>
        </pc:spChg>
        <pc:spChg chg="add mod">
          <ac:chgData name="Palit, Tapti" userId="dec6fbcd-7598-406a-8cbf-504d4a3bac15" providerId="ADAL" clId="{ECD42228-5B96-4A72-B268-C46DF994E6B7}" dt="2024-01-16T20:32:18.332" v="7783"/>
          <ac:spMkLst>
            <pc:docMk/>
            <pc:sldMk cId="381301021" sldId="806"/>
            <ac:spMk id="8" creationId="{9D003524-D16B-0C5F-C6C9-FB7C563ED691}"/>
          </ac:spMkLst>
        </pc:spChg>
        <pc:spChg chg="add mod">
          <ac:chgData name="Palit, Tapti" userId="dec6fbcd-7598-406a-8cbf-504d4a3bac15" providerId="ADAL" clId="{ECD42228-5B96-4A72-B268-C46DF994E6B7}" dt="2024-01-16T20:36:14.617" v="7799" actId="1076"/>
          <ac:spMkLst>
            <pc:docMk/>
            <pc:sldMk cId="381301021" sldId="806"/>
            <ac:spMk id="13" creationId="{7D193A53-7D0C-BE83-2832-4BB5DFD3E9A8}"/>
          </ac:spMkLst>
        </pc:spChg>
        <pc:picChg chg="add mod">
          <ac:chgData name="Palit, Tapti" userId="dec6fbcd-7598-406a-8cbf-504d4a3bac15" providerId="ADAL" clId="{ECD42228-5B96-4A72-B268-C46DF994E6B7}" dt="2024-01-16T20:35:53.063" v="7797" actId="1076"/>
          <ac:picMkLst>
            <pc:docMk/>
            <pc:sldMk cId="381301021" sldId="806"/>
            <ac:picMk id="10" creationId="{24D278D1-2445-4ADF-D190-C304D346D0B4}"/>
          </ac:picMkLst>
        </pc:picChg>
        <pc:picChg chg="add mod">
          <ac:chgData name="Palit, Tapti" userId="dec6fbcd-7598-406a-8cbf-504d4a3bac15" providerId="ADAL" clId="{ECD42228-5B96-4A72-B268-C46DF994E6B7}" dt="2024-01-16T20:35:53.063" v="7797" actId="1076"/>
          <ac:picMkLst>
            <pc:docMk/>
            <pc:sldMk cId="381301021" sldId="806"/>
            <ac:picMk id="11" creationId="{77973DD8-6C0B-1927-A57F-132383205126}"/>
          </ac:picMkLst>
        </pc:picChg>
        <pc:picChg chg="add mod">
          <ac:chgData name="Palit, Tapti" userId="dec6fbcd-7598-406a-8cbf-504d4a3bac15" providerId="ADAL" clId="{ECD42228-5B96-4A72-B268-C46DF994E6B7}" dt="2024-01-16T20:35:53.063" v="7797" actId="1076"/>
          <ac:picMkLst>
            <pc:docMk/>
            <pc:sldMk cId="381301021" sldId="806"/>
            <ac:picMk id="12" creationId="{1DD1A6A9-F90D-D138-E062-6D50A9B1925A}"/>
          </ac:picMkLst>
        </pc:picChg>
        <pc:picChg chg="add del mod">
          <ac:chgData name="Palit, Tapti" userId="dec6fbcd-7598-406a-8cbf-504d4a3bac15" providerId="ADAL" clId="{ECD42228-5B96-4A72-B268-C46DF994E6B7}" dt="2024-01-16T20:32:49.550" v="7787" actId="21"/>
          <ac:picMkLst>
            <pc:docMk/>
            <pc:sldMk cId="381301021" sldId="806"/>
            <ac:picMk id="4098" creationId="{E9A018D3-BFA4-1252-FDBE-B7334D365B40}"/>
          </ac:picMkLst>
        </pc:pic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16T22:39:14.536" v="7874"/>
              <pc2:cmMkLst xmlns:pc2="http://schemas.microsoft.com/office/powerpoint/2019/9/main/command">
                <pc:docMk/>
                <pc:sldMk cId="381301021" sldId="806"/>
                <pc2:cmMk id="{FA183F9B-1447-4563-8E43-D53EEFD8F94C}"/>
              </pc2:cmMkLst>
            </pc226:cmChg>
          </p:ext>
        </pc:extLst>
      </pc:sldChg>
      <pc:sldChg chg="add del mod modShow">
        <pc:chgData name="Palit, Tapti" userId="dec6fbcd-7598-406a-8cbf-504d4a3bac15" providerId="ADAL" clId="{ECD42228-5B96-4A72-B268-C46DF994E6B7}" dt="2024-01-28T03:44:01.241" v="67437" actId="47"/>
        <pc:sldMkLst>
          <pc:docMk/>
          <pc:sldMk cId="3520010206" sldId="806"/>
        </pc:sldMkLst>
      </pc:sldChg>
      <pc:sldChg chg="addSp delSp modSp del mod delAnim modAnim addCm modNotesTx">
        <pc:chgData name="Palit, Tapti" userId="dec6fbcd-7598-406a-8cbf-504d4a3bac15" providerId="ADAL" clId="{ECD42228-5B96-4A72-B268-C46DF994E6B7}" dt="2024-01-25T01:38:15.749" v="46041" actId="2696"/>
        <pc:sldMkLst>
          <pc:docMk/>
          <pc:sldMk cId="3211954135" sldId="807"/>
        </pc:sldMkLst>
        <pc:spChg chg="add del mod">
          <ac:chgData name="Palit, Tapti" userId="dec6fbcd-7598-406a-8cbf-504d4a3bac15" providerId="ADAL" clId="{ECD42228-5B96-4A72-B268-C46DF994E6B7}" dt="2024-01-16T01:00:00.118" v="4340" actId="478"/>
          <ac:spMkLst>
            <pc:docMk/>
            <pc:sldMk cId="3211954135" sldId="807"/>
            <ac:spMk id="2" creationId="{904B9C16-7315-37F3-E8F5-BA94A773AFE1}"/>
          </ac:spMkLst>
        </pc:spChg>
        <pc:spChg chg="add mod ord">
          <ac:chgData name="Palit, Tapti" userId="dec6fbcd-7598-406a-8cbf-504d4a3bac15" providerId="ADAL" clId="{ECD42228-5B96-4A72-B268-C46DF994E6B7}" dt="2024-01-16T01:02:04.349" v="4362" actId="1076"/>
          <ac:spMkLst>
            <pc:docMk/>
            <pc:sldMk cId="3211954135" sldId="807"/>
            <ac:spMk id="5" creationId="{91EB5DD4-C437-2F79-BF17-0E7E7695C48D}"/>
          </ac:spMkLst>
        </pc:spChg>
        <pc:spChg chg="add mod">
          <ac:chgData name="Palit, Tapti" userId="dec6fbcd-7598-406a-8cbf-504d4a3bac15" providerId="ADAL" clId="{ECD42228-5B96-4A72-B268-C46DF994E6B7}" dt="2024-01-16T01:12:10.602" v="4460" actId="1076"/>
          <ac:spMkLst>
            <pc:docMk/>
            <pc:sldMk cId="3211954135" sldId="807"/>
            <ac:spMk id="8" creationId="{C2C27FB1-0150-0550-8E80-CD16F1C5108D}"/>
          </ac:spMkLst>
        </pc:spChg>
        <pc:spChg chg="add mod">
          <ac:chgData name="Palit, Tapti" userId="dec6fbcd-7598-406a-8cbf-504d4a3bac15" providerId="ADAL" clId="{ECD42228-5B96-4A72-B268-C46DF994E6B7}" dt="2024-01-16T01:23:45.437" v="4555"/>
          <ac:spMkLst>
            <pc:docMk/>
            <pc:sldMk cId="3211954135" sldId="807"/>
            <ac:spMk id="10" creationId="{B1BF40F1-21B5-47F3-A952-4B16410EB06B}"/>
          </ac:spMkLst>
        </pc:spChg>
        <pc:spChg chg="add del">
          <ac:chgData name="Palit, Tapti" userId="dec6fbcd-7598-406a-8cbf-504d4a3bac15" providerId="ADAL" clId="{ECD42228-5B96-4A72-B268-C46DF994E6B7}" dt="2024-01-16T01:12:09.777" v="4458" actId="478"/>
          <ac:spMkLst>
            <pc:docMk/>
            <pc:sldMk cId="3211954135" sldId="807"/>
            <ac:spMk id="52" creationId="{B814EDF3-5581-A3BA-092C-34B899022121}"/>
          </ac:spMkLst>
        </pc:spChg>
        <pc:spChg chg="mod">
          <ac:chgData name="Palit, Tapti" userId="dec6fbcd-7598-406a-8cbf-504d4a3bac15" providerId="ADAL" clId="{ECD42228-5B96-4A72-B268-C46DF994E6B7}" dt="2024-01-16T01:00:49.687" v="4351" actId="1076"/>
          <ac:spMkLst>
            <pc:docMk/>
            <pc:sldMk cId="3211954135" sldId="807"/>
            <ac:spMk id="53" creationId="{01BF476B-5986-AD9F-9F44-62EC6CE78559}"/>
          </ac:spMkLst>
        </pc:spChg>
        <pc:picChg chg="add del mod">
          <ac:chgData name="Palit, Tapti" userId="dec6fbcd-7598-406a-8cbf-504d4a3bac15" providerId="ADAL" clId="{ECD42228-5B96-4A72-B268-C46DF994E6B7}" dt="2024-01-23T14:46:35.414" v="25939" actId="478"/>
          <ac:picMkLst>
            <pc:docMk/>
            <pc:sldMk cId="3211954135" sldId="807"/>
            <ac:picMk id="6" creationId="{20DC1468-9162-0DE7-49A6-C4590A343333}"/>
          </ac:picMkLst>
        </pc:picChg>
        <pc:picChg chg="ord">
          <ac:chgData name="Palit, Tapti" userId="dec6fbcd-7598-406a-8cbf-504d4a3bac15" providerId="ADAL" clId="{ECD42228-5B96-4A72-B268-C46DF994E6B7}" dt="2024-01-16T01:02:19.177" v="4363" actId="167"/>
          <ac:picMkLst>
            <pc:docMk/>
            <pc:sldMk cId="3211954135" sldId="807"/>
            <ac:picMk id="9" creationId="{123A2471-3C2A-5250-5326-CBC7C0635000}"/>
          </ac:picMkLst>
        </pc:picChg>
        <pc:picChg chg="add mod">
          <ac:chgData name="Palit, Tapti" userId="dec6fbcd-7598-406a-8cbf-504d4a3bac15" providerId="ADAL" clId="{ECD42228-5B96-4A72-B268-C46DF994E6B7}" dt="2024-01-16T01:07:49.642" v="4436"/>
          <ac:picMkLst>
            <pc:docMk/>
            <pc:sldMk cId="3211954135" sldId="807"/>
            <ac:picMk id="1026" creationId="{2367ECDD-1B03-2B73-CEDE-88D0C4939237}"/>
          </ac:picMkLst>
        </pc:picChg>
        <pc:cxnChg chg="mod">
          <ac:chgData name="Palit, Tapti" userId="dec6fbcd-7598-406a-8cbf-504d4a3bac15" providerId="ADAL" clId="{ECD42228-5B96-4A72-B268-C46DF994E6B7}" dt="2024-01-16T00:59:17.462" v="4292" actId="692"/>
          <ac:cxnSpMkLst>
            <pc:docMk/>
            <pc:sldMk cId="3211954135" sldId="807"/>
            <ac:cxnSpMk id="38" creationId="{C5D73883-6E04-10EE-F910-F49FA2AA4106}"/>
          </ac:cxnSpMkLst>
        </pc:cxnChg>
        <pc:cxnChg chg="mod">
          <ac:chgData name="Palit, Tapti" userId="dec6fbcd-7598-406a-8cbf-504d4a3bac15" providerId="ADAL" clId="{ECD42228-5B96-4A72-B268-C46DF994E6B7}" dt="2024-01-16T00:59:17.462" v="4292" actId="692"/>
          <ac:cxnSpMkLst>
            <pc:docMk/>
            <pc:sldMk cId="3211954135" sldId="807"/>
            <ac:cxnSpMk id="42" creationId="{D1AB07C2-1688-9BA9-7317-3B523ED12376}"/>
          </ac:cxnSpMkLst>
        </pc:cxnChg>
        <pc:cxnChg chg="mod">
          <ac:chgData name="Palit, Tapti" userId="dec6fbcd-7598-406a-8cbf-504d4a3bac15" providerId="ADAL" clId="{ECD42228-5B96-4A72-B268-C46DF994E6B7}" dt="2024-01-16T00:59:17.462" v="4292" actId="692"/>
          <ac:cxnSpMkLst>
            <pc:docMk/>
            <pc:sldMk cId="3211954135" sldId="807"/>
            <ac:cxnSpMk id="48" creationId="{AFAADC5D-5E59-A394-DBED-D07F0B96F89F}"/>
          </ac:cxnSpMkLst>
        </pc:cxn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16T04:16:23.292" v="5780"/>
              <pc2:cmMkLst xmlns:pc2="http://schemas.microsoft.com/office/powerpoint/2019/9/main/command">
                <pc:docMk/>
                <pc:sldMk cId="3211954135" sldId="807"/>
                <pc2:cmMk id="{AD1EC33E-FB3E-4B85-B333-330018FEFED4}"/>
              </pc2:cmMkLst>
            </pc226:cmChg>
          </p:ext>
        </pc:extLst>
      </pc:sldChg>
      <pc:sldChg chg="add del mod modShow">
        <pc:chgData name="Palit, Tapti" userId="dec6fbcd-7598-406a-8cbf-504d4a3bac15" providerId="ADAL" clId="{ECD42228-5B96-4A72-B268-C46DF994E6B7}" dt="2024-01-28T03:44:01.241" v="67437" actId="47"/>
        <pc:sldMkLst>
          <pc:docMk/>
          <pc:sldMk cId="3286813749" sldId="807"/>
        </pc:sldMkLst>
      </pc:sldChg>
      <pc:sldChg chg="addSp delSp modSp add mod addAnim delAnim modAnim modNotesTx">
        <pc:chgData name="Palit, Tapti" userId="dec6fbcd-7598-406a-8cbf-504d4a3bac15" providerId="ADAL" clId="{ECD42228-5B96-4A72-B268-C46DF994E6B7}" dt="2024-02-11T18:12:31.159" v="111451" actId="20577"/>
        <pc:sldMkLst>
          <pc:docMk/>
          <pc:sldMk cId="860376470" sldId="808"/>
        </pc:sldMkLst>
        <pc:spChg chg="add mod ord">
          <ac:chgData name="Palit, Tapti" userId="dec6fbcd-7598-406a-8cbf-504d4a3bac15" providerId="ADAL" clId="{ECD42228-5B96-4A72-B268-C46DF994E6B7}" dt="2024-01-25T02:09:24.575" v="46589" actId="1076"/>
          <ac:spMkLst>
            <pc:docMk/>
            <pc:sldMk cId="860376470" sldId="808"/>
            <ac:spMk id="2" creationId="{8B56F2C2-0CFC-391C-CAB6-8A3C349422E3}"/>
          </ac:spMkLst>
        </pc:spChg>
        <pc:spChg chg="mod">
          <ac:chgData name="Palit, Tapti" userId="dec6fbcd-7598-406a-8cbf-504d4a3bac15" providerId="ADAL" clId="{ECD42228-5B96-4A72-B268-C46DF994E6B7}" dt="2024-01-25T04:26:34.372" v="50049" actId="20577"/>
          <ac:spMkLst>
            <pc:docMk/>
            <pc:sldMk cId="860376470" sldId="808"/>
            <ac:spMk id="3" creationId="{A22A8A20-BA3C-FD6F-2BA9-FEAE105E094E}"/>
          </ac:spMkLst>
        </pc:spChg>
        <pc:spChg chg="del">
          <ac:chgData name="Palit, Tapti" userId="dec6fbcd-7598-406a-8cbf-504d4a3bac15" providerId="ADAL" clId="{ECD42228-5B96-4A72-B268-C46DF994E6B7}" dt="2024-01-16T01:15:36.973" v="4475" actId="478"/>
          <ac:spMkLst>
            <pc:docMk/>
            <pc:sldMk cId="860376470" sldId="808"/>
            <ac:spMk id="5" creationId="{91EB5DD4-C437-2F79-BF17-0E7E7695C48D}"/>
          </ac:spMkLst>
        </pc:spChg>
        <pc:spChg chg="add del mod">
          <ac:chgData name="Palit, Tapti" userId="dec6fbcd-7598-406a-8cbf-504d4a3bac15" providerId="ADAL" clId="{ECD42228-5B96-4A72-B268-C46DF994E6B7}" dt="2024-01-25T02:00:59.821" v="46539" actId="478"/>
          <ac:spMkLst>
            <pc:docMk/>
            <pc:sldMk cId="860376470" sldId="808"/>
            <ac:spMk id="8" creationId="{D5662539-1A03-3E4A-E9F3-12984E38A919}"/>
          </ac:spMkLst>
        </pc:spChg>
        <pc:spChg chg="add del mod">
          <ac:chgData name="Palit, Tapti" userId="dec6fbcd-7598-406a-8cbf-504d4a3bac15" providerId="ADAL" clId="{ECD42228-5B96-4A72-B268-C46DF994E6B7}" dt="2024-01-25T02:01:02.046" v="46540" actId="478"/>
          <ac:spMkLst>
            <pc:docMk/>
            <pc:sldMk cId="860376470" sldId="808"/>
            <ac:spMk id="10" creationId="{15D42E9E-EB96-86F9-A724-11BB17C2DDA8}"/>
          </ac:spMkLst>
        </pc:spChg>
        <pc:spChg chg="add del mod">
          <ac:chgData name="Palit, Tapti" userId="dec6fbcd-7598-406a-8cbf-504d4a3bac15" providerId="ADAL" clId="{ECD42228-5B96-4A72-B268-C46DF994E6B7}" dt="2024-01-25T01:58:59.450" v="46522" actId="478"/>
          <ac:spMkLst>
            <pc:docMk/>
            <pc:sldMk cId="860376470" sldId="808"/>
            <ac:spMk id="15" creationId="{79B3EF51-CD1A-7AC7-D64C-EA825BFEF625}"/>
          </ac:spMkLst>
        </pc:spChg>
        <pc:spChg chg="add mod">
          <ac:chgData name="Palit, Tapti" userId="dec6fbcd-7598-406a-8cbf-504d4a3bac15" providerId="ADAL" clId="{ECD42228-5B96-4A72-B268-C46DF994E6B7}" dt="2024-01-16T01:20:47.620" v="4521" actId="1076"/>
          <ac:spMkLst>
            <pc:docMk/>
            <pc:sldMk cId="860376470" sldId="808"/>
            <ac:spMk id="16" creationId="{1DFEB583-9F11-8B9D-1823-BF932DA7499B}"/>
          </ac:spMkLst>
        </pc:spChg>
        <pc:spChg chg="add mod">
          <ac:chgData name="Palit, Tapti" userId="dec6fbcd-7598-406a-8cbf-504d4a3bac15" providerId="ADAL" clId="{ECD42228-5B96-4A72-B268-C46DF994E6B7}" dt="2024-01-25T04:26:31.629" v="50046" actId="1076"/>
          <ac:spMkLst>
            <pc:docMk/>
            <pc:sldMk cId="860376470" sldId="808"/>
            <ac:spMk id="17" creationId="{8386328E-8387-37AB-40EA-6C58F76EBBD2}"/>
          </ac:spMkLst>
        </pc:spChg>
        <pc:spChg chg="add mod">
          <ac:chgData name="Palit, Tapti" userId="dec6fbcd-7598-406a-8cbf-504d4a3bac15" providerId="ADAL" clId="{ECD42228-5B96-4A72-B268-C46DF994E6B7}" dt="2024-01-25T01:57:57.338" v="46520" actId="20577"/>
          <ac:spMkLst>
            <pc:docMk/>
            <pc:sldMk cId="860376470" sldId="808"/>
            <ac:spMk id="18" creationId="{F631F000-C220-C189-2304-9308F6BE7519}"/>
          </ac:spMkLst>
        </pc:spChg>
        <pc:spChg chg="add del">
          <ac:chgData name="Palit, Tapti" userId="dec6fbcd-7598-406a-8cbf-504d4a3bac15" providerId="ADAL" clId="{ECD42228-5B96-4A72-B268-C46DF994E6B7}" dt="2024-01-25T01:59:35.750" v="46526" actId="478"/>
          <ac:spMkLst>
            <pc:docMk/>
            <pc:sldMk cId="860376470" sldId="808"/>
            <ac:spMk id="20" creationId="{3F72884D-F2C6-5EC1-768C-913094714D6C}"/>
          </ac:spMkLst>
        </pc:spChg>
        <pc:spChg chg="add mod ord">
          <ac:chgData name="Palit, Tapti" userId="dec6fbcd-7598-406a-8cbf-504d4a3bac15" providerId="ADAL" clId="{ECD42228-5B96-4A72-B268-C46DF994E6B7}" dt="2024-01-25T02:09:30.223" v="46590" actId="1076"/>
          <ac:spMkLst>
            <pc:docMk/>
            <pc:sldMk cId="860376470" sldId="808"/>
            <ac:spMk id="22" creationId="{D2BA5160-1763-6DE0-11FD-A27D25007B1B}"/>
          </ac:spMkLst>
        </pc:spChg>
        <pc:spChg chg="del">
          <ac:chgData name="Palit, Tapti" userId="dec6fbcd-7598-406a-8cbf-504d4a3bac15" providerId="ADAL" clId="{ECD42228-5B96-4A72-B268-C46DF994E6B7}" dt="2024-01-25T01:31:06.761" v="45366" actId="478"/>
          <ac:spMkLst>
            <pc:docMk/>
            <pc:sldMk cId="860376470" sldId="808"/>
            <ac:spMk id="37" creationId="{DF359660-B139-24B0-40D3-63C8D7B27ECE}"/>
          </ac:spMkLst>
        </pc:spChg>
        <pc:spChg chg="del mod">
          <ac:chgData name="Palit, Tapti" userId="dec6fbcd-7598-406a-8cbf-504d4a3bac15" providerId="ADAL" clId="{ECD42228-5B96-4A72-B268-C46DF994E6B7}" dt="2024-01-16T01:10:11.984" v="4448" actId="478"/>
          <ac:spMkLst>
            <pc:docMk/>
            <pc:sldMk cId="860376470" sldId="808"/>
            <ac:spMk id="52" creationId="{B814EDF3-5581-A3BA-092C-34B899022121}"/>
          </ac:spMkLst>
        </pc:spChg>
        <pc:spChg chg="mod ord">
          <ac:chgData name="Palit, Tapti" userId="dec6fbcd-7598-406a-8cbf-504d4a3bac15" providerId="ADAL" clId="{ECD42228-5B96-4A72-B268-C46DF994E6B7}" dt="2024-01-25T02:09:19.165" v="46588" actId="166"/>
          <ac:spMkLst>
            <pc:docMk/>
            <pc:sldMk cId="860376470" sldId="808"/>
            <ac:spMk id="53" creationId="{01BF476B-5986-AD9F-9F44-62EC6CE78559}"/>
          </ac:spMkLst>
        </pc:spChg>
        <pc:grpChg chg="mod">
          <ac:chgData name="Palit, Tapti" userId="dec6fbcd-7598-406a-8cbf-504d4a3bac15" providerId="ADAL" clId="{ECD42228-5B96-4A72-B268-C46DF994E6B7}" dt="2024-01-25T02:01:16.365" v="46544" actId="1076"/>
          <ac:grpSpMkLst>
            <pc:docMk/>
            <pc:sldMk cId="860376470" sldId="808"/>
            <ac:grpSpMk id="13" creationId="{DC3B3740-6EBD-17F2-D84B-F9D734BB7DC4}"/>
          </ac:grpSpMkLst>
        </pc:grpChg>
        <pc:grpChg chg="add del">
          <ac:chgData name="Palit, Tapti" userId="dec6fbcd-7598-406a-8cbf-504d4a3bac15" providerId="ADAL" clId="{ECD42228-5B96-4A72-B268-C46DF994E6B7}" dt="2024-01-25T01:58:56.033" v="46521" actId="478"/>
          <ac:grpSpMkLst>
            <pc:docMk/>
            <pc:sldMk cId="860376470" sldId="808"/>
            <ac:grpSpMk id="35" creationId="{04068B56-3E37-EE9E-1064-270D7FB1B786}"/>
          </ac:grpSpMkLst>
        </pc:grpChg>
        <pc:picChg chg="add mod">
          <ac:chgData name="Palit, Tapti" userId="dec6fbcd-7598-406a-8cbf-504d4a3bac15" providerId="ADAL" clId="{ECD42228-5B96-4A72-B268-C46DF994E6B7}" dt="2024-01-25T06:42:15.567" v="55043" actId="1076"/>
          <ac:picMkLst>
            <pc:docMk/>
            <pc:sldMk cId="860376470" sldId="808"/>
            <ac:picMk id="5" creationId="{9E174C19-B4E3-22AF-F128-1745BE489524}"/>
          </ac:picMkLst>
        </pc:picChg>
        <pc:picChg chg="add del mod">
          <ac:chgData name="Palit, Tapti" userId="dec6fbcd-7598-406a-8cbf-504d4a3bac15" providerId="ADAL" clId="{ECD42228-5B96-4A72-B268-C46DF994E6B7}" dt="2024-01-25T02:00:56.894" v="46538" actId="478"/>
          <ac:picMkLst>
            <pc:docMk/>
            <pc:sldMk cId="860376470" sldId="808"/>
            <ac:picMk id="6" creationId="{20DC1468-9162-0DE7-49A6-C4590A343333}"/>
          </ac:picMkLst>
        </pc:picChg>
        <pc:picChg chg="mod">
          <ac:chgData name="Palit, Tapti" userId="dec6fbcd-7598-406a-8cbf-504d4a3bac15" providerId="ADAL" clId="{ECD42228-5B96-4A72-B268-C46DF994E6B7}" dt="2024-01-25T02:00:54.536" v="46537" actId="1076"/>
          <ac:picMkLst>
            <pc:docMk/>
            <pc:sldMk cId="860376470" sldId="808"/>
            <ac:picMk id="9" creationId="{123A2471-3C2A-5250-5326-CBC7C0635000}"/>
          </ac:picMkLst>
        </pc:picChg>
        <pc:picChg chg="del mod">
          <ac:chgData name="Palit, Tapti" userId="dec6fbcd-7598-406a-8cbf-504d4a3bac15" providerId="ADAL" clId="{ECD42228-5B96-4A72-B268-C46DF994E6B7}" dt="2024-01-25T01:30:04.380" v="45346" actId="478"/>
          <ac:picMkLst>
            <pc:docMk/>
            <pc:sldMk cId="860376470" sldId="808"/>
            <ac:picMk id="1026" creationId="{2367ECDD-1B03-2B73-CEDE-88D0C4939237}"/>
          </ac:picMkLst>
        </pc:picChg>
        <pc:cxnChg chg="add del mod">
          <ac:chgData name="Palit, Tapti" userId="dec6fbcd-7598-406a-8cbf-504d4a3bac15" providerId="ADAL" clId="{ECD42228-5B96-4A72-B268-C46DF994E6B7}" dt="2024-01-25T02:01:18.934" v="46545" actId="14100"/>
          <ac:cxnSpMkLst>
            <pc:docMk/>
            <pc:sldMk cId="860376470" sldId="808"/>
            <ac:cxnSpMk id="38" creationId="{C5D73883-6E04-10EE-F910-F49FA2AA4106}"/>
          </ac:cxnSpMkLst>
        </pc:cxnChg>
        <pc:cxnChg chg="del">
          <ac:chgData name="Palit, Tapti" userId="dec6fbcd-7598-406a-8cbf-504d4a3bac15" providerId="ADAL" clId="{ECD42228-5B96-4A72-B268-C46DF994E6B7}" dt="2024-01-25T01:59:01.791" v="46523" actId="478"/>
          <ac:cxnSpMkLst>
            <pc:docMk/>
            <pc:sldMk cId="860376470" sldId="808"/>
            <ac:cxnSpMk id="42" creationId="{D1AB07C2-1688-9BA9-7317-3B523ED12376}"/>
          </ac:cxnSpMkLst>
        </pc:cxnChg>
      </pc:sldChg>
      <pc:sldChg chg="del">
        <pc:chgData name="Palit, Tapti" userId="dec6fbcd-7598-406a-8cbf-504d4a3bac15" providerId="ADAL" clId="{ECD42228-5B96-4A72-B268-C46DF994E6B7}" dt="2024-01-28T03:44:01.241" v="67437" actId="47"/>
        <pc:sldMkLst>
          <pc:docMk/>
          <pc:sldMk cId="1966516026" sldId="809"/>
        </pc:sldMkLst>
      </pc:sldChg>
      <pc:sldChg chg="del">
        <pc:chgData name="Palit, Tapti" userId="dec6fbcd-7598-406a-8cbf-504d4a3bac15" providerId="ADAL" clId="{ECD42228-5B96-4A72-B268-C46DF994E6B7}" dt="2024-01-28T03:44:01.241" v="67437" actId="47"/>
        <pc:sldMkLst>
          <pc:docMk/>
          <pc:sldMk cId="1716897804" sldId="810"/>
        </pc:sldMkLst>
      </pc:sldChg>
      <pc:sldChg chg="modSp add del mod">
        <pc:chgData name="Palit, Tapti" userId="dec6fbcd-7598-406a-8cbf-504d4a3bac15" providerId="ADAL" clId="{ECD42228-5B96-4A72-B268-C46DF994E6B7}" dt="2024-01-16T03:49:55.594" v="5637" actId="47"/>
        <pc:sldMkLst>
          <pc:docMk/>
          <pc:sldMk cId="3743581133" sldId="810"/>
        </pc:sldMkLst>
        <pc:spChg chg="mod">
          <ac:chgData name="Palit, Tapti" userId="dec6fbcd-7598-406a-8cbf-504d4a3bac15" providerId="ADAL" clId="{ECD42228-5B96-4A72-B268-C46DF994E6B7}" dt="2024-01-16T03:24:37.725" v="5393" actId="20577"/>
          <ac:spMkLst>
            <pc:docMk/>
            <pc:sldMk cId="3743581133" sldId="810"/>
            <ac:spMk id="59" creationId="{92049930-3E5B-D97C-5BCA-B02CADBEEA7B}"/>
          </ac:spMkLst>
        </pc:spChg>
      </pc:sldChg>
      <pc:sldChg chg="addSp delSp modSp add mod modClrScheme delAnim modAnim addCm modCm chgLayout modNotesTx">
        <pc:chgData name="Palit, Tapti" userId="dec6fbcd-7598-406a-8cbf-504d4a3bac15" providerId="ADAL" clId="{ECD42228-5B96-4A72-B268-C46DF994E6B7}" dt="2024-01-25T13:40:03.203" v="58657" actId="20577"/>
        <pc:sldMkLst>
          <pc:docMk/>
          <pc:sldMk cId="313389186" sldId="811"/>
        </pc:sldMkLst>
        <pc:spChg chg="del mod ord">
          <ac:chgData name="Palit, Tapti" userId="dec6fbcd-7598-406a-8cbf-504d4a3bac15" providerId="ADAL" clId="{ECD42228-5B96-4A72-B268-C46DF994E6B7}" dt="2024-01-23T03:46:56.566" v="18244" actId="478"/>
          <ac:spMkLst>
            <pc:docMk/>
            <pc:sldMk cId="313389186" sldId="811"/>
            <ac:spMk id="2" creationId="{5331F909-ED14-5E9B-0948-7FB76FB6F640}"/>
          </ac:spMkLst>
        </pc:spChg>
        <pc:spChg chg="mod ord">
          <ac:chgData name="Palit, Tapti" userId="dec6fbcd-7598-406a-8cbf-504d4a3bac15" providerId="ADAL" clId="{ECD42228-5B96-4A72-B268-C46DF994E6B7}" dt="2024-01-25T13:40:03.203" v="58657" actId="20577"/>
          <ac:spMkLst>
            <pc:docMk/>
            <pc:sldMk cId="313389186" sldId="811"/>
            <ac:spMk id="3" creationId="{F97B2BB2-BFBD-8019-A7CA-D1CFD8FFCFA7}"/>
          </ac:spMkLst>
        </pc:spChg>
        <pc:spChg chg="mod ord">
          <ac:chgData name="Palit, Tapti" userId="dec6fbcd-7598-406a-8cbf-504d4a3bac15" providerId="ADAL" clId="{ECD42228-5B96-4A72-B268-C46DF994E6B7}" dt="2024-01-16T19:45:10.702" v="7696" actId="700"/>
          <ac:spMkLst>
            <pc:docMk/>
            <pc:sldMk cId="313389186" sldId="811"/>
            <ac:spMk id="4" creationId="{6B59ADFF-B5DA-EF43-0E4E-FB3DF981B04F}"/>
          </ac:spMkLst>
        </pc:spChg>
        <pc:spChg chg="add mod">
          <ac:chgData name="Palit, Tapti" userId="dec6fbcd-7598-406a-8cbf-504d4a3bac15" providerId="ADAL" clId="{ECD42228-5B96-4A72-B268-C46DF994E6B7}" dt="2024-01-25T02:44:39.780" v="47142" actId="1076"/>
          <ac:spMkLst>
            <pc:docMk/>
            <pc:sldMk cId="313389186" sldId="811"/>
            <ac:spMk id="7" creationId="{584B0E83-9C48-71A8-E813-FA656CEF29BA}"/>
          </ac:spMkLst>
        </pc:spChg>
        <pc:spChg chg="add mod">
          <ac:chgData name="Palit, Tapti" userId="dec6fbcd-7598-406a-8cbf-504d4a3bac15" providerId="ADAL" clId="{ECD42228-5B96-4A72-B268-C46DF994E6B7}" dt="2024-01-25T02:44:43.367" v="47143" actId="1076"/>
          <ac:spMkLst>
            <pc:docMk/>
            <pc:sldMk cId="313389186" sldId="811"/>
            <ac:spMk id="8" creationId="{6DAF942B-789E-851F-6BE4-21FBF9C34839}"/>
          </ac:spMkLst>
        </pc:spChg>
        <pc:spChg chg="del mod">
          <ac:chgData name="Palit, Tapti" userId="dec6fbcd-7598-406a-8cbf-504d4a3bac15" providerId="ADAL" clId="{ECD42228-5B96-4A72-B268-C46DF994E6B7}" dt="2024-01-16T19:15:23.581" v="7322" actId="478"/>
          <ac:spMkLst>
            <pc:docMk/>
            <pc:sldMk cId="313389186" sldId="811"/>
            <ac:spMk id="9" creationId="{45E2616E-235F-703B-F01A-94D5E9BAA98D}"/>
          </ac:spMkLst>
        </pc:spChg>
        <pc:spChg chg="add del mod">
          <ac:chgData name="Palit, Tapti" userId="dec6fbcd-7598-406a-8cbf-504d4a3bac15" providerId="ADAL" clId="{ECD42228-5B96-4A72-B268-C46DF994E6B7}" dt="2024-01-25T02:44:13.593" v="47135" actId="478"/>
          <ac:spMkLst>
            <pc:docMk/>
            <pc:sldMk cId="313389186" sldId="811"/>
            <ac:spMk id="10" creationId="{3F3BBC86-B477-9ACF-23EF-1180913B7C35}"/>
          </ac:spMkLst>
        </pc:spChg>
        <pc:spChg chg="add del mod">
          <ac:chgData name="Palit, Tapti" userId="dec6fbcd-7598-406a-8cbf-504d4a3bac15" providerId="ADAL" clId="{ECD42228-5B96-4A72-B268-C46DF994E6B7}" dt="2024-01-23T03:46:58.705" v="18245" actId="478"/>
          <ac:spMkLst>
            <pc:docMk/>
            <pc:sldMk cId="313389186" sldId="811"/>
            <ac:spMk id="12" creationId="{3A699B6C-A4FD-834B-2C69-E13D8F09074A}"/>
          </ac:spMkLst>
        </pc:spChg>
        <pc:spChg chg="add del mod">
          <ac:chgData name="Palit, Tapti" userId="dec6fbcd-7598-406a-8cbf-504d4a3bac15" providerId="ADAL" clId="{ECD42228-5B96-4A72-B268-C46DF994E6B7}" dt="2024-01-25T02:44:16.538" v="47136" actId="478"/>
          <ac:spMkLst>
            <pc:docMk/>
            <pc:sldMk cId="313389186" sldId="811"/>
            <ac:spMk id="15" creationId="{F0E7FC6A-F669-419F-64D8-2C85F1690433}"/>
          </ac:spMkLst>
        </pc:spChg>
        <pc:spChg chg="add del mod">
          <ac:chgData name="Palit, Tapti" userId="dec6fbcd-7598-406a-8cbf-504d4a3bac15" providerId="ADAL" clId="{ECD42228-5B96-4A72-B268-C46DF994E6B7}" dt="2024-01-25T06:24:45.897" v="54137" actId="478"/>
          <ac:spMkLst>
            <pc:docMk/>
            <pc:sldMk cId="313389186" sldId="811"/>
            <ac:spMk id="22" creationId="{2765C940-195C-5CF4-7CAE-B27F32782B7E}"/>
          </ac:spMkLst>
        </pc:spChg>
        <pc:spChg chg="add del mod">
          <ac:chgData name="Palit, Tapti" userId="dec6fbcd-7598-406a-8cbf-504d4a3bac15" providerId="ADAL" clId="{ECD42228-5B96-4A72-B268-C46DF994E6B7}" dt="2024-01-25T06:24:45.897" v="54137" actId="478"/>
          <ac:spMkLst>
            <pc:docMk/>
            <pc:sldMk cId="313389186" sldId="811"/>
            <ac:spMk id="25" creationId="{6196D6A2-4B72-225D-DEC6-7540707FF374}"/>
          </ac:spMkLst>
        </pc:spChg>
        <pc:spChg chg="del mod">
          <ac:chgData name="Palit, Tapti" userId="dec6fbcd-7598-406a-8cbf-504d4a3bac15" providerId="ADAL" clId="{ECD42228-5B96-4A72-B268-C46DF994E6B7}" dt="2024-01-16T18:46:26.802" v="7152" actId="478"/>
          <ac:spMkLst>
            <pc:docMk/>
            <pc:sldMk cId="313389186" sldId="811"/>
            <ac:spMk id="31" creationId="{D96DB06E-09E5-833E-0BC3-A9C505DC584E}"/>
          </ac:spMkLst>
        </pc:spChg>
        <pc:spChg chg="del">
          <ac:chgData name="Palit, Tapti" userId="dec6fbcd-7598-406a-8cbf-504d4a3bac15" providerId="ADAL" clId="{ECD42228-5B96-4A72-B268-C46DF994E6B7}" dt="2024-01-16T04:36:00.771" v="6256" actId="478"/>
          <ac:spMkLst>
            <pc:docMk/>
            <pc:sldMk cId="313389186" sldId="811"/>
            <ac:spMk id="33" creationId="{D24A23FD-CA18-5366-568C-E106460D0D34}"/>
          </ac:spMkLst>
        </pc:spChg>
        <pc:spChg chg="del">
          <ac:chgData name="Palit, Tapti" userId="dec6fbcd-7598-406a-8cbf-504d4a3bac15" providerId="ADAL" clId="{ECD42228-5B96-4A72-B268-C46DF994E6B7}" dt="2024-01-16T04:36:00.771" v="6256" actId="478"/>
          <ac:spMkLst>
            <pc:docMk/>
            <pc:sldMk cId="313389186" sldId="811"/>
            <ac:spMk id="34" creationId="{AA6C6F47-9B53-DBB9-3B2B-193C25420266}"/>
          </ac:spMkLst>
        </pc:spChg>
        <pc:spChg chg="del">
          <ac:chgData name="Palit, Tapti" userId="dec6fbcd-7598-406a-8cbf-504d4a3bac15" providerId="ADAL" clId="{ECD42228-5B96-4A72-B268-C46DF994E6B7}" dt="2024-01-16T04:36:08.647" v="6258" actId="478"/>
          <ac:spMkLst>
            <pc:docMk/>
            <pc:sldMk cId="313389186" sldId="811"/>
            <ac:spMk id="35" creationId="{81E105AE-52AC-E35A-BFC3-B32AA56B6763}"/>
          </ac:spMkLst>
        </pc:spChg>
        <pc:spChg chg="del">
          <ac:chgData name="Palit, Tapti" userId="dec6fbcd-7598-406a-8cbf-504d4a3bac15" providerId="ADAL" clId="{ECD42228-5B96-4A72-B268-C46DF994E6B7}" dt="2024-01-16T04:36:00.771" v="6256" actId="478"/>
          <ac:spMkLst>
            <pc:docMk/>
            <pc:sldMk cId="313389186" sldId="811"/>
            <ac:spMk id="38" creationId="{5C810122-060A-A3D4-BF1C-4BD977A009F9}"/>
          </ac:spMkLst>
        </pc:spChg>
        <pc:spChg chg="del">
          <ac:chgData name="Palit, Tapti" userId="dec6fbcd-7598-406a-8cbf-504d4a3bac15" providerId="ADAL" clId="{ECD42228-5B96-4A72-B268-C46DF994E6B7}" dt="2024-01-16T04:36:00.771" v="6256" actId="478"/>
          <ac:spMkLst>
            <pc:docMk/>
            <pc:sldMk cId="313389186" sldId="811"/>
            <ac:spMk id="39" creationId="{FE19E25C-9236-BA18-1B31-46772D4D8A93}"/>
          </ac:spMkLst>
        </pc:spChg>
        <pc:spChg chg="add del mod">
          <ac:chgData name="Palit, Tapti" userId="dec6fbcd-7598-406a-8cbf-504d4a3bac15" providerId="ADAL" clId="{ECD42228-5B96-4A72-B268-C46DF994E6B7}" dt="2024-01-16T19:45:04.122" v="7695" actId="478"/>
          <ac:spMkLst>
            <pc:docMk/>
            <pc:sldMk cId="313389186" sldId="811"/>
            <ac:spMk id="43" creationId="{A3DEC680-3B4B-EC43-94D5-8BD886A35B56}"/>
          </ac:spMkLst>
        </pc:spChg>
        <pc:grpChg chg="del">
          <ac:chgData name="Palit, Tapti" userId="dec6fbcd-7598-406a-8cbf-504d4a3bac15" providerId="ADAL" clId="{ECD42228-5B96-4A72-B268-C46DF994E6B7}" dt="2024-01-16T04:36:06.511" v="6257" actId="478"/>
          <ac:grpSpMkLst>
            <pc:docMk/>
            <pc:sldMk cId="313389186" sldId="811"/>
            <ac:grpSpMk id="32" creationId="{93AEE048-C2B2-ADC0-DD28-61D6E1740D71}"/>
          </ac:grpSpMkLst>
        </pc:grpChg>
        <pc:grpChg chg="add del mod">
          <ac:chgData name="Palit, Tapti" userId="dec6fbcd-7598-406a-8cbf-504d4a3bac15" providerId="ADAL" clId="{ECD42228-5B96-4A72-B268-C46DF994E6B7}" dt="2024-01-25T02:44:49.916" v="47146" actId="1076"/>
          <ac:grpSpMkLst>
            <pc:docMk/>
            <pc:sldMk cId="313389186" sldId="811"/>
            <ac:grpSpMk id="40" creationId="{139FF069-521D-6885-51A5-08416F525564}"/>
          </ac:grpSpMkLst>
        </pc:grpChg>
        <pc:picChg chg="add del mod">
          <ac:chgData name="Palit, Tapti" userId="dec6fbcd-7598-406a-8cbf-504d4a3bac15" providerId="ADAL" clId="{ECD42228-5B96-4A72-B268-C46DF994E6B7}" dt="2024-01-16T04:43:17.494" v="6396" actId="478"/>
          <ac:picMkLst>
            <pc:docMk/>
            <pc:sldMk cId="313389186" sldId="811"/>
            <ac:picMk id="5" creationId="{DE8043D2-E878-4F1E-2BD4-2FE95EB4A32F}"/>
          </ac:picMkLst>
        </pc:picChg>
        <pc:picChg chg="add mod">
          <ac:chgData name="Palit, Tapti" userId="dec6fbcd-7598-406a-8cbf-504d4a3bac15" providerId="ADAL" clId="{ECD42228-5B96-4A72-B268-C46DF994E6B7}" dt="2024-01-25T02:44:49.916" v="47146" actId="1076"/>
          <ac:picMkLst>
            <pc:docMk/>
            <pc:sldMk cId="313389186" sldId="811"/>
            <ac:picMk id="6" creationId="{CF4DBF3F-43CB-02D0-B6C6-7123F71DE0A6}"/>
          </ac:picMkLst>
        </pc:picChg>
        <pc:picChg chg="add mod ord">
          <ac:chgData name="Palit, Tapti" userId="dec6fbcd-7598-406a-8cbf-504d4a3bac15" providerId="ADAL" clId="{ECD42228-5B96-4A72-B268-C46DF994E6B7}" dt="2024-01-25T02:44:49.916" v="47146" actId="1076"/>
          <ac:picMkLst>
            <pc:docMk/>
            <pc:sldMk cId="313389186" sldId="811"/>
            <ac:picMk id="37" creationId="{E3CC48C8-BF86-F169-0D9E-BD55BE069D2C}"/>
          </ac:picMkLst>
        </pc:picChg>
        <pc:cxnChg chg="add del mod">
          <ac:chgData name="Palit, Tapti" userId="dec6fbcd-7598-406a-8cbf-504d4a3bac15" providerId="ADAL" clId="{ECD42228-5B96-4A72-B268-C46DF994E6B7}" dt="2024-01-25T02:44:20.753" v="47138" actId="478"/>
          <ac:cxnSpMkLst>
            <pc:docMk/>
            <pc:sldMk cId="313389186" sldId="811"/>
            <ac:cxnSpMk id="9" creationId="{58880BD5-FCCF-10EA-0406-B17472F42826}"/>
          </ac:cxnSpMkLst>
        </pc:cxnChg>
        <pc:cxnChg chg="mod">
          <ac:chgData name="Palit, Tapti" userId="dec6fbcd-7598-406a-8cbf-504d4a3bac15" providerId="ADAL" clId="{ECD42228-5B96-4A72-B268-C46DF994E6B7}" dt="2024-01-16T04:36:06.511" v="6257" actId="478"/>
          <ac:cxnSpMkLst>
            <pc:docMk/>
            <pc:sldMk cId="313389186" sldId="811"/>
            <ac:cxnSpMk id="13" creationId="{658AA6A3-6782-D5F7-98BF-90A0B252F9C2}"/>
          </ac:cxnSpMkLst>
        </pc:cxnChg>
        <pc:cxnChg chg="mod">
          <ac:chgData name="Palit, Tapti" userId="dec6fbcd-7598-406a-8cbf-504d4a3bac15" providerId="ADAL" clId="{ECD42228-5B96-4A72-B268-C46DF994E6B7}" dt="2024-01-16T04:36:06.511" v="6257" actId="478"/>
          <ac:cxnSpMkLst>
            <pc:docMk/>
            <pc:sldMk cId="313389186" sldId="811"/>
            <ac:cxnSpMk id="15" creationId="{16ABA878-751A-E74F-8D66-96ACBC79DFD6}"/>
          </ac:cxnSpMkLst>
        </pc:cxnChg>
        <pc:cxnChg chg="add mod">
          <ac:chgData name="Palit, Tapti" userId="dec6fbcd-7598-406a-8cbf-504d4a3bac15" providerId="ADAL" clId="{ECD42228-5B96-4A72-B268-C46DF994E6B7}" dt="2024-01-23T04:00:32.548" v="18472" actId="14100"/>
          <ac:cxnSpMkLst>
            <pc:docMk/>
            <pc:sldMk cId="313389186" sldId="811"/>
            <ac:cxnSpMk id="16" creationId="{84DAE4D6-ECB3-7E0F-BD31-E342CCF7BF24}"/>
          </ac:cxnSpMkLst>
        </pc:cxnChg>
        <pc:cxnChg chg="mod">
          <ac:chgData name="Palit, Tapti" userId="dec6fbcd-7598-406a-8cbf-504d4a3bac15" providerId="ADAL" clId="{ECD42228-5B96-4A72-B268-C46DF994E6B7}" dt="2024-01-16T04:36:06.511" v="6257" actId="478"/>
          <ac:cxnSpMkLst>
            <pc:docMk/>
            <pc:sldMk cId="313389186" sldId="811"/>
            <ac:cxnSpMk id="19" creationId="{F61C636B-4D52-07A7-51CA-10B8E6D9265D}"/>
          </ac:cxnSpMkLst>
        </pc:cxnChg>
        <pc:cxnChg chg="mod">
          <ac:chgData name="Palit, Tapti" userId="dec6fbcd-7598-406a-8cbf-504d4a3bac15" providerId="ADAL" clId="{ECD42228-5B96-4A72-B268-C46DF994E6B7}" dt="2024-01-16T04:36:06.511" v="6257" actId="478"/>
          <ac:cxnSpMkLst>
            <pc:docMk/>
            <pc:sldMk cId="313389186" sldId="811"/>
            <ac:cxnSpMk id="20" creationId="{8E16EA84-192A-EAB4-2D3E-E3111C6683A0}"/>
          </ac:cxnSpMkLst>
        </pc:cxnChg>
        <pc:cxnChg chg="mod">
          <ac:chgData name="Palit, Tapti" userId="dec6fbcd-7598-406a-8cbf-504d4a3bac15" providerId="ADAL" clId="{ECD42228-5B96-4A72-B268-C46DF994E6B7}" dt="2024-01-16T04:36:06.511" v="6257" actId="478"/>
          <ac:cxnSpMkLst>
            <pc:docMk/>
            <pc:sldMk cId="313389186" sldId="811"/>
            <ac:cxnSpMk id="21" creationId="{3A139B75-4091-07CD-8B42-DEA0040191AD}"/>
          </ac:cxnSpMkLst>
        </pc:cxnChg>
        <pc:cxnChg chg="mod">
          <ac:chgData name="Palit, Tapti" userId="dec6fbcd-7598-406a-8cbf-504d4a3bac15" providerId="ADAL" clId="{ECD42228-5B96-4A72-B268-C46DF994E6B7}" dt="2024-01-16T04:36:06.511" v="6257" actId="478"/>
          <ac:cxnSpMkLst>
            <pc:docMk/>
            <pc:sldMk cId="313389186" sldId="811"/>
            <ac:cxnSpMk id="26" creationId="{229B5E53-EBD9-DD00-FD1F-3AAE73C2219A}"/>
          </ac:cxnSpMkLst>
        </pc:cxnChg>
        <pc:cxnChg chg="add del mod">
          <ac:chgData name="Palit, Tapti" userId="dec6fbcd-7598-406a-8cbf-504d4a3bac15" providerId="ADAL" clId="{ECD42228-5B96-4A72-B268-C46DF994E6B7}" dt="2024-01-16T16:51:22.402" v="6607" actId="478"/>
          <ac:cxnSpMkLst>
            <pc:docMk/>
            <pc:sldMk cId="313389186" sldId="811"/>
            <ac:cxnSpMk id="41" creationId="{F8FE5B04-8385-2480-E880-15A9EAD19B2A}"/>
          </ac:cxnSpMkLst>
        </pc:cxnChg>
        <pc:cxnChg chg="add del mod">
          <ac:chgData name="Palit, Tapti" userId="dec6fbcd-7598-406a-8cbf-504d4a3bac15" providerId="ADAL" clId="{ECD42228-5B96-4A72-B268-C46DF994E6B7}" dt="2024-01-16T18:46:29.045" v="7153" actId="478"/>
          <ac:cxnSpMkLst>
            <pc:docMk/>
            <pc:sldMk cId="313389186" sldId="811"/>
            <ac:cxnSpMk id="42" creationId="{BE6470FB-80F3-5C14-60AC-509E239624A4}"/>
          </ac:cxnSpMkLst>
        </pc:cxn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24T01:45:22.113" v="34217"/>
              <pc2:cmMkLst xmlns:pc2="http://schemas.microsoft.com/office/powerpoint/2019/9/main/command">
                <pc:docMk/>
                <pc:sldMk cId="313389186" sldId="811"/>
                <pc2:cmMk id="{D406BEBF-F8EF-4FA1-9FDE-319A51769803}"/>
              </pc2:cmMkLst>
              <pc226:cmRplyChg chg="add">
                <pc226:chgData name="Palit, Tapti" userId="dec6fbcd-7598-406a-8cbf-504d4a3bac15" providerId="ADAL" clId="{ECD42228-5B96-4A72-B268-C46DF994E6B7}" dt="2024-01-24T01:45:22.113" v="34217"/>
                <pc2:cmRplyMkLst xmlns:pc2="http://schemas.microsoft.com/office/powerpoint/2019/9/main/command">
                  <pc:docMk/>
                  <pc:sldMk cId="313389186" sldId="811"/>
                  <pc2:cmMk id="{D406BEBF-F8EF-4FA1-9FDE-319A51769803}"/>
                  <pc2:cmRplyMk id="{0F7A3EA9-C285-46D1-AE31-BE711EDBA3F4}"/>
                </pc2:cmRplyMkLst>
              </pc226:cmRplyChg>
            </pc226:cmChg>
            <pc226:cmChg xmlns:pc226="http://schemas.microsoft.com/office/powerpoint/2022/06/main/command" chg="add">
              <pc226:chgData name="Palit, Tapti" userId="dec6fbcd-7598-406a-8cbf-504d4a3bac15" providerId="ADAL" clId="{ECD42228-5B96-4A72-B268-C46DF994E6B7}" dt="2024-01-16T04:36:53.094" v="6355"/>
              <pc2:cmMkLst xmlns:pc2="http://schemas.microsoft.com/office/powerpoint/2019/9/main/command">
                <pc:docMk/>
                <pc:sldMk cId="313389186" sldId="811"/>
                <pc2:cmMk id="{3B25E9F3-7B42-4F80-ADAB-53B7887C151B}"/>
              </pc2:cmMkLst>
            </pc226:cmChg>
          </p:ext>
        </pc:extLst>
      </pc:sldChg>
      <pc:sldChg chg="add del">
        <pc:chgData name="Palit, Tapti" userId="dec6fbcd-7598-406a-8cbf-504d4a3bac15" providerId="ADAL" clId="{ECD42228-5B96-4A72-B268-C46DF994E6B7}" dt="2024-01-16T03:49:55.594" v="5637" actId="47"/>
        <pc:sldMkLst>
          <pc:docMk/>
          <pc:sldMk cId="3616601756" sldId="811"/>
        </pc:sldMkLst>
      </pc:sldChg>
      <pc:sldChg chg="del">
        <pc:chgData name="Palit, Tapti" userId="dec6fbcd-7598-406a-8cbf-504d4a3bac15" providerId="ADAL" clId="{ECD42228-5B96-4A72-B268-C46DF994E6B7}" dt="2024-01-28T03:44:01.241" v="67437" actId="47"/>
        <pc:sldMkLst>
          <pc:docMk/>
          <pc:sldMk cId="317290650" sldId="812"/>
        </pc:sldMkLst>
      </pc:sldChg>
      <pc:sldChg chg="addSp delSp modSp new del">
        <pc:chgData name="Palit, Tapti" userId="dec6fbcd-7598-406a-8cbf-504d4a3bac15" providerId="ADAL" clId="{ECD42228-5B96-4A72-B268-C46DF994E6B7}" dt="2024-01-16T20:26:53.828" v="7778" actId="2696"/>
        <pc:sldMkLst>
          <pc:docMk/>
          <pc:sldMk cId="365542101" sldId="813"/>
        </pc:sldMkLst>
        <pc:picChg chg="add del mod">
          <ac:chgData name="Palit, Tapti" userId="dec6fbcd-7598-406a-8cbf-504d4a3bac15" providerId="ADAL" clId="{ECD42228-5B96-4A72-B268-C46DF994E6B7}" dt="2024-01-16T20:26:50.986" v="7777" actId="478"/>
          <ac:picMkLst>
            <pc:docMk/>
            <pc:sldMk cId="365542101" sldId="813"/>
            <ac:picMk id="6" creationId="{AAD2D11F-75A0-1A0B-569D-B37498AE94D5}"/>
          </ac:picMkLst>
        </pc:picChg>
      </pc:sldChg>
      <pc:sldChg chg="del">
        <pc:chgData name="Palit, Tapti" userId="dec6fbcd-7598-406a-8cbf-504d4a3bac15" providerId="ADAL" clId="{ECD42228-5B96-4A72-B268-C46DF994E6B7}" dt="2024-01-22T20:30:16.522" v="8587" actId="2696"/>
        <pc:sldMkLst>
          <pc:docMk/>
          <pc:sldMk cId="515852870" sldId="813"/>
        </pc:sldMkLst>
      </pc:sldChg>
      <pc:sldChg chg="add del mod modShow">
        <pc:chgData name="Palit, Tapti" userId="dec6fbcd-7598-406a-8cbf-504d4a3bac15" providerId="ADAL" clId="{ECD42228-5B96-4A72-B268-C46DF994E6B7}" dt="2024-01-28T03:44:01.241" v="67437" actId="47"/>
        <pc:sldMkLst>
          <pc:docMk/>
          <pc:sldMk cId="1146851654" sldId="813"/>
        </pc:sldMkLst>
      </pc:sldChg>
      <pc:sldChg chg="add del mod modShow">
        <pc:chgData name="Palit, Tapti" userId="dec6fbcd-7598-406a-8cbf-504d4a3bac15" providerId="ADAL" clId="{ECD42228-5B96-4A72-B268-C46DF994E6B7}" dt="2024-01-28T03:44:01.241" v="67437" actId="47"/>
        <pc:sldMkLst>
          <pc:docMk/>
          <pc:sldMk cId="1364002068" sldId="814"/>
        </pc:sldMkLst>
      </pc:sldChg>
      <pc:sldChg chg="del">
        <pc:chgData name="Palit, Tapti" userId="dec6fbcd-7598-406a-8cbf-504d4a3bac15" providerId="ADAL" clId="{ECD42228-5B96-4A72-B268-C46DF994E6B7}" dt="2024-01-22T23:36:03.977" v="10295" actId="2696"/>
        <pc:sldMkLst>
          <pc:docMk/>
          <pc:sldMk cId="1752075377" sldId="814"/>
        </pc:sldMkLst>
      </pc:sldChg>
      <pc:sldChg chg="del">
        <pc:chgData name="Palit, Tapti" userId="dec6fbcd-7598-406a-8cbf-504d4a3bac15" providerId="ADAL" clId="{ECD42228-5B96-4A72-B268-C46DF994E6B7}" dt="2024-01-22T23:36:03.977" v="10295" actId="2696"/>
        <pc:sldMkLst>
          <pc:docMk/>
          <pc:sldMk cId="554236177" sldId="815"/>
        </pc:sldMkLst>
      </pc:sldChg>
      <pc:sldChg chg="add del mod modShow">
        <pc:chgData name="Palit, Tapti" userId="dec6fbcd-7598-406a-8cbf-504d4a3bac15" providerId="ADAL" clId="{ECD42228-5B96-4A72-B268-C46DF994E6B7}" dt="2024-01-28T03:44:01.241" v="67437" actId="47"/>
        <pc:sldMkLst>
          <pc:docMk/>
          <pc:sldMk cId="1823350702" sldId="815"/>
        </pc:sldMkLst>
      </pc:sldChg>
      <pc:sldChg chg="del">
        <pc:chgData name="Palit, Tapti" userId="dec6fbcd-7598-406a-8cbf-504d4a3bac15" providerId="ADAL" clId="{ECD42228-5B96-4A72-B268-C46DF994E6B7}" dt="2024-01-22T23:36:03.977" v="10295" actId="2696"/>
        <pc:sldMkLst>
          <pc:docMk/>
          <pc:sldMk cId="1234104181" sldId="816"/>
        </pc:sldMkLst>
      </pc:sldChg>
      <pc:sldChg chg="add del mod modShow">
        <pc:chgData name="Palit, Tapti" userId="dec6fbcd-7598-406a-8cbf-504d4a3bac15" providerId="ADAL" clId="{ECD42228-5B96-4A72-B268-C46DF994E6B7}" dt="2024-01-28T03:44:01.241" v="67437" actId="47"/>
        <pc:sldMkLst>
          <pc:docMk/>
          <pc:sldMk cId="3297919639" sldId="816"/>
        </pc:sldMkLst>
      </pc:sldChg>
      <pc:sldChg chg="add del mod modShow">
        <pc:chgData name="Palit, Tapti" userId="dec6fbcd-7598-406a-8cbf-504d4a3bac15" providerId="ADAL" clId="{ECD42228-5B96-4A72-B268-C46DF994E6B7}" dt="2024-01-28T03:44:01.241" v="67437" actId="47"/>
        <pc:sldMkLst>
          <pc:docMk/>
          <pc:sldMk cId="1237463621" sldId="817"/>
        </pc:sldMkLst>
      </pc:sldChg>
      <pc:sldChg chg="del">
        <pc:chgData name="Palit, Tapti" userId="dec6fbcd-7598-406a-8cbf-504d4a3bac15" providerId="ADAL" clId="{ECD42228-5B96-4A72-B268-C46DF994E6B7}" dt="2024-01-22T23:36:21.891" v="10298" actId="2696"/>
        <pc:sldMkLst>
          <pc:docMk/>
          <pc:sldMk cId="3950825506" sldId="817"/>
        </pc:sldMkLst>
      </pc:sldChg>
      <pc:sldChg chg="del">
        <pc:chgData name="Palit, Tapti" userId="dec6fbcd-7598-406a-8cbf-504d4a3bac15" providerId="ADAL" clId="{ECD42228-5B96-4A72-B268-C46DF994E6B7}" dt="2024-01-28T03:44:01.241" v="67437" actId="47"/>
        <pc:sldMkLst>
          <pc:docMk/>
          <pc:sldMk cId="3101082761" sldId="819"/>
        </pc:sldMkLst>
      </pc:sldChg>
      <pc:sldChg chg="add del mod modShow">
        <pc:chgData name="Palit, Tapti" userId="dec6fbcd-7598-406a-8cbf-504d4a3bac15" providerId="ADAL" clId="{ECD42228-5B96-4A72-B268-C46DF994E6B7}" dt="2024-01-28T03:44:01.241" v="67437" actId="47"/>
        <pc:sldMkLst>
          <pc:docMk/>
          <pc:sldMk cId="631407664" sldId="820"/>
        </pc:sldMkLst>
      </pc:sldChg>
      <pc:sldChg chg="modSp del mod">
        <pc:chgData name="Palit, Tapti" userId="dec6fbcd-7598-406a-8cbf-504d4a3bac15" providerId="ADAL" clId="{ECD42228-5B96-4A72-B268-C46DF994E6B7}" dt="2024-01-24T04:11:54.463" v="39807" actId="2696"/>
        <pc:sldMkLst>
          <pc:docMk/>
          <pc:sldMk cId="977333192" sldId="820"/>
        </pc:sldMkLst>
        <pc:spChg chg="mod">
          <ac:chgData name="Palit, Tapti" userId="dec6fbcd-7598-406a-8cbf-504d4a3bac15" providerId="ADAL" clId="{ECD42228-5B96-4A72-B268-C46DF994E6B7}" dt="2024-01-23T15:56:25.680" v="32736" actId="20577"/>
          <ac:spMkLst>
            <pc:docMk/>
            <pc:sldMk cId="977333192" sldId="820"/>
            <ac:spMk id="6" creationId="{AE4A86D3-4240-62F8-8977-E29D66389765}"/>
          </ac:spMkLst>
        </pc:spChg>
      </pc:sldChg>
      <pc:sldChg chg="add del mod modShow">
        <pc:chgData name="Palit, Tapti" userId="dec6fbcd-7598-406a-8cbf-504d4a3bac15" providerId="ADAL" clId="{ECD42228-5B96-4A72-B268-C46DF994E6B7}" dt="2024-01-28T03:44:01.241" v="67437" actId="47"/>
        <pc:sldMkLst>
          <pc:docMk/>
          <pc:sldMk cId="443954180" sldId="823"/>
        </pc:sldMkLst>
      </pc:sldChg>
      <pc:sldChg chg="del addCm">
        <pc:chgData name="Palit, Tapti" userId="dec6fbcd-7598-406a-8cbf-504d4a3bac15" providerId="ADAL" clId="{ECD42228-5B96-4A72-B268-C46DF994E6B7}" dt="2024-01-24T04:11:54.463" v="39807" actId="2696"/>
        <pc:sldMkLst>
          <pc:docMk/>
          <pc:sldMk cId="1201236902" sldId="823"/>
        </pc:sldMkLst>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22T23:45:22.515" v="10460"/>
              <pc2:cmMkLst xmlns:pc2="http://schemas.microsoft.com/office/powerpoint/2019/9/main/command">
                <pc:docMk/>
                <pc:sldMk cId="1201236902" sldId="823"/>
                <pc2:cmMk id="{40B42FA1-F435-453A-85BB-84B05E02EA36}"/>
              </pc2:cmMkLst>
            </pc226:cmChg>
          </p:ext>
        </pc:extLst>
      </pc:sldChg>
      <pc:sldChg chg="del">
        <pc:chgData name="Palit, Tapti" userId="dec6fbcd-7598-406a-8cbf-504d4a3bac15" providerId="ADAL" clId="{ECD42228-5B96-4A72-B268-C46DF994E6B7}" dt="2024-01-28T03:44:01.241" v="67437" actId="47"/>
        <pc:sldMkLst>
          <pc:docMk/>
          <pc:sldMk cId="4169261755" sldId="824"/>
        </pc:sldMkLst>
      </pc:sldChg>
      <pc:sldChg chg="del">
        <pc:chgData name="Palit, Tapti" userId="dec6fbcd-7598-406a-8cbf-504d4a3bac15" providerId="ADAL" clId="{ECD42228-5B96-4A72-B268-C46DF994E6B7}" dt="2024-01-28T03:44:01.241" v="67437" actId="47"/>
        <pc:sldMkLst>
          <pc:docMk/>
          <pc:sldMk cId="39571751" sldId="825"/>
        </pc:sldMkLst>
      </pc:sldChg>
      <pc:sldChg chg="del">
        <pc:chgData name="Palit, Tapti" userId="dec6fbcd-7598-406a-8cbf-504d4a3bac15" providerId="ADAL" clId="{ECD42228-5B96-4A72-B268-C46DF994E6B7}" dt="2024-01-28T03:44:01.241" v="67437" actId="47"/>
        <pc:sldMkLst>
          <pc:docMk/>
          <pc:sldMk cId="2142552507" sldId="826"/>
        </pc:sldMkLst>
      </pc:sldChg>
      <pc:sldChg chg="del">
        <pc:chgData name="Palit, Tapti" userId="dec6fbcd-7598-406a-8cbf-504d4a3bac15" providerId="ADAL" clId="{ECD42228-5B96-4A72-B268-C46DF994E6B7}" dt="2024-01-28T03:44:01.241" v="67437" actId="47"/>
        <pc:sldMkLst>
          <pc:docMk/>
          <pc:sldMk cId="2301828315" sldId="827"/>
        </pc:sldMkLst>
      </pc:sldChg>
      <pc:sldChg chg="del">
        <pc:chgData name="Palit, Tapti" userId="dec6fbcd-7598-406a-8cbf-504d4a3bac15" providerId="ADAL" clId="{ECD42228-5B96-4A72-B268-C46DF994E6B7}" dt="2024-01-28T03:44:01.241" v="67437" actId="47"/>
        <pc:sldMkLst>
          <pc:docMk/>
          <pc:sldMk cId="3429543311" sldId="828"/>
        </pc:sldMkLst>
      </pc:sldChg>
      <pc:sldChg chg="del">
        <pc:chgData name="Palit, Tapti" userId="dec6fbcd-7598-406a-8cbf-504d4a3bac15" providerId="ADAL" clId="{ECD42228-5B96-4A72-B268-C46DF994E6B7}" dt="2024-01-28T03:44:01.241" v="67437" actId="47"/>
        <pc:sldMkLst>
          <pc:docMk/>
          <pc:sldMk cId="3075486786" sldId="829"/>
        </pc:sldMkLst>
      </pc:sldChg>
      <pc:sldChg chg="del">
        <pc:chgData name="Palit, Tapti" userId="dec6fbcd-7598-406a-8cbf-504d4a3bac15" providerId="ADAL" clId="{ECD42228-5B96-4A72-B268-C46DF994E6B7}" dt="2024-01-28T03:44:01.241" v="67437" actId="47"/>
        <pc:sldMkLst>
          <pc:docMk/>
          <pc:sldMk cId="875307279" sldId="830"/>
        </pc:sldMkLst>
      </pc:sldChg>
      <pc:sldChg chg="modSp mod modNotesTx">
        <pc:chgData name="Palit, Tapti" userId="dec6fbcd-7598-406a-8cbf-504d4a3bac15" providerId="ADAL" clId="{ECD42228-5B96-4A72-B268-C46DF994E6B7}" dt="2024-01-25T06:24:36.939" v="54136" actId="20577"/>
        <pc:sldMkLst>
          <pc:docMk/>
          <pc:sldMk cId="2679725324" sldId="830"/>
        </pc:sldMkLst>
        <pc:spChg chg="mod">
          <ac:chgData name="Palit, Tapti" userId="dec6fbcd-7598-406a-8cbf-504d4a3bac15" providerId="ADAL" clId="{ECD42228-5B96-4A72-B268-C46DF994E6B7}" dt="2024-01-25T03:58:53.862" v="49653" actId="20577"/>
          <ac:spMkLst>
            <pc:docMk/>
            <pc:sldMk cId="2679725324" sldId="830"/>
            <ac:spMk id="6" creationId="{C83B4F0D-9E97-1F40-2BE7-29B171E0C65F}"/>
          </ac:spMkLst>
        </pc:spChg>
      </pc:sldChg>
      <pc:sldChg chg="del">
        <pc:chgData name="Palit, Tapti" userId="dec6fbcd-7598-406a-8cbf-504d4a3bac15" providerId="ADAL" clId="{ECD42228-5B96-4A72-B268-C46DF994E6B7}" dt="2024-01-23T00:36:40.946" v="10957" actId="2696"/>
        <pc:sldMkLst>
          <pc:docMk/>
          <pc:sldMk cId="814321821" sldId="831"/>
        </pc:sldMkLst>
      </pc:sldChg>
      <pc:sldChg chg="add del mod modShow">
        <pc:chgData name="Palit, Tapti" userId="dec6fbcd-7598-406a-8cbf-504d4a3bac15" providerId="ADAL" clId="{ECD42228-5B96-4A72-B268-C46DF994E6B7}" dt="2024-01-28T03:44:01.241" v="67437" actId="47"/>
        <pc:sldMkLst>
          <pc:docMk/>
          <pc:sldMk cId="3428723336" sldId="831"/>
        </pc:sldMkLst>
      </pc:sldChg>
      <pc:sldChg chg="add del mod modShow">
        <pc:chgData name="Palit, Tapti" userId="dec6fbcd-7598-406a-8cbf-504d4a3bac15" providerId="ADAL" clId="{ECD42228-5B96-4A72-B268-C46DF994E6B7}" dt="2024-01-28T03:44:01.241" v="67437" actId="47"/>
        <pc:sldMkLst>
          <pc:docMk/>
          <pc:sldMk cId="667213821" sldId="833"/>
        </pc:sldMkLst>
      </pc:sldChg>
      <pc:sldChg chg="del">
        <pc:chgData name="Palit, Tapti" userId="dec6fbcd-7598-406a-8cbf-504d4a3bac15" providerId="ADAL" clId="{ECD42228-5B96-4A72-B268-C46DF994E6B7}" dt="2024-01-23T00:36:40.946" v="10957" actId="2696"/>
        <pc:sldMkLst>
          <pc:docMk/>
          <pc:sldMk cId="2698777631" sldId="833"/>
        </pc:sldMkLst>
      </pc:sldChg>
      <pc:sldChg chg="del">
        <pc:chgData name="Palit, Tapti" userId="dec6fbcd-7598-406a-8cbf-504d4a3bac15" providerId="ADAL" clId="{ECD42228-5B96-4A72-B268-C46DF994E6B7}" dt="2024-01-23T00:55:46.107" v="11397" actId="2696"/>
        <pc:sldMkLst>
          <pc:docMk/>
          <pc:sldMk cId="3147099366" sldId="834"/>
        </pc:sldMkLst>
      </pc:sldChg>
      <pc:sldChg chg="add del mod modShow">
        <pc:chgData name="Palit, Tapti" userId="dec6fbcd-7598-406a-8cbf-504d4a3bac15" providerId="ADAL" clId="{ECD42228-5B96-4A72-B268-C46DF994E6B7}" dt="2024-01-28T03:44:01.241" v="67437" actId="47"/>
        <pc:sldMkLst>
          <pc:docMk/>
          <pc:sldMk cId="3198988181" sldId="834"/>
        </pc:sldMkLst>
      </pc:sldChg>
      <pc:sldChg chg="add del mod modShow">
        <pc:chgData name="Palit, Tapti" userId="dec6fbcd-7598-406a-8cbf-504d4a3bac15" providerId="ADAL" clId="{ECD42228-5B96-4A72-B268-C46DF994E6B7}" dt="2024-01-28T03:44:01.241" v="67437" actId="47"/>
        <pc:sldMkLst>
          <pc:docMk/>
          <pc:sldMk cId="573666912" sldId="835"/>
        </pc:sldMkLst>
      </pc:sldChg>
      <pc:sldChg chg="del">
        <pc:chgData name="Palit, Tapti" userId="dec6fbcd-7598-406a-8cbf-504d4a3bac15" providerId="ADAL" clId="{ECD42228-5B96-4A72-B268-C46DF994E6B7}" dt="2024-01-23T00:55:46.107" v="11397" actId="2696"/>
        <pc:sldMkLst>
          <pc:docMk/>
          <pc:sldMk cId="4109486574" sldId="835"/>
        </pc:sldMkLst>
      </pc:sldChg>
      <pc:sldChg chg="del">
        <pc:chgData name="Palit, Tapti" userId="dec6fbcd-7598-406a-8cbf-504d4a3bac15" providerId="ADAL" clId="{ECD42228-5B96-4A72-B268-C46DF994E6B7}" dt="2024-01-28T03:44:01.241" v="67437" actId="47"/>
        <pc:sldMkLst>
          <pc:docMk/>
          <pc:sldMk cId="2988731605" sldId="838"/>
        </pc:sldMkLst>
      </pc:sldChg>
      <pc:sldChg chg="add del">
        <pc:chgData name="Palit, Tapti" userId="dec6fbcd-7598-406a-8cbf-504d4a3bac15" providerId="ADAL" clId="{ECD42228-5B96-4A72-B268-C46DF994E6B7}" dt="2024-02-09T02:52:53.122" v="102673" actId="2696"/>
        <pc:sldMkLst>
          <pc:docMk/>
          <pc:sldMk cId="450451717" sldId="840"/>
        </pc:sldMkLst>
      </pc:sldChg>
      <pc:sldChg chg="add mod modShow">
        <pc:chgData name="Palit, Tapti" userId="dec6fbcd-7598-406a-8cbf-504d4a3bac15" providerId="ADAL" clId="{ECD42228-5B96-4A72-B268-C46DF994E6B7}" dt="2024-02-09T02:52:59.560" v="102675" actId="729"/>
        <pc:sldMkLst>
          <pc:docMk/>
          <pc:sldMk cId="2212949299" sldId="840"/>
        </pc:sldMkLst>
      </pc:sldChg>
      <pc:sldChg chg="addSp delSp modSp add del mod delAnim modShow chgLayout modNotesTx">
        <pc:chgData name="Palit, Tapti" userId="dec6fbcd-7598-406a-8cbf-504d4a3bac15" providerId="ADAL" clId="{ECD42228-5B96-4A72-B268-C46DF994E6B7}" dt="2024-02-08T21:21:36.426" v="100774" actId="2696"/>
        <pc:sldMkLst>
          <pc:docMk/>
          <pc:sldMk cId="3041051065" sldId="840"/>
        </pc:sldMkLst>
        <pc:spChg chg="mod ord">
          <ac:chgData name="Palit, Tapti" userId="dec6fbcd-7598-406a-8cbf-504d4a3bac15" providerId="ADAL" clId="{ECD42228-5B96-4A72-B268-C46DF994E6B7}" dt="2024-01-28T22:05:11.349" v="69567" actId="6264"/>
          <ac:spMkLst>
            <pc:docMk/>
            <pc:sldMk cId="3041051065" sldId="840"/>
            <ac:spMk id="2" creationId="{76C2218A-F1A9-4EE7-8F23-4A77F2ACC91D}"/>
          </ac:spMkLst>
        </pc:spChg>
        <pc:spChg chg="del">
          <ac:chgData name="Palit, Tapti" userId="dec6fbcd-7598-406a-8cbf-504d4a3bac15" providerId="ADAL" clId="{ECD42228-5B96-4A72-B268-C46DF994E6B7}" dt="2024-01-28T22:04:41.972" v="69560" actId="478"/>
          <ac:spMkLst>
            <pc:docMk/>
            <pc:sldMk cId="3041051065" sldId="840"/>
            <ac:spMk id="3" creationId="{E72186F9-FE3D-CA26-20F7-94C0AD1DBE3D}"/>
          </ac:spMkLst>
        </pc:spChg>
        <pc:spChg chg="mod ord">
          <ac:chgData name="Palit, Tapti" userId="dec6fbcd-7598-406a-8cbf-504d4a3bac15" providerId="ADAL" clId="{ECD42228-5B96-4A72-B268-C46DF994E6B7}" dt="2024-01-28T22:05:11.349" v="69567" actId="6264"/>
          <ac:spMkLst>
            <pc:docMk/>
            <pc:sldMk cId="3041051065" sldId="840"/>
            <ac:spMk id="4" creationId="{406BE7A0-93CE-40E8-B125-992C65ADE4C9}"/>
          </ac:spMkLst>
        </pc:spChg>
        <pc:spChg chg="del mod ord">
          <ac:chgData name="Palit, Tapti" userId="dec6fbcd-7598-406a-8cbf-504d4a3bac15" providerId="ADAL" clId="{ECD42228-5B96-4A72-B268-C46DF994E6B7}" dt="2024-01-28T22:05:07.652" v="69566" actId="478"/>
          <ac:spMkLst>
            <pc:docMk/>
            <pc:sldMk cId="3041051065" sldId="840"/>
            <ac:spMk id="6" creationId="{81AE66CA-DDB8-1505-13E0-5056202A9DC5}"/>
          </ac:spMkLst>
        </pc:spChg>
        <pc:spChg chg="add del mod">
          <ac:chgData name="Palit, Tapti" userId="dec6fbcd-7598-406a-8cbf-504d4a3bac15" providerId="ADAL" clId="{ECD42228-5B96-4A72-B268-C46DF994E6B7}" dt="2024-01-28T22:04:59.488" v="69564" actId="478"/>
          <ac:spMkLst>
            <pc:docMk/>
            <pc:sldMk cId="3041051065" sldId="840"/>
            <ac:spMk id="9" creationId="{B755013D-098F-B596-2ECB-081C3E871B83}"/>
          </ac:spMkLst>
        </pc:spChg>
        <pc:spChg chg="add del mod">
          <ac:chgData name="Palit, Tapti" userId="dec6fbcd-7598-406a-8cbf-504d4a3bac15" providerId="ADAL" clId="{ECD42228-5B96-4A72-B268-C46DF994E6B7}" dt="2024-01-28T22:05:11.349" v="69567" actId="6264"/>
          <ac:spMkLst>
            <pc:docMk/>
            <pc:sldMk cId="3041051065" sldId="840"/>
            <ac:spMk id="10" creationId="{D34A587A-ADC8-D503-D010-12A6E9520C8E}"/>
          </ac:spMkLst>
        </pc:spChg>
        <pc:spChg chg="add del mod">
          <ac:chgData name="Palit, Tapti" userId="dec6fbcd-7598-406a-8cbf-504d4a3bac15" providerId="ADAL" clId="{ECD42228-5B96-4A72-B268-C46DF994E6B7}" dt="2024-01-28T22:05:11.349" v="69567" actId="6264"/>
          <ac:spMkLst>
            <pc:docMk/>
            <pc:sldMk cId="3041051065" sldId="840"/>
            <ac:spMk id="11" creationId="{0433B492-4A4A-94AF-4DC7-B6546F0C9269}"/>
          </ac:spMkLst>
        </pc:spChg>
        <pc:spChg chg="add del mod">
          <ac:chgData name="Palit, Tapti" userId="dec6fbcd-7598-406a-8cbf-504d4a3bac15" providerId="ADAL" clId="{ECD42228-5B96-4A72-B268-C46DF994E6B7}" dt="2024-01-28T22:05:11.349" v="69567" actId="6264"/>
          <ac:spMkLst>
            <pc:docMk/>
            <pc:sldMk cId="3041051065" sldId="840"/>
            <ac:spMk id="14" creationId="{D9A0AA9E-D0C4-E097-2647-BA89E5B39B44}"/>
          </ac:spMkLst>
        </pc:spChg>
        <pc:spChg chg="add mod ord">
          <ac:chgData name="Palit, Tapti" userId="dec6fbcd-7598-406a-8cbf-504d4a3bac15" providerId="ADAL" clId="{ECD42228-5B96-4A72-B268-C46DF994E6B7}" dt="2024-01-30T15:45:00.111" v="91840" actId="20577"/>
          <ac:spMkLst>
            <pc:docMk/>
            <pc:sldMk cId="3041051065" sldId="840"/>
            <ac:spMk id="15" creationId="{7C711656-9494-678E-C5AC-FED2F41F974B}"/>
          </ac:spMkLst>
        </pc:spChg>
        <pc:graphicFrameChg chg="mod ord">
          <ac:chgData name="Palit, Tapti" userId="dec6fbcd-7598-406a-8cbf-504d4a3bac15" providerId="ADAL" clId="{ECD42228-5B96-4A72-B268-C46DF994E6B7}" dt="2024-01-28T22:05:11.349" v="69567" actId="6264"/>
          <ac:graphicFrameMkLst>
            <pc:docMk/>
            <pc:sldMk cId="3041051065" sldId="840"/>
            <ac:graphicFrameMk id="5" creationId="{2D915EF0-C181-4958-87BE-EEB35EBC0714}"/>
          </ac:graphicFrameMkLst>
        </pc:graphicFrameChg>
      </pc:sldChg>
      <pc:sldChg chg="addSp delSp modSp del mod addCm delCm modNotesTx">
        <pc:chgData name="Palit, Tapti" userId="dec6fbcd-7598-406a-8cbf-504d4a3bac15" providerId="ADAL" clId="{ECD42228-5B96-4A72-B268-C46DF994E6B7}" dt="2024-01-28T00:58:02.090" v="67154" actId="2696"/>
        <pc:sldMkLst>
          <pc:docMk/>
          <pc:sldMk cId="3814629529" sldId="840"/>
        </pc:sldMkLst>
        <pc:spChg chg="mod">
          <ac:chgData name="Palit, Tapti" userId="dec6fbcd-7598-406a-8cbf-504d4a3bac15" providerId="ADAL" clId="{ECD42228-5B96-4A72-B268-C46DF994E6B7}" dt="2024-01-28T00:57:59.691" v="67153" actId="1076"/>
          <ac:spMkLst>
            <pc:docMk/>
            <pc:sldMk cId="3814629529" sldId="840"/>
            <ac:spMk id="6" creationId="{81AE66CA-DDB8-1505-13E0-5056202A9DC5}"/>
          </ac:spMkLst>
        </pc:spChg>
        <pc:spChg chg="add mod">
          <ac:chgData name="Palit, Tapti" userId="dec6fbcd-7598-406a-8cbf-504d4a3bac15" providerId="ADAL" clId="{ECD42228-5B96-4A72-B268-C46DF994E6B7}" dt="2024-01-25T02:48:19.760" v="47265" actId="1076"/>
          <ac:spMkLst>
            <pc:docMk/>
            <pc:sldMk cId="3814629529" sldId="840"/>
            <ac:spMk id="7" creationId="{901A50BF-C011-C66A-897E-F64DFC8CE91D}"/>
          </ac:spMkLst>
        </pc:spChg>
        <pc:spChg chg="del">
          <ac:chgData name="Palit, Tapti" userId="dec6fbcd-7598-406a-8cbf-504d4a3bac15" providerId="ADAL" clId="{ECD42228-5B96-4A72-B268-C46DF994E6B7}" dt="2024-01-23T15:05:28.386" v="27112" actId="478"/>
          <ac:spMkLst>
            <pc:docMk/>
            <pc:sldMk cId="3814629529" sldId="840"/>
            <ac:spMk id="7" creationId="{EE969EE1-BB5F-49CA-8294-CF99F01CA2E7}"/>
          </ac:spMkLst>
        </pc:spChg>
        <pc:spChg chg="del">
          <ac:chgData name="Palit, Tapti" userId="dec6fbcd-7598-406a-8cbf-504d4a3bac15" providerId="ADAL" clId="{ECD42228-5B96-4A72-B268-C46DF994E6B7}" dt="2024-01-23T15:05:28.386" v="27112" actId="478"/>
          <ac:spMkLst>
            <pc:docMk/>
            <pc:sldMk cId="3814629529" sldId="840"/>
            <ac:spMk id="8" creationId="{1DF7F80A-1399-420B-A50F-9A050408E987}"/>
          </ac:spMkLst>
        </pc:spChg>
        <pc:spChg chg="del">
          <ac:chgData name="Palit, Tapti" userId="dec6fbcd-7598-406a-8cbf-504d4a3bac15" providerId="ADAL" clId="{ECD42228-5B96-4A72-B268-C46DF994E6B7}" dt="2024-01-23T15:05:28.386" v="27112" actId="478"/>
          <ac:spMkLst>
            <pc:docMk/>
            <pc:sldMk cId="3814629529" sldId="840"/>
            <ac:spMk id="9" creationId="{27DE1AE7-FA32-484D-9B6A-A02D9B37555A}"/>
          </ac:spMkLst>
        </pc:spChg>
        <pc:spChg chg="del">
          <ac:chgData name="Palit, Tapti" userId="dec6fbcd-7598-406a-8cbf-504d4a3bac15" providerId="ADAL" clId="{ECD42228-5B96-4A72-B268-C46DF994E6B7}" dt="2024-01-23T15:05:28.386" v="27112" actId="478"/>
          <ac:spMkLst>
            <pc:docMk/>
            <pc:sldMk cId="3814629529" sldId="840"/>
            <ac:spMk id="10" creationId="{F55DBEC7-16D0-46B6-882B-33E915FE2BAC}"/>
          </ac:spMkLst>
        </pc:spChg>
        <pc:spChg chg="del">
          <ac:chgData name="Palit, Tapti" userId="dec6fbcd-7598-406a-8cbf-504d4a3bac15" providerId="ADAL" clId="{ECD42228-5B96-4A72-B268-C46DF994E6B7}" dt="2024-01-23T15:05:28.386" v="27112" actId="478"/>
          <ac:spMkLst>
            <pc:docMk/>
            <pc:sldMk cId="3814629529" sldId="840"/>
            <ac:spMk id="11" creationId="{F4AB52F8-3ECC-4F76-A314-64518EEE3C2D}"/>
          </ac:spMkLst>
        </pc:spChg>
        <pc:spChg chg="mod">
          <ac:chgData name="Palit, Tapti" userId="dec6fbcd-7598-406a-8cbf-504d4a3bac15" providerId="ADAL" clId="{ECD42228-5B96-4A72-B268-C46DF994E6B7}" dt="2024-01-23T15:04:55.386" v="27111" actId="1076"/>
          <ac:spMkLst>
            <pc:docMk/>
            <pc:sldMk cId="3814629529" sldId="840"/>
            <ac:spMk id="13" creationId="{F24A0AC5-8718-5313-A967-7C38633CEA65}"/>
          </ac:spMkLst>
        </pc:spChg>
        <pc:spChg chg="mod">
          <ac:chgData name="Palit, Tapti" userId="dec6fbcd-7598-406a-8cbf-504d4a3bac15" providerId="ADAL" clId="{ECD42228-5B96-4A72-B268-C46DF994E6B7}" dt="2024-01-23T15:06:09.373" v="27119" actId="1076"/>
          <ac:spMkLst>
            <pc:docMk/>
            <pc:sldMk cId="3814629529" sldId="840"/>
            <ac:spMk id="16" creationId="{6AEA4755-AFFE-68EC-68F0-4824BFD3BF84}"/>
          </ac:spMkLst>
        </pc:spChg>
        <pc:spChg chg="mod">
          <ac:chgData name="Palit, Tapti" userId="dec6fbcd-7598-406a-8cbf-504d4a3bac15" providerId="ADAL" clId="{ECD42228-5B96-4A72-B268-C46DF994E6B7}" dt="2024-01-23T15:06:07.188" v="27118" actId="1076"/>
          <ac:spMkLst>
            <pc:docMk/>
            <pc:sldMk cId="3814629529" sldId="840"/>
            <ac:spMk id="17" creationId="{AB411D53-3F5E-A6EA-FC95-93F016A181E1}"/>
          </ac:spMkLst>
        </pc:spChg>
        <pc:spChg chg="mod">
          <ac:chgData name="Palit, Tapti" userId="dec6fbcd-7598-406a-8cbf-504d4a3bac15" providerId="ADAL" clId="{ECD42228-5B96-4A72-B268-C46DF994E6B7}" dt="2024-01-23T15:05:45.583" v="27116"/>
          <ac:spMkLst>
            <pc:docMk/>
            <pc:sldMk cId="3814629529" sldId="840"/>
            <ac:spMk id="18" creationId="{D32F8779-3A40-53F7-12FB-7F232ADBCB62}"/>
          </ac:spMkLst>
        </pc:spChg>
        <pc:spChg chg="mod">
          <ac:chgData name="Palit, Tapti" userId="dec6fbcd-7598-406a-8cbf-504d4a3bac15" providerId="ADAL" clId="{ECD42228-5B96-4A72-B268-C46DF994E6B7}" dt="2024-01-23T15:05:45.583" v="27116"/>
          <ac:spMkLst>
            <pc:docMk/>
            <pc:sldMk cId="3814629529" sldId="840"/>
            <ac:spMk id="19" creationId="{4E917E53-3F9F-9A69-AEA4-E6027A6C716F}"/>
          </ac:spMkLst>
        </pc:spChg>
        <pc:spChg chg="mod">
          <ac:chgData name="Palit, Tapti" userId="dec6fbcd-7598-406a-8cbf-504d4a3bac15" providerId="ADAL" clId="{ECD42228-5B96-4A72-B268-C46DF994E6B7}" dt="2024-01-23T15:05:45.583" v="27116"/>
          <ac:spMkLst>
            <pc:docMk/>
            <pc:sldMk cId="3814629529" sldId="840"/>
            <ac:spMk id="20" creationId="{BA487F9F-5752-5424-49CA-F7B5113C8730}"/>
          </ac:spMkLst>
        </pc:spChg>
        <pc:spChg chg="mod">
          <ac:chgData name="Palit, Tapti" userId="dec6fbcd-7598-406a-8cbf-504d4a3bac15" providerId="ADAL" clId="{ECD42228-5B96-4A72-B268-C46DF994E6B7}" dt="2024-01-23T15:05:45.583" v="27116"/>
          <ac:spMkLst>
            <pc:docMk/>
            <pc:sldMk cId="3814629529" sldId="840"/>
            <ac:spMk id="21" creationId="{F829EC6C-3A7F-7278-803E-1559B6BE2F50}"/>
          </ac:spMkLst>
        </pc:spChg>
        <pc:spChg chg="mod">
          <ac:chgData name="Palit, Tapti" userId="dec6fbcd-7598-406a-8cbf-504d4a3bac15" providerId="ADAL" clId="{ECD42228-5B96-4A72-B268-C46DF994E6B7}" dt="2024-01-23T15:05:45.583" v="27116"/>
          <ac:spMkLst>
            <pc:docMk/>
            <pc:sldMk cId="3814629529" sldId="840"/>
            <ac:spMk id="22" creationId="{D6E95BC3-8FCE-3881-574F-42B906DD1DF9}"/>
          </ac:spMkLst>
        </pc:spChg>
        <pc:grpChg chg="add del mod">
          <ac:chgData name="Palit, Tapti" userId="dec6fbcd-7598-406a-8cbf-504d4a3bac15" providerId="ADAL" clId="{ECD42228-5B96-4A72-B268-C46DF994E6B7}" dt="2024-01-25T02:48:26.212" v="47266" actId="478"/>
          <ac:grpSpMkLst>
            <pc:docMk/>
            <pc:sldMk cId="3814629529" sldId="840"/>
            <ac:grpSpMk id="14" creationId="{B85CF3D2-A50C-A9A8-E7C4-829C4F9583FC}"/>
          </ac:grpSpMkLst>
        </pc:grpChg>
        <pc:grpChg chg="mod">
          <ac:chgData name="Palit, Tapti" userId="dec6fbcd-7598-406a-8cbf-504d4a3bac15" providerId="ADAL" clId="{ECD42228-5B96-4A72-B268-C46DF994E6B7}" dt="2024-01-23T15:05:45.583" v="27116"/>
          <ac:grpSpMkLst>
            <pc:docMk/>
            <pc:sldMk cId="3814629529" sldId="840"/>
            <ac:grpSpMk id="15" creationId="{687E24DF-80B2-17DA-898D-D8129B326D76}"/>
          </ac:grpSpMkLst>
        </pc:grpChg>
        <pc:extLst>
          <p:ext xmlns:p="http://schemas.openxmlformats.org/presentationml/2006/main" uri="{D6D511B9-2390-475A-947B-AFAB55BFBCF1}">
            <pc226:cmChg xmlns:pc226="http://schemas.microsoft.com/office/powerpoint/2022/06/main/command" chg="add del">
              <pc226:chgData name="Palit, Tapti" userId="dec6fbcd-7598-406a-8cbf-504d4a3bac15" providerId="ADAL" clId="{ECD42228-5B96-4A72-B268-C46DF994E6B7}" dt="2024-01-23T17:49:56.848" v="32743"/>
              <pc2:cmMkLst xmlns:pc2="http://schemas.microsoft.com/office/powerpoint/2019/9/main/command">
                <pc:docMk/>
                <pc:sldMk cId="3814629529" sldId="840"/>
                <pc2:cmMk id="{90ED0F83-0831-46ED-8771-9B4C95269E88}"/>
              </pc2:cmMkLst>
            </pc226:cmChg>
          </p:ext>
        </pc:extLst>
      </pc:sldChg>
      <pc:sldChg chg="del ord">
        <pc:chgData name="Palit, Tapti" userId="dec6fbcd-7598-406a-8cbf-504d4a3bac15" providerId="ADAL" clId="{ECD42228-5B96-4A72-B268-C46DF994E6B7}" dt="2024-01-23T01:37:10.920" v="12672" actId="2696"/>
        <pc:sldMkLst>
          <pc:docMk/>
          <pc:sldMk cId="156922992" sldId="843"/>
        </pc:sldMkLst>
      </pc:sldChg>
      <pc:sldChg chg="add del mod modShow">
        <pc:chgData name="Palit, Tapti" userId="dec6fbcd-7598-406a-8cbf-504d4a3bac15" providerId="ADAL" clId="{ECD42228-5B96-4A72-B268-C46DF994E6B7}" dt="2024-01-28T03:44:01.241" v="67437" actId="47"/>
        <pc:sldMkLst>
          <pc:docMk/>
          <pc:sldMk cId="2414655689" sldId="843"/>
        </pc:sldMkLst>
      </pc:sldChg>
      <pc:sldChg chg="del">
        <pc:chgData name="Palit, Tapti" userId="dec6fbcd-7598-406a-8cbf-504d4a3bac15" providerId="ADAL" clId="{ECD42228-5B96-4A72-B268-C46DF994E6B7}" dt="2024-01-23T01:37:10.920" v="12672" actId="2696"/>
        <pc:sldMkLst>
          <pc:docMk/>
          <pc:sldMk cId="337369205" sldId="845"/>
        </pc:sldMkLst>
      </pc:sldChg>
      <pc:sldChg chg="add del mod modShow">
        <pc:chgData name="Palit, Tapti" userId="dec6fbcd-7598-406a-8cbf-504d4a3bac15" providerId="ADAL" clId="{ECD42228-5B96-4A72-B268-C46DF994E6B7}" dt="2024-01-28T03:44:01.241" v="67437" actId="47"/>
        <pc:sldMkLst>
          <pc:docMk/>
          <pc:sldMk cId="888768300" sldId="845"/>
        </pc:sldMkLst>
      </pc:sldChg>
      <pc:sldChg chg="add del mod modShow">
        <pc:chgData name="Palit, Tapti" userId="dec6fbcd-7598-406a-8cbf-504d4a3bac15" providerId="ADAL" clId="{ECD42228-5B96-4A72-B268-C46DF994E6B7}" dt="2024-01-28T03:44:01.241" v="67437" actId="47"/>
        <pc:sldMkLst>
          <pc:docMk/>
          <pc:sldMk cId="644599098" sldId="847"/>
        </pc:sldMkLst>
      </pc:sldChg>
      <pc:sldChg chg="addSp delSp modSp del mod modNotesTx">
        <pc:chgData name="Palit, Tapti" userId="dec6fbcd-7598-406a-8cbf-504d4a3bac15" providerId="ADAL" clId="{ECD42228-5B96-4A72-B268-C46DF994E6B7}" dt="2024-01-25T01:33:10.127" v="45385" actId="2696"/>
        <pc:sldMkLst>
          <pc:docMk/>
          <pc:sldMk cId="4154817989" sldId="847"/>
        </pc:sldMkLst>
        <pc:spChg chg="mod">
          <ac:chgData name="Palit, Tapti" userId="dec6fbcd-7598-406a-8cbf-504d4a3bac15" providerId="ADAL" clId="{ECD42228-5B96-4A72-B268-C46DF994E6B7}" dt="2024-01-23T01:37:05.587" v="12671" actId="20577"/>
          <ac:spMkLst>
            <pc:docMk/>
            <pc:sldMk cId="4154817989" sldId="847"/>
            <ac:spMk id="3" creationId="{9443F75C-9B3A-BBEE-4D19-A68990F44BED}"/>
          </ac:spMkLst>
        </pc:spChg>
        <pc:spChg chg="del">
          <ac:chgData name="Palit, Tapti" userId="dec6fbcd-7598-406a-8cbf-504d4a3bac15" providerId="ADAL" clId="{ECD42228-5B96-4A72-B268-C46DF994E6B7}" dt="2024-01-23T01:33:13.122" v="12553" actId="478"/>
          <ac:spMkLst>
            <pc:docMk/>
            <pc:sldMk cId="4154817989" sldId="847"/>
            <ac:spMk id="8" creationId="{9BBA03B4-8528-F74B-F808-6EBE13F97BD4}"/>
          </ac:spMkLst>
        </pc:spChg>
        <pc:picChg chg="add mod">
          <ac:chgData name="Palit, Tapti" userId="dec6fbcd-7598-406a-8cbf-504d4a3bac15" providerId="ADAL" clId="{ECD42228-5B96-4A72-B268-C46DF994E6B7}" dt="2024-01-23T01:38:03.901" v="12678" actId="1076"/>
          <ac:picMkLst>
            <pc:docMk/>
            <pc:sldMk cId="4154817989" sldId="847"/>
            <ac:picMk id="2" creationId="{6F840D08-62CF-29E5-386C-3D726A0582DE}"/>
          </ac:picMkLst>
        </pc:picChg>
        <pc:picChg chg="mod">
          <ac:chgData name="Palit, Tapti" userId="dec6fbcd-7598-406a-8cbf-504d4a3bac15" providerId="ADAL" clId="{ECD42228-5B96-4A72-B268-C46DF994E6B7}" dt="2024-01-23T01:19:08.154" v="11970" actId="14100"/>
          <ac:picMkLst>
            <pc:docMk/>
            <pc:sldMk cId="4154817989" sldId="847"/>
            <ac:picMk id="10242" creationId="{55574BE8-49C9-9D58-3C26-6916ED265C76}"/>
          </ac:picMkLst>
        </pc:picChg>
      </pc:sldChg>
      <pc:sldChg chg="del">
        <pc:chgData name="Palit, Tapti" userId="dec6fbcd-7598-406a-8cbf-504d4a3bac15" providerId="ADAL" clId="{ECD42228-5B96-4A72-B268-C46DF994E6B7}" dt="2024-01-28T03:44:01.241" v="67437" actId="47"/>
        <pc:sldMkLst>
          <pc:docMk/>
          <pc:sldMk cId="3875875428" sldId="848"/>
        </pc:sldMkLst>
      </pc:sldChg>
      <pc:sldChg chg="del">
        <pc:chgData name="Palit, Tapti" userId="dec6fbcd-7598-406a-8cbf-504d4a3bac15" providerId="ADAL" clId="{ECD42228-5B96-4A72-B268-C46DF994E6B7}" dt="2024-01-28T03:44:01.241" v="67437" actId="47"/>
        <pc:sldMkLst>
          <pc:docMk/>
          <pc:sldMk cId="202583491" sldId="849"/>
        </pc:sldMkLst>
      </pc:sldChg>
      <pc:sldChg chg="del">
        <pc:chgData name="Palit, Tapti" userId="dec6fbcd-7598-406a-8cbf-504d4a3bac15" providerId="ADAL" clId="{ECD42228-5B96-4A72-B268-C46DF994E6B7}" dt="2024-01-28T03:44:01.241" v="67437" actId="47"/>
        <pc:sldMkLst>
          <pc:docMk/>
          <pc:sldMk cId="1781124350" sldId="850"/>
        </pc:sldMkLst>
      </pc:sldChg>
      <pc:sldChg chg="addSp delSp modSp mod modAnim modNotesTx">
        <pc:chgData name="Palit, Tapti" userId="dec6fbcd-7598-406a-8cbf-504d4a3bac15" providerId="ADAL" clId="{ECD42228-5B96-4A72-B268-C46DF994E6B7}" dt="2024-01-25T06:41:43.132" v="55041" actId="20577"/>
        <pc:sldMkLst>
          <pc:docMk/>
          <pc:sldMk cId="1798398953" sldId="850"/>
        </pc:sldMkLst>
        <pc:spChg chg="add mod">
          <ac:chgData name="Palit, Tapti" userId="dec6fbcd-7598-406a-8cbf-504d4a3bac15" providerId="ADAL" clId="{ECD42228-5B96-4A72-B268-C46DF994E6B7}" dt="2024-01-23T02:08:46.254" v="13942" actId="20577"/>
          <ac:spMkLst>
            <pc:docMk/>
            <pc:sldMk cId="1798398953" sldId="850"/>
            <ac:spMk id="2" creationId="{E60061D7-B259-637B-9C91-2602A45F7B35}"/>
          </ac:spMkLst>
        </pc:spChg>
        <pc:spChg chg="mod">
          <ac:chgData name="Palit, Tapti" userId="dec6fbcd-7598-406a-8cbf-504d4a3bac15" providerId="ADAL" clId="{ECD42228-5B96-4A72-B268-C46DF994E6B7}" dt="2024-01-23T02:09:53.640" v="13963" actId="20577"/>
          <ac:spMkLst>
            <pc:docMk/>
            <pc:sldMk cId="1798398953" sldId="850"/>
            <ac:spMk id="3" creationId="{B66BB2A3-397C-35DB-821A-524F89059AB2}"/>
          </ac:spMkLst>
        </pc:spChg>
        <pc:spChg chg="del">
          <ac:chgData name="Palit, Tapti" userId="dec6fbcd-7598-406a-8cbf-504d4a3bac15" providerId="ADAL" clId="{ECD42228-5B96-4A72-B268-C46DF994E6B7}" dt="2024-01-23T02:10:00.332" v="13964" actId="478"/>
          <ac:spMkLst>
            <pc:docMk/>
            <pc:sldMk cId="1798398953" sldId="850"/>
            <ac:spMk id="17" creationId="{FD9BFF96-A35F-B09A-AED0-9417BC4F5CBA}"/>
          </ac:spMkLst>
        </pc:spChg>
        <pc:spChg chg="mod">
          <ac:chgData name="Palit, Tapti" userId="dec6fbcd-7598-406a-8cbf-504d4a3bac15" providerId="ADAL" clId="{ECD42228-5B96-4A72-B268-C46DF994E6B7}" dt="2024-01-23T04:31:54.619" v="19426" actId="207"/>
          <ac:spMkLst>
            <pc:docMk/>
            <pc:sldMk cId="1798398953" sldId="850"/>
            <ac:spMk id="24" creationId="{862B7D98-91F0-F781-9C1A-2080D5C44284}"/>
          </ac:spMkLst>
        </pc:spChg>
      </pc:sldChg>
      <pc:sldChg chg="del">
        <pc:chgData name="Palit, Tapti" userId="dec6fbcd-7598-406a-8cbf-504d4a3bac15" providerId="ADAL" clId="{ECD42228-5B96-4A72-B268-C46DF994E6B7}" dt="2024-01-28T03:44:01.241" v="67437" actId="47"/>
        <pc:sldMkLst>
          <pc:docMk/>
          <pc:sldMk cId="813999440" sldId="851"/>
        </pc:sldMkLst>
      </pc:sldChg>
      <pc:sldChg chg="del">
        <pc:chgData name="Palit, Tapti" userId="dec6fbcd-7598-406a-8cbf-504d4a3bac15" providerId="ADAL" clId="{ECD42228-5B96-4A72-B268-C46DF994E6B7}" dt="2024-01-28T03:44:01.241" v="67437" actId="47"/>
        <pc:sldMkLst>
          <pc:docMk/>
          <pc:sldMk cId="249433529" sldId="852"/>
        </pc:sldMkLst>
      </pc:sldChg>
      <pc:sldChg chg="del">
        <pc:chgData name="Palit, Tapti" userId="dec6fbcd-7598-406a-8cbf-504d4a3bac15" providerId="ADAL" clId="{ECD42228-5B96-4A72-B268-C46DF994E6B7}" dt="2024-01-28T03:44:01.241" v="67437" actId="47"/>
        <pc:sldMkLst>
          <pc:docMk/>
          <pc:sldMk cId="1726330281" sldId="853"/>
        </pc:sldMkLst>
      </pc:sldChg>
      <pc:sldChg chg="del">
        <pc:chgData name="Palit, Tapti" userId="dec6fbcd-7598-406a-8cbf-504d4a3bac15" providerId="ADAL" clId="{ECD42228-5B96-4A72-B268-C46DF994E6B7}" dt="2024-01-28T03:44:01.241" v="67437" actId="47"/>
        <pc:sldMkLst>
          <pc:docMk/>
          <pc:sldMk cId="3133527101" sldId="854"/>
        </pc:sldMkLst>
      </pc:sldChg>
      <pc:sldChg chg="del">
        <pc:chgData name="Palit, Tapti" userId="dec6fbcd-7598-406a-8cbf-504d4a3bac15" providerId="ADAL" clId="{ECD42228-5B96-4A72-B268-C46DF994E6B7}" dt="2024-01-28T03:44:01.241" v="67437" actId="47"/>
        <pc:sldMkLst>
          <pc:docMk/>
          <pc:sldMk cId="1914192366" sldId="855"/>
        </pc:sldMkLst>
      </pc:sldChg>
      <pc:sldChg chg="addSp delSp modSp mod ord modClrScheme addAnim delAnim modAnim chgLayout modNotesTx">
        <pc:chgData name="Palit, Tapti" userId="dec6fbcd-7598-406a-8cbf-504d4a3bac15" providerId="ADAL" clId="{ECD42228-5B96-4A72-B268-C46DF994E6B7}" dt="2024-02-13T03:03:14.222" v="115133"/>
        <pc:sldMkLst>
          <pc:docMk/>
          <pc:sldMk cId="2532380705" sldId="856"/>
        </pc:sldMkLst>
        <pc:spChg chg="add del mod ord">
          <ac:chgData name="Palit, Tapti" userId="dec6fbcd-7598-406a-8cbf-504d4a3bac15" providerId="ADAL" clId="{ECD42228-5B96-4A72-B268-C46DF994E6B7}" dt="2024-01-23T04:06:21.392" v="18886" actId="478"/>
          <ac:spMkLst>
            <pc:docMk/>
            <pc:sldMk cId="2532380705" sldId="856"/>
            <ac:spMk id="2" creationId="{1EC7C414-962B-C1FC-8F32-8BBA96E23257}"/>
          </ac:spMkLst>
        </pc:spChg>
        <pc:spChg chg="mod ord">
          <ac:chgData name="Palit, Tapti" userId="dec6fbcd-7598-406a-8cbf-504d4a3bac15" providerId="ADAL" clId="{ECD42228-5B96-4A72-B268-C46DF994E6B7}" dt="2024-01-23T04:04:58.177" v="18760" actId="700"/>
          <ac:spMkLst>
            <pc:docMk/>
            <pc:sldMk cId="2532380705" sldId="856"/>
            <ac:spMk id="3" creationId="{B0C5D98F-22D7-229A-A2DE-4FDFBA3D6361}"/>
          </ac:spMkLst>
        </pc:spChg>
        <pc:spChg chg="mod ord">
          <ac:chgData name="Palit, Tapti" userId="dec6fbcd-7598-406a-8cbf-504d4a3bac15" providerId="ADAL" clId="{ECD42228-5B96-4A72-B268-C46DF994E6B7}" dt="2024-01-23T04:04:58.177" v="18760" actId="700"/>
          <ac:spMkLst>
            <pc:docMk/>
            <pc:sldMk cId="2532380705" sldId="856"/>
            <ac:spMk id="4" creationId="{4CBE682A-73E6-33D6-478B-EB0C32D69B69}"/>
          </ac:spMkLst>
        </pc:spChg>
        <pc:spChg chg="del">
          <ac:chgData name="Palit, Tapti" userId="dec6fbcd-7598-406a-8cbf-504d4a3bac15" providerId="ADAL" clId="{ECD42228-5B96-4A72-B268-C46DF994E6B7}" dt="2024-01-25T04:00:56.685" v="49707" actId="478"/>
          <ac:spMkLst>
            <pc:docMk/>
            <pc:sldMk cId="2532380705" sldId="856"/>
            <ac:spMk id="7" creationId="{B6BFDC8B-653B-81CC-F9C8-A87C9BD6A38C}"/>
          </ac:spMkLst>
        </pc:spChg>
        <pc:spChg chg="del">
          <ac:chgData name="Palit, Tapti" userId="dec6fbcd-7598-406a-8cbf-504d4a3bac15" providerId="ADAL" clId="{ECD42228-5B96-4A72-B268-C46DF994E6B7}" dt="2024-01-25T04:00:56.685" v="49707" actId="478"/>
          <ac:spMkLst>
            <pc:docMk/>
            <pc:sldMk cId="2532380705" sldId="856"/>
            <ac:spMk id="8" creationId="{44888C53-DAD9-A4CA-D15A-868539286CB3}"/>
          </ac:spMkLst>
        </pc:spChg>
        <pc:spChg chg="del">
          <ac:chgData name="Palit, Tapti" userId="dec6fbcd-7598-406a-8cbf-504d4a3bac15" providerId="ADAL" clId="{ECD42228-5B96-4A72-B268-C46DF994E6B7}" dt="2024-01-25T04:00:56.685" v="49707" actId="478"/>
          <ac:spMkLst>
            <pc:docMk/>
            <pc:sldMk cId="2532380705" sldId="856"/>
            <ac:spMk id="9" creationId="{7CB7AA7C-6535-FA19-58B0-9464A530E2CF}"/>
          </ac:spMkLst>
        </pc:spChg>
        <pc:spChg chg="del">
          <ac:chgData name="Palit, Tapti" userId="dec6fbcd-7598-406a-8cbf-504d4a3bac15" providerId="ADAL" clId="{ECD42228-5B96-4A72-B268-C46DF994E6B7}" dt="2024-01-25T04:00:56.685" v="49707" actId="478"/>
          <ac:spMkLst>
            <pc:docMk/>
            <pc:sldMk cId="2532380705" sldId="856"/>
            <ac:spMk id="10" creationId="{83EAFF08-E8BB-2019-E042-FB447AC4EFE3}"/>
          </ac:spMkLst>
        </pc:spChg>
        <pc:spChg chg="add del mod ord">
          <ac:chgData name="Palit, Tapti" userId="dec6fbcd-7598-406a-8cbf-504d4a3bac15" providerId="ADAL" clId="{ECD42228-5B96-4A72-B268-C46DF994E6B7}" dt="2024-01-25T04:00:43.188" v="49706" actId="478"/>
          <ac:spMkLst>
            <pc:docMk/>
            <pc:sldMk cId="2532380705" sldId="856"/>
            <ac:spMk id="11" creationId="{9597BA74-48BD-03E7-B370-3F308358DF8F}"/>
          </ac:spMkLst>
        </pc:spChg>
        <pc:spChg chg="add del mod ord">
          <ac:chgData name="Palit, Tapti" userId="dec6fbcd-7598-406a-8cbf-504d4a3bac15" providerId="ADAL" clId="{ECD42228-5B96-4A72-B268-C46DF994E6B7}" dt="2024-01-23T04:04:58.177" v="18760" actId="700"/>
          <ac:spMkLst>
            <pc:docMk/>
            <pc:sldMk cId="2532380705" sldId="856"/>
            <ac:spMk id="12" creationId="{D4F267ED-D874-355B-2AD0-653853C4ED50}"/>
          </ac:spMkLst>
        </pc:spChg>
        <pc:spChg chg="add del mod">
          <ac:chgData name="Palit, Tapti" userId="dec6fbcd-7598-406a-8cbf-504d4a3bac15" providerId="ADAL" clId="{ECD42228-5B96-4A72-B268-C46DF994E6B7}" dt="2024-01-23T23:51:47.589" v="33916" actId="478"/>
          <ac:spMkLst>
            <pc:docMk/>
            <pc:sldMk cId="2532380705" sldId="856"/>
            <ac:spMk id="13" creationId="{29039F13-1E69-E3E1-10A9-B42EBE1BFC3C}"/>
          </ac:spMkLst>
        </pc:spChg>
        <pc:spChg chg="add del mod">
          <ac:chgData name="Palit, Tapti" userId="dec6fbcd-7598-406a-8cbf-504d4a3bac15" providerId="ADAL" clId="{ECD42228-5B96-4A72-B268-C46DF994E6B7}" dt="2024-01-23T23:51:47.589" v="33916" actId="478"/>
          <ac:spMkLst>
            <pc:docMk/>
            <pc:sldMk cId="2532380705" sldId="856"/>
            <ac:spMk id="14" creationId="{AFD8956A-AAF7-7977-0983-85920EF04007}"/>
          </ac:spMkLst>
        </pc:spChg>
        <pc:spChg chg="add mod">
          <ac:chgData name="Palit, Tapti" userId="dec6fbcd-7598-406a-8cbf-504d4a3bac15" providerId="ADAL" clId="{ECD42228-5B96-4A72-B268-C46DF994E6B7}" dt="2024-01-25T07:28:29.260" v="56247" actId="20577"/>
          <ac:spMkLst>
            <pc:docMk/>
            <pc:sldMk cId="2532380705" sldId="856"/>
            <ac:spMk id="15" creationId="{BD24C1F8-9CF9-C8AD-91A2-C65080B1EB3A}"/>
          </ac:spMkLst>
        </pc:spChg>
        <pc:spChg chg="add mod">
          <ac:chgData name="Palit, Tapti" userId="dec6fbcd-7598-406a-8cbf-504d4a3bac15" providerId="ADAL" clId="{ECD42228-5B96-4A72-B268-C46DF994E6B7}" dt="2024-01-25T04:14:32.088" v="49880" actId="1076"/>
          <ac:spMkLst>
            <pc:docMk/>
            <pc:sldMk cId="2532380705" sldId="856"/>
            <ac:spMk id="16" creationId="{CD219824-AE1E-0C25-A481-8708E18C9EA0}"/>
          </ac:spMkLst>
        </pc:spChg>
        <pc:spChg chg="del">
          <ac:chgData name="Palit, Tapti" userId="dec6fbcd-7598-406a-8cbf-504d4a3bac15" providerId="ADAL" clId="{ECD42228-5B96-4A72-B268-C46DF994E6B7}" dt="2024-01-25T04:00:56.685" v="49707" actId="478"/>
          <ac:spMkLst>
            <pc:docMk/>
            <pc:sldMk cId="2532380705" sldId="856"/>
            <ac:spMk id="18" creationId="{7CBAAF2B-40D1-96DB-EC37-25B971D29E74}"/>
          </ac:spMkLst>
        </pc:spChg>
        <pc:spChg chg="del">
          <ac:chgData name="Palit, Tapti" userId="dec6fbcd-7598-406a-8cbf-504d4a3bac15" providerId="ADAL" clId="{ECD42228-5B96-4A72-B268-C46DF994E6B7}" dt="2024-01-25T04:00:56.685" v="49707" actId="478"/>
          <ac:spMkLst>
            <pc:docMk/>
            <pc:sldMk cId="2532380705" sldId="856"/>
            <ac:spMk id="19" creationId="{59493972-1399-A1F8-68A1-149ECFA67417}"/>
          </ac:spMkLst>
        </pc:spChg>
        <pc:spChg chg="del">
          <ac:chgData name="Palit, Tapti" userId="dec6fbcd-7598-406a-8cbf-504d4a3bac15" providerId="ADAL" clId="{ECD42228-5B96-4A72-B268-C46DF994E6B7}" dt="2024-01-25T04:00:56.685" v="49707" actId="478"/>
          <ac:spMkLst>
            <pc:docMk/>
            <pc:sldMk cId="2532380705" sldId="856"/>
            <ac:spMk id="20" creationId="{AE37FDC7-3B0D-D7BA-A9CC-A3A62E3D7B97}"/>
          </ac:spMkLst>
        </pc:spChg>
        <pc:spChg chg="del">
          <ac:chgData name="Palit, Tapti" userId="dec6fbcd-7598-406a-8cbf-504d4a3bac15" providerId="ADAL" clId="{ECD42228-5B96-4A72-B268-C46DF994E6B7}" dt="2024-01-25T04:00:56.685" v="49707" actId="478"/>
          <ac:spMkLst>
            <pc:docMk/>
            <pc:sldMk cId="2532380705" sldId="856"/>
            <ac:spMk id="21" creationId="{F0AF70A1-AF9F-20A9-64F7-FABD9ECBAEA5}"/>
          </ac:spMkLst>
        </pc:spChg>
        <pc:grpChg chg="del">
          <ac:chgData name="Palit, Tapti" userId="dec6fbcd-7598-406a-8cbf-504d4a3bac15" providerId="ADAL" clId="{ECD42228-5B96-4A72-B268-C46DF994E6B7}" dt="2024-01-25T04:00:27.936" v="49705" actId="478"/>
          <ac:grpSpMkLst>
            <pc:docMk/>
            <pc:sldMk cId="2532380705" sldId="856"/>
            <ac:grpSpMk id="2" creationId="{B4A76A67-21E9-18A8-BB40-0695243B811C}"/>
          </ac:grpSpMkLst>
        </pc:grpChg>
        <pc:graphicFrameChg chg="mod">
          <ac:chgData name="Palit, Tapti" userId="dec6fbcd-7598-406a-8cbf-504d4a3bac15" providerId="ADAL" clId="{ECD42228-5B96-4A72-B268-C46DF994E6B7}" dt="2024-02-13T03:03:14.222" v="115133"/>
          <ac:graphicFrameMkLst>
            <pc:docMk/>
            <pc:sldMk cId="2532380705" sldId="856"/>
            <ac:graphicFrameMk id="5" creationId="{AFBBEBA8-D0FD-D7E3-F5DA-06B63BCC5AC4}"/>
          </ac:graphicFrameMkLst>
        </pc:graphicFrameChg>
      </pc:sldChg>
      <pc:sldChg chg="add del mod modShow">
        <pc:chgData name="Palit, Tapti" userId="dec6fbcd-7598-406a-8cbf-504d4a3bac15" providerId="ADAL" clId="{ECD42228-5B96-4A72-B268-C46DF994E6B7}" dt="2024-01-25T04:45:27.672" v="50538" actId="2696"/>
        <pc:sldMkLst>
          <pc:docMk/>
          <pc:sldMk cId="451354054" sldId="857"/>
        </pc:sldMkLst>
      </pc:sldChg>
      <pc:sldChg chg="add del mod modShow modNotesTx">
        <pc:chgData name="Palit, Tapti" userId="dec6fbcd-7598-406a-8cbf-504d4a3bac15" providerId="ADAL" clId="{ECD42228-5B96-4A72-B268-C46DF994E6B7}" dt="2024-01-25T06:21:59.012" v="54084" actId="2696"/>
        <pc:sldMkLst>
          <pc:docMk/>
          <pc:sldMk cId="990481863" sldId="857"/>
        </pc:sldMkLst>
      </pc:sldChg>
      <pc:sldChg chg="addSp delSp modSp del mod modNotesTx">
        <pc:chgData name="Palit, Tapti" userId="dec6fbcd-7598-406a-8cbf-504d4a3bac15" providerId="ADAL" clId="{ECD42228-5B96-4A72-B268-C46DF994E6B7}" dt="2024-01-25T04:15:25.219" v="49901" actId="2696"/>
        <pc:sldMkLst>
          <pc:docMk/>
          <pc:sldMk cId="1935471849" sldId="857"/>
        </pc:sldMkLst>
        <pc:spChg chg="add mod">
          <ac:chgData name="Palit, Tapti" userId="dec6fbcd-7598-406a-8cbf-504d4a3bac15" providerId="ADAL" clId="{ECD42228-5B96-4A72-B268-C46DF994E6B7}" dt="2024-01-25T04:14:44.534" v="49884" actId="207"/>
          <ac:spMkLst>
            <pc:docMk/>
            <pc:sldMk cId="1935471849" sldId="857"/>
            <ac:spMk id="2" creationId="{71F04A7F-DFD7-73BD-6BA7-C4F723F37E87}"/>
          </ac:spMkLst>
        </pc:spChg>
        <pc:spChg chg="del">
          <ac:chgData name="Palit, Tapti" userId="dec6fbcd-7598-406a-8cbf-504d4a3bac15" providerId="ADAL" clId="{ECD42228-5B96-4A72-B268-C46DF994E6B7}" dt="2024-01-25T04:01:03.735" v="49708" actId="478"/>
          <ac:spMkLst>
            <pc:docMk/>
            <pc:sldMk cId="1935471849" sldId="857"/>
            <ac:spMk id="7" creationId="{B6BFDC8B-653B-81CC-F9C8-A87C9BD6A38C}"/>
          </ac:spMkLst>
        </pc:spChg>
        <pc:spChg chg="del">
          <ac:chgData name="Palit, Tapti" userId="dec6fbcd-7598-406a-8cbf-504d4a3bac15" providerId="ADAL" clId="{ECD42228-5B96-4A72-B268-C46DF994E6B7}" dt="2024-01-25T04:01:03.735" v="49708" actId="478"/>
          <ac:spMkLst>
            <pc:docMk/>
            <pc:sldMk cId="1935471849" sldId="857"/>
            <ac:spMk id="8" creationId="{44888C53-DAD9-A4CA-D15A-868539286CB3}"/>
          </ac:spMkLst>
        </pc:spChg>
        <pc:spChg chg="del">
          <ac:chgData name="Palit, Tapti" userId="dec6fbcd-7598-406a-8cbf-504d4a3bac15" providerId="ADAL" clId="{ECD42228-5B96-4A72-B268-C46DF994E6B7}" dt="2024-01-25T04:01:03.735" v="49708" actId="478"/>
          <ac:spMkLst>
            <pc:docMk/>
            <pc:sldMk cId="1935471849" sldId="857"/>
            <ac:spMk id="9" creationId="{7CB7AA7C-6535-FA19-58B0-9464A530E2CF}"/>
          </ac:spMkLst>
        </pc:spChg>
        <pc:spChg chg="del">
          <ac:chgData name="Palit, Tapti" userId="dec6fbcd-7598-406a-8cbf-504d4a3bac15" providerId="ADAL" clId="{ECD42228-5B96-4A72-B268-C46DF994E6B7}" dt="2024-01-25T04:01:03.735" v="49708" actId="478"/>
          <ac:spMkLst>
            <pc:docMk/>
            <pc:sldMk cId="1935471849" sldId="857"/>
            <ac:spMk id="10" creationId="{83EAFF08-E8BB-2019-E042-FB447AC4EFE3}"/>
          </ac:spMkLst>
        </pc:spChg>
        <pc:spChg chg="del">
          <ac:chgData name="Palit, Tapti" userId="dec6fbcd-7598-406a-8cbf-504d4a3bac15" providerId="ADAL" clId="{ECD42228-5B96-4A72-B268-C46DF994E6B7}" dt="2024-01-23T04:06:16.794" v="18885" actId="478"/>
          <ac:spMkLst>
            <pc:docMk/>
            <pc:sldMk cId="1935471849" sldId="857"/>
            <ac:spMk id="12" creationId="{7D15EC01-2AA8-CFEA-2FEC-9A41509B3663}"/>
          </ac:spMkLst>
        </pc:spChg>
        <pc:spChg chg="del">
          <ac:chgData name="Palit, Tapti" userId="dec6fbcd-7598-406a-8cbf-504d4a3bac15" providerId="ADAL" clId="{ECD42228-5B96-4A72-B268-C46DF994E6B7}" dt="2024-01-25T04:01:03.735" v="49708" actId="478"/>
          <ac:spMkLst>
            <pc:docMk/>
            <pc:sldMk cId="1935471849" sldId="857"/>
            <ac:spMk id="18" creationId="{7CBAAF2B-40D1-96DB-EC37-25B971D29E74}"/>
          </ac:spMkLst>
        </pc:spChg>
        <pc:spChg chg="del">
          <ac:chgData name="Palit, Tapti" userId="dec6fbcd-7598-406a-8cbf-504d4a3bac15" providerId="ADAL" clId="{ECD42228-5B96-4A72-B268-C46DF994E6B7}" dt="2024-01-25T04:01:03.735" v="49708" actId="478"/>
          <ac:spMkLst>
            <pc:docMk/>
            <pc:sldMk cId="1935471849" sldId="857"/>
            <ac:spMk id="19" creationId="{59493972-1399-A1F8-68A1-149ECFA67417}"/>
          </ac:spMkLst>
        </pc:spChg>
        <pc:spChg chg="del">
          <ac:chgData name="Palit, Tapti" userId="dec6fbcd-7598-406a-8cbf-504d4a3bac15" providerId="ADAL" clId="{ECD42228-5B96-4A72-B268-C46DF994E6B7}" dt="2024-01-25T04:01:03.735" v="49708" actId="478"/>
          <ac:spMkLst>
            <pc:docMk/>
            <pc:sldMk cId="1935471849" sldId="857"/>
            <ac:spMk id="20" creationId="{AE37FDC7-3B0D-D7BA-A9CC-A3A62E3D7B97}"/>
          </ac:spMkLst>
        </pc:spChg>
        <pc:spChg chg="del">
          <ac:chgData name="Palit, Tapti" userId="dec6fbcd-7598-406a-8cbf-504d4a3bac15" providerId="ADAL" clId="{ECD42228-5B96-4A72-B268-C46DF994E6B7}" dt="2024-01-25T04:01:03.735" v="49708" actId="478"/>
          <ac:spMkLst>
            <pc:docMk/>
            <pc:sldMk cId="1935471849" sldId="857"/>
            <ac:spMk id="21" creationId="{F0AF70A1-AF9F-20A9-64F7-FABD9ECBAEA5}"/>
          </ac:spMkLst>
        </pc:spChg>
      </pc:sldChg>
      <pc:sldChg chg="add del mod modShow">
        <pc:chgData name="Palit, Tapti" userId="dec6fbcd-7598-406a-8cbf-504d4a3bac15" providerId="ADAL" clId="{ECD42228-5B96-4A72-B268-C46DF994E6B7}" dt="2024-01-28T03:44:01.241" v="67437" actId="47"/>
        <pc:sldMkLst>
          <pc:docMk/>
          <pc:sldMk cId="1943965190" sldId="857"/>
        </pc:sldMkLst>
      </pc:sldChg>
      <pc:sldChg chg="del">
        <pc:chgData name="Palit, Tapti" userId="dec6fbcd-7598-406a-8cbf-504d4a3bac15" providerId="ADAL" clId="{ECD42228-5B96-4A72-B268-C46DF994E6B7}" dt="2024-01-28T03:44:01.241" v="67437" actId="47"/>
        <pc:sldMkLst>
          <pc:docMk/>
          <pc:sldMk cId="2023282124" sldId="858"/>
        </pc:sldMkLst>
      </pc:sldChg>
      <pc:sldChg chg="del">
        <pc:chgData name="Palit, Tapti" userId="dec6fbcd-7598-406a-8cbf-504d4a3bac15" providerId="ADAL" clId="{ECD42228-5B96-4A72-B268-C46DF994E6B7}" dt="2024-01-28T03:44:01.241" v="67437" actId="47"/>
        <pc:sldMkLst>
          <pc:docMk/>
          <pc:sldMk cId="2857771837" sldId="859"/>
        </pc:sldMkLst>
      </pc:sldChg>
      <pc:sldChg chg="del">
        <pc:chgData name="Palit, Tapti" userId="dec6fbcd-7598-406a-8cbf-504d4a3bac15" providerId="ADAL" clId="{ECD42228-5B96-4A72-B268-C46DF994E6B7}" dt="2024-01-23T03:27:52.159" v="17427" actId="2696"/>
        <pc:sldMkLst>
          <pc:docMk/>
          <pc:sldMk cId="1747084772" sldId="860"/>
        </pc:sldMkLst>
      </pc:sldChg>
      <pc:sldChg chg="add del mod modShow">
        <pc:chgData name="Palit, Tapti" userId="dec6fbcd-7598-406a-8cbf-504d4a3bac15" providerId="ADAL" clId="{ECD42228-5B96-4A72-B268-C46DF994E6B7}" dt="2024-01-28T03:44:01.241" v="67437" actId="47"/>
        <pc:sldMkLst>
          <pc:docMk/>
          <pc:sldMk cId="4082289179" sldId="860"/>
        </pc:sldMkLst>
      </pc:sldChg>
      <pc:sldChg chg="add del mod modShow">
        <pc:chgData name="Palit, Tapti" userId="dec6fbcd-7598-406a-8cbf-504d4a3bac15" providerId="ADAL" clId="{ECD42228-5B96-4A72-B268-C46DF994E6B7}" dt="2024-01-28T03:44:01.241" v="67437" actId="47"/>
        <pc:sldMkLst>
          <pc:docMk/>
          <pc:sldMk cId="1673808217" sldId="861"/>
        </pc:sldMkLst>
      </pc:sldChg>
      <pc:sldChg chg="addSp delSp modSp del mod modClrScheme delAnim modAnim modShow addCm chgLayout modNotesTx">
        <pc:chgData name="Palit, Tapti" userId="dec6fbcd-7598-406a-8cbf-504d4a3bac15" providerId="ADAL" clId="{ECD42228-5B96-4A72-B268-C46DF994E6B7}" dt="2024-01-25T01:33:10.127" v="45385" actId="2696"/>
        <pc:sldMkLst>
          <pc:docMk/>
          <pc:sldMk cId="2721316561" sldId="861"/>
        </pc:sldMkLst>
        <pc:spChg chg="mod ord">
          <ac:chgData name="Palit, Tapti" userId="dec6fbcd-7598-406a-8cbf-504d4a3bac15" providerId="ADAL" clId="{ECD42228-5B96-4A72-B268-C46DF994E6B7}" dt="2024-01-24T03:34:50.578" v="38123" actId="700"/>
          <ac:spMkLst>
            <pc:docMk/>
            <pc:sldMk cId="2721316561" sldId="861"/>
            <ac:spMk id="3" creationId="{93EEB3D8-C844-DB58-4713-B81E54F22329}"/>
          </ac:spMkLst>
        </pc:spChg>
        <pc:spChg chg="mod ord">
          <ac:chgData name="Palit, Tapti" userId="dec6fbcd-7598-406a-8cbf-504d4a3bac15" providerId="ADAL" clId="{ECD42228-5B96-4A72-B268-C46DF994E6B7}" dt="2024-01-24T03:34:50.578" v="38123" actId="700"/>
          <ac:spMkLst>
            <pc:docMk/>
            <pc:sldMk cId="2721316561" sldId="861"/>
            <ac:spMk id="4" creationId="{AC5E451F-727D-A7ED-EF0E-3354B039E1D1}"/>
          </ac:spMkLst>
        </pc:spChg>
        <pc:spChg chg="del mod ord">
          <ac:chgData name="Palit, Tapti" userId="dec6fbcd-7598-406a-8cbf-504d4a3bac15" providerId="ADAL" clId="{ECD42228-5B96-4A72-B268-C46DF994E6B7}" dt="2024-01-24T03:34:54.600" v="38124" actId="478"/>
          <ac:spMkLst>
            <pc:docMk/>
            <pc:sldMk cId="2721316561" sldId="861"/>
            <ac:spMk id="5" creationId="{EAC7799E-C301-2278-5F5A-BCAE3EDC8761}"/>
          </ac:spMkLst>
        </pc:spChg>
        <pc:spChg chg="add del mod">
          <ac:chgData name="Palit, Tapti" userId="dec6fbcd-7598-406a-8cbf-504d4a3bac15" providerId="ADAL" clId="{ECD42228-5B96-4A72-B268-C46DF994E6B7}" dt="2024-01-24T03:34:56.200" v="38125" actId="478"/>
          <ac:spMkLst>
            <pc:docMk/>
            <pc:sldMk cId="2721316561" sldId="861"/>
            <ac:spMk id="7" creationId="{CC01A72D-C97B-9199-3DFB-AB6F6BF4F67E}"/>
          </ac:spMkLst>
        </pc:spChg>
        <pc:spChg chg="add mod">
          <ac:chgData name="Palit, Tapti" userId="dec6fbcd-7598-406a-8cbf-504d4a3bac15" providerId="ADAL" clId="{ECD42228-5B96-4A72-B268-C46DF994E6B7}" dt="2024-01-23T01:51:12.011" v="13208" actId="14100"/>
          <ac:spMkLst>
            <pc:docMk/>
            <pc:sldMk cId="2721316561" sldId="861"/>
            <ac:spMk id="8" creationId="{795E4806-2D74-665D-E462-63C38AA4BD2A}"/>
          </ac:spMkLst>
        </pc:spChg>
        <pc:spChg chg="add mod">
          <ac:chgData name="Palit, Tapti" userId="dec6fbcd-7598-406a-8cbf-504d4a3bac15" providerId="ADAL" clId="{ECD42228-5B96-4A72-B268-C46DF994E6B7}" dt="2024-01-24T03:36:42.697" v="38137" actId="14100"/>
          <ac:spMkLst>
            <pc:docMk/>
            <pc:sldMk cId="2721316561" sldId="861"/>
            <ac:spMk id="9" creationId="{09C837FA-8D53-D4FD-8DC8-244181F644BE}"/>
          </ac:spMkLst>
        </pc:spChg>
        <pc:spChg chg="del">
          <ac:chgData name="Palit, Tapti" userId="dec6fbcd-7598-406a-8cbf-504d4a3bac15" providerId="ADAL" clId="{ECD42228-5B96-4A72-B268-C46DF994E6B7}" dt="2024-01-23T01:50:30.452" v="13183" actId="478"/>
          <ac:spMkLst>
            <pc:docMk/>
            <pc:sldMk cId="2721316561" sldId="861"/>
            <ac:spMk id="9" creationId="{DCAA3CEC-53B9-3876-966D-B46B69E1FC76}"/>
          </ac:spMkLst>
        </pc:spChg>
        <pc:spChg chg="add mod">
          <ac:chgData name="Palit, Tapti" userId="dec6fbcd-7598-406a-8cbf-504d4a3bac15" providerId="ADAL" clId="{ECD42228-5B96-4A72-B268-C46DF994E6B7}" dt="2024-01-23T01:53:12.387" v="13355" actId="1076"/>
          <ac:spMkLst>
            <pc:docMk/>
            <pc:sldMk cId="2721316561" sldId="861"/>
            <ac:spMk id="10" creationId="{8C7698DE-77A6-84F7-F4F9-892ED708C84C}"/>
          </ac:spMkLst>
        </pc:spChg>
        <pc:spChg chg="add mod">
          <ac:chgData name="Palit, Tapti" userId="dec6fbcd-7598-406a-8cbf-504d4a3bac15" providerId="ADAL" clId="{ECD42228-5B96-4A72-B268-C46DF994E6B7}" dt="2024-01-23T01:53:08.266" v="13354" actId="1076"/>
          <ac:spMkLst>
            <pc:docMk/>
            <pc:sldMk cId="2721316561" sldId="861"/>
            <ac:spMk id="11" creationId="{5E60D1AC-F0F0-80BE-2550-A1EB157ED5F9}"/>
          </ac:spMkLst>
        </pc:spChg>
        <pc:spChg chg="add mod">
          <ac:chgData name="Palit, Tapti" userId="dec6fbcd-7598-406a-8cbf-504d4a3bac15" providerId="ADAL" clId="{ECD42228-5B96-4A72-B268-C46DF994E6B7}" dt="2024-01-23T01:53:06.100" v="13353" actId="1076"/>
          <ac:spMkLst>
            <pc:docMk/>
            <pc:sldMk cId="2721316561" sldId="861"/>
            <ac:spMk id="12" creationId="{7688F90E-D8E5-E899-D7C0-8C5571FE159A}"/>
          </ac:spMkLst>
        </pc:spChg>
        <pc:spChg chg="add mod">
          <ac:chgData name="Palit, Tapti" userId="dec6fbcd-7598-406a-8cbf-504d4a3bac15" providerId="ADAL" clId="{ECD42228-5B96-4A72-B268-C46DF994E6B7}" dt="2024-01-24T03:36:47.414" v="38138" actId="207"/>
          <ac:spMkLst>
            <pc:docMk/>
            <pc:sldMk cId="2721316561" sldId="861"/>
            <ac:spMk id="13" creationId="{1146AF7A-B44A-9949-7049-D52858568860}"/>
          </ac:spMkLst>
        </pc:spChg>
        <pc:spChg chg="add del mod">
          <ac:chgData name="Palit, Tapti" userId="dec6fbcd-7598-406a-8cbf-504d4a3bac15" providerId="ADAL" clId="{ECD42228-5B96-4A72-B268-C46DF994E6B7}" dt="2024-01-23T01:52:06.024" v="13268" actId="478"/>
          <ac:spMkLst>
            <pc:docMk/>
            <pc:sldMk cId="2721316561" sldId="861"/>
            <ac:spMk id="13" creationId="{85DEDFE8-2D94-AB41-09C9-6C146288D2C1}"/>
          </ac:spMkLst>
        </pc:spChg>
        <pc:spChg chg="add mod">
          <ac:chgData name="Palit, Tapti" userId="dec6fbcd-7598-406a-8cbf-504d4a3bac15" providerId="ADAL" clId="{ECD42228-5B96-4A72-B268-C46DF994E6B7}" dt="2024-01-23T01:58:11.778" v="13432" actId="1076"/>
          <ac:spMkLst>
            <pc:docMk/>
            <pc:sldMk cId="2721316561" sldId="861"/>
            <ac:spMk id="14" creationId="{D1CA5BFE-9379-8EE1-508F-E492B578C3B0}"/>
          </ac:spMkLst>
        </pc:spChg>
        <pc:spChg chg="add mod">
          <ac:chgData name="Palit, Tapti" userId="dec6fbcd-7598-406a-8cbf-504d4a3bac15" providerId="ADAL" clId="{ECD42228-5B96-4A72-B268-C46DF994E6B7}" dt="2024-01-23T01:58:22.468" v="13433" actId="1076"/>
          <ac:spMkLst>
            <pc:docMk/>
            <pc:sldMk cId="2721316561" sldId="861"/>
            <ac:spMk id="15" creationId="{F39312C8-E117-7A78-E93F-8F4B9F62B12E}"/>
          </ac:spMkLst>
        </pc:spChg>
        <pc:spChg chg="add mod">
          <ac:chgData name="Palit, Tapti" userId="dec6fbcd-7598-406a-8cbf-504d4a3bac15" providerId="ADAL" clId="{ECD42228-5B96-4A72-B268-C46DF994E6B7}" dt="2024-01-23T01:58:22.468" v="13433" actId="1076"/>
          <ac:spMkLst>
            <pc:docMk/>
            <pc:sldMk cId="2721316561" sldId="861"/>
            <ac:spMk id="16" creationId="{6A30D14C-996C-8B16-C2F6-F1ED79986BD6}"/>
          </ac:spMkLst>
        </pc:spChg>
        <pc:spChg chg="add mod">
          <ac:chgData name="Palit, Tapti" userId="dec6fbcd-7598-406a-8cbf-504d4a3bac15" providerId="ADAL" clId="{ECD42228-5B96-4A72-B268-C46DF994E6B7}" dt="2024-01-23T01:58:22.468" v="13433" actId="1076"/>
          <ac:spMkLst>
            <pc:docMk/>
            <pc:sldMk cId="2721316561" sldId="861"/>
            <ac:spMk id="17" creationId="{29F1C7B9-CF12-8C6A-2D53-D33CDC3ECEED}"/>
          </ac:spMkLst>
        </pc:spChg>
        <pc:spChg chg="add mod">
          <ac:chgData name="Palit, Tapti" userId="dec6fbcd-7598-406a-8cbf-504d4a3bac15" providerId="ADAL" clId="{ECD42228-5B96-4A72-B268-C46DF994E6B7}" dt="2024-01-23T01:58:22.468" v="13433" actId="1076"/>
          <ac:spMkLst>
            <pc:docMk/>
            <pc:sldMk cId="2721316561" sldId="861"/>
            <ac:spMk id="18" creationId="{109FC113-D11B-880A-DFD0-6FECFBE976FB}"/>
          </ac:spMkLst>
        </pc:spChg>
        <pc:spChg chg="add mod">
          <ac:chgData name="Palit, Tapti" userId="dec6fbcd-7598-406a-8cbf-504d4a3bac15" providerId="ADAL" clId="{ECD42228-5B96-4A72-B268-C46DF994E6B7}" dt="2024-01-24T03:41:18.961" v="38654" actId="122"/>
          <ac:spMkLst>
            <pc:docMk/>
            <pc:sldMk cId="2721316561" sldId="861"/>
            <ac:spMk id="19" creationId="{4997DBDA-25F2-9552-92C6-485CB931E1DB}"/>
          </ac:spMkLst>
        </pc:spChg>
        <pc:spChg chg="add mod">
          <ac:chgData name="Palit, Tapti" userId="dec6fbcd-7598-406a-8cbf-504d4a3bac15" providerId="ADAL" clId="{ECD42228-5B96-4A72-B268-C46DF994E6B7}" dt="2024-01-24T03:41:00.368" v="38617" actId="20577"/>
          <ac:spMkLst>
            <pc:docMk/>
            <pc:sldMk cId="2721316561" sldId="861"/>
            <ac:spMk id="21" creationId="{743C388A-DA9F-E1B4-CA9B-BEB77095B2DE}"/>
          </ac:spMkLst>
        </pc:spChg>
        <pc:spChg chg="add mod">
          <ac:chgData name="Palit, Tapti" userId="dec6fbcd-7598-406a-8cbf-504d4a3bac15" providerId="ADAL" clId="{ECD42228-5B96-4A72-B268-C46DF994E6B7}" dt="2024-01-23T01:59:53.277" v="13577" actId="207"/>
          <ac:spMkLst>
            <pc:docMk/>
            <pc:sldMk cId="2721316561" sldId="861"/>
            <ac:spMk id="33" creationId="{02085E1C-A902-2189-F16C-911607951D1E}"/>
          </ac:spMkLst>
        </pc:spChg>
        <pc:spChg chg="add mod">
          <ac:chgData name="Palit, Tapti" userId="dec6fbcd-7598-406a-8cbf-504d4a3bac15" providerId="ADAL" clId="{ECD42228-5B96-4A72-B268-C46DF994E6B7}" dt="2024-01-23T01:59:58.703" v="13580" actId="207"/>
          <ac:spMkLst>
            <pc:docMk/>
            <pc:sldMk cId="2721316561" sldId="861"/>
            <ac:spMk id="34" creationId="{FB8C47BA-3625-7C60-4BB9-6D5CAB0D1035}"/>
          </ac:spMkLst>
        </pc:spChg>
        <pc:spChg chg="add mod">
          <ac:chgData name="Palit, Tapti" userId="dec6fbcd-7598-406a-8cbf-504d4a3bac15" providerId="ADAL" clId="{ECD42228-5B96-4A72-B268-C46DF994E6B7}" dt="2024-01-23T02:00:07.544" v="13586" actId="20577"/>
          <ac:spMkLst>
            <pc:docMk/>
            <pc:sldMk cId="2721316561" sldId="861"/>
            <ac:spMk id="35" creationId="{FE0E7E26-69D8-BFBE-89CB-722F1DD2225F}"/>
          </ac:spMkLst>
        </pc:spChg>
        <pc:spChg chg="add mod">
          <ac:chgData name="Palit, Tapti" userId="dec6fbcd-7598-406a-8cbf-504d4a3bac15" providerId="ADAL" clId="{ECD42228-5B96-4A72-B268-C46DF994E6B7}" dt="2024-01-23T02:00:19.718" v="13591" actId="1076"/>
          <ac:spMkLst>
            <pc:docMk/>
            <pc:sldMk cId="2721316561" sldId="861"/>
            <ac:spMk id="36" creationId="{877D0ED9-3450-18F5-C446-EF8366F0F3A7}"/>
          </ac:spMkLst>
        </pc:spChg>
        <pc:spChg chg="add mod">
          <ac:chgData name="Palit, Tapti" userId="dec6fbcd-7598-406a-8cbf-504d4a3bac15" providerId="ADAL" clId="{ECD42228-5B96-4A72-B268-C46DF994E6B7}" dt="2024-01-23T02:00:52.469" v="13599" actId="20577"/>
          <ac:spMkLst>
            <pc:docMk/>
            <pc:sldMk cId="2721316561" sldId="861"/>
            <ac:spMk id="37" creationId="{38B12F18-7E60-539B-1CB6-34C456AEE606}"/>
          </ac:spMkLst>
        </pc:spChg>
        <pc:spChg chg="add mod">
          <ac:chgData name="Palit, Tapti" userId="dec6fbcd-7598-406a-8cbf-504d4a3bac15" providerId="ADAL" clId="{ECD42228-5B96-4A72-B268-C46DF994E6B7}" dt="2024-01-23T02:01:01.555" v="13603" actId="20577"/>
          <ac:spMkLst>
            <pc:docMk/>
            <pc:sldMk cId="2721316561" sldId="861"/>
            <ac:spMk id="38" creationId="{29EE7DA2-3A31-2FDB-53EB-BD5BD2BD0703}"/>
          </ac:spMkLst>
        </pc:spChg>
        <pc:spChg chg="add mod">
          <ac:chgData name="Palit, Tapti" userId="dec6fbcd-7598-406a-8cbf-504d4a3bac15" providerId="ADAL" clId="{ECD42228-5B96-4A72-B268-C46DF994E6B7}" dt="2024-01-23T02:01:12.782" v="13607" actId="20577"/>
          <ac:spMkLst>
            <pc:docMk/>
            <pc:sldMk cId="2721316561" sldId="861"/>
            <ac:spMk id="39" creationId="{CB61133A-CB2B-0A6C-63C6-D736A6F9D415}"/>
          </ac:spMkLst>
        </pc:spChg>
        <pc:spChg chg="add mod">
          <ac:chgData name="Palit, Tapti" userId="dec6fbcd-7598-406a-8cbf-504d4a3bac15" providerId="ADAL" clId="{ECD42228-5B96-4A72-B268-C46DF994E6B7}" dt="2024-01-23T02:01:23.394" v="13613" actId="20577"/>
          <ac:spMkLst>
            <pc:docMk/>
            <pc:sldMk cId="2721316561" sldId="861"/>
            <ac:spMk id="40" creationId="{F2563143-325D-FF75-C914-B46691F391BD}"/>
          </ac:spMkLst>
        </pc:spChg>
        <pc:spChg chg="add mod">
          <ac:chgData name="Palit, Tapti" userId="dec6fbcd-7598-406a-8cbf-504d4a3bac15" providerId="ADAL" clId="{ECD42228-5B96-4A72-B268-C46DF994E6B7}" dt="2024-01-23T02:01:33.333" v="13617" actId="20577"/>
          <ac:spMkLst>
            <pc:docMk/>
            <pc:sldMk cId="2721316561" sldId="861"/>
            <ac:spMk id="41" creationId="{5EB4E2ED-9E46-F12D-AADA-2BDA1112FDDF}"/>
          </ac:spMkLst>
        </pc:spChg>
        <pc:spChg chg="add del mod">
          <ac:chgData name="Palit, Tapti" userId="dec6fbcd-7598-406a-8cbf-504d4a3bac15" providerId="ADAL" clId="{ECD42228-5B96-4A72-B268-C46DF994E6B7}" dt="2024-01-23T02:02:11.953" v="13629" actId="478"/>
          <ac:spMkLst>
            <pc:docMk/>
            <pc:sldMk cId="2721316561" sldId="861"/>
            <ac:spMk id="42" creationId="{997265E2-9D16-916D-DB77-7CEEE9062FC1}"/>
          </ac:spMkLst>
        </pc:spChg>
        <pc:spChg chg="add del mod">
          <ac:chgData name="Palit, Tapti" userId="dec6fbcd-7598-406a-8cbf-504d4a3bac15" providerId="ADAL" clId="{ECD42228-5B96-4A72-B268-C46DF994E6B7}" dt="2024-01-24T03:35:25.508" v="38126" actId="478"/>
          <ac:spMkLst>
            <pc:docMk/>
            <pc:sldMk cId="2721316561" sldId="861"/>
            <ac:spMk id="43" creationId="{245B3D69-F033-13D6-7C9A-82F31639F820}"/>
          </ac:spMkLst>
        </pc:spChg>
        <pc:cxnChg chg="add mod">
          <ac:chgData name="Palit, Tapti" userId="dec6fbcd-7598-406a-8cbf-504d4a3bac15" providerId="ADAL" clId="{ECD42228-5B96-4A72-B268-C46DF994E6B7}" dt="2024-01-23T01:50:35.957" v="13184" actId="14100"/>
          <ac:cxnSpMkLst>
            <pc:docMk/>
            <pc:sldMk cId="2721316561" sldId="861"/>
            <ac:cxnSpMk id="6" creationId="{01738CDD-2786-3FAE-5C35-4A9B00E3B711}"/>
          </ac:cxnSpMkLst>
        </pc:cxnChg>
        <pc:cxnChg chg="add mod">
          <ac:chgData name="Palit, Tapti" userId="dec6fbcd-7598-406a-8cbf-504d4a3bac15" providerId="ADAL" clId="{ECD42228-5B96-4A72-B268-C46DF994E6B7}" dt="2024-01-23T01:57:22.004" v="13419" actId="208"/>
          <ac:cxnSpMkLst>
            <pc:docMk/>
            <pc:sldMk cId="2721316561" sldId="861"/>
            <ac:cxnSpMk id="20" creationId="{6DDA30B6-1C83-0689-CECD-86698F6EC0F3}"/>
          </ac:cxnSpMkLst>
        </pc:cxnChg>
        <pc:cxnChg chg="add mod">
          <ac:chgData name="Palit, Tapti" userId="dec6fbcd-7598-406a-8cbf-504d4a3bac15" providerId="ADAL" clId="{ECD42228-5B96-4A72-B268-C46DF994E6B7}" dt="2024-01-23T01:57:31.428" v="13421" actId="1076"/>
          <ac:cxnSpMkLst>
            <pc:docMk/>
            <pc:sldMk cId="2721316561" sldId="861"/>
            <ac:cxnSpMk id="22" creationId="{959CC1B1-85B3-2A10-84E8-E1C47F1BD88B}"/>
          </ac:cxnSpMkLst>
        </pc:cxnChg>
        <pc:cxnChg chg="add mod">
          <ac:chgData name="Palit, Tapti" userId="dec6fbcd-7598-406a-8cbf-504d4a3bac15" providerId="ADAL" clId="{ECD42228-5B96-4A72-B268-C46DF994E6B7}" dt="2024-01-23T01:57:40.718" v="13423" actId="1076"/>
          <ac:cxnSpMkLst>
            <pc:docMk/>
            <pc:sldMk cId="2721316561" sldId="861"/>
            <ac:cxnSpMk id="23" creationId="{7D541430-602A-95F2-C126-DC54D320CF53}"/>
          </ac:cxnSpMkLst>
        </pc:cxnChg>
        <pc:cxnChg chg="add mod">
          <ac:chgData name="Palit, Tapti" userId="dec6fbcd-7598-406a-8cbf-504d4a3bac15" providerId="ADAL" clId="{ECD42228-5B96-4A72-B268-C46DF994E6B7}" dt="2024-01-23T01:57:45.861" v="13425" actId="1076"/>
          <ac:cxnSpMkLst>
            <pc:docMk/>
            <pc:sldMk cId="2721316561" sldId="861"/>
            <ac:cxnSpMk id="24" creationId="{C46F82AE-F23F-9DD8-FE26-A6841B4F6E8C}"/>
          </ac:cxnSpMkLst>
        </pc:cxnChg>
        <pc:cxnChg chg="add mod">
          <ac:chgData name="Palit, Tapti" userId="dec6fbcd-7598-406a-8cbf-504d4a3bac15" providerId="ADAL" clId="{ECD42228-5B96-4A72-B268-C46DF994E6B7}" dt="2024-01-23T01:58:07.170" v="13431" actId="14100"/>
          <ac:cxnSpMkLst>
            <pc:docMk/>
            <pc:sldMk cId="2721316561" sldId="861"/>
            <ac:cxnSpMk id="25" creationId="{2A1F3082-96BD-C6B8-AB5B-05DF3466897D}"/>
          </ac:cxnSpMkLst>
        </pc:cxnChg>
        <pc:cxnChg chg="add mod">
          <ac:chgData name="Palit, Tapti" userId="dec6fbcd-7598-406a-8cbf-504d4a3bac15" providerId="ADAL" clId="{ECD42228-5B96-4A72-B268-C46DF994E6B7}" dt="2024-01-23T01:58:34.317" v="13437" actId="1076"/>
          <ac:cxnSpMkLst>
            <pc:docMk/>
            <pc:sldMk cId="2721316561" sldId="861"/>
            <ac:cxnSpMk id="27" creationId="{4B41C18F-D478-EA00-D2E1-D208B45E792D}"/>
          </ac:cxnSpMkLst>
        </pc:cxnChg>
        <pc:cxnChg chg="add mod">
          <ac:chgData name="Palit, Tapti" userId="dec6fbcd-7598-406a-8cbf-504d4a3bac15" providerId="ADAL" clId="{ECD42228-5B96-4A72-B268-C46DF994E6B7}" dt="2024-01-23T01:58:39.832" v="13439" actId="1076"/>
          <ac:cxnSpMkLst>
            <pc:docMk/>
            <pc:sldMk cId="2721316561" sldId="861"/>
            <ac:cxnSpMk id="30" creationId="{9884F924-11CC-386A-D818-7C2368DAF791}"/>
          </ac:cxnSpMkLst>
        </pc:cxnChg>
        <pc:cxnChg chg="add mod">
          <ac:chgData name="Palit, Tapti" userId="dec6fbcd-7598-406a-8cbf-504d4a3bac15" providerId="ADAL" clId="{ECD42228-5B96-4A72-B268-C46DF994E6B7}" dt="2024-01-23T01:58:43.831" v="13441" actId="1076"/>
          <ac:cxnSpMkLst>
            <pc:docMk/>
            <pc:sldMk cId="2721316561" sldId="861"/>
            <ac:cxnSpMk id="31" creationId="{5EC608D9-F03A-05FE-E8CB-73EA465F5867}"/>
          </ac:cxnSpMkLst>
        </pc:cxnChg>
        <pc:cxnChg chg="add mod">
          <ac:chgData name="Palit, Tapti" userId="dec6fbcd-7598-406a-8cbf-504d4a3bac15" providerId="ADAL" clId="{ECD42228-5B96-4A72-B268-C46DF994E6B7}" dt="2024-01-23T01:58:48.024" v="13443" actId="1076"/>
          <ac:cxnSpMkLst>
            <pc:docMk/>
            <pc:sldMk cId="2721316561" sldId="861"/>
            <ac:cxnSpMk id="32" creationId="{E7BA70D0-1BE5-EA4E-95D9-453BB64365B3}"/>
          </ac:cxnSpMkLst>
        </pc:cxn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24T03:40:26.956" v="38574"/>
              <pc2:cmMkLst xmlns:pc2="http://schemas.microsoft.com/office/powerpoint/2019/9/main/command">
                <pc:docMk/>
                <pc:sldMk cId="2721316561" sldId="861"/>
                <pc2:cmMk id="{7256F13F-C0C5-4633-9DE1-3E5DC389AE4E}"/>
              </pc2:cmMkLst>
            </pc226:cmChg>
            <pc226:cmChg xmlns:pc226="http://schemas.microsoft.com/office/powerpoint/2022/06/main/command" chg="add">
              <pc226:chgData name="Palit, Tapti" userId="dec6fbcd-7598-406a-8cbf-504d4a3bac15" providerId="ADAL" clId="{ECD42228-5B96-4A72-B268-C46DF994E6B7}" dt="2024-01-23T01:54:57.168" v="13413"/>
              <pc2:cmMkLst xmlns:pc2="http://schemas.microsoft.com/office/powerpoint/2019/9/main/command">
                <pc:docMk/>
                <pc:sldMk cId="2721316561" sldId="861"/>
                <pc2:cmMk id="{41095E4C-961C-4F27-B14C-48F6C1F7F000}"/>
              </pc2:cmMkLst>
            </pc226:cmChg>
          </p:ext>
        </pc:extLst>
      </pc:sldChg>
      <pc:sldChg chg="del">
        <pc:chgData name="Palit, Tapti" userId="dec6fbcd-7598-406a-8cbf-504d4a3bac15" providerId="ADAL" clId="{ECD42228-5B96-4A72-B268-C46DF994E6B7}" dt="2024-01-23T03:27:52.159" v="17427" actId="2696"/>
        <pc:sldMkLst>
          <pc:docMk/>
          <pc:sldMk cId="1562604991" sldId="863"/>
        </pc:sldMkLst>
      </pc:sldChg>
      <pc:sldChg chg="add del mod modShow">
        <pc:chgData name="Palit, Tapti" userId="dec6fbcd-7598-406a-8cbf-504d4a3bac15" providerId="ADAL" clId="{ECD42228-5B96-4A72-B268-C46DF994E6B7}" dt="2024-01-28T03:44:01.241" v="67437" actId="47"/>
        <pc:sldMkLst>
          <pc:docMk/>
          <pc:sldMk cId="2603362603" sldId="863"/>
        </pc:sldMkLst>
      </pc:sldChg>
      <pc:sldChg chg="add del mod modShow">
        <pc:chgData name="Palit, Tapti" userId="dec6fbcd-7598-406a-8cbf-504d4a3bac15" providerId="ADAL" clId="{ECD42228-5B96-4A72-B268-C46DF994E6B7}" dt="2024-01-28T03:44:01.241" v="67437" actId="47"/>
        <pc:sldMkLst>
          <pc:docMk/>
          <pc:sldMk cId="1365772608" sldId="864"/>
        </pc:sldMkLst>
      </pc:sldChg>
      <pc:sldChg chg="del">
        <pc:chgData name="Palit, Tapti" userId="dec6fbcd-7598-406a-8cbf-504d4a3bac15" providerId="ADAL" clId="{ECD42228-5B96-4A72-B268-C46DF994E6B7}" dt="2024-01-23T03:27:52.159" v="17427" actId="2696"/>
        <pc:sldMkLst>
          <pc:docMk/>
          <pc:sldMk cId="3875287835" sldId="864"/>
        </pc:sldMkLst>
      </pc:sldChg>
      <pc:sldChg chg="add del mod modShow">
        <pc:chgData name="Palit, Tapti" userId="dec6fbcd-7598-406a-8cbf-504d4a3bac15" providerId="ADAL" clId="{ECD42228-5B96-4A72-B268-C46DF994E6B7}" dt="2024-01-28T03:44:01.241" v="67437" actId="47"/>
        <pc:sldMkLst>
          <pc:docMk/>
          <pc:sldMk cId="2437301746" sldId="865"/>
        </pc:sldMkLst>
      </pc:sldChg>
      <pc:sldChg chg="del">
        <pc:chgData name="Palit, Tapti" userId="dec6fbcd-7598-406a-8cbf-504d4a3bac15" providerId="ADAL" clId="{ECD42228-5B96-4A72-B268-C46DF994E6B7}" dt="2024-01-23T03:27:52.159" v="17427" actId="2696"/>
        <pc:sldMkLst>
          <pc:docMk/>
          <pc:sldMk cId="3245999662" sldId="865"/>
        </pc:sldMkLst>
      </pc:sldChg>
      <pc:sldChg chg="addSp delSp modSp mod">
        <pc:chgData name="Palit, Tapti" userId="dec6fbcd-7598-406a-8cbf-504d4a3bac15" providerId="ADAL" clId="{ECD42228-5B96-4A72-B268-C46DF994E6B7}" dt="2024-01-24T04:37:34.819" v="40471" actId="478"/>
        <pc:sldMkLst>
          <pc:docMk/>
          <pc:sldMk cId="3018700805" sldId="866"/>
        </pc:sldMkLst>
        <pc:spChg chg="del">
          <ac:chgData name="Palit, Tapti" userId="dec6fbcd-7598-406a-8cbf-504d4a3bac15" providerId="ADAL" clId="{ECD42228-5B96-4A72-B268-C46DF994E6B7}" dt="2024-01-24T04:26:47.049" v="40059"/>
          <ac:spMkLst>
            <pc:docMk/>
            <pc:sldMk cId="3018700805" sldId="866"/>
            <ac:spMk id="2" creationId="{C89E125A-B748-D936-19ED-80B6FEC9C242}"/>
          </ac:spMkLst>
        </pc:spChg>
        <pc:spChg chg="mod">
          <ac:chgData name="Palit, Tapti" userId="dec6fbcd-7598-406a-8cbf-504d4a3bac15" providerId="ADAL" clId="{ECD42228-5B96-4A72-B268-C46DF994E6B7}" dt="2024-01-23T02:34:27.043" v="14436" actId="20577"/>
          <ac:spMkLst>
            <pc:docMk/>
            <pc:sldMk cId="3018700805" sldId="866"/>
            <ac:spMk id="3" creationId="{66BE5494-3AB6-4807-9A55-164D2919192B}"/>
          </ac:spMkLst>
        </pc:spChg>
        <pc:spChg chg="add del mod">
          <ac:chgData name="Palit, Tapti" userId="dec6fbcd-7598-406a-8cbf-504d4a3bac15" providerId="ADAL" clId="{ECD42228-5B96-4A72-B268-C46DF994E6B7}" dt="2024-01-24T04:26:40.351" v="40058" actId="478"/>
          <ac:spMkLst>
            <pc:docMk/>
            <pc:sldMk cId="3018700805" sldId="866"/>
            <ac:spMk id="5" creationId="{BCA72EFF-EC31-007C-62E9-DA8803D7F932}"/>
          </ac:spMkLst>
        </pc:spChg>
        <pc:spChg chg="add del mod">
          <ac:chgData name="Palit, Tapti" userId="dec6fbcd-7598-406a-8cbf-504d4a3bac15" providerId="ADAL" clId="{ECD42228-5B96-4A72-B268-C46DF994E6B7}" dt="2024-01-24T04:26:40.351" v="40058" actId="478"/>
          <ac:spMkLst>
            <pc:docMk/>
            <pc:sldMk cId="3018700805" sldId="866"/>
            <ac:spMk id="6" creationId="{60AF20DB-E835-0722-0957-B91B4C366646}"/>
          </ac:spMkLst>
        </pc:spChg>
        <pc:spChg chg="add del mod">
          <ac:chgData name="Palit, Tapti" userId="dec6fbcd-7598-406a-8cbf-504d4a3bac15" providerId="ADAL" clId="{ECD42228-5B96-4A72-B268-C46DF994E6B7}" dt="2024-01-24T04:18:22.691" v="39985" actId="478"/>
          <ac:spMkLst>
            <pc:docMk/>
            <pc:sldMk cId="3018700805" sldId="866"/>
            <ac:spMk id="7" creationId="{3D8A73EA-284B-424F-B8FC-7AC215DEB2DD}"/>
          </ac:spMkLst>
        </pc:spChg>
        <pc:spChg chg="add del mod">
          <ac:chgData name="Palit, Tapti" userId="dec6fbcd-7598-406a-8cbf-504d4a3bac15" providerId="ADAL" clId="{ECD42228-5B96-4A72-B268-C46DF994E6B7}" dt="2024-01-24T04:35:59.804" v="40404" actId="478"/>
          <ac:spMkLst>
            <pc:docMk/>
            <pc:sldMk cId="3018700805" sldId="866"/>
            <ac:spMk id="11" creationId="{C4825A4D-D22C-A691-8101-21ADD51A0F07}"/>
          </ac:spMkLst>
        </pc:spChg>
        <pc:spChg chg="mod">
          <ac:chgData name="Palit, Tapti" userId="dec6fbcd-7598-406a-8cbf-504d4a3bac15" providerId="ADAL" clId="{ECD42228-5B96-4A72-B268-C46DF994E6B7}" dt="2024-01-24T04:35:41.336" v="40400"/>
          <ac:spMkLst>
            <pc:docMk/>
            <pc:sldMk cId="3018700805" sldId="866"/>
            <ac:spMk id="13" creationId="{871FFBEE-5344-85AA-5600-822E75C9AA1F}"/>
          </ac:spMkLst>
        </pc:spChg>
        <pc:spChg chg="del mod">
          <ac:chgData name="Palit, Tapti" userId="dec6fbcd-7598-406a-8cbf-504d4a3bac15" providerId="ADAL" clId="{ECD42228-5B96-4A72-B268-C46DF994E6B7}" dt="2024-01-24T04:35:48.792" v="40401" actId="478"/>
          <ac:spMkLst>
            <pc:docMk/>
            <pc:sldMk cId="3018700805" sldId="866"/>
            <ac:spMk id="14" creationId="{37504022-2B1B-0664-F377-8379AFD35538}"/>
          </ac:spMkLst>
        </pc:spChg>
        <pc:spChg chg="mod">
          <ac:chgData name="Palit, Tapti" userId="dec6fbcd-7598-406a-8cbf-504d4a3bac15" providerId="ADAL" clId="{ECD42228-5B96-4A72-B268-C46DF994E6B7}" dt="2024-01-24T04:35:41.336" v="40400"/>
          <ac:spMkLst>
            <pc:docMk/>
            <pc:sldMk cId="3018700805" sldId="866"/>
            <ac:spMk id="17" creationId="{B1C1F06F-F755-A25B-6A24-39AD329B5882}"/>
          </ac:spMkLst>
        </pc:spChg>
        <pc:spChg chg="del mod">
          <ac:chgData name="Palit, Tapti" userId="dec6fbcd-7598-406a-8cbf-504d4a3bac15" providerId="ADAL" clId="{ECD42228-5B96-4A72-B268-C46DF994E6B7}" dt="2024-01-24T04:35:52.087" v="40402" actId="478"/>
          <ac:spMkLst>
            <pc:docMk/>
            <pc:sldMk cId="3018700805" sldId="866"/>
            <ac:spMk id="18" creationId="{44090423-B20D-3AD4-F769-D46158068739}"/>
          </ac:spMkLst>
        </pc:spChg>
        <pc:spChg chg="mod">
          <ac:chgData name="Palit, Tapti" userId="dec6fbcd-7598-406a-8cbf-504d4a3bac15" providerId="ADAL" clId="{ECD42228-5B96-4A72-B268-C46DF994E6B7}" dt="2024-01-24T04:35:41.336" v="40400"/>
          <ac:spMkLst>
            <pc:docMk/>
            <pc:sldMk cId="3018700805" sldId="866"/>
            <ac:spMk id="23" creationId="{67870E27-8068-1AB9-92C1-3B366EB3B62B}"/>
          </ac:spMkLst>
        </pc:spChg>
        <pc:spChg chg="del mod">
          <ac:chgData name="Palit, Tapti" userId="dec6fbcd-7598-406a-8cbf-504d4a3bac15" providerId="ADAL" clId="{ECD42228-5B96-4A72-B268-C46DF994E6B7}" dt="2024-01-24T04:35:56.103" v="40403" actId="478"/>
          <ac:spMkLst>
            <pc:docMk/>
            <pc:sldMk cId="3018700805" sldId="866"/>
            <ac:spMk id="24" creationId="{79E2111D-CAAA-03BC-5CA6-9555253B8BFD}"/>
          </ac:spMkLst>
        </pc:spChg>
        <pc:spChg chg="add del mod">
          <ac:chgData name="Palit, Tapti" userId="dec6fbcd-7598-406a-8cbf-504d4a3bac15" providerId="ADAL" clId="{ECD42228-5B96-4A72-B268-C46DF994E6B7}" dt="2024-01-24T04:37:05.328" v="40457" actId="1076"/>
          <ac:spMkLst>
            <pc:docMk/>
            <pc:sldMk cId="3018700805" sldId="866"/>
            <ac:spMk id="25" creationId="{A648A792-6D01-AC5D-AD5D-DB39CB1D9C43}"/>
          </ac:spMkLst>
        </pc:spChg>
        <pc:spChg chg="add del mod">
          <ac:chgData name="Palit, Tapti" userId="dec6fbcd-7598-406a-8cbf-504d4a3bac15" providerId="ADAL" clId="{ECD42228-5B96-4A72-B268-C46DF994E6B7}" dt="2024-01-24T04:37:08.331" v="40458" actId="1076"/>
          <ac:spMkLst>
            <pc:docMk/>
            <pc:sldMk cId="3018700805" sldId="866"/>
            <ac:spMk id="26" creationId="{DAD8FAC0-AC2C-F023-EBB9-6F9FF7FD0209}"/>
          </ac:spMkLst>
        </pc:spChg>
        <pc:spChg chg="add mod">
          <ac:chgData name="Palit, Tapti" userId="dec6fbcd-7598-406a-8cbf-504d4a3bac15" providerId="ADAL" clId="{ECD42228-5B96-4A72-B268-C46DF994E6B7}" dt="2024-01-24T04:37:16.440" v="40467" actId="20577"/>
          <ac:spMkLst>
            <pc:docMk/>
            <pc:sldMk cId="3018700805" sldId="866"/>
            <ac:spMk id="27" creationId="{BFE9EBFD-C5FB-C925-F1FF-8D02BDFFFF02}"/>
          </ac:spMkLst>
        </pc:spChg>
        <pc:grpChg chg="add mod">
          <ac:chgData name="Palit, Tapti" userId="dec6fbcd-7598-406a-8cbf-504d4a3bac15" providerId="ADAL" clId="{ECD42228-5B96-4A72-B268-C46DF994E6B7}" dt="2024-01-24T04:35:41.336" v="40400"/>
          <ac:grpSpMkLst>
            <pc:docMk/>
            <pc:sldMk cId="3018700805" sldId="866"/>
            <ac:grpSpMk id="12" creationId="{D5ADC790-CD4C-A613-B876-FB7D8A6A8622}"/>
          </ac:grpSpMkLst>
        </pc:grpChg>
        <pc:grpChg chg="add mod">
          <ac:chgData name="Palit, Tapti" userId="dec6fbcd-7598-406a-8cbf-504d4a3bac15" providerId="ADAL" clId="{ECD42228-5B96-4A72-B268-C46DF994E6B7}" dt="2024-01-24T04:35:41.336" v="40400"/>
          <ac:grpSpMkLst>
            <pc:docMk/>
            <pc:sldMk cId="3018700805" sldId="866"/>
            <ac:grpSpMk id="16" creationId="{EF9AF598-3E29-B109-659E-B260F0379E1F}"/>
          </ac:grpSpMkLst>
        </pc:grpChg>
        <pc:grpChg chg="add mod">
          <ac:chgData name="Palit, Tapti" userId="dec6fbcd-7598-406a-8cbf-504d4a3bac15" providerId="ADAL" clId="{ECD42228-5B96-4A72-B268-C46DF994E6B7}" dt="2024-01-24T04:35:41.336" v="40400"/>
          <ac:grpSpMkLst>
            <pc:docMk/>
            <pc:sldMk cId="3018700805" sldId="866"/>
            <ac:grpSpMk id="20" creationId="{C6B27868-4AE6-EA5E-4322-AE88D75F0DCD}"/>
          </ac:grpSpMkLst>
        </pc:grpChg>
        <pc:grpChg chg="del mod">
          <ac:chgData name="Palit, Tapti" userId="dec6fbcd-7598-406a-8cbf-504d4a3bac15" providerId="ADAL" clId="{ECD42228-5B96-4A72-B268-C46DF994E6B7}" dt="2024-01-24T04:35:56.103" v="40403" actId="478"/>
          <ac:grpSpMkLst>
            <pc:docMk/>
            <pc:sldMk cId="3018700805" sldId="866"/>
            <ac:grpSpMk id="21" creationId="{794F0FAB-C28C-8627-B34F-14F78273C251}"/>
          </ac:grpSpMkLst>
        </pc:grpChg>
        <pc:picChg chg="add del mod">
          <ac:chgData name="Palit, Tapti" userId="dec6fbcd-7598-406a-8cbf-504d4a3bac15" providerId="ADAL" clId="{ECD42228-5B96-4A72-B268-C46DF994E6B7}" dt="2024-01-24T04:27:07.752" v="40065" actId="478"/>
          <ac:picMkLst>
            <pc:docMk/>
            <pc:sldMk cId="3018700805" sldId="866"/>
            <ac:picMk id="9" creationId="{8C1604F3-6F92-F5E7-A646-21442B5AD5DC}"/>
          </ac:picMkLst>
        </pc:picChg>
        <pc:picChg chg="mod">
          <ac:chgData name="Palit, Tapti" userId="dec6fbcd-7598-406a-8cbf-504d4a3bac15" providerId="ADAL" clId="{ECD42228-5B96-4A72-B268-C46DF994E6B7}" dt="2024-01-24T04:35:41.336" v="40400"/>
          <ac:picMkLst>
            <pc:docMk/>
            <pc:sldMk cId="3018700805" sldId="866"/>
            <ac:picMk id="15" creationId="{CC70AF3A-02C0-65FE-A519-1E85976E9514}"/>
          </ac:picMkLst>
        </pc:picChg>
        <pc:picChg chg="mod">
          <ac:chgData name="Palit, Tapti" userId="dec6fbcd-7598-406a-8cbf-504d4a3bac15" providerId="ADAL" clId="{ECD42228-5B96-4A72-B268-C46DF994E6B7}" dt="2024-01-24T04:35:41.336" v="40400"/>
          <ac:picMkLst>
            <pc:docMk/>
            <pc:sldMk cId="3018700805" sldId="866"/>
            <ac:picMk id="19" creationId="{9927E1D8-61AD-4446-1338-553629360A84}"/>
          </ac:picMkLst>
        </pc:picChg>
        <pc:picChg chg="mod">
          <ac:chgData name="Palit, Tapti" userId="dec6fbcd-7598-406a-8cbf-504d4a3bac15" providerId="ADAL" clId="{ECD42228-5B96-4A72-B268-C46DF994E6B7}" dt="2024-01-24T04:35:41.336" v="40400"/>
          <ac:picMkLst>
            <pc:docMk/>
            <pc:sldMk cId="3018700805" sldId="866"/>
            <ac:picMk id="22" creationId="{91AD7763-3B74-6FF7-886B-445C0F86141F}"/>
          </ac:picMkLst>
        </pc:picChg>
        <pc:picChg chg="add del mod">
          <ac:chgData name="Palit, Tapti" userId="dec6fbcd-7598-406a-8cbf-504d4a3bac15" providerId="ADAL" clId="{ECD42228-5B96-4A72-B268-C46DF994E6B7}" dt="2024-01-24T04:37:34.819" v="40471" actId="478"/>
          <ac:picMkLst>
            <pc:docMk/>
            <pc:sldMk cId="3018700805" sldId="866"/>
            <ac:picMk id="28" creationId="{A966370D-91E5-0F7C-A1B0-4C3682D6AE51}"/>
          </ac:picMkLst>
        </pc:picChg>
      </pc:sldChg>
      <pc:sldChg chg="add del mod modShow">
        <pc:chgData name="Palit, Tapti" userId="dec6fbcd-7598-406a-8cbf-504d4a3bac15" providerId="ADAL" clId="{ECD42228-5B96-4A72-B268-C46DF994E6B7}" dt="2024-01-28T03:44:01.241" v="67437" actId="47"/>
        <pc:sldMkLst>
          <pc:docMk/>
          <pc:sldMk cId="777714216" sldId="867"/>
        </pc:sldMkLst>
      </pc:sldChg>
      <pc:sldChg chg="del">
        <pc:chgData name="Palit, Tapti" userId="dec6fbcd-7598-406a-8cbf-504d4a3bac15" providerId="ADAL" clId="{ECD42228-5B96-4A72-B268-C46DF994E6B7}" dt="2024-01-23T03:27:52.159" v="17427" actId="2696"/>
        <pc:sldMkLst>
          <pc:docMk/>
          <pc:sldMk cId="3862004641" sldId="867"/>
        </pc:sldMkLst>
      </pc:sldChg>
      <pc:sldChg chg="add del mod modShow">
        <pc:chgData name="Palit, Tapti" userId="dec6fbcd-7598-406a-8cbf-504d4a3bac15" providerId="ADAL" clId="{ECD42228-5B96-4A72-B268-C46DF994E6B7}" dt="2024-01-28T03:44:01.241" v="67437" actId="47"/>
        <pc:sldMkLst>
          <pc:docMk/>
          <pc:sldMk cId="737768944" sldId="868"/>
        </pc:sldMkLst>
      </pc:sldChg>
      <pc:sldChg chg="del">
        <pc:chgData name="Palit, Tapti" userId="dec6fbcd-7598-406a-8cbf-504d4a3bac15" providerId="ADAL" clId="{ECD42228-5B96-4A72-B268-C46DF994E6B7}" dt="2024-01-22T20:30:16.522" v="8587" actId="2696"/>
        <pc:sldMkLst>
          <pc:docMk/>
          <pc:sldMk cId="3013129536" sldId="868"/>
        </pc:sldMkLst>
      </pc:sldChg>
      <pc:sldChg chg="addSp delSp modSp mod delAnim modNotesTx">
        <pc:chgData name="Palit, Tapti" userId="dec6fbcd-7598-406a-8cbf-504d4a3bac15" providerId="ADAL" clId="{ECD42228-5B96-4A72-B268-C46DF994E6B7}" dt="2024-01-25T07:34:13.144" v="56412" actId="20577"/>
        <pc:sldMkLst>
          <pc:docMk/>
          <pc:sldMk cId="1317513108" sldId="869"/>
        </pc:sldMkLst>
        <pc:spChg chg="mod">
          <ac:chgData name="Palit, Tapti" userId="dec6fbcd-7598-406a-8cbf-504d4a3bac15" providerId="ADAL" clId="{ECD42228-5B96-4A72-B268-C46DF994E6B7}" dt="2024-01-25T07:34:13.144" v="56412" actId="20577"/>
          <ac:spMkLst>
            <pc:docMk/>
            <pc:sldMk cId="1317513108" sldId="869"/>
            <ac:spMk id="3" creationId="{1A4EE72C-E366-5492-87E3-08AB9883664A}"/>
          </ac:spMkLst>
        </pc:spChg>
        <pc:spChg chg="del mod">
          <ac:chgData name="Palit, Tapti" userId="dec6fbcd-7598-406a-8cbf-504d4a3bac15" providerId="ADAL" clId="{ECD42228-5B96-4A72-B268-C46DF994E6B7}" dt="2024-01-24T04:13:34.637" v="39952" actId="21"/>
          <ac:spMkLst>
            <pc:docMk/>
            <pc:sldMk cId="1317513108" sldId="869"/>
            <ac:spMk id="7" creationId="{0A886C6B-9CA6-749E-CBA8-AE2EEE4F9216}"/>
          </ac:spMkLst>
        </pc:spChg>
        <pc:spChg chg="add mod">
          <ac:chgData name="Palit, Tapti" userId="dec6fbcd-7598-406a-8cbf-504d4a3bac15" providerId="ADAL" clId="{ECD42228-5B96-4A72-B268-C46DF994E6B7}" dt="2024-01-25T07:33:59.067" v="56394" actId="1076"/>
          <ac:spMkLst>
            <pc:docMk/>
            <pc:sldMk cId="1317513108" sldId="869"/>
            <ac:spMk id="9" creationId="{6CB49946-AA65-E6A3-55D5-EF49A80BD7D9}"/>
          </ac:spMkLst>
        </pc:spChg>
        <pc:graphicFrameChg chg="mod">
          <ac:chgData name="Palit, Tapti" userId="dec6fbcd-7598-406a-8cbf-504d4a3bac15" providerId="ADAL" clId="{ECD42228-5B96-4A72-B268-C46DF994E6B7}" dt="2024-01-25T07:29:27.985" v="56323" actId="20577"/>
          <ac:graphicFrameMkLst>
            <pc:docMk/>
            <pc:sldMk cId="1317513108" sldId="869"/>
            <ac:graphicFrameMk id="6" creationId="{29DDF177-FB8C-28F0-7429-A32CAB798CE6}"/>
          </ac:graphicFrameMkLst>
        </pc:graphicFrameChg>
        <pc:cxnChg chg="add mod">
          <ac:chgData name="Palit, Tapti" userId="dec6fbcd-7598-406a-8cbf-504d4a3bac15" providerId="ADAL" clId="{ECD42228-5B96-4A72-B268-C46DF994E6B7}" dt="2024-01-25T07:34:04.521" v="56395" actId="14100"/>
          <ac:cxnSpMkLst>
            <pc:docMk/>
            <pc:sldMk cId="1317513108" sldId="869"/>
            <ac:cxnSpMk id="7" creationId="{76FD7E0D-3CEC-7130-FA4A-5D07B4B660CA}"/>
          </ac:cxnSpMkLst>
        </pc:cxnChg>
        <pc:cxnChg chg="add del">
          <ac:chgData name="Palit, Tapti" userId="dec6fbcd-7598-406a-8cbf-504d4a3bac15" providerId="ADAL" clId="{ECD42228-5B96-4A72-B268-C46DF994E6B7}" dt="2024-01-25T04:54:11.627" v="50561" actId="478"/>
          <ac:cxnSpMkLst>
            <pc:docMk/>
            <pc:sldMk cId="1317513108" sldId="869"/>
            <ac:cxnSpMk id="7" creationId="{A08E6594-807A-A910-439B-047FAD18B764}"/>
          </ac:cxnSpMkLst>
        </pc:cxnChg>
      </pc:sldChg>
      <pc:sldChg chg="mod modNotesTx">
        <pc:chgData name="Palit, Tapti" userId="dec6fbcd-7598-406a-8cbf-504d4a3bac15" providerId="ADAL" clId="{ECD42228-5B96-4A72-B268-C46DF994E6B7}" dt="2024-02-12T14:22:26.027" v="112340" actId="27918"/>
        <pc:sldMkLst>
          <pc:docMk/>
          <pc:sldMk cId="3481442751" sldId="869"/>
        </pc:sldMkLst>
      </pc:sldChg>
      <pc:sldChg chg="addSp delSp modSp add del mod modClrScheme addCm delCm modCm chgLayout">
        <pc:chgData name="Palit, Tapti" userId="dec6fbcd-7598-406a-8cbf-504d4a3bac15" providerId="ADAL" clId="{ECD42228-5B96-4A72-B268-C46DF994E6B7}" dt="2024-01-16T01:30:34.762" v="4581" actId="207"/>
        <pc:sldMkLst>
          <pc:docMk/>
          <pc:sldMk cId="1699665765" sldId="870"/>
        </pc:sldMkLst>
        <pc:spChg chg="mod ord">
          <ac:chgData name="Palit, Tapti" userId="dec6fbcd-7598-406a-8cbf-504d4a3bac15" providerId="ADAL" clId="{ECD42228-5B96-4A72-B268-C46DF994E6B7}" dt="2024-01-14T19:20:42.556" v="382" actId="700"/>
          <ac:spMkLst>
            <pc:docMk/>
            <pc:sldMk cId="1699665765" sldId="870"/>
            <ac:spMk id="2" creationId="{164331AB-0F87-2A94-5B10-AF3850EA3C13}"/>
          </ac:spMkLst>
        </pc:spChg>
        <pc:spChg chg="mod">
          <ac:chgData name="Palit, Tapti" userId="dec6fbcd-7598-406a-8cbf-504d4a3bac15" providerId="ADAL" clId="{ECD42228-5B96-4A72-B268-C46DF994E6B7}" dt="2024-01-14T20:51:29.055" v="1427" actId="1076"/>
          <ac:spMkLst>
            <pc:docMk/>
            <pc:sldMk cId="1699665765" sldId="870"/>
            <ac:spMk id="3" creationId="{B57250D7-DEE4-A696-93E8-803A82B54AA7}"/>
          </ac:spMkLst>
        </pc:spChg>
        <pc:spChg chg="mod ord">
          <ac:chgData name="Palit, Tapti" userId="dec6fbcd-7598-406a-8cbf-504d4a3bac15" providerId="ADAL" clId="{ECD42228-5B96-4A72-B268-C46DF994E6B7}" dt="2024-01-14T19:20:42.556" v="382" actId="700"/>
          <ac:spMkLst>
            <pc:docMk/>
            <pc:sldMk cId="1699665765" sldId="870"/>
            <ac:spMk id="4" creationId="{1F3BEE15-F4A0-1FEA-1E93-3B660B9F2971}"/>
          </ac:spMkLst>
        </pc:spChg>
        <pc:spChg chg="mod">
          <ac:chgData name="Palit, Tapti" userId="dec6fbcd-7598-406a-8cbf-504d4a3bac15" providerId="ADAL" clId="{ECD42228-5B96-4A72-B268-C46DF994E6B7}" dt="2024-01-16T01:30:26.983" v="4579" actId="207"/>
          <ac:spMkLst>
            <pc:docMk/>
            <pc:sldMk cId="1699665765" sldId="870"/>
            <ac:spMk id="5" creationId="{68386F80-36FF-7696-B67B-687A28CE50A1}"/>
          </ac:spMkLst>
        </pc:spChg>
        <pc:spChg chg="add del mod ord">
          <ac:chgData name="Palit, Tapti" userId="dec6fbcd-7598-406a-8cbf-504d4a3bac15" providerId="ADAL" clId="{ECD42228-5B96-4A72-B268-C46DF994E6B7}" dt="2024-01-14T19:18:49.734" v="374" actId="700"/>
          <ac:spMkLst>
            <pc:docMk/>
            <pc:sldMk cId="1699665765" sldId="870"/>
            <ac:spMk id="6" creationId="{0E2D8D14-8365-8F35-3791-44A1650D568D}"/>
          </ac:spMkLst>
        </pc:spChg>
        <pc:spChg chg="mod">
          <ac:chgData name="Palit, Tapti" userId="dec6fbcd-7598-406a-8cbf-504d4a3bac15" providerId="ADAL" clId="{ECD42228-5B96-4A72-B268-C46DF994E6B7}" dt="2024-01-16T01:30:34.762" v="4581" actId="207"/>
          <ac:spMkLst>
            <pc:docMk/>
            <pc:sldMk cId="1699665765" sldId="870"/>
            <ac:spMk id="7" creationId="{A81D8A86-5728-C67F-0278-3A592D4B8FB9}"/>
          </ac:spMkLst>
        </pc:spChg>
        <pc:spChg chg="add mod ord">
          <ac:chgData name="Palit, Tapti" userId="dec6fbcd-7598-406a-8cbf-504d4a3bac15" providerId="ADAL" clId="{ECD42228-5B96-4A72-B268-C46DF994E6B7}" dt="2024-01-14T19:20:47.910" v="385" actId="20577"/>
          <ac:spMkLst>
            <pc:docMk/>
            <pc:sldMk cId="1699665765" sldId="870"/>
            <ac:spMk id="8" creationId="{FFAB3311-65C2-2963-345A-1E5864C0A655}"/>
          </ac:spMkLst>
        </pc:spChg>
        <pc:spChg chg="mod">
          <ac:chgData name="Palit, Tapti" userId="dec6fbcd-7598-406a-8cbf-504d4a3bac15" providerId="ADAL" clId="{ECD42228-5B96-4A72-B268-C46DF994E6B7}" dt="2024-01-14T20:41:50.900" v="1171" actId="6549"/>
          <ac:spMkLst>
            <pc:docMk/>
            <pc:sldMk cId="1699665765" sldId="870"/>
            <ac:spMk id="32" creationId="{CE5645A5-88BA-920D-64CE-86A11E3CAA5D}"/>
          </ac:spMkLst>
        </pc:spChg>
        <pc:spChg chg="mod">
          <ac:chgData name="Palit, Tapti" userId="dec6fbcd-7598-406a-8cbf-504d4a3bac15" providerId="ADAL" clId="{ECD42228-5B96-4A72-B268-C46DF994E6B7}" dt="2024-01-14T20:51:20.321" v="1425" actId="1076"/>
          <ac:spMkLst>
            <pc:docMk/>
            <pc:sldMk cId="1699665765" sldId="870"/>
            <ac:spMk id="34" creationId="{B7F2D972-8F06-5B99-F899-249FFAEBFFEF}"/>
          </ac:spMkLst>
        </pc:spChg>
        <pc:spChg chg="del mod ord">
          <ac:chgData name="Palit, Tapti" userId="dec6fbcd-7598-406a-8cbf-504d4a3bac15" providerId="ADAL" clId="{ECD42228-5B96-4A72-B268-C46DF994E6B7}" dt="2024-01-14T19:20:53.451" v="386" actId="478"/>
          <ac:spMkLst>
            <pc:docMk/>
            <pc:sldMk cId="1699665765" sldId="870"/>
            <ac:spMk id="40" creationId="{36D80653-0A5B-A378-33D8-3C4434B09FC8}"/>
          </ac:spMkLst>
        </pc:spChg>
        <pc:cxnChg chg="mod">
          <ac:chgData name="Palit, Tapti" userId="dec6fbcd-7598-406a-8cbf-504d4a3bac15" providerId="ADAL" clId="{ECD42228-5B96-4A72-B268-C46DF994E6B7}" dt="2024-01-14T20:51:35.025" v="1429" actId="14100"/>
          <ac:cxnSpMkLst>
            <pc:docMk/>
            <pc:sldMk cId="1699665765" sldId="870"/>
            <ac:cxnSpMk id="36" creationId="{7E8CC041-3939-5F60-36EB-7FFD78ED3060}"/>
          </ac:cxnSpMkLst>
        </pc:cxnChg>
        <pc:extLst>
          <p:ext xmlns:p="http://schemas.openxmlformats.org/presentationml/2006/main" uri="{D6D511B9-2390-475A-947B-AFAB55BFBCF1}">
            <pc226:cmChg xmlns:pc226="http://schemas.microsoft.com/office/powerpoint/2022/06/main/command" chg="add mod">
              <pc226:chgData name="Palit, Tapti" userId="dec6fbcd-7598-406a-8cbf-504d4a3bac15" providerId="ADAL" clId="{ECD42228-5B96-4A72-B268-C46DF994E6B7}" dt="2024-01-14T21:20:30.808" v="1655"/>
              <pc2:cmMkLst xmlns:pc2="http://schemas.microsoft.com/office/powerpoint/2019/9/main/command">
                <pc:docMk/>
                <pc:sldMk cId="1699665765" sldId="870"/>
                <pc2:cmMk id="{A38E67AF-9CD1-441D-BE08-D0FAABB542E8}"/>
              </pc2:cmMkLst>
              <pc226:cmRplyChg chg="add">
                <pc226:chgData name="Palit, Tapti" userId="dec6fbcd-7598-406a-8cbf-504d4a3bac15" providerId="ADAL" clId="{ECD42228-5B96-4A72-B268-C46DF994E6B7}" dt="2024-01-14T21:20:30.808" v="1655"/>
                <pc2:cmRplyMkLst xmlns:pc2="http://schemas.microsoft.com/office/powerpoint/2019/9/main/command">
                  <pc:docMk/>
                  <pc:sldMk cId="1699665765" sldId="870"/>
                  <pc2:cmMk id="{A38E67AF-9CD1-441D-BE08-D0FAABB542E8}"/>
                  <pc2:cmRplyMk id="{06DA93C5-78DF-4873-9D6F-140257C2F491}"/>
                </pc2:cmRplyMkLst>
              </pc226:cmRplyChg>
            </pc226:cmChg>
            <pc226:cmChg xmlns:pc226="http://schemas.microsoft.com/office/powerpoint/2022/06/main/command" chg="add del">
              <pc226:chgData name="Palit, Tapti" userId="dec6fbcd-7598-406a-8cbf-504d4a3bac15" providerId="ADAL" clId="{ECD42228-5B96-4A72-B268-C46DF994E6B7}" dt="2024-01-14T21:19:41.033" v="1652"/>
              <pc2:cmMkLst xmlns:pc2="http://schemas.microsoft.com/office/powerpoint/2019/9/main/command">
                <pc:docMk/>
                <pc:sldMk cId="1699665765" sldId="870"/>
                <pc2:cmMk id="{4397B3D1-5007-4530-ABE4-873414B9B953}"/>
              </pc2:cmMkLst>
            </pc226:cmChg>
            <pc226:cmChg xmlns:pc226="http://schemas.microsoft.com/office/powerpoint/2022/06/main/command" chg="add del">
              <pc226:chgData name="Palit, Tapti" userId="dec6fbcd-7598-406a-8cbf-504d4a3bac15" providerId="ADAL" clId="{ECD42228-5B96-4A72-B268-C46DF994E6B7}" dt="2024-01-14T21:19:42.313" v="1653"/>
              <pc2:cmMkLst xmlns:pc2="http://schemas.microsoft.com/office/powerpoint/2019/9/main/command">
                <pc:docMk/>
                <pc:sldMk cId="1699665765" sldId="870"/>
                <pc2:cmMk id="{D970CED4-71D8-4B2E-B46A-3140DBB81CFE}"/>
              </pc2:cmMkLst>
            </pc226:cmChg>
          </p:ext>
        </pc:extLst>
      </pc:sldChg>
      <pc:sldChg chg="add del mod modShow">
        <pc:chgData name="Palit, Tapti" userId="dec6fbcd-7598-406a-8cbf-504d4a3bac15" providerId="ADAL" clId="{ECD42228-5B96-4A72-B268-C46DF994E6B7}" dt="2024-01-28T03:44:01.241" v="67437" actId="47"/>
        <pc:sldMkLst>
          <pc:docMk/>
          <pc:sldMk cId="2148015483" sldId="870"/>
        </pc:sldMkLst>
      </pc:sldChg>
      <pc:sldChg chg="addSp delSp modSp new del mod modAnim modNotesTx">
        <pc:chgData name="Palit, Tapti" userId="dec6fbcd-7598-406a-8cbf-504d4a3bac15" providerId="ADAL" clId="{ECD42228-5B96-4A72-B268-C46DF994E6B7}" dt="2024-01-25T04:48:53.113" v="50545" actId="2696"/>
        <pc:sldMkLst>
          <pc:docMk/>
          <pc:sldMk cId="3088680036" sldId="870"/>
        </pc:sldMkLst>
        <pc:spChg chg="del">
          <ac:chgData name="Palit, Tapti" userId="dec6fbcd-7598-406a-8cbf-504d4a3bac15" providerId="ADAL" clId="{ECD42228-5B96-4A72-B268-C46DF994E6B7}" dt="2024-01-22T19:44:23.235" v="8045" actId="478"/>
          <ac:spMkLst>
            <pc:docMk/>
            <pc:sldMk cId="3088680036" sldId="870"/>
            <ac:spMk id="2" creationId="{B95313CB-4304-5A5C-ACD9-95B569975707}"/>
          </ac:spMkLst>
        </pc:spChg>
        <pc:spChg chg="mod">
          <ac:chgData name="Palit, Tapti" userId="dec6fbcd-7598-406a-8cbf-504d4a3bac15" providerId="ADAL" clId="{ECD42228-5B96-4A72-B268-C46DF994E6B7}" dt="2024-01-22T23:40:05.186" v="10409" actId="20577"/>
          <ac:spMkLst>
            <pc:docMk/>
            <pc:sldMk cId="3088680036" sldId="870"/>
            <ac:spMk id="3" creationId="{C6BE787B-C16E-02EB-5DA9-187ECDD659BC}"/>
          </ac:spMkLst>
        </pc:spChg>
        <pc:spChg chg="add del mod">
          <ac:chgData name="Palit, Tapti" userId="dec6fbcd-7598-406a-8cbf-504d4a3bac15" providerId="ADAL" clId="{ECD42228-5B96-4A72-B268-C46DF994E6B7}" dt="2024-01-22T19:44:17.071" v="8043" actId="21"/>
          <ac:spMkLst>
            <pc:docMk/>
            <pc:sldMk cId="3088680036" sldId="870"/>
            <ac:spMk id="7" creationId="{F6E53FAE-1592-89D7-9DCB-10413E45EE1C}"/>
          </ac:spMkLst>
        </pc:spChg>
        <pc:spChg chg="add del mod">
          <ac:chgData name="Palit, Tapti" userId="dec6fbcd-7598-406a-8cbf-504d4a3bac15" providerId="ADAL" clId="{ECD42228-5B96-4A72-B268-C46DF994E6B7}" dt="2024-01-22T19:44:17.071" v="8043" actId="21"/>
          <ac:spMkLst>
            <pc:docMk/>
            <pc:sldMk cId="3088680036" sldId="870"/>
            <ac:spMk id="9" creationId="{8D3BEB0C-DDBD-8F40-E3B1-714A57D26613}"/>
          </ac:spMkLst>
        </pc:spChg>
        <pc:spChg chg="add mod">
          <ac:chgData name="Palit, Tapti" userId="dec6fbcd-7598-406a-8cbf-504d4a3bac15" providerId="ADAL" clId="{ECD42228-5B96-4A72-B268-C46DF994E6B7}" dt="2024-01-22T19:46:01.436" v="8063" actId="1076"/>
          <ac:spMkLst>
            <pc:docMk/>
            <pc:sldMk cId="3088680036" sldId="870"/>
            <ac:spMk id="10" creationId="{1CD5A577-E5D9-8C76-EB20-F45DB5AB78EE}"/>
          </ac:spMkLst>
        </pc:spChg>
        <pc:spChg chg="add mod">
          <ac:chgData name="Palit, Tapti" userId="dec6fbcd-7598-406a-8cbf-504d4a3bac15" providerId="ADAL" clId="{ECD42228-5B96-4A72-B268-C46DF994E6B7}" dt="2024-01-24T01:50:02.900" v="34340" actId="1035"/>
          <ac:spMkLst>
            <pc:docMk/>
            <pc:sldMk cId="3088680036" sldId="870"/>
            <ac:spMk id="13" creationId="{5DF885B0-C607-5D49-E0DF-FCEEE198A648}"/>
          </ac:spMkLst>
        </pc:spChg>
        <pc:picChg chg="add mod">
          <ac:chgData name="Palit, Tapti" userId="dec6fbcd-7598-406a-8cbf-504d4a3bac15" providerId="ADAL" clId="{ECD42228-5B96-4A72-B268-C46DF994E6B7}" dt="2024-01-22T19:45:54.657" v="8062" actId="1076"/>
          <ac:picMkLst>
            <pc:docMk/>
            <pc:sldMk cId="3088680036" sldId="870"/>
            <ac:picMk id="5" creationId="{CEA069DB-F701-115C-B47C-A641821873C1}"/>
          </ac:picMkLst>
        </pc:picChg>
        <pc:picChg chg="add mod">
          <ac:chgData name="Palit, Tapti" userId="dec6fbcd-7598-406a-8cbf-504d4a3bac15" providerId="ADAL" clId="{ECD42228-5B96-4A72-B268-C46DF994E6B7}" dt="2024-01-22T19:46:13.316" v="8067" actId="1076"/>
          <ac:picMkLst>
            <pc:docMk/>
            <pc:sldMk cId="3088680036" sldId="870"/>
            <ac:picMk id="11" creationId="{907511A1-E51C-5F86-A47D-FDA8A9FAFA51}"/>
          </ac:picMkLst>
        </pc:picChg>
        <pc:picChg chg="add mod">
          <ac:chgData name="Palit, Tapti" userId="dec6fbcd-7598-406a-8cbf-504d4a3bac15" providerId="ADAL" clId="{ECD42228-5B96-4A72-B268-C46DF994E6B7}" dt="2024-01-23T01:37:47.158" v="12676" actId="1076"/>
          <ac:picMkLst>
            <pc:docMk/>
            <pc:sldMk cId="3088680036" sldId="870"/>
            <ac:picMk id="1026" creationId="{549CF9D0-6DC7-CBFE-EBF2-F363AC0D35EC}"/>
          </ac:picMkLst>
        </pc:picChg>
        <pc:cxnChg chg="add del mod">
          <ac:chgData name="Palit, Tapti" userId="dec6fbcd-7598-406a-8cbf-504d4a3bac15" providerId="ADAL" clId="{ECD42228-5B96-4A72-B268-C46DF994E6B7}" dt="2024-01-22T19:44:17.071" v="8043" actId="21"/>
          <ac:cxnSpMkLst>
            <pc:docMk/>
            <pc:sldMk cId="3088680036" sldId="870"/>
            <ac:cxnSpMk id="6" creationId="{B0811C4B-4D67-5C37-793C-877A4C34ADB9}"/>
          </ac:cxnSpMkLst>
        </pc:cxnChg>
        <pc:cxnChg chg="add del mod">
          <ac:chgData name="Palit, Tapti" userId="dec6fbcd-7598-406a-8cbf-504d4a3bac15" providerId="ADAL" clId="{ECD42228-5B96-4A72-B268-C46DF994E6B7}" dt="2024-01-22T19:44:17.071" v="8043" actId="21"/>
          <ac:cxnSpMkLst>
            <pc:docMk/>
            <pc:sldMk cId="3088680036" sldId="870"/>
            <ac:cxnSpMk id="8" creationId="{668F9720-32B7-B7D4-6437-F09A8D253315}"/>
          </ac:cxnSpMkLst>
        </pc:cxnChg>
        <pc:cxnChg chg="add mod">
          <ac:chgData name="Palit, Tapti" userId="dec6fbcd-7598-406a-8cbf-504d4a3bac15" providerId="ADAL" clId="{ECD42228-5B96-4A72-B268-C46DF994E6B7}" dt="2024-01-22T20:25:00.112" v="8449" actId="1076"/>
          <ac:cxnSpMkLst>
            <pc:docMk/>
            <pc:sldMk cId="3088680036" sldId="870"/>
            <ac:cxnSpMk id="12" creationId="{460AB99F-954D-E35B-336F-D28836D9D7A7}"/>
          </ac:cxnSpMkLst>
        </pc:cxnChg>
      </pc:sldChg>
      <pc:sldChg chg="add del mod modShow">
        <pc:chgData name="Palit, Tapti" userId="dec6fbcd-7598-406a-8cbf-504d4a3bac15" providerId="ADAL" clId="{ECD42228-5B96-4A72-B268-C46DF994E6B7}" dt="2024-01-28T03:44:01.241" v="67437" actId="47"/>
        <pc:sldMkLst>
          <pc:docMk/>
          <pc:sldMk cId="398552972" sldId="871"/>
        </pc:sldMkLst>
      </pc:sldChg>
      <pc:sldChg chg="addSp delSp modSp new del mod modClrScheme addAnim delAnim modAnim addCm delCm chgLayout modNotesTx">
        <pc:chgData name="Palit, Tapti" userId="dec6fbcd-7598-406a-8cbf-504d4a3bac15" providerId="ADAL" clId="{ECD42228-5B96-4A72-B268-C46DF994E6B7}" dt="2024-01-25T04:48:53.113" v="50545" actId="2696"/>
        <pc:sldMkLst>
          <pc:docMk/>
          <pc:sldMk cId="2196532392" sldId="871"/>
        </pc:sldMkLst>
        <pc:spChg chg="del mod ord">
          <ac:chgData name="Palit, Tapti" userId="dec6fbcd-7598-406a-8cbf-504d4a3bac15" providerId="ADAL" clId="{ECD42228-5B96-4A72-B268-C46DF994E6B7}" dt="2024-01-22T19:47:21.947" v="8116" actId="700"/>
          <ac:spMkLst>
            <pc:docMk/>
            <pc:sldMk cId="2196532392" sldId="871"/>
            <ac:spMk id="2" creationId="{74F9ACC0-E39D-393E-9242-70738163E1BB}"/>
          </ac:spMkLst>
        </pc:spChg>
        <pc:spChg chg="add del mod">
          <ac:chgData name="Palit, Tapti" userId="dec6fbcd-7598-406a-8cbf-504d4a3bac15" providerId="ADAL" clId="{ECD42228-5B96-4A72-B268-C46DF994E6B7}" dt="2024-01-22T20:01:35.887" v="8291" actId="6264"/>
          <ac:spMkLst>
            <pc:docMk/>
            <pc:sldMk cId="2196532392" sldId="871"/>
            <ac:spMk id="2" creationId="{A1AD414B-1BF5-3252-167C-6737F9E06125}"/>
          </ac:spMkLst>
        </pc:spChg>
        <pc:spChg chg="del mod ord">
          <ac:chgData name="Palit, Tapti" userId="dec6fbcd-7598-406a-8cbf-504d4a3bac15" providerId="ADAL" clId="{ECD42228-5B96-4A72-B268-C46DF994E6B7}" dt="2024-01-22T19:47:21.947" v="8116" actId="700"/>
          <ac:spMkLst>
            <pc:docMk/>
            <pc:sldMk cId="2196532392" sldId="871"/>
            <ac:spMk id="3" creationId="{527CEB56-C001-4CB7-4342-BB6583D175A5}"/>
          </ac:spMkLst>
        </pc:spChg>
        <pc:spChg chg="add del mod">
          <ac:chgData name="Palit, Tapti" userId="dec6fbcd-7598-406a-8cbf-504d4a3bac15" providerId="ADAL" clId="{ECD42228-5B96-4A72-B268-C46DF994E6B7}" dt="2024-01-22T20:01:35.887" v="8291" actId="6264"/>
          <ac:spMkLst>
            <pc:docMk/>
            <pc:sldMk cId="2196532392" sldId="871"/>
            <ac:spMk id="3" creationId="{A6C08035-AF71-4319-CCF6-3B6A51694DD7}"/>
          </ac:spMkLst>
        </pc:spChg>
        <pc:spChg chg="mod ord">
          <ac:chgData name="Palit, Tapti" userId="dec6fbcd-7598-406a-8cbf-504d4a3bac15" providerId="ADAL" clId="{ECD42228-5B96-4A72-B268-C46DF994E6B7}" dt="2024-01-22T20:25:49.733" v="8450" actId="700"/>
          <ac:spMkLst>
            <pc:docMk/>
            <pc:sldMk cId="2196532392" sldId="871"/>
            <ac:spMk id="4" creationId="{412865EC-C32C-1309-28F3-89F38691C5DA}"/>
          </ac:spMkLst>
        </pc:spChg>
        <pc:spChg chg="add mod ord">
          <ac:chgData name="Palit, Tapti" userId="dec6fbcd-7598-406a-8cbf-504d4a3bac15" providerId="ADAL" clId="{ECD42228-5B96-4A72-B268-C46DF994E6B7}" dt="2024-01-23T18:43:17.384" v="32771" actId="20577"/>
          <ac:spMkLst>
            <pc:docMk/>
            <pc:sldMk cId="2196532392" sldId="871"/>
            <ac:spMk id="5" creationId="{A5C03726-C797-7BB6-252B-7E78B26463A4}"/>
          </ac:spMkLst>
        </pc:spChg>
        <pc:spChg chg="add del mod ord">
          <ac:chgData name="Palit, Tapti" userId="dec6fbcd-7598-406a-8cbf-504d4a3bac15" providerId="ADAL" clId="{ECD42228-5B96-4A72-B268-C46DF994E6B7}" dt="2024-01-22T20:01:35.887" v="8291" actId="6264"/>
          <ac:spMkLst>
            <pc:docMk/>
            <pc:sldMk cId="2196532392" sldId="871"/>
            <ac:spMk id="6" creationId="{488C03C9-FAF7-47B9-4E49-9337362B6361}"/>
          </ac:spMkLst>
        </pc:spChg>
        <pc:spChg chg="add del mod ord">
          <ac:chgData name="Palit, Tapti" userId="dec6fbcd-7598-406a-8cbf-504d4a3bac15" providerId="ADAL" clId="{ECD42228-5B96-4A72-B268-C46DF994E6B7}" dt="2024-01-22T19:49:22.779" v="8137" actId="478"/>
          <ac:spMkLst>
            <pc:docMk/>
            <pc:sldMk cId="2196532392" sldId="871"/>
            <ac:spMk id="7" creationId="{776E6BE7-38A6-E4E9-2067-31994C2DF05F}"/>
          </ac:spMkLst>
        </pc:spChg>
        <pc:spChg chg="add del mod ord">
          <ac:chgData name="Palit, Tapti" userId="dec6fbcd-7598-406a-8cbf-504d4a3bac15" providerId="ADAL" clId="{ECD42228-5B96-4A72-B268-C46DF994E6B7}" dt="2024-01-22T20:01:46.557" v="8295" actId="478"/>
          <ac:spMkLst>
            <pc:docMk/>
            <pc:sldMk cId="2196532392" sldId="871"/>
            <ac:spMk id="7" creationId="{C1E51CCA-45C8-4EDF-F0A0-4EA13EE93CA9}"/>
          </ac:spMkLst>
        </pc:spChg>
        <pc:spChg chg="add del mod">
          <ac:chgData name="Palit, Tapti" userId="dec6fbcd-7598-406a-8cbf-504d4a3bac15" providerId="ADAL" clId="{ECD42228-5B96-4A72-B268-C46DF994E6B7}" dt="2024-01-23T19:55:48.224" v="33105" actId="478"/>
          <ac:spMkLst>
            <pc:docMk/>
            <pc:sldMk cId="2196532392" sldId="871"/>
            <ac:spMk id="8" creationId="{84480599-EEBD-045D-5572-6C9D777FCDD4}"/>
          </ac:spMkLst>
        </pc:spChg>
        <pc:spChg chg="add del mod">
          <ac:chgData name="Palit, Tapti" userId="dec6fbcd-7598-406a-8cbf-504d4a3bac15" providerId="ADAL" clId="{ECD42228-5B96-4A72-B268-C46DF994E6B7}" dt="2024-01-23T19:55:48.224" v="33105" actId="478"/>
          <ac:spMkLst>
            <pc:docMk/>
            <pc:sldMk cId="2196532392" sldId="871"/>
            <ac:spMk id="9" creationId="{10C09A93-3E9A-7246-C5F2-9ABA5AC5E523}"/>
          </ac:spMkLst>
        </pc:spChg>
        <pc:spChg chg="add del mod">
          <ac:chgData name="Palit, Tapti" userId="dec6fbcd-7598-406a-8cbf-504d4a3bac15" providerId="ADAL" clId="{ECD42228-5B96-4A72-B268-C46DF994E6B7}" dt="2024-01-23T19:55:55.184" v="33106" actId="478"/>
          <ac:spMkLst>
            <pc:docMk/>
            <pc:sldMk cId="2196532392" sldId="871"/>
            <ac:spMk id="10" creationId="{4D770060-6CAD-A31D-2CA8-254C745C89B1}"/>
          </ac:spMkLst>
        </pc:spChg>
        <pc:spChg chg="add del mod">
          <ac:chgData name="Palit, Tapti" userId="dec6fbcd-7598-406a-8cbf-504d4a3bac15" providerId="ADAL" clId="{ECD42228-5B96-4A72-B268-C46DF994E6B7}" dt="2024-01-23T19:55:55.184" v="33106" actId="478"/>
          <ac:spMkLst>
            <pc:docMk/>
            <pc:sldMk cId="2196532392" sldId="871"/>
            <ac:spMk id="11" creationId="{37B658C5-7518-490D-6213-9898B7DACE98}"/>
          </ac:spMkLst>
        </pc:spChg>
        <pc:spChg chg="add del mod">
          <ac:chgData name="Palit, Tapti" userId="dec6fbcd-7598-406a-8cbf-504d4a3bac15" providerId="ADAL" clId="{ECD42228-5B96-4A72-B268-C46DF994E6B7}" dt="2024-01-23T19:55:55.184" v="33106" actId="478"/>
          <ac:spMkLst>
            <pc:docMk/>
            <pc:sldMk cId="2196532392" sldId="871"/>
            <ac:spMk id="12" creationId="{54B27CBE-6560-54FB-2977-C832AB8F84A1}"/>
          </ac:spMkLst>
        </pc:spChg>
        <pc:spChg chg="add del mod">
          <ac:chgData name="Palit, Tapti" userId="dec6fbcd-7598-406a-8cbf-504d4a3bac15" providerId="ADAL" clId="{ECD42228-5B96-4A72-B268-C46DF994E6B7}" dt="2024-01-23T19:56:15.067" v="33112" actId="1076"/>
          <ac:spMkLst>
            <pc:docMk/>
            <pc:sldMk cId="2196532392" sldId="871"/>
            <ac:spMk id="13" creationId="{1FE80DE5-E44B-1F1A-C361-3CC162790730}"/>
          </ac:spMkLst>
        </pc:spChg>
        <pc:spChg chg="add del mod">
          <ac:chgData name="Palit, Tapti" userId="dec6fbcd-7598-406a-8cbf-504d4a3bac15" providerId="ADAL" clId="{ECD42228-5B96-4A72-B268-C46DF994E6B7}" dt="2024-01-23T19:55:55.184" v="33106" actId="478"/>
          <ac:spMkLst>
            <pc:docMk/>
            <pc:sldMk cId="2196532392" sldId="871"/>
            <ac:spMk id="14" creationId="{81F0B9AC-48EB-E1AC-5F69-1763B8E1F981}"/>
          </ac:spMkLst>
        </pc:spChg>
        <pc:spChg chg="add del mod">
          <ac:chgData name="Palit, Tapti" userId="dec6fbcd-7598-406a-8cbf-504d4a3bac15" providerId="ADAL" clId="{ECD42228-5B96-4A72-B268-C46DF994E6B7}" dt="2024-01-23T19:55:55.184" v="33106" actId="478"/>
          <ac:spMkLst>
            <pc:docMk/>
            <pc:sldMk cId="2196532392" sldId="871"/>
            <ac:spMk id="15" creationId="{A384B9E9-3B63-7F19-1EB1-389DA66BAD11}"/>
          </ac:spMkLst>
        </pc:spChg>
        <pc:spChg chg="add del mod">
          <ac:chgData name="Palit, Tapti" userId="dec6fbcd-7598-406a-8cbf-504d4a3bac15" providerId="ADAL" clId="{ECD42228-5B96-4A72-B268-C46DF994E6B7}" dt="2024-01-23T19:55:55.184" v="33106" actId="478"/>
          <ac:spMkLst>
            <pc:docMk/>
            <pc:sldMk cId="2196532392" sldId="871"/>
            <ac:spMk id="16" creationId="{4F8C6A53-9182-333D-9FBC-8AC96B050953}"/>
          </ac:spMkLst>
        </pc:spChg>
        <pc:spChg chg="add del mod">
          <ac:chgData name="Palit, Tapti" userId="dec6fbcd-7598-406a-8cbf-504d4a3bac15" providerId="ADAL" clId="{ECD42228-5B96-4A72-B268-C46DF994E6B7}" dt="2024-01-23T19:55:55.184" v="33106" actId="478"/>
          <ac:spMkLst>
            <pc:docMk/>
            <pc:sldMk cId="2196532392" sldId="871"/>
            <ac:spMk id="17" creationId="{4F19FE6E-F23F-5D5B-6CB2-3EC1375115E8}"/>
          </ac:spMkLst>
        </pc:spChg>
        <pc:spChg chg="add del mod">
          <ac:chgData name="Palit, Tapti" userId="dec6fbcd-7598-406a-8cbf-504d4a3bac15" providerId="ADAL" clId="{ECD42228-5B96-4A72-B268-C46DF994E6B7}" dt="2024-01-23T19:09:26.808" v="32961" actId="478"/>
          <ac:spMkLst>
            <pc:docMk/>
            <pc:sldMk cId="2196532392" sldId="871"/>
            <ac:spMk id="18" creationId="{D5811DA6-5190-79D5-29ED-3ACCAA81BAC7}"/>
          </ac:spMkLst>
        </pc:spChg>
        <pc:spChg chg="add del mod">
          <ac:chgData name="Palit, Tapti" userId="dec6fbcd-7598-406a-8cbf-504d4a3bac15" providerId="ADAL" clId="{ECD42228-5B96-4A72-B268-C46DF994E6B7}" dt="2024-01-23T19:55:55.184" v="33106" actId="478"/>
          <ac:spMkLst>
            <pc:docMk/>
            <pc:sldMk cId="2196532392" sldId="871"/>
            <ac:spMk id="19" creationId="{91CA1BFC-864E-F298-C7BB-024AEF7AFB4C}"/>
          </ac:spMkLst>
        </pc:spChg>
        <pc:spChg chg="add del mod">
          <ac:chgData name="Palit, Tapti" userId="dec6fbcd-7598-406a-8cbf-504d4a3bac15" providerId="ADAL" clId="{ECD42228-5B96-4A72-B268-C46DF994E6B7}" dt="2024-01-23T19:55:55.184" v="33106" actId="478"/>
          <ac:spMkLst>
            <pc:docMk/>
            <pc:sldMk cId="2196532392" sldId="871"/>
            <ac:spMk id="20" creationId="{196DF6E0-7358-9166-514D-6D86AE0A43B8}"/>
          </ac:spMkLst>
        </pc:spChg>
        <pc:spChg chg="add del mod">
          <ac:chgData name="Palit, Tapti" userId="dec6fbcd-7598-406a-8cbf-504d4a3bac15" providerId="ADAL" clId="{ECD42228-5B96-4A72-B268-C46DF994E6B7}" dt="2024-01-23T19:55:55.184" v="33106" actId="478"/>
          <ac:spMkLst>
            <pc:docMk/>
            <pc:sldMk cId="2196532392" sldId="871"/>
            <ac:spMk id="21" creationId="{A785D9B0-9DC9-A475-C4DF-7546CD04CDA2}"/>
          </ac:spMkLst>
        </pc:spChg>
        <pc:spChg chg="add del mod">
          <ac:chgData name="Palit, Tapti" userId="dec6fbcd-7598-406a-8cbf-504d4a3bac15" providerId="ADAL" clId="{ECD42228-5B96-4A72-B268-C46DF994E6B7}" dt="2024-01-23T19:09:26.808" v="32961" actId="478"/>
          <ac:spMkLst>
            <pc:docMk/>
            <pc:sldMk cId="2196532392" sldId="871"/>
            <ac:spMk id="22" creationId="{DAE4E4D5-E0C2-842C-B7FF-2097AF53EA5A}"/>
          </ac:spMkLst>
        </pc:spChg>
        <pc:spChg chg="add del mod">
          <ac:chgData name="Palit, Tapti" userId="dec6fbcd-7598-406a-8cbf-504d4a3bac15" providerId="ADAL" clId="{ECD42228-5B96-4A72-B268-C46DF994E6B7}" dt="2024-01-23T19:55:55.184" v="33106" actId="478"/>
          <ac:spMkLst>
            <pc:docMk/>
            <pc:sldMk cId="2196532392" sldId="871"/>
            <ac:spMk id="23" creationId="{F9ED8CA1-3239-DE5A-4469-48A0D7F83915}"/>
          </ac:spMkLst>
        </pc:spChg>
        <pc:spChg chg="add del mod">
          <ac:chgData name="Palit, Tapti" userId="dec6fbcd-7598-406a-8cbf-504d4a3bac15" providerId="ADAL" clId="{ECD42228-5B96-4A72-B268-C46DF994E6B7}" dt="2024-01-23T19:55:55.184" v="33106" actId="478"/>
          <ac:spMkLst>
            <pc:docMk/>
            <pc:sldMk cId="2196532392" sldId="871"/>
            <ac:spMk id="24" creationId="{086BC06D-24FE-5997-C876-412C14FBFBF7}"/>
          </ac:spMkLst>
        </pc:spChg>
        <pc:spChg chg="add del mod">
          <ac:chgData name="Palit, Tapti" userId="dec6fbcd-7598-406a-8cbf-504d4a3bac15" providerId="ADAL" clId="{ECD42228-5B96-4A72-B268-C46DF994E6B7}" dt="2024-01-23T19:55:55.184" v="33106" actId="478"/>
          <ac:spMkLst>
            <pc:docMk/>
            <pc:sldMk cId="2196532392" sldId="871"/>
            <ac:spMk id="25" creationId="{D0B5C679-B158-4435-10B1-9662189A03B8}"/>
          </ac:spMkLst>
        </pc:spChg>
        <pc:spChg chg="add del mod">
          <ac:chgData name="Palit, Tapti" userId="dec6fbcd-7598-406a-8cbf-504d4a3bac15" providerId="ADAL" clId="{ECD42228-5B96-4A72-B268-C46DF994E6B7}" dt="2024-01-23T19:55:55.184" v="33106" actId="478"/>
          <ac:spMkLst>
            <pc:docMk/>
            <pc:sldMk cId="2196532392" sldId="871"/>
            <ac:spMk id="26" creationId="{AE36C0A3-B96A-E536-895A-B3CA863AD183}"/>
          </ac:spMkLst>
        </pc:spChg>
        <pc:spChg chg="add del mod">
          <ac:chgData name="Palit, Tapti" userId="dec6fbcd-7598-406a-8cbf-504d4a3bac15" providerId="ADAL" clId="{ECD42228-5B96-4A72-B268-C46DF994E6B7}" dt="2024-01-23T19:55:55.184" v="33106" actId="478"/>
          <ac:spMkLst>
            <pc:docMk/>
            <pc:sldMk cId="2196532392" sldId="871"/>
            <ac:spMk id="27" creationId="{3F99FB94-9FEB-4D13-BCEF-A1DCCDD90CC3}"/>
          </ac:spMkLst>
        </pc:spChg>
        <pc:spChg chg="add del mod">
          <ac:chgData name="Palit, Tapti" userId="dec6fbcd-7598-406a-8cbf-504d4a3bac15" providerId="ADAL" clId="{ECD42228-5B96-4A72-B268-C46DF994E6B7}" dt="2024-01-23T19:55:55.184" v="33106" actId="478"/>
          <ac:spMkLst>
            <pc:docMk/>
            <pc:sldMk cId="2196532392" sldId="871"/>
            <ac:spMk id="28" creationId="{DEE0D86B-9595-8CA1-17E4-CD7A320B4E6B}"/>
          </ac:spMkLst>
        </pc:spChg>
        <pc:spChg chg="add del mod">
          <ac:chgData name="Palit, Tapti" userId="dec6fbcd-7598-406a-8cbf-504d4a3bac15" providerId="ADAL" clId="{ECD42228-5B96-4A72-B268-C46DF994E6B7}" dt="2024-01-23T19:55:55.184" v="33106" actId="478"/>
          <ac:spMkLst>
            <pc:docMk/>
            <pc:sldMk cId="2196532392" sldId="871"/>
            <ac:spMk id="29" creationId="{E089F25E-6F70-8633-8D50-66B02DDFC22F}"/>
          </ac:spMkLst>
        </pc:spChg>
        <pc:spChg chg="add del mod">
          <ac:chgData name="Palit, Tapti" userId="dec6fbcd-7598-406a-8cbf-504d4a3bac15" providerId="ADAL" clId="{ECD42228-5B96-4A72-B268-C46DF994E6B7}" dt="2024-01-23T19:55:55.184" v="33106" actId="478"/>
          <ac:spMkLst>
            <pc:docMk/>
            <pc:sldMk cId="2196532392" sldId="871"/>
            <ac:spMk id="30" creationId="{160809F8-A015-BD84-5604-790E0950D7B6}"/>
          </ac:spMkLst>
        </pc:spChg>
        <pc:spChg chg="add del mod">
          <ac:chgData name="Palit, Tapti" userId="dec6fbcd-7598-406a-8cbf-504d4a3bac15" providerId="ADAL" clId="{ECD42228-5B96-4A72-B268-C46DF994E6B7}" dt="2024-01-23T19:55:55.184" v="33106" actId="478"/>
          <ac:spMkLst>
            <pc:docMk/>
            <pc:sldMk cId="2196532392" sldId="871"/>
            <ac:spMk id="31" creationId="{EC043A18-2638-2503-EDEE-318452DA3BAC}"/>
          </ac:spMkLst>
        </pc:spChg>
        <pc:spChg chg="add del mod">
          <ac:chgData name="Palit, Tapti" userId="dec6fbcd-7598-406a-8cbf-504d4a3bac15" providerId="ADAL" clId="{ECD42228-5B96-4A72-B268-C46DF994E6B7}" dt="2024-01-23T19:55:55.184" v="33106" actId="478"/>
          <ac:spMkLst>
            <pc:docMk/>
            <pc:sldMk cId="2196532392" sldId="871"/>
            <ac:spMk id="32" creationId="{158C5A0B-42B6-FA9C-0AE3-A0936085B529}"/>
          </ac:spMkLst>
        </pc:spChg>
        <pc:spChg chg="add del mod">
          <ac:chgData name="Palit, Tapti" userId="dec6fbcd-7598-406a-8cbf-504d4a3bac15" providerId="ADAL" clId="{ECD42228-5B96-4A72-B268-C46DF994E6B7}" dt="2024-01-23T19:55:55.184" v="33106" actId="478"/>
          <ac:spMkLst>
            <pc:docMk/>
            <pc:sldMk cId="2196532392" sldId="871"/>
            <ac:spMk id="33" creationId="{47069AB9-8705-0AD6-57C2-108041509CF3}"/>
          </ac:spMkLst>
        </pc:spChg>
        <pc:spChg chg="add del mod">
          <ac:chgData name="Palit, Tapti" userId="dec6fbcd-7598-406a-8cbf-504d4a3bac15" providerId="ADAL" clId="{ECD42228-5B96-4A72-B268-C46DF994E6B7}" dt="2024-01-23T19:55:55.184" v="33106" actId="478"/>
          <ac:spMkLst>
            <pc:docMk/>
            <pc:sldMk cId="2196532392" sldId="871"/>
            <ac:spMk id="34" creationId="{CD6B6513-726A-2760-9F54-9B8356FF75B6}"/>
          </ac:spMkLst>
        </pc:spChg>
        <pc:spChg chg="add del mod">
          <ac:chgData name="Palit, Tapti" userId="dec6fbcd-7598-406a-8cbf-504d4a3bac15" providerId="ADAL" clId="{ECD42228-5B96-4A72-B268-C46DF994E6B7}" dt="2024-01-23T19:15:13.357" v="33018" actId="478"/>
          <ac:spMkLst>
            <pc:docMk/>
            <pc:sldMk cId="2196532392" sldId="871"/>
            <ac:spMk id="35" creationId="{ACCB66D3-8006-88C5-3DCD-7115E011EB55}"/>
          </ac:spMkLst>
        </pc:spChg>
        <pc:spChg chg="add del mod">
          <ac:chgData name="Palit, Tapti" userId="dec6fbcd-7598-406a-8cbf-504d4a3bac15" providerId="ADAL" clId="{ECD42228-5B96-4A72-B268-C46DF994E6B7}" dt="2024-01-22T20:02:09.430" v="8313" actId="478"/>
          <ac:spMkLst>
            <pc:docMk/>
            <pc:sldMk cId="2196532392" sldId="871"/>
            <ac:spMk id="36" creationId="{F66D2AE2-FCB3-78B7-5417-022335AFE23A}"/>
          </ac:spMkLst>
        </pc:spChg>
        <pc:spChg chg="add del mod ord">
          <ac:chgData name="Palit, Tapti" userId="dec6fbcd-7598-406a-8cbf-504d4a3bac15" providerId="ADAL" clId="{ECD42228-5B96-4A72-B268-C46DF994E6B7}" dt="2024-01-22T20:01:43.989" v="8294" actId="478"/>
          <ac:spMkLst>
            <pc:docMk/>
            <pc:sldMk cId="2196532392" sldId="871"/>
            <ac:spMk id="37" creationId="{22F3F3BF-5F26-5A3B-1996-C08178CE3052}"/>
          </ac:spMkLst>
        </pc:spChg>
        <pc:spChg chg="add mod">
          <ac:chgData name="Palit, Tapti" userId="dec6fbcd-7598-406a-8cbf-504d4a3bac15" providerId="ADAL" clId="{ECD42228-5B96-4A72-B268-C46DF994E6B7}" dt="2024-01-24T01:50:25.951" v="34342" actId="255"/>
          <ac:spMkLst>
            <pc:docMk/>
            <pc:sldMk cId="2196532392" sldId="871"/>
            <ac:spMk id="67" creationId="{31EEE484-1DEE-4801-9CE4-3C988681C4F5}"/>
          </ac:spMkLst>
        </pc:spChg>
        <pc:spChg chg="add mod">
          <ac:chgData name="Palit, Tapti" userId="dec6fbcd-7598-406a-8cbf-504d4a3bac15" providerId="ADAL" clId="{ECD42228-5B96-4A72-B268-C46DF994E6B7}" dt="2024-01-22T19:56:52.455" v="8236" actId="1076"/>
          <ac:spMkLst>
            <pc:docMk/>
            <pc:sldMk cId="2196532392" sldId="871"/>
            <ac:spMk id="68" creationId="{5C378DAB-8DF8-1B56-7163-8A36034913CC}"/>
          </ac:spMkLst>
        </pc:spChg>
        <pc:spChg chg="add mod">
          <ac:chgData name="Palit, Tapti" userId="dec6fbcd-7598-406a-8cbf-504d4a3bac15" providerId="ADAL" clId="{ECD42228-5B96-4A72-B268-C46DF994E6B7}" dt="2024-01-24T01:50:17.029" v="34341" actId="255"/>
          <ac:spMkLst>
            <pc:docMk/>
            <pc:sldMk cId="2196532392" sldId="871"/>
            <ac:spMk id="69" creationId="{DB787AB7-43CC-88D9-ED31-450C5598C18E}"/>
          </ac:spMkLst>
        </pc:spChg>
        <pc:spChg chg="mod">
          <ac:chgData name="Palit, Tapti" userId="dec6fbcd-7598-406a-8cbf-504d4a3bac15" providerId="ADAL" clId="{ECD42228-5B96-4A72-B268-C46DF994E6B7}" dt="2024-01-24T01:50:38.135" v="34343" actId="255"/>
          <ac:spMkLst>
            <pc:docMk/>
            <pc:sldMk cId="2196532392" sldId="871"/>
            <ac:spMk id="71" creationId="{4896E55E-5BFA-835A-ACAA-3D1D8D88CF9A}"/>
          </ac:spMkLst>
        </pc:spChg>
        <pc:spChg chg="add del mod ord">
          <ac:chgData name="Palit, Tapti" userId="dec6fbcd-7598-406a-8cbf-504d4a3bac15" providerId="ADAL" clId="{ECD42228-5B96-4A72-B268-C46DF994E6B7}" dt="2024-01-22T20:26:00.828" v="8452" actId="478"/>
          <ac:spMkLst>
            <pc:docMk/>
            <pc:sldMk cId="2196532392" sldId="871"/>
            <ac:spMk id="155" creationId="{1D15BBB1-E850-D904-2EA4-E2743D00AE9A}"/>
          </ac:spMkLst>
        </pc:spChg>
        <pc:spChg chg="add del mod ord">
          <ac:chgData name="Palit, Tapti" userId="dec6fbcd-7598-406a-8cbf-504d4a3bac15" providerId="ADAL" clId="{ECD42228-5B96-4A72-B268-C46DF994E6B7}" dt="2024-01-22T20:25:55.793" v="8451" actId="478"/>
          <ac:spMkLst>
            <pc:docMk/>
            <pc:sldMk cId="2196532392" sldId="871"/>
            <ac:spMk id="156" creationId="{F816A86B-81CF-8991-6715-8BE14B9A5B9C}"/>
          </ac:spMkLst>
        </pc:spChg>
        <pc:spChg chg="add mod ord">
          <ac:chgData name="Palit, Tapti" userId="dec6fbcd-7598-406a-8cbf-504d4a3bac15" providerId="ADAL" clId="{ECD42228-5B96-4A72-B268-C46DF994E6B7}" dt="2024-01-24T19:51:59.832" v="41922" actId="20577"/>
          <ac:spMkLst>
            <pc:docMk/>
            <pc:sldMk cId="2196532392" sldId="871"/>
            <ac:spMk id="157" creationId="{9C7ADE2A-7C72-02EC-95CE-5B0F6C2505ED}"/>
          </ac:spMkLst>
        </pc:spChg>
        <pc:spChg chg="add del mod">
          <ac:chgData name="Palit, Tapti" userId="dec6fbcd-7598-406a-8cbf-504d4a3bac15" providerId="ADAL" clId="{ECD42228-5B96-4A72-B268-C46DF994E6B7}" dt="2024-01-23T20:03:11.202" v="33265" actId="1076"/>
          <ac:spMkLst>
            <pc:docMk/>
            <pc:sldMk cId="2196532392" sldId="871"/>
            <ac:spMk id="159" creationId="{412ACD73-0DA5-464C-9D5B-3E9A88D8A9D4}"/>
          </ac:spMkLst>
        </pc:spChg>
        <pc:spChg chg="add del mod ord">
          <ac:chgData name="Palit, Tapti" userId="dec6fbcd-7598-406a-8cbf-504d4a3bac15" providerId="ADAL" clId="{ECD42228-5B96-4A72-B268-C46DF994E6B7}" dt="2024-01-23T20:03:02.636" v="33264" actId="1076"/>
          <ac:spMkLst>
            <pc:docMk/>
            <pc:sldMk cId="2196532392" sldId="871"/>
            <ac:spMk id="160" creationId="{02DFF774-09A7-F347-48FE-FBD5736470F8}"/>
          </ac:spMkLst>
        </pc:spChg>
        <pc:spChg chg="add del mod">
          <ac:chgData name="Palit, Tapti" userId="dec6fbcd-7598-406a-8cbf-504d4a3bac15" providerId="ADAL" clId="{ECD42228-5B96-4A72-B268-C46DF994E6B7}" dt="2024-01-23T19:44:33.091" v="33067" actId="478"/>
          <ac:spMkLst>
            <pc:docMk/>
            <pc:sldMk cId="2196532392" sldId="871"/>
            <ac:spMk id="161" creationId="{B00D3923-1502-9069-5E4E-726D7545B7EB}"/>
          </ac:spMkLst>
        </pc:spChg>
        <pc:spChg chg="add mod">
          <ac:chgData name="Palit, Tapti" userId="dec6fbcd-7598-406a-8cbf-504d4a3bac15" providerId="ADAL" clId="{ECD42228-5B96-4A72-B268-C46DF994E6B7}" dt="2024-01-23T20:02:08.765" v="33224" actId="1038"/>
          <ac:spMkLst>
            <pc:docMk/>
            <pc:sldMk cId="2196532392" sldId="871"/>
            <ac:spMk id="165" creationId="{2757C5D4-9FA5-AC15-B6BB-04D5173752D9}"/>
          </ac:spMkLst>
        </pc:spChg>
        <pc:spChg chg="add mod">
          <ac:chgData name="Palit, Tapti" userId="dec6fbcd-7598-406a-8cbf-504d4a3bac15" providerId="ADAL" clId="{ECD42228-5B96-4A72-B268-C46DF994E6B7}" dt="2024-01-23T20:02:40.702" v="33262" actId="1037"/>
          <ac:spMkLst>
            <pc:docMk/>
            <pc:sldMk cId="2196532392" sldId="871"/>
            <ac:spMk id="166" creationId="{8FCEA244-E7E2-38A2-AF5C-CAF14EA7FF4C}"/>
          </ac:spMkLst>
        </pc:spChg>
        <pc:spChg chg="add del mod">
          <ac:chgData name="Palit, Tapti" userId="dec6fbcd-7598-406a-8cbf-504d4a3bac15" providerId="ADAL" clId="{ECD42228-5B96-4A72-B268-C46DF994E6B7}" dt="2024-01-23T20:01:17.786" v="33203" actId="478"/>
          <ac:spMkLst>
            <pc:docMk/>
            <pc:sldMk cId="2196532392" sldId="871"/>
            <ac:spMk id="167" creationId="{9F97B6F8-220A-7534-2094-7B08E2F27A04}"/>
          </ac:spMkLst>
        </pc:spChg>
        <pc:spChg chg="add mod">
          <ac:chgData name="Palit, Tapti" userId="dec6fbcd-7598-406a-8cbf-504d4a3bac15" providerId="ADAL" clId="{ECD42228-5B96-4A72-B268-C46DF994E6B7}" dt="2024-01-23T20:03:02.636" v="33264" actId="1076"/>
          <ac:spMkLst>
            <pc:docMk/>
            <pc:sldMk cId="2196532392" sldId="871"/>
            <ac:spMk id="217" creationId="{DE6CB6CB-DA11-FC10-E22D-BD9BF3034520}"/>
          </ac:spMkLst>
        </pc:spChg>
        <pc:spChg chg="add del mod">
          <ac:chgData name="Palit, Tapti" userId="dec6fbcd-7598-406a-8cbf-504d4a3bac15" providerId="ADAL" clId="{ECD42228-5B96-4A72-B268-C46DF994E6B7}" dt="2024-01-23T19:55:55.184" v="33106" actId="478"/>
          <ac:spMkLst>
            <pc:docMk/>
            <pc:sldMk cId="2196532392" sldId="871"/>
            <ac:spMk id="315" creationId="{A0697D4E-B01F-B1D3-ED03-3F55ACA39059}"/>
          </ac:spMkLst>
        </pc:spChg>
        <pc:spChg chg="add mod">
          <ac:chgData name="Palit, Tapti" userId="dec6fbcd-7598-406a-8cbf-504d4a3bac15" providerId="ADAL" clId="{ECD42228-5B96-4A72-B268-C46DF994E6B7}" dt="2024-01-23T19:56:29.174" v="33117" actId="1036"/>
          <ac:spMkLst>
            <pc:docMk/>
            <pc:sldMk cId="2196532392" sldId="871"/>
            <ac:spMk id="324" creationId="{8E45D870-2CA7-0E76-EA99-50E48B4EFEE4}"/>
          </ac:spMkLst>
        </pc:spChg>
        <pc:spChg chg="add mod">
          <ac:chgData name="Palit, Tapti" userId="dec6fbcd-7598-406a-8cbf-504d4a3bac15" providerId="ADAL" clId="{ECD42228-5B96-4A72-B268-C46DF994E6B7}" dt="2024-01-23T19:56:38.346" v="33120" actId="20577"/>
          <ac:spMkLst>
            <pc:docMk/>
            <pc:sldMk cId="2196532392" sldId="871"/>
            <ac:spMk id="326" creationId="{5A485784-3A1F-D70F-E030-85D850EF92D0}"/>
          </ac:spMkLst>
        </pc:spChg>
        <pc:spChg chg="add mod">
          <ac:chgData name="Palit, Tapti" userId="dec6fbcd-7598-406a-8cbf-504d4a3bac15" providerId="ADAL" clId="{ECD42228-5B96-4A72-B268-C46DF994E6B7}" dt="2024-01-23T19:57:09.180" v="33126" actId="20577"/>
          <ac:spMkLst>
            <pc:docMk/>
            <pc:sldMk cId="2196532392" sldId="871"/>
            <ac:spMk id="327" creationId="{0F84ED91-3C3A-E75A-4D69-4A4426D4305A}"/>
          </ac:spMkLst>
        </pc:spChg>
        <pc:spChg chg="add mod">
          <ac:chgData name="Palit, Tapti" userId="dec6fbcd-7598-406a-8cbf-504d4a3bac15" providerId="ADAL" clId="{ECD42228-5B96-4A72-B268-C46DF994E6B7}" dt="2024-01-23T19:57:10.451" v="33127" actId="20577"/>
          <ac:spMkLst>
            <pc:docMk/>
            <pc:sldMk cId="2196532392" sldId="871"/>
            <ac:spMk id="328" creationId="{CCC37840-0D7D-90CB-6573-ACE6C57C82B3}"/>
          </ac:spMkLst>
        </pc:spChg>
        <pc:spChg chg="add mod">
          <ac:chgData name="Palit, Tapti" userId="dec6fbcd-7598-406a-8cbf-504d4a3bac15" providerId="ADAL" clId="{ECD42228-5B96-4A72-B268-C46DF994E6B7}" dt="2024-01-23T19:57:20.223" v="33129" actId="20577"/>
          <ac:spMkLst>
            <pc:docMk/>
            <pc:sldMk cId="2196532392" sldId="871"/>
            <ac:spMk id="329" creationId="{54428C34-3209-7770-1159-5E0481671FE7}"/>
          </ac:spMkLst>
        </pc:spChg>
        <pc:spChg chg="add mod">
          <ac:chgData name="Palit, Tapti" userId="dec6fbcd-7598-406a-8cbf-504d4a3bac15" providerId="ADAL" clId="{ECD42228-5B96-4A72-B268-C46DF994E6B7}" dt="2024-01-23T19:57:28.853" v="33132" actId="20577"/>
          <ac:spMkLst>
            <pc:docMk/>
            <pc:sldMk cId="2196532392" sldId="871"/>
            <ac:spMk id="330" creationId="{1A062BDA-13B0-A09B-C1D5-2959AE2C29A0}"/>
          </ac:spMkLst>
        </pc:spChg>
        <pc:spChg chg="add mod">
          <ac:chgData name="Palit, Tapti" userId="dec6fbcd-7598-406a-8cbf-504d4a3bac15" providerId="ADAL" clId="{ECD42228-5B96-4A72-B268-C46DF994E6B7}" dt="2024-01-23T19:57:38.398" v="33135" actId="20577"/>
          <ac:spMkLst>
            <pc:docMk/>
            <pc:sldMk cId="2196532392" sldId="871"/>
            <ac:spMk id="331" creationId="{C6CE383C-0085-B4CB-0AC9-82C5ACB2BAB2}"/>
          </ac:spMkLst>
        </pc:spChg>
        <pc:spChg chg="add mod">
          <ac:chgData name="Palit, Tapti" userId="dec6fbcd-7598-406a-8cbf-504d4a3bac15" providerId="ADAL" clId="{ECD42228-5B96-4A72-B268-C46DF994E6B7}" dt="2024-01-23T19:57:49.726" v="33138" actId="20577"/>
          <ac:spMkLst>
            <pc:docMk/>
            <pc:sldMk cId="2196532392" sldId="871"/>
            <ac:spMk id="332" creationId="{E28F8191-AC18-0251-57E4-912513A16D9C}"/>
          </ac:spMkLst>
        </pc:spChg>
        <pc:spChg chg="add mod">
          <ac:chgData name="Palit, Tapti" userId="dec6fbcd-7598-406a-8cbf-504d4a3bac15" providerId="ADAL" clId="{ECD42228-5B96-4A72-B268-C46DF994E6B7}" dt="2024-01-23T20:14:55.892" v="33328" actId="113"/>
          <ac:spMkLst>
            <pc:docMk/>
            <pc:sldMk cId="2196532392" sldId="871"/>
            <ac:spMk id="391" creationId="{D38FB866-324B-F07E-F76D-F76BC17E5C62}"/>
          </ac:spMkLst>
        </pc:spChg>
        <pc:spChg chg="add mod">
          <ac:chgData name="Palit, Tapti" userId="dec6fbcd-7598-406a-8cbf-504d4a3bac15" providerId="ADAL" clId="{ECD42228-5B96-4A72-B268-C46DF994E6B7}" dt="2024-01-23T20:14:55.907" v="33329"/>
          <ac:spMkLst>
            <pc:docMk/>
            <pc:sldMk cId="2196532392" sldId="871"/>
            <ac:spMk id="392" creationId="{AC79101B-0F34-9683-1134-81C4EF2395F7}"/>
          </ac:spMkLst>
        </pc:spChg>
        <pc:grpChg chg="add del mod">
          <ac:chgData name="Palit, Tapti" userId="dec6fbcd-7598-406a-8cbf-504d4a3bac15" providerId="ADAL" clId="{ECD42228-5B96-4A72-B268-C46DF994E6B7}" dt="2024-01-23T19:42:04.231" v="33050" actId="478"/>
          <ac:grpSpMkLst>
            <pc:docMk/>
            <pc:sldMk cId="2196532392" sldId="871"/>
            <ac:grpSpMk id="163" creationId="{283FDA68-7C95-3ABD-63EB-7DD782FFC325}"/>
          </ac:grpSpMkLst>
        </pc:grpChg>
        <pc:graphicFrameChg chg="add del mod">
          <ac:chgData name="Palit, Tapti" userId="dec6fbcd-7598-406a-8cbf-504d4a3bac15" providerId="ADAL" clId="{ECD42228-5B96-4A72-B268-C46DF994E6B7}" dt="2024-01-23T20:01:57.143" v="33208" actId="14100"/>
          <ac:graphicFrameMkLst>
            <pc:docMk/>
            <pc:sldMk cId="2196532392" sldId="871"/>
            <ac:graphicFrameMk id="158" creationId="{B511F7F5-EB8D-0058-D56D-1196548CF618}"/>
          </ac:graphicFrameMkLst>
        </pc:graphicFrameChg>
        <pc:picChg chg="add del mod">
          <ac:chgData name="Palit, Tapti" userId="dec6fbcd-7598-406a-8cbf-504d4a3bac15" providerId="ADAL" clId="{ECD42228-5B96-4A72-B268-C46DF994E6B7}" dt="2024-01-23T19:42:04.231" v="33050" actId="478"/>
          <ac:picMkLst>
            <pc:docMk/>
            <pc:sldMk cId="2196532392" sldId="871"/>
            <ac:picMk id="162" creationId="{E3EEB931-47E7-09D2-1A82-C609B54748BD}"/>
          </ac:picMkLst>
        </pc:picChg>
        <pc:cxnChg chg="add del mod">
          <ac:chgData name="Palit, Tapti" userId="dec6fbcd-7598-406a-8cbf-504d4a3bac15" providerId="ADAL" clId="{ECD42228-5B96-4A72-B268-C46DF994E6B7}" dt="2024-01-23T19:55:48.224" v="33105" actId="478"/>
          <ac:cxnSpMkLst>
            <pc:docMk/>
            <pc:sldMk cId="2196532392" sldId="871"/>
            <ac:cxnSpMk id="38" creationId="{F9930046-AEF1-44EE-78CB-0BADBFB50F6A}"/>
          </ac:cxnSpMkLst>
        </pc:cxnChg>
        <pc:cxnChg chg="add del mod">
          <ac:chgData name="Palit, Tapti" userId="dec6fbcd-7598-406a-8cbf-504d4a3bac15" providerId="ADAL" clId="{ECD42228-5B96-4A72-B268-C46DF994E6B7}" dt="2024-01-23T19:56:29.174" v="33117" actId="1036"/>
          <ac:cxnSpMkLst>
            <pc:docMk/>
            <pc:sldMk cId="2196532392" sldId="871"/>
            <ac:cxnSpMk id="39" creationId="{CE1B7162-A750-C6A9-7777-4480183A03CC}"/>
          </ac:cxnSpMkLst>
        </pc:cxnChg>
        <pc:cxnChg chg="add del mod">
          <ac:chgData name="Palit, Tapti" userId="dec6fbcd-7598-406a-8cbf-504d4a3bac15" providerId="ADAL" clId="{ECD42228-5B96-4A72-B268-C46DF994E6B7}" dt="2024-01-23T19:55:55.184" v="33106" actId="478"/>
          <ac:cxnSpMkLst>
            <pc:docMk/>
            <pc:sldMk cId="2196532392" sldId="871"/>
            <ac:cxnSpMk id="41" creationId="{89945C4E-3883-35BF-C047-A9ED810ADF41}"/>
          </ac:cxnSpMkLst>
        </pc:cxnChg>
        <pc:cxnChg chg="add del mod">
          <ac:chgData name="Palit, Tapti" userId="dec6fbcd-7598-406a-8cbf-504d4a3bac15" providerId="ADAL" clId="{ECD42228-5B96-4A72-B268-C46DF994E6B7}" dt="2024-01-23T19:55:55.184" v="33106" actId="478"/>
          <ac:cxnSpMkLst>
            <pc:docMk/>
            <pc:sldMk cId="2196532392" sldId="871"/>
            <ac:cxnSpMk id="44" creationId="{C8DE4017-3418-1168-9AD1-24C64DFD4E3E}"/>
          </ac:cxnSpMkLst>
        </pc:cxnChg>
        <pc:cxnChg chg="add del mod">
          <ac:chgData name="Palit, Tapti" userId="dec6fbcd-7598-406a-8cbf-504d4a3bac15" providerId="ADAL" clId="{ECD42228-5B96-4A72-B268-C46DF994E6B7}" dt="2024-01-23T19:56:15.067" v="33112" actId="1076"/>
          <ac:cxnSpMkLst>
            <pc:docMk/>
            <pc:sldMk cId="2196532392" sldId="871"/>
            <ac:cxnSpMk id="47" creationId="{B25E8D29-F5D6-F3BD-A233-369086A7E7AC}"/>
          </ac:cxnSpMkLst>
        </pc:cxnChg>
        <pc:cxnChg chg="add del mod">
          <ac:chgData name="Palit, Tapti" userId="dec6fbcd-7598-406a-8cbf-504d4a3bac15" providerId="ADAL" clId="{ECD42228-5B96-4A72-B268-C46DF994E6B7}" dt="2024-01-23T19:55:55.184" v="33106" actId="478"/>
          <ac:cxnSpMkLst>
            <pc:docMk/>
            <pc:sldMk cId="2196532392" sldId="871"/>
            <ac:cxnSpMk id="48" creationId="{EB2B21DE-DF8A-69A3-FDD8-EE228EC16EE5}"/>
          </ac:cxnSpMkLst>
        </pc:cxnChg>
        <pc:cxnChg chg="add del mod">
          <ac:chgData name="Palit, Tapti" userId="dec6fbcd-7598-406a-8cbf-504d4a3bac15" providerId="ADAL" clId="{ECD42228-5B96-4A72-B268-C46DF994E6B7}" dt="2024-01-23T19:56:03.045" v="33108" actId="478"/>
          <ac:cxnSpMkLst>
            <pc:docMk/>
            <pc:sldMk cId="2196532392" sldId="871"/>
            <ac:cxnSpMk id="51" creationId="{47BA2412-02A5-1060-E166-0708978FF315}"/>
          </ac:cxnSpMkLst>
        </pc:cxnChg>
        <pc:cxnChg chg="add del mod">
          <ac:chgData name="Palit, Tapti" userId="dec6fbcd-7598-406a-8cbf-504d4a3bac15" providerId="ADAL" clId="{ECD42228-5B96-4A72-B268-C46DF994E6B7}" dt="2024-01-23T19:55:55.184" v="33106" actId="478"/>
          <ac:cxnSpMkLst>
            <pc:docMk/>
            <pc:sldMk cId="2196532392" sldId="871"/>
            <ac:cxnSpMk id="53" creationId="{1A5F142D-7A15-9F99-C265-39CE7300BDF0}"/>
          </ac:cxnSpMkLst>
        </pc:cxnChg>
        <pc:cxnChg chg="add del mod">
          <ac:chgData name="Palit, Tapti" userId="dec6fbcd-7598-406a-8cbf-504d4a3bac15" providerId="ADAL" clId="{ECD42228-5B96-4A72-B268-C46DF994E6B7}" dt="2024-01-23T19:55:55.184" v="33106" actId="478"/>
          <ac:cxnSpMkLst>
            <pc:docMk/>
            <pc:sldMk cId="2196532392" sldId="871"/>
            <ac:cxnSpMk id="55" creationId="{4F11C0CC-ED1F-C56D-52C6-6AA08B365B99}"/>
          </ac:cxnSpMkLst>
        </pc:cxnChg>
        <pc:cxnChg chg="add del mod">
          <ac:chgData name="Palit, Tapti" userId="dec6fbcd-7598-406a-8cbf-504d4a3bac15" providerId="ADAL" clId="{ECD42228-5B96-4A72-B268-C46DF994E6B7}" dt="2024-01-23T19:55:55.184" v="33106" actId="478"/>
          <ac:cxnSpMkLst>
            <pc:docMk/>
            <pc:sldMk cId="2196532392" sldId="871"/>
            <ac:cxnSpMk id="57" creationId="{2EA8D823-F051-3516-D34B-1ED7556F717F}"/>
          </ac:cxnSpMkLst>
        </pc:cxnChg>
        <pc:cxnChg chg="add del mod">
          <ac:chgData name="Palit, Tapti" userId="dec6fbcd-7598-406a-8cbf-504d4a3bac15" providerId="ADAL" clId="{ECD42228-5B96-4A72-B268-C46DF994E6B7}" dt="2024-01-23T19:55:55.184" v="33106" actId="478"/>
          <ac:cxnSpMkLst>
            <pc:docMk/>
            <pc:sldMk cId="2196532392" sldId="871"/>
            <ac:cxnSpMk id="58" creationId="{B394CF50-52A3-91FA-1C65-3859124E10B7}"/>
          </ac:cxnSpMkLst>
        </pc:cxnChg>
        <pc:cxnChg chg="add del mod">
          <ac:chgData name="Palit, Tapti" userId="dec6fbcd-7598-406a-8cbf-504d4a3bac15" providerId="ADAL" clId="{ECD42228-5B96-4A72-B268-C46DF994E6B7}" dt="2024-01-23T19:55:55.184" v="33106" actId="478"/>
          <ac:cxnSpMkLst>
            <pc:docMk/>
            <pc:sldMk cId="2196532392" sldId="871"/>
            <ac:cxnSpMk id="61" creationId="{58D29B06-DC34-BD86-C608-B95DFFFEF558}"/>
          </ac:cxnSpMkLst>
        </pc:cxnChg>
        <pc:cxnChg chg="add del mod">
          <ac:chgData name="Palit, Tapti" userId="dec6fbcd-7598-406a-8cbf-504d4a3bac15" providerId="ADAL" clId="{ECD42228-5B96-4A72-B268-C46DF994E6B7}" dt="2024-01-23T19:55:55.184" v="33106" actId="478"/>
          <ac:cxnSpMkLst>
            <pc:docMk/>
            <pc:sldMk cId="2196532392" sldId="871"/>
            <ac:cxnSpMk id="62" creationId="{5D00822E-FE21-4612-21E9-03E67F253ABE}"/>
          </ac:cxnSpMkLst>
        </pc:cxnChg>
        <pc:cxnChg chg="add mod">
          <ac:chgData name="Palit, Tapti" userId="dec6fbcd-7598-406a-8cbf-504d4a3bac15" providerId="ADAL" clId="{ECD42228-5B96-4A72-B268-C46DF994E6B7}" dt="2024-01-22T19:55:38.682" v="8217"/>
          <ac:cxnSpMkLst>
            <pc:docMk/>
            <pc:sldMk cId="2196532392" sldId="871"/>
            <ac:cxnSpMk id="66" creationId="{B1A17789-1153-C04E-B137-5F4D47F96D08}"/>
          </ac:cxnSpMkLst>
        </pc:cxnChg>
        <pc:cxnChg chg="mod">
          <ac:chgData name="Palit, Tapti" userId="dec6fbcd-7598-406a-8cbf-504d4a3bac15" providerId="ADAL" clId="{ECD42228-5B96-4A72-B268-C46DF994E6B7}" dt="2024-01-22T23:12:59.558" v="10130" actId="692"/>
          <ac:cxnSpMkLst>
            <pc:docMk/>
            <pc:sldMk cId="2196532392" sldId="871"/>
            <ac:cxnSpMk id="70" creationId="{2007EDC6-96D1-8A3D-41F2-E9406F2498A8}"/>
          </ac:cxnSpMkLst>
        </pc:cxnChg>
        <pc:cxnChg chg="add del mod">
          <ac:chgData name="Palit, Tapti" userId="dec6fbcd-7598-406a-8cbf-504d4a3bac15" providerId="ADAL" clId="{ECD42228-5B96-4A72-B268-C46DF994E6B7}" dt="2024-01-23T19:55:55.184" v="33106" actId="478"/>
          <ac:cxnSpMkLst>
            <pc:docMk/>
            <pc:sldMk cId="2196532392" sldId="871"/>
            <ac:cxnSpMk id="72" creationId="{0B7A4C92-D62B-3A60-483E-03EA00CF1EAD}"/>
          </ac:cxnSpMkLst>
        </pc:cxnChg>
        <pc:cxnChg chg="add del mod">
          <ac:chgData name="Palit, Tapti" userId="dec6fbcd-7598-406a-8cbf-504d4a3bac15" providerId="ADAL" clId="{ECD42228-5B96-4A72-B268-C46DF994E6B7}" dt="2024-01-23T19:08:28.266" v="32953" actId="478"/>
          <ac:cxnSpMkLst>
            <pc:docMk/>
            <pc:sldMk cId="2196532392" sldId="871"/>
            <ac:cxnSpMk id="75" creationId="{4495D456-2533-ED27-28C8-362DDF7A9FE0}"/>
          </ac:cxnSpMkLst>
        </pc:cxnChg>
        <pc:cxnChg chg="add del mod">
          <ac:chgData name="Palit, Tapti" userId="dec6fbcd-7598-406a-8cbf-504d4a3bac15" providerId="ADAL" clId="{ECD42228-5B96-4A72-B268-C46DF994E6B7}" dt="2024-01-23T18:44:01.484" v="32774" actId="478"/>
          <ac:cxnSpMkLst>
            <pc:docMk/>
            <pc:sldMk cId="2196532392" sldId="871"/>
            <ac:cxnSpMk id="79" creationId="{183BFAD4-0DC7-FF22-1F9E-A83377E937CB}"/>
          </ac:cxnSpMkLst>
        </pc:cxnChg>
        <pc:cxnChg chg="add del mod">
          <ac:chgData name="Palit, Tapti" userId="dec6fbcd-7598-406a-8cbf-504d4a3bac15" providerId="ADAL" clId="{ECD42228-5B96-4A72-B268-C46DF994E6B7}" dt="2024-01-23T19:55:55.184" v="33106" actId="478"/>
          <ac:cxnSpMkLst>
            <pc:docMk/>
            <pc:sldMk cId="2196532392" sldId="871"/>
            <ac:cxnSpMk id="84" creationId="{4CA0F2CC-1F11-CD04-D52B-F071931097D7}"/>
          </ac:cxnSpMkLst>
        </pc:cxnChg>
        <pc:cxnChg chg="add del mod">
          <ac:chgData name="Palit, Tapti" userId="dec6fbcd-7598-406a-8cbf-504d4a3bac15" providerId="ADAL" clId="{ECD42228-5B96-4A72-B268-C46DF994E6B7}" dt="2024-01-22T20:12:37.407" v="8424" actId="478"/>
          <ac:cxnSpMkLst>
            <pc:docMk/>
            <pc:sldMk cId="2196532392" sldId="871"/>
            <ac:cxnSpMk id="87" creationId="{A2DEA3BF-8871-3BE9-0F47-73D4E5634043}"/>
          </ac:cxnSpMkLst>
        </pc:cxnChg>
        <pc:cxnChg chg="add del mod">
          <ac:chgData name="Palit, Tapti" userId="dec6fbcd-7598-406a-8cbf-504d4a3bac15" providerId="ADAL" clId="{ECD42228-5B96-4A72-B268-C46DF994E6B7}" dt="2024-01-23T18:44:01.484" v="32774" actId="478"/>
          <ac:cxnSpMkLst>
            <pc:docMk/>
            <pc:sldMk cId="2196532392" sldId="871"/>
            <ac:cxnSpMk id="90" creationId="{04ABB508-969B-30AB-6BB7-B789AFC3B097}"/>
          </ac:cxnSpMkLst>
        </pc:cxnChg>
        <pc:cxnChg chg="add del mod">
          <ac:chgData name="Palit, Tapti" userId="dec6fbcd-7598-406a-8cbf-504d4a3bac15" providerId="ADAL" clId="{ECD42228-5B96-4A72-B268-C46DF994E6B7}" dt="2024-01-22T20:12:39.637" v="8425" actId="478"/>
          <ac:cxnSpMkLst>
            <pc:docMk/>
            <pc:sldMk cId="2196532392" sldId="871"/>
            <ac:cxnSpMk id="93" creationId="{72E4CBC4-229A-F07A-C97C-4EF56493543C}"/>
          </ac:cxnSpMkLst>
        </pc:cxnChg>
        <pc:cxnChg chg="add del mod">
          <ac:chgData name="Palit, Tapti" userId="dec6fbcd-7598-406a-8cbf-504d4a3bac15" providerId="ADAL" clId="{ECD42228-5B96-4A72-B268-C46DF994E6B7}" dt="2024-01-23T18:44:01.484" v="32774" actId="478"/>
          <ac:cxnSpMkLst>
            <pc:docMk/>
            <pc:sldMk cId="2196532392" sldId="871"/>
            <ac:cxnSpMk id="96" creationId="{1F91E168-B611-B3A2-0A3E-9F85243AF812}"/>
          </ac:cxnSpMkLst>
        </pc:cxnChg>
        <pc:cxnChg chg="add del mod">
          <ac:chgData name="Palit, Tapti" userId="dec6fbcd-7598-406a-8cbf-504d4a3bac15" providerId="ADAL" clId="{ECD42228-5B96-4A72-B268-C46DF994E6B7}" dt="2024-01-23T18:44:01.484" v="32774" actId="478"/>
          <ac:cxnSpMkLst>
            <pc:docMk/>
            <pc:sldMk cId="2196532392" sldId="871"/>
            <ac:cxnSpMk id="99" creationId="{650EBF09-AD8A-F313-90FD-FA7BE2D536F2}"/>
          </ac:cxnSpMkLst>
        </pc:cxnChg>
        <pc:cxnChg chg="add del mod">
          <ac:chgData name="Palit, Tapti" userId="dec6fbcd-7598-406a-8cbf-504d4a3bac15" providerId="ADAL" clId="{ECD42228-5B96-4A72-B268-C46DF994E6B7}" dt="2024-01-23T18:44:01.484" v="32774" actId="478"/>
          <ac:cxnSpMkLst>
            <pc:docMk/>
            <pc:sldMk cId="2196532392" sldId="871"/>
            <ac:cxnSpMk id="102" creationId="{82113A2F-0DBA-8F40-DA26-5352926EAE1F}"/>
          </ac:cxnSpMkLst>
        </pc:cxnChg>
        <pc:cxnChg chg="add del mod">
          <ac:chgData name="Palit, Tapti" userId="dec6fbcd-7598-406a-8cbf-504d4a3bac15" providerId="ADAL" clId="{ECD42228-5B96-4A72-B268-C46DF994E6B7}" dt="2024-01-23T19:55:55.184" v="33106" actId="478"/>
          <ac:cxnSpMkLst>
            <pc:docMk/>
            <pc:sldMk cId="2196532392" sldId="871"/>
            <ac:cxnSpMk id="105" creationId="{2EBF4EF4-B646-8D82-363E-10240D2953CB}"/>
          </ac:cxnSpMkLst>
        </pc:cxnChg>
        <pc:cxnChg chg="add del mod">
          <ac:chgData name="Palit, Tapti" userId="dec6fbcd-7598-406a-8cbf-504d4a3bac15" providerId="ADAL" clId="{ECD42228-5B96-4A72-B268-C46DF994E6B7}" dt="2024-01-23T19:55:55.184" v="33106" actId="478"/>
          <ac:cxnSpMkLst>
            <pc:docMk/>
            <pc:sldMk cId="2196532392" sldId="871"/>
            <ac:cxnSpMk id="108" creationId="{C83FDD27-3022-938C-EDE4-A383849821F8}"/>
          </ac:cxnSpMkLst>
        </pc:cxnChg>
        <pc:cxnChg chg="add del mod">
          <ac:chgData name="Palit, Tapti" userId="dec6fbcd-7598-406a-8cbf-504d4a3bac15" providerId="ADAL" clId="{ECD42228-5B96-4A72-B268-C46DF994E6B7}" dt="2024-01-23T19:55:55.184" v="33106" actId="478"/>
          <ac:cxnSpMkLst>
            <pc:docMk/>
            <pc:sldMk cId="2196532392" sldId="871"/>
            <ac:cxnSpMk id="111" creationId="{170C32BC-761C-97D2-6BF6-C9BB8EA71917}"/>
          </ac:cxnSpMkLst>
        </pc:cxnChg>
        <pc:cxnChg chg="add del mod">
          <ac:chgData name="Palit, Tapti" userId="dec6fbcd-7598-406a-8cbf-504d4a3bac15" providerId="ADAL" clId="{ECD42228-5B96-4A72-B268-C46DF994E6B7}" dt="2024-01-23T18:44:01.484" v="32774" actId="478"/>
          <ac:cxnSpMkLst>
            <pc:docMk/>
            <pc:sldMk cId="2196532392" sldId="871"/>
            <ac:cxnSpMk id="114" creationId="{E5BD9664-1FB4-0567-7D9E-5E5789C7CB1F}"/>
          </ac:cxnSpMkLst>
        </pc:cxnChg>
        <pc:cxnChg chg="add del mod">
          <ac:chgData name="Palit, Tapti" userId="dec6fbcd-7598-406a-8cbf-504d4a3bac15" providerId="ADAL" clId="{ECD42228-5B96-4A72-B268-C46DF994E6B7}" dt="2024-01-23T18:44:01.484" v="32774" actId="478"/>
          <ac:cxnSpMkLst>
            <pc:docMk/>
            <pc:sldMk cId="2196532392" sldId="871"/>
            <ac:cxnSpMk id="122" creationId="{9B490617-2D04-B53F-18B0-CC5ABA11A651}"/>
          </ac:cxnSpMkLst>
        </pc:cxnChg>
        <pc:cxnChg chg="add del mod">
          <ac:chgData name="Palit, Tapti" userId="dec6fbcd-7598-406a-8cbf-504d4a3bac15" providerId="ADAL" clId="{ECD42228-5B96-4A72-B268-C46DF994E6B7}" dt="2024-01-23T18:44:01.484" v="32774" actId="478"/>
          <ac:cxnSpMkLst>
            <pc:docMk/>
            <pc:sldMk cId="2196532392" sldId="871"/>
            <ac:cxnSpMk id="125" creationId="{1E2E19B5-0A98-0905-A54D-746B15CC6C25}"/>
          </ac:cxnSpMkLst>
        </pc:cxnChg>
        <pc:cxnChg chg="add del mod">
          <ac:chgData name="Palit, Tapti" userId="dec6fbcd-7598-406a-8cbf-504d4a3bac15" providerId="ADAL" clId="{ECD42228-5B96-4A72-B268-C46DF994E6B7}" dt="2024-01-22T20:10:41.985" v="8414" actId="478"/>
          <ac:cxnSpMkLst>
            <pc:docMk/>
            <pc:sldMk cId="2196532392" sldId="871"/>
            <ac:cxnSpMk id="128" creationId="{6567267D-007D-4A8F-D1EE-6FD22569A936}"/>
          </ac:cxnSpMkLst>
        </pc:cxnChg>
        <pc:cxnChg chg="add del mod">
          <ac:chgData name="Palit, Tapti" userId="dec6fbcd-7598-406a-8cbf-504d4a3bac15" providerId="ADAL" clId="{ECD42228-5B96-4A72-B268-C46DF994E6B7}" dt="2024-01-23T19:15:17.477" v="33019" actId="478"/>
          <ac:cxnSpMkLst>
            <pc:docMk/>
            <pc:sldMk cId="2196532392" sldId="871"/>
            <ac:cxnSpMk id="131" creationId="{94084D52-E815-5D38-B082-60ED85A771D0}"/>
          </ac:cxnSpMkLst>
        </pc:cxnChg>
        <pc:cxnChg chg="add del mod">
          <ac:chgData name="Palit, Tapti" userId="dec6fbcd-7598-406a-8cbf-504d4a3bac15" providerId="ADAL" clId="{ECD42228-5B96-4A72-B268-C46DF994E6B7}" dt="2024-01-23T18:44:01.484" v="32774" actId="478"/>
          <ac:cxnSpMkLst>
            <pc:docMk/>
            <pc:sldMk cId="2196532392" sldId="871"/>
            <ac:cxnSpMk id="134" creationId="{1EB4C859-E58A-4513-9841-51E959FD3459}"/>
          </ac:cxnSpMkLst>
        </pc:cxnChg>
        <pc:cxnChg chg="add del mod">
          <ac:chgData name="Palit, Tapti" userId="dec6fbcd-7598-406a-8cbf-504d4a3bac15" providerId="ADAL" clId="{ECD42228-5B96-4A72-B268-C46DF994E6B7}" dt="2024-01-23T18:44:01.484" v="32774" actId="478"/>
          <ac:cxnSpMkLst>
            <pc:docMk/>
            <pc:sldMk cId="2196532392" sldId="871"/>
            <ac:cxnSpMk id="137" creationId="{69CC38FA-0D46-0261-7AA1-81C3767B9464}"/>
          </ac:cxnSpMkLst>
        </pc:cxnChg>
        <pc:cxnChg chg="add del mod">
          <ac:chgData name="Palit, Tapti" userId="dec6fbcd-7598-406a-8cbf-504d4a3bac15" providerId="ADAL" clId="{ECD42228-5B96-4A72-B268-C46DF994E6B7}" dt="2024-01-23T18:44:01.484" v="32774" actId="478"/>
          <ac:cxnSpMkLst>
            <pc:docMk/>
            <pc:sldMk cId="2196532392" sldId="871"/>
            <ac:cxnSpMk id="143" creationId="{1F91DB3E-553D-A86E-573F-F8CB9FA4AFE6}"/>
          </ac:cxnSpMkLst>
        </pc:cxnChg>
        <pc:cxnChg chg="add del mod">
          <ac:chgData name="Palit, Tapti" userId="dec6fbcd-7598-406a-8cbf-504d4a3bac15" providerId="ADAL" clId="{ECD42228-5B96-4A72-B268-C46DF994E6B7}" dt="2024-01-23T18:44:01.484" v="32774" actId="478"/>
          <ac:cxnSpMkLst>
            <pc:docMk/>
            <pc:sldMk cId="2196532392" sldId="871"/>
            <ac:cxnSpMk id="146" creationId="{3573BC0E-5E82-D5C9-7CB2-DB76EC735381}"/>
          </ac:cxnSpMkLst>
        </pc:cxnChg>
        <pc:cxnChg chg="add del mod">
          <ac:chgData name="Palit, Tapti" userId="dec6fbcd-7598-406a-8cbf-504d4a3bac15" providerId="ADAL" clId="{ECD42228-5B96-4A72-B268-C46DF994E6B7}" dt="2024-01-23T18:44:01.484" v="32774" actId="478"/>
          <ac:cxnSpMkLst>
            <pc:docMk/>
            <pc:sldMk cId="2196532392" sldId="871"/>
            <ac:cxnSpMk id="149" creationId="{0854D784-B8F5-4AED-2788-F7F0A91869CF}"/>
          </ac:cxnSpMkLst>
        </pc:cxnChg>
        <pc:cxnChg chg="add del mod">
          <ac:chgData name="Palit, Tapti" userId="dec6fbcd-7598-406a-8cbf-504d4a3bac15" providerId="ADAL" clId="{ECD42228-5B96-4A72-B268-C46DF994E6B7}" dt="2024-01-23T18:44:01.484" v="32774" actId="478"/>
          <ac:cxnSpMkLst>
            <pc:docMk/>
            <pc:sldMk cId="2196532392" sldId="871"/>
            <ac:cxnSpMk id="152" creationId="{58C414FD-DD02-2233-01A7-A4A30016E39F}"/>
          </ac:cxnSpMkLst>
        </pc:cxnChg>
        <pc:cxnChg chg="add del mod">
          <ac:chgData name="Palit, Tapti" userId="dec6fbcd-7598-406a-8cbf-504d4a3bac15" providerId="ADAL" clId="{ECD42228-5B96-4A72-B268-C46DF994E6B7}" dt="2024-01-23T18:44:11.716" v="32776" actId="478"/>
          <ac:cxnSpMkLst>
            <pc:docMk/>
            <pc:sldMk cId="2196532392" sldId="871"/>
            <ac:cxnSpMk id="164" creationId="{33A14453-DE74-5D61-E9FA-DC2546B8C385}"/>
          </ac:cxnSpMkLst>
        </pc:cxnChg>
        <pc:cxnChg chg="add del mod">
          <ac:chgData name="Palit, Tapti" userId="dec6fbcd-7598-406a-8cbf-504d4a3bac15" providerId="ADAL" clId="{ECD42228-5B96-4A72-B268-C46DF994E6B7}" dt="2024-01-23T19:55:55.184" v="33106" actId="478"/>
          <ac:cxnSpMkLst>
            <pc:docMk/>
            <pc:sldMk cId="2196532392" sldId="871"/>
            <ac:cxnSpMk id="168" creationId="{0A081964-D872-BFC2-858C-52A3689E24DA}"/>
          </ac:cxnSpMkLst>
        </pc:cxnChg>
        <pc:cxnChg chg="add del mod">
          <ac:chgData name="Palit, Tapti" userId="dec6fbcd-7598-406a-8cbf-504d4a3bac15" providerId="ADAL" clId="{ECD42228-5B96-4A72-B268-C46DF994E6B7}" dt="2024-01-23T19:55:55.184" v="33106" actId="478"/>
          <ac:cxnSpMkLst>
            <pc:docMk/>
            <pc:sldMk cId="2196532392" sldId="871"/>
            <ac:cxnSpMk id="172" creationId="{37D620F9-E26B-CA25-9804-5B3B04F79B2A}"/>
          </ac:cxnSpMkLst>
        </pc:cxnChg>
        <pc:cxnChg chg="add del mod">
          <ac:chgData name="Palit, Tapti" userId="dec6fbcd-7598-406a-8cbf-504d4a3bac15" providerId="ADAL" clId="{ECD42228-5B96-4A72-B268-C46DF994E6B7}" dt="2024-01-23T19:55:55.184" v="33106" actId="478"/>
          <ac:cxnSpMkLst>
            <pc:docMk/>
            <pc:sldMk cId="2196532392" sldId="871"/>
            <ac:cxnSpMk id="175" creationId="{4D6937D4-4AA0-12AC-530D-EF87A7404B5C}"/>
          </ac:cxnSpMkLst>
        </pc:cxnChg>
        <pc:cxnChg chg="add del mod">
          <ac:chgData name="Palit, Tapti" userId="dec6fbcd-7598-406a-8cbf-504d4a3bac15" providerId="ADAL" clId="{ECD42228-5B96-4A72-B268-C46DF994E6B7}" dt="2024-01-23T19:55:55.184" v="33106" actId="478"/>
          <ac:cxnSpMkLst>
            <pc:docMk/>
            <pc:sldMk cId="2196532392" sldId="871"/>
            <ac:cxnSpMk id="178" creationId="{F4328D95-7914-5D2E-13C2-EC9FE2B998FA}"/>
          </ac:cxnSpMkLst>
        </pc:cxnChg>
        <pc:cxnChg chg="add del mod">
          <ac:chgData name="Palit, Tapti" userId="dec6fbcd-7598-406a-8cbf-504d4a3bac15" providerId="ADAL" clId="{ECD42228-5B96-4A72-B268-C46DF994E6B7}" dt="2024-01-23T19:55:55.184" v="33106" actId="478"/>
          <ac:cxnSpMkLst>
            <pc:docMk/>
            <pc:sldMk cId="2196532392" sldId="871"/>
            <ac:cxnSpMk id="181" creationId="{5D779054-3B65-2C7A-0F54-B036D75330D6}"/>
          </ac:cxnSpMkLst>
        </pc:cxnChg>
        <pc:cxnChg chg="add del mod">
          <ac:chgData name="Palit, Tapti" userId="dec6fbcd-7598-406a-8cbf-504d4a3bac15" providerId="ADAL" clId="{ECD42228-5B96-4A72-B268-C46DF994E6B7}" dt="2024-01-23T19:55:55.184" v="33106" actId="478"/>
          <ac:cxnSpMkLst>
            <pc:docMk/>
            <pc:sldMk cId="2196532392" sldId="871"/>
            <ac:cxnSpMk id="184" creationId="{AEEE593A-8D16-3DD4-6ADA-4E926004DF1D}"/>
          </ac:cxnSpMkLst>
        </pc:cxnChg>
        <pc:cxnChg chg="add del mod">
          <ac:chgData name="Palit, Tapti" userId="dec6fbcd-7598-406a-8cbf-504d4a3bac15" providerId="ADAL" clId="{ECD42228-5B96-4A72-B268-C46DF994E6B7}" dt="2024-01-23T19:55:55.184" v="33106" actId="478"/>
          <ac:cxnSpMkLst>
            <pc:docMk/>
            <pc:sldMk cId="2196532392" sldId="871"/>
            <ac:cxnSpMk id="187" creationId="{DBF7A74E-2D83-F216-A820-174C76509E70}"/>
          </ac:cxnSpMkLst>
        </pc:cxnChg>
        <pc:cxnChg chg="add del mod">
          <ac:chgData name="Palit, Tapti" userId="dec6fbcd-7598-406a-8cbf-504d4a3bac15" providerId="ADAL" clId="{ECD42228-5B96-4A72-B268-C46DF994E6B7}" dt="2024-01-23T19:55:55.184" v="33106" actId="478"/>
          <ac:cxnSpMkLst>
            <pc:docMk/>
            <pc:sldMk cId="2196532392" sldId="871"/>
            <ac:cxnSpMk id="192" creationId="{00A99A82-84A0-CB27-8AEE-98CF79776804}"/>
          </ac:cxnSpMkLst>
        </pc:cxnChg>
        <pc:cxnChg chg="add del mod">
          <ac:chgData name="Palit, Tapti" userId="dec6fbcd-7598-406a-8cbf-504d4a3bac15" providerId="ADAL" clId="{ECD42228-5B96-4A72-B268-C46DF994E6B7}" dt="2024-01-23T19:55:55.184" v="33106" actId="478"/>
          <ac:cxnSpMkLst>
            <pc:docMk/>
            <pc:sldMk cId="2196532392" sldId="871"/>
            <ac:cxnSpMk id="198" creationId="{0D967EF8-3336-BC62-0824-F568E6FF8508}"/>
          </ac:cxnSpMkLst>
        </pc:cxnChg>
        <pc:cxnChg chg="add del mod">
          <ac:chgData name="Palit, Tapti" userId="dec6fbcd-7598-406a-8cbf-504d4a3bac15" providerId="ADAL" clId="{ECD42228-5B96-4A72-B268-C46DF994E6B7}" dt="2024-01-23T19:55:55.184" v="33106" actId="478"/>
          <ac:cxnSpMkLst>
            <pc:docMk/>
            <pc:sldMk cId="2196532392" sldId="871"/>
            <ac:cxnSpMk id="202" creationId="{5FD51DE1-58B3-CE37-BFC9-93F0B984D4E9}"/>
          </ac:cxnSpMkLst>
        </pc:cxnChg>
        <pc:cxnChg chg="add del mod">
          <ac:chgData name="Palit, Tapti" userId="dec6fbcd-7598-406a-8cbf-504d4a3bac15" providerId="ADAL" clId="{ECD42228-5B96-4A72-B268-C46DF994E6B7}" dt="2024-01-23T19:01:44.956" v="32859" actId="478"/>
          <ac:cxnSpMkLst>
            <pc:docMk/>
            <pc:sldMk cId="2196532392" sldId="871"/>
            <ac:cxnSpMk id="205" creationId="{17D333E2-6488-1788-B0B6-C627F0818A6D}"/>
          </ac:cxnSpMkLst>
        </pc:cxnChg>
        <pc:cxnChg chg="add del mod">
          <ac:chgData name="Palit, Tapti" userId="dec6fbcd-7598-406a-8cbf-504d4a3bac15" providerId="ADAL" clId="{ECD42228-5B96-4A72-B268-C46DF994E6B7}" dt="2024-01-23T19:55:55.184" v="33106" actId="478"/>
          <ac:cxnSpMkLst>
            <pc:docMk/>
            <pc:sldMk cId="2196532392" sldId="871"/>
            <ac:cxnSpMk id="208" creationId="{57808222-8988-F2B8-54E7-167172DAD19D}"/>
          </ac:cxnSpMkLst>
        </pc:cxnChg>
        <pc:cxnChg chg="add del mod">
          <ac:chgData name="Palit, Tapti" userId="dec6fbcd-7598-406a-8cbf-504d4a3bac15" providerId="ADAL" clId="{ECD42228-5B96-4A72-B268-C46DF994E6B7}" dt="2024-01-23T19:55:55.184" v="33106" actId="478"/>
          <ac:cxnSpMkLst>
            <pc:docMk/>
            <pc:sldMk cId="2196532392" sldId="871"/>
            <ac:cxnSpMk id="211" creationId="{0EB46D2C-02A1-0F87-3F5B-C18F3F0EF744}"/>
          </ac:cxnSpMkLst>
        </pc:cxnChg>
        <pc:cxnChg chg="add del mod">
          <ac:chgData name="Palit, Tapti" userId="dec6fbcd-7598-406a-8cbf-504d4a3bac15" providerId="ADAL" clId="{ECD42228-5B96-4A72-B268-C46DF994E6B7}" dt="2024-01-23T19:55:55.184" v="33106" actId="478"/>
          <ac:cxnSpMkLst>
            <pc:docMk/>
            <pc:sldMk cId="2196532392" sldId="871"/>
            <ac:cxnSpMk id="214" creationId="{E6BD88E6-5A9D-6589-5E84-BF54463B67C6}"/>
          </ac:cxnSpMkLst>
        </pc:cxnChg>
        <pc:cxnChg chg="add del mod">
          <ac:chgData name="Palit, Tapti" userId="dec6fbcd-7598-406a-8cbf-504d4a3bac15" providerId="ADAL" clId="{ECD42228-5B96-4A72-B268-C46DF994E6B7}" dt="2024-01-23T19:55:55.184" v="33106" actId="478"/>
          <ac:cxnSpMkLst>
            <pc:docMk/>
            <pc:sldMk cId="2196532392" sldId="871"/>
            <ac:cxnSpMk id="218" creationId="{86B5608F-38D2-60D9-44D7-9F9041BAC734}"/>
          </ac:cxnSpMkLst>
        </pc:cxnChg>
        <pc:cxnChg chg="add del mod">
          <ac:chgData name="Palit, Tapti" userId="dec6fbcd-7598-406a-8cbf-504d4a3bac15" providerId="ADAL" clId="{ECD42228-5B96-4A72-B268-C46DF994E6B7}" dt="2024-01-23T19:55:55.184" v="33106" actId="478"/>
          <ac:cxnSpMkLst>
            <pc:docMk/>
            <pc:sldMk cId="2196532392" sldId="871"/>
            <ac:cxnSpMk id="221" creationId="{FB43F597-9150-048C-DE7C-E80AFB87360E}"/>
          </ac:cxnSpMkLst>
        </pc:cxnChg>
        <pc:cxnChg chg="add del mod">
          <ac:chgData name="Palit, Tapti" userId="dec6fbcd-7598-406a-8cbf-504d4a3bac15" providerId="ADAL" clId="{ECD42228-5B96-4A72-B268-C46DF994E6B7}" dt="2024-01-23T19:55:55.184" v="33106" actId="478"/>
          <ac:cxnSpMkLst>
            <pc:docMk/>
            <pc:sldMk cId="2196532392" sldId="871"/>
            <ac:cxnSpMk id="301" creationId="{506DC1CD-DC57-F155-1202-49C3FCF847EE}"/>
          </ac:cxnSpMkLst>
        </pc:cxnChg>
        <pc:cxnChg chg="add del mod">
          <ac:chgData name="Palit, Tapti" userId="dec6fbcd-7598-406a-8cbf-504d4a3bac15" providerId="ADAL" clId="{ECD42228-5B96-4A72-B268-C46DF994E6B7}" dt="2024-01-23T19:55:55.184" v="33106" actId="478"/>
          <ac:cxnSpMkLst>
            <pc:docMk/>
            <pc:sldMk cId="2196532392" sldId="871"/>
            <ac:cxnSpMk id="304" creationId="{88B74D14-D235-62AC-DEEE-768E518A639D}"/>
          </ac:cxnSpMkLst>
        </pc:cxnChg>
        <pc:cxnChg chg="add del mod">
          <ac:chgData name="Palit, Tapti" userId="dec6fbcd-7598-406a-8cbf-504d4a3bac15" providerId="ADAL" clId="{ECD42228-5B96-4A72-B268-C46DF994E6B7}" dt="2024-01-23T19:55:55.184" v="33106" actId="478"/>
          <ac:cxnSpMkLst>
            <pc:docMk/>
            <pc:sldMk cId="2196532392" sldId="871"/>
            <ac:cxnSpMk id="310" creationId="{11D311CD-94F6-3C37-1CCF-3293848585FD}"/>
          </ac:cxnSpMkLst>
        </pc:cxnChg>
        <pc:cxnChg chg="add mod">
          <ac:chgData name="Palit, Tapti" userId="dec6fbcd-7598-406a-8cbf-504d4a3bac15" providerId="ADAL" clId="{ECD42228-5B96-4A72-B268-C46DF994E6B7}" dt="2024-01-23T19:51:58.068" v="33075"/>
          <ac:cxnSpMkLst>
            <pc:docMk/>
            <pc:sldMk cId="2196532392" sldId="871"/>
            <ac:cxnSpMk id="316" creationId="{F5E6A52F-E91B-89C5-97C7-E58CD70822C5}"/>
          </ac:cxnSpMkLst>
        </pc:cxnChg>
        <pc:cxnChg chg="add del mod">
          <ac:chgData name="Palit, Tapti" userId="dec6fbcd-7598-406a-8cbf-504d4a3bac15" providerId="ADAL" clId="{ECD42228-5B96-4A72-B268-C46DF994E6B7}" dt="2024-01-23T19:55:55.184" v="33106" actId="478"/>
          <ac:cxnSpMkLst>
            <pc:docMk/>
            <pc:sldMk cId="2196532392" sldId="871"/>
            <ac:cxnSpMk id="317" creationId="{1C839452-7057-1F44-F55A-7E23E5CE1E42}"/>
          </ac:cxnSpMkLst>
        </pc:cxnChg>
        <pc:cxnChg chg="add mod">
          <ac:chgData name="Palit, Tapti" userId="dec6fbcd-7598-406a-8cbf-504d4a3bac15" providerId="ADAL" clId="{ECD42228-5B96-4A72-B268-C46DF994E6B7}" dt="2024-01-23T19:58:07.882" v="33141" actId="14100"/>
          <ac:cxnSpMkLst>
            <pc:docMk/>
            <pc:sldMk cId="2196532392" sldId="871"/>
            <ac:cxnSpMk id="333" creationId="{12978B75-3836-6B37-524C-D6694FE840CE}"/>
          </ac:cxnSpMkLst>
        </pc:cxnChg>
        <pc:cxnChg chg="add mod">
          <ac:chgData name="Palit, Tapti" userId="dec6fbcd-7598-406a-8cbf-504d4a3bac15" providerId="ADAL" clId="{ECD42228-5B96-4A72-B268-C46DF994E6B7}" dt="2024-01-23T19:58:13.081" v="33144" actId="14100"/>
          <ac:cxnSpMkLst>
            <pc:docMk/>
            <pc:sldMk cId="2196532392" sldId="871"/>
            <ac:cxnSpMk id="336" creationId="{A2614C60-0184-4A22-2502-2FB36E7011F8}"/>
          </ac:cxnSpMkLst>
        </pc:cxnChg>
        <pc:cxnChg chg="add mod">
          <ac:chgData name="Palit, Tapti" userId="dec6fbcd-7598-406a-8cbf-504d4a3bac15" providerId="ADAL" clId="{ECD42228-5B96-4A72-B268-C46DF994E6B7}" dt="2024-01-23T19:58:22.506" v="33147" actId="14100"/>
          <ac:cxnSpMkLst>
            <pc:docMk/>
            <pc:sldMk cId="2196532392" sldId="871"/>
            <ac:cxnSpMk id="339" creationId="{0152FD3E-0853-2118-07D4-9342E0D19EB6}"/>
          </ac:cxnSpMkLst>
        </pc:cxnChg>
        <pc:cxnChg chg="add mod">
          <ac:chgData name="Palit, Tapti" userId="dec6fbcd-7598-406a-8cbf-504d4a3bac15" providerId="ADAL" clId="{ECD42228-5B96-4A72-B268-C46DF994E6B7}" dt="2024-01-23T19:58:35.099" v="33151" actId="14100"/>
          <ac:cxnSpMkLst>
            <pc:docMk/>
            <pc:sldMk cId="2196532392" sldId="871"/>
            <ac:cxnSpMk id="342" creationId="{F942B987-BEDA-41D8-FCAC-4EDE091C8B0E}"/>
          </ac:cxnSpMkLst>
        </pc:cxnChg>
        <pc:cxnChg chg="add mod">
          <ac:chgData name="Palit, Tapti" userId="dec6fbcd-7598-406a-8cbf-504d4a3bac15" providerId="ADAL" clId="{ECD42228-5B96-4A72-B268-C46DF994E6B7}" dt="2024-01-23T19:58:40.450" v="33154" actId="14100"/>
          <ac:cxnSpMkLst>
            <pc:docMk/>
            <pc:sldMk cId="2196532392" sldId="871"/>
            <ac:cxnSpMk id="345" creationId="{93A8852F-C419-687F-682E-6B3DA132B071}"/>
          </ac:cxnSpMkLst>
        </pc:cxnChg>
        <pc:cxnChg chg="add mod">
          <ac:chgData name="Palit, Tapti" userId="dec6fbcd-7598-406a-8cbf-504d4a3bac15" providerId="ADAL" clId="{ECD42228-5B96-4A72-B268-C46DF994E6B7}" dt="2024-01-23T19:58:44.610" v="33157" actId="14100"/>
          <ac:cxnSpMkLst>
            <pc:docMk/>
            <pc:sldMk cId="2196532392" sldId="871"/>
            <ac:cxnSpMk id="348" creationId="{E4543256-BA50-1BC3-7FDD-0D937041CBAD}"/>
          </ac:cxnSpMkLst>
        </pc:cxnChg>
        <pc:cxnChg chg="add mod">
          <ac:chgData name="Palit, Tapti" userId="dec6fbcd-7598-406a-8cbf-504d4a3bac15" providerId="ADAL" clId="{ECD42228-5B96-4A72-B268-C46DF994E6B7}" dt="2024-01-23T19:58:50.084" v="33160" actId="14100"/>
          <ac:cxnSpMkLst>
            <pc:docMk/>
            <pc:sldMk cId="2196532392" sldId="871"/>
            <ac:cxnSpMk id="351" creationId="{D6ED0205-15FC-DBA6-A7D6-5C80405D315E}"/>
          </ac:cxnSpMkLst>
        </pc:cxnChg>
        <pc:cxnChg chg="add del mod">
          <ac:chgData name="Palit, Tapti" userId="dec6fbcd-7598-406a-8cbf-504d4a3bac15" providerId="ADAL" clId="{ECD42228-5B96-4A72-B268-C46DF994E6B7}" dt="2024-01-23T19:58:59.183" v="33163" actId="478"/>
          <ac:cxnSpMkLst>
            <pc:docMk/>
            <pc:sldMk cId="2196532392" sldId="871"/>
            <ac:cxnSpMk id="354" creationId="{2C258694-6720-319F-DB09-C7C22B54D22D}"/>
          </ac:cxnSpMkLst>
        </pc:cxnChg>
        <pc:cxnChg chg="add del mod">
          <ac:chgData name="Palit, Tapti" userId="dec6fbcd-7598-406a-8cbf-504d4a3bac15" providerId="ADAL" clId="{ECD42228-5B96-4A72-B268-C46DF994E6B7}" dt="2024-01-23T20:08:13.953" v="33287" actId="21"/>
          <ac:cxnSpMkLst>
            <pc:docMk/>
            <pc:sldMk cId="2196532392" sldId="871"/>
            <ac:cxnSpMk id="356" creationId="{7D7A0695-15EC-8841-3632-AD71C5649FE5}"/>
          </ac:cxnSpMkLst>
        </pc:cxnChg>
        <pc:cxnChg chg="add del mod">
          <ac:chgData name="Palit, Tapti" userId="dec6fbcd-7598-406a-8cbf-504d4a3bac15" providerId="ADAL" clId="{ECD42228-5B96-4A72-B268-C46DF994E6B7}" dt="2024-01-23T20:08:13.953" v="33287" actId="21"/>
          <ac:cxnSpMkLst>
            <pc:docMk/>
            <pc:sldMk cId="2196532392" sldId="871"/>
            <ac:cxnSpMk id="359" creationId="{129A9EFB-DBB0-9C6B-F109-2A731D17FEA9}"/>
          </ac:cxnSpMkLst>
        </pc:cxnChg>
        <pc:cxnChg chg="add del mod">
          <ac:chgData name="Palit, Tapti" userId="dec6fbcd-7598-406a-8cbf-504d4a3bac15" providerId="ADAL" clId="{ECD42228-5B96-4A72-B268-C46DF994E6B7}" dt="2024-01-23T20:08:13.953" v="33287" actId="21"/>
          <ac:cxnSpMkLst>
            <pc:docMk/>
            <pc:sldMk cId="2196532392" sldId="871"/>
            <ac:cxnSpMk id="362" creationId="{2A8DCB66-1AB1-7C0F-FF2E-8823A63BC0A5}"/>
          </ac:cxnSpMkLst>
        </pc:cxnChg>
        <pc:cxnChg chg="add del mod">
          <ac:chgData name="Palit, Tapti" userId="dec6fbcd-7598-406a-8cbf-504d4a3bac15" providerId="ADAL" clId="{ECD42228-5B96-4A72-B268-C46DF994E6B7}" dt="2024-01-23T20:08:13.953" v="33287" actId="21"/>
          <ac:cxnSpMkLst>
            <pc:docMk/>
            <pc:sldMk cId="2196532392" sldId="871"/>
            <ac:cxnSpMk id="365" creationId="{CD233F9D-9625-2E4B-2073-70E9239E4EF8}"/>
          </ac:cxnSpMkLst>
        </pc:cxnChg>
        <pc:cxnChg chg="add del mod">
          <ac:chgData name="Palit, Tapti" userId="dec6fbcd-7598-406a-8cbf-504d4a3bac15" providerId="ADAL" clId="{ECD42228-5B96-4A72-B268-C46DF994E6B7}" dt="2024-01-23T20:08:13.953" v="33287" actId="21"/>
          <ac:cxnSpMkLst>
            <pc:docMk/>
            <pc:sldMk cId="2196532392" sldId="871"/>
            <ac:cxnSpMk id="369" creationId="{39FF2DA0-EBBE-0DF7-B8F2-9A3F42DDA3C5}"/>
          </ac:cxnSpMkLst>
        </pc:cxnChg>
        <pc:cxnChg chg="add del mod">
          <ac:chgData name="Palit, Tapti" userId="dec6fbcd-7598-406a-8cbf-504d4a3bac15" providerId="ADAL" clId="{ECD42228-5B96-4A72-B268-C46DF994E6B7}" dt="2024-01-23T20:08:13.953" v="33287" actId="21"/>
          <ac:cxnSpMkLst>
            <pc:docMk/>
            <pc:sldMk cId="2196532392" sldId="871"/>
            <ac:cxnSpMk id="372" creationId="{E8A7DBD7-1ED8-8E63-AC93-2304460736F9}"/>
          </ac:cxnSpMkLst>
        </pc:cxnChg>
        <pc:cxnChg chg="add del mod">
          <ac:chgData name="Palit, Tapti" userId="dec6fbcd-7598-406a-8cbf-504d4a3bac15" providerId="ADAL" clId="{ECD42228-5B96-4A72-B268-C46DF994E6B7}" dt="2024-01-23T20:08:13.953" v="33287" actId="21"/>
          <ac:cxnSpMkLst>
            <pc:docMk/>
            <pc:sldMk cId="2196532392" sldId="871"/>
            <ac:cxnSpMk id="376" creationId="{59238C89-7739-0AC6-AF73-FD57ECADCA38}"/>
          </ac:cxnSpMkLst>
        </pc:cxnChg>
        <pc:cxnChg chg="add del mod">
          <ac:chgData name="Palit, Tapti" userId="dec6fbcd-7598-406a-8cbf-504d4a3bac15" providerId="ADAL" clId="{ECD42228-5B96-4A72-B268-C46DF994E6B7}" dt="2024-01-23T20:08:13.953" v="33287" actId="21"/>
          <ac:cxnSpMkLst>
            <pc:docMk/>
            <pc:sldMk cId="2196532392" sldId="871"/>
            <ac:cxnSpMk id="379" creationId="{698EAC26-E655-3017-B3E0-1D104CDAD401}"/>
          </ac:cxnSpMkLst>
        </pc:cxnChg>
        <pc:cxnChg chg="add del mod">
          <ac:chgData name="Palit, Tapti" userId="dec6fbcd-7598-406a-8cbf-504d4a3bac15" providerId="ADAL" clId="{ECD42228-5B96-4A72-B268-C46DF994E6B7}" dt="2024-01-23T20:08:13.953" v="33287" actId="21"/>
          <ac:cxnSpMkLst>
            <pc:docMk/>
            <pc:sldMk cId="2196532392" sldId="871"/>
            <ac:cxnSpMk id="382" creationId="{EB50346A-F7EA-C08B-E4DA-D1A1922FB98F}"/>
          </ac:cxnSpMkLst>
        </pc:cxnChg>
        <pc:cxnChg chg="add del mod">
          <ac:chgData name="Palit, Tapti" userId="dec6fbcd-7598-406a-8cbf-504d4a3bac15" providerId="ADAL" clId="{ECD42228-5B96-4A72-B268-C46DF994E6B7}" dt="2024-01-23T20:08:13.953" v="33287" actId="21"/>
          <ac:cxnSpMkLst>
            <pc:docMk/>
            <pc:sldMk cId="2196532392" sldId="871"/>
            <ac:cxnSpMk id="385" creationId="{1EFCB220-2EB8-22B9-7CB7-D4E312CF3246}"/>
          </ac:cxnSpMkLst>
        </pc:cxnChg>
        <pc:cxnChg chg="add mod">
          <ac:chgData name="Palit, Tapti" userId="dec6fbcd-7598-406a-8cbf-504d4a3bac15" providerId="ADAL" clId="{ECD42228-5B96-4A72-B268-C46DF994E6B7}" dt="2024-01-23T20:07:24.726" v="33285" actId="692"/>
          <ac:cxnSpMkLst>
            <pc:docMk/>
            <pc:sldMk cId="2196532392" sldId="871"/>
            <ac:cxnSpMk id="388" creationId="{DE924A48-EA8E-F11A-2424-C808FE0B1FB1}"/>
          </ac:cxnSpMkLst>
        </pc:cxnChg>
        <pc:cxnChg chg="add mod">
          <ac:chgData name="Palit, Tapti" userId="dec6fbcd-7598-406a-8cbf-504d4a3bac15" providerId="ADAL" clId="{ECD42228-5B96-4A72-B268-C46DF994E6B7}" dt="2024-01-23T20:15:09.543" v="33336" actId="14100"/>
          <ac:cxnSpMkLst>
            <pc:docMk/>
            <pc:sldMk cId="2196532392" sldId="871"/>
            <ac:cxnSpMk id="393" creationId="{6290A0C9-A148-CD72-51A7-135ADB7E4291}"/>
          </ac:cxnSpMkLst>
        </pc:cxnChg>
        <pc:cxnChg chg="add mod">
          <ac:chgData name="Palit, Tapti" userId="dec6fbcd-7598-406a-8cbf-504d4a3bac15" providerId="ADAL" clId="{ECD42228-5B96-4A72-B268-C46DF994E6B7}" dt="2024-01-23T20:15:39.557" v="33340" actId="14100"/>
          <ac:cxnSpMkLst>
            <pc:docMk/>
            <pc:sldMk cId="2196532392" sldId="871"/>
            <ac:cxnSpMk id="396" creationId="{0CCBCC26-0390-513F-A956-133DFF966D8C}"/>
          </ac:cxnSpMkLst>
        </pc:cxnChg>
        <pc:extLst>
          <p:ext xmlns:p="http://schemas.openxmlformats.org/presentationml/2006/main" uri="{D6D511B9-2390-475A-947B-AFAB55BFBCF1}">
            <pc226:cmChg xmlns:pc226="http://schemas.microsoft.com/office/powerpoint/2022/06/main/command" chg="add del">
              <pc226:chgData name="Palit, Tapti" userId="dec6fbcd-7598-406a-8cbf-504d4a3bac15" providerId="ADAL" clId="{ECD42228-5B96-4A72-B268-C46DF994E6B7}" dt="2024-01-22T20:11:40.591" v="8422"/>
              <pc2:cmMkLst xmlns:pc2="http://schemas.microsoft.com/office/powerpoint/2019/9/main/command">
                <pc:docMk/>
                <pc:sldMk cId="2196532392" sldId="871"/>
                <pc2:cmMk id="{ED22A603-CB3D-4A63-A3B8-717297DB7B6D}"/>
              </pc2:cmMkLst>
            </pc226:cmChg>
          </p:ext>
        </pc:extLst>
      </pc:sldChg>
      <pc:sldChg chg="addSp delSp modSp add del mod modClrScheme delAnim modShow addCm chgLayout">
        <pc:chgData name="Palit, Tapti" userId="dec6fbcd-7598-406a-8cbf-504d4a3bac15" providerId="ADAL" clId="{ECD42228-5B96-4A72-B268-C46DF994E6B7}" dt="2024-01-16T01:30:08.294" v="4577" actId="207"/>
        <pc:sldMkLst>
          <pc:docMk/>
          <pc:sldMk cId="2344574295" sldId="871"/>
        </pc:sldMkLst>
        <pc:spChg chg="mod ord">
          <ac:chgData name="Palit, Tapti" userId="dec6fbcd-7598-406a-8cbf-504d4a3bac15" providerId="ADAL" clId="{ECD42228-5B96-4A72-B268-C46DF994E6B7}" dt="2024-01-14T19:24:11.600" v="430" actId="700"/>
          <ac:spMkLst>
            <pc:docMk/>
            <pc:sldMk cId="2344574295" sldId="871"/>
            <ac:spMk id="2" creationId="{1270CB34-283C-312C-1268-F346DA3C3FD4}"/>
          </ac:spMkLst>
        </pc:spChg>
        <pc:spChg chg="del mod ord">
          <ac:chgData name="Palit, Tapti" userId="dec6fbcd-7598-406a-8cbf-504d4a3bac15" providerId="ADAL" clId="{ECD42228-5B96-4A72-B268-C46DF994E6B7}" dt="2024-01-14T19:24:22.474" v="436" actId="478"/>
          <ac:spMkLst>
            <pc:docMk/>
            <pc:sldMk cId="2344574295" sldId="871"/>
            <ac:spMk id="3" creationId="{61A11287-50C5-EE15-BCAE-7C2C74A30506}"/>
          </ac:spMkLst>
        </pc:spChg>
        <pc:spChg chg="mod ord">
          <ac:chgData name="Palit, Tapti" userId="dec6fbcd-7598-406a-8cbf-504d4a3bac15" providerId="ADAL" clId="{ECD42228-5B96-4A72-B268-C46DF994E6B7}" dt="2024-01-14T19:24:11.600" v="430" actId="700"/>
          <ac:spMkLst>
            <pc:docMk/>
            <pc:sldMk cId="2344574295" sldId="871"/>
            <ac:spMk id="4" creationId="{B10DDEA6-46DD-7CD1-42EB-F2724E96300A}"/>
          </ac:spMkLst>
        </pc:spChg>
        <pc:spChg chg="mod">
          <ac:chgData name="Palit, Tapti" userId="dec6fbcd-7598-406a-8cbf-504d4a3bac15" providerId="ADAL" clId="{ECD42228-5B96-4A72-B268-C46DF994E6B7}" dt="2024-01-14T20:41:54.318" v="1172" actId="6549"/>
          <ac:spMkLst>
            <pc:docMk/>
            <pc:sldMk cId="2344574295" sldId="871"/>
            <ac:spMk id="5" creationId="{11B7E19C-BD72-E756-C643-1284FD9786F5}"/>
          </ac:spMkLst>
        </pc:spChg>
        <pc:spChg chg="mod">
          <ac:chgData name="Palit, Tapti" userId="dec6fbcd-7598-406a-8cbf-504d4a3bac15" providerId="ADAL" clId="{ECD42228-5B96-4A72-B268-C46DF994E6B7}" dt="2024-01-16T01:30:08.294" v="4577" actId="207"/>
          <ac:spMkLst>
            <pc:docMk/>
            <pc:sldMk cId="2344574295" sldId="871"/>
            <ac:spMk id="12" creationId="{33D4592E-6A33-46B1-759F-3AE51A1F9A36}"/>
          </ac:spMkLst>
        </pc:spChg>
        <pc:spChg chg="del mod">
          <ac:chgData name="Palit, Tapti" userId="dec6fbcd-7598-406a-8cbf-504d4a3bac15" providerId="ADAL" clId="{ECD42228-5B96-4A72-B268-C46DF994E6B7}" dt="2024-01-14T23:43:22.148" v="3716" actId="478"/>
          <ac:spMkLst>
            <pc:docMk/>
            <pc:sldMk cId="2344574295" sldId="871"/>
            <ac:spMk id="14" creationId="{8173F745-0C09-3A2B-72B1-23BA494E3CBA}"/>
          </ac:spMkLst>
        </pc:spChg>
        <pc:spChg chg="add del mod ord">
          <ac:chgData name="Palit, Tapti" userId="dec6fbcd-7598-406a-8cbf-504d4a3bac15" providerId="ADAL" clId="{ECD42228-5B96-4A72-B268-C46DF994E6B7}" dt="2024-01-14T19:18:49.734" v="374" actId="700"/>
          <ac:spMkLst>
            <pc:docMk/>
            <pc:sldMk cId="2344574295" sldId="871"/>
            <ac:spMk id="15" creationId="{85C3E24F-C621-3217-E549-E3752414A9D7}"/>
          </ac:spMkLst>
        </pc:spChg>
        <pc:spChg chg="add mod ord">
          <ac:chgData name="Palit, Tapti" userId="dec6fbcd-7598-406a-8cbf-504d4a3bac15" providerId="ADAL" clId="{ECD42228-5B96-4A72-B268-C46DF994E6B7}" dt="2024-01-14T19:24:20.202" v="435" actId="20577"/>
          <ac:spMkLst>
            <pc:docMk/>
            <pc:sldMk cId="2344574295" sldId="871"/>
            <ac:spMk id="16" creationId="{FB7CC96E-0816-CC66-414D-395EF1708D53}"/>
          </ac:spMkLst>
        </pc:spChg>
        <pc:spChg chg="mod">
          <ac:chgData name="Palit, Tapti" userId="dec6fbcd-7598-406a-8cbf-504d4a3bac15" providerId="ADAL" clId="{ECD42228-5B96-4A72-B268-C46DF994E6B7}" dt="2024-01-16T01:30:08.294" v="4577" actId="207"/>
          <ac:spMkLst>
            <pc:docMk/>
            <pc:sldMk cId="2344574295" sldId="871"/>
            <ac:spMk id="19" creationId="{11F3A58B-0A0F-3813-8194-E2D2AD55E2B4}"/>
          </ac:spMkLst>
        </pc:spChg>
        <pc:cxnChg chg="add mod">
          <ac:chgData name="Palit, Tapti" userId="dec6fbcd-7598-406a-8cbf-504d4a3bac15" providerId="ADAL" clId="{ECD42228-5B96-4A72-B268-C46DF994E6B7}" dt="2024-01-14T23:43:27.836" v="3719" actId="14100"/>
          <ac:cxnSpMkLst>
            <pc:docMk/>
            <pc:sldMk cId="2344574295" sldId="871"/>
            <ac:cxnSpMk id="15" creationId="{545C3B05-A19E-E116-B506-B383B0882674}"/>
          </ac:cxnSpMkLst>
        </pc:cxn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14T20:43:12.368" v="1175"/>
              <pc2:cmMkLst xmlns:pc2="http://schemas.microsoft.com/office/powerpoint/2019/9/main/command">
                <pc:docMk/>
                <pc:sldMk cId="2344574295" sldId="871"/>
                <pc2:cmMk id="{0BC5FF2B-B398-4AB2-B9EB-CC96E52BAE5B}"/>
              </pc2:cmMkLst>
            </pc226:cmChg>
          </p:ext>
        </pc:extLst>
      </pc:sldChg>
      <pc:sldChg chg="add del mod modShow">
        <pc:chgData name="Palit, Tapti" userId="dec6fbcd-7598-406a-8cbf-504d4a3bac15" providerId="ADAL" clId="{ECD42228-5B96-4A72-B268-C46DF994E6B7}" dt="2024-01-28T03:44:01.241" v="67437" actId="47"/>
        <pc:sldMkLst>
          <pc:docMk/>
          <pc:sldMk cId="336385513" sldId="872"/>
        </pc:sldMkLst>
      </pc:sldChg>
      <pc:sldChg chg="addSp delSp modSp new del mod modClrScheme delAnim modAnim chgLayout modNotesTx">
        <pc:chgData name="Palit, Tapti" userId="dec6fbcd-7598-406a-8cbf-504d4a3bac15" providerId="ADAL" clId="{ECD42228-5B96-4A72-B268-C46DF994E6B7}" dt="2024-01-23T19:45:14.107" v="33068" actId="2696"/>
        <pc:sldMkLst>
          <pc:docMk/>
          <pc:sldMk cId="2408660723" sldId="872"/>
        </pc:sldMkLst>
        <pc:spChg chg="del">
          <ac:chgData name="Palit, Tapti" userId="dec6fbcd-7598-406a-8cbf-504d4a3bac15" providerId="ADAL" clId="{ECD42228-5B96-4A72-B268-C46DF994E6B7}" dt="2024-01-22T20:29:03.296" v="8549" actId="700"/>
          <ac:spMkLst>
            <pc:docMk/>
            <pc:sldMk cId="2408660723" sldId="872"/>
            <ac:spMk id="2" creationId="{929F9243-DAC5-C974-6101-7DB9D02CF566}"/>
          </ac:spMkLst>
        </pc:spChg>
        <pc:spChg chg="del mod ord">
          <ac:chgData name="Palit, Tapti" userId="dec6fbcd-7598-406a-8cbf-504d4a3bac15" providerId="ADAL" clId="{ECD42228-5B96-4A72-B268-C46DF994E6B7}" dt="2024-01-22T20:29:03.296" v="8549" actId="700"/>
          <ac:spMkLst>
            <pc:docMk/>
            <pc:sldMk cId="2408660723" sldId="872"/>
            <ac:spMk id="3" creationId="{B41F27A3-6DE7-38E5-6FE9-24B5954957AC}"/>
          </ac:spMkLst>
        </pc:spChg>
        <pc:spChg chg="mod ord">
          <ac:chgData name="Palit, Tapti" userId="dec6fbcd-7598-406a-8cbf-504d4a3bac15" providerId="ADAL" clId="{ECD42228-5B96-4A72-B268-C46DF994E6B7}" dt="2024-01-22T20:33:15.559" v="8593" actId="700"/>
          <ac:spMkLst>
            <pc:docMk/>
            <pc:sldMk cId="2408660723" sldId="872"/>
            <ac:spMk id="4" creationId="{4AF56D6F-CF7C-6FFE-AE4C-5E5F1A734C59}"/>
          </ac:spMkLst>
        </pc:spChg>
        <pc:spChg chg="del">
          <ac:chgData name="Palit, Tapti" userId="dec6fbcd-7598-406a-8cbf-504d4a3bac15" providerId="ADAL" clId="{ECD42228-5B96-4A72-B268-C46DF994E6B7}" dt="2024-01-22T20:29:03.296" v="8549" actId="700"/>
          <ac:spMkLst>
            <pc:docMk/>
            <pc:sldMk cId="2408660723" sldId="872"/>
            <ac:spMk id="5" creationId="{0F973A11-7009-C9CA-E060-A48D69D8064B}"/>
          </ac:spMkLst>
        </pc:spChg>
        <pc:spChg chg="del mod ord">
          <ac:chgData name="Palit, Tapti" userId="dec6fbcd-7598-406a-8cbf-504d4a3bac15" providerId="ADAL" clId="{ECD42228-5B96-4A72-B268-C46DF994E6B7}" dt="2024-01-22T20:29:03.296" v="8549" actId="700"/>
          <ac:spMkLst>
            <pc:docMk/>
            <pc:sldMk cId="2408660723" sldId="872"/>
            <ac:spMk id="6" creationId="{9B62DFB3-DF0A-0A80-031B-D4706B8C2C78}"/>
          </ac:spMkLst>
        </pc:spChg>
        <pc:spChg chg="add del mod ord">
          <ac:chgData name="Palit, Tapti" userId="dec6fbcd-7598-406a-8cbf-504d4a3bac15" providerId="ADAL" clId="{ECD42228-5B96-4A72-B268-C46DF994E6B7}" dt="2024-01-22T20:29:07.691" v="8550" actId="700"/>
          <ac:spMkLst>
            <pc:docMk/>
            <pc:sldMk cId="2408660723" sldId="872"/>
            <ac:spMk id="7" creationId="{484E82B5-351D-A44B-D339-6194F3D860BC}"/>
          </ac:spMkLst>
        </pc:spChg>
        <pc:spChg chg="add del mod ord">
          <ac:chgData name="Palit, Tapti" userId="dec6fbcd-7598-406a-8cbf-504d4a3bac15" providerId="ADAL" clId="{ECD42228-5B96-4A72-B268-C46DF994E6B7}" dt="2024-01-22T20:29:07.691" v="8550" actId="700"/>
          <ac:spMkLst>
            <pc:docMk/>
            <pc:sldMk cId="2408660723" sldId="872"/>
            <ac:spMk id="8" creationId="{DCAC7AD3-DF2F-9C19-51E9-0245147FFCEB}"/>
          </ac:spMkLst>
        </pc:spChg>
        <pc:spChg chg="add mod ord">
          <ac:chgData name="Palit, Tapti" userId="dec6fbcd-7598-406a-8cbf-504d4a3bac15" providerId="ADAL" clId="{ECD42228-5B96-4A72-B268-C46DF994E6B7}" dt="2024-01-22T20:33:15.559" v="8593" actId="700"/>
          <ac:spMkLst>
            <pc:docMk/>
            <pc:sldMk cId="2408660723" sldId="872"/>
            <ac:spMk id="9" creationId="{45652F43-CCAC-D15B-5263-666344C4142E}"/>
          </ac:spMkLst>
        </pc:spChg>
        <pc:spChg chg="add del mod ord">
          <ac:chgData name="Palit, Tapti" userId="dec6fbcd-7598-406a-8cbf-504d4a3bac15" providerId="ADAL" clId="{ECD42228-5B96-4A72-B268-C46DF994E6B7}" dt="2024-01-22T20:33:10.016" v="8592" actId="700"/>
          <ac:spMkLst>
            <pc:docMk/>
            <pc:sldMk cId="2408660723" sldId="872"/>
            <ac:spMk id="10" creationId="{A9749985-92CD-5FE0-A77B-A61EA0697B32}"/>
          </ac:spMkLst>
        </pc:spChg>
        <pc:spChg chg="add del mod ord">
          <ac:chgData name="Palit, Tapti" userId="dec6fbcd-7598-406a-8cbf-504d4a3bac15" providerId="ADAL" clId="{ECD42228-5B96-4A72-B268-C46DF994E6B7}" dt="2024-01-22T20:33:10.016" v="8592" actId="700"/>
          <ac:spMkLst>
            <pc:docMk/>
            <pc:sldMk cId="2408660723" sldId="872"/>
            <ac:spMk id="11" creationId="{92D24A2A-6A45-DD11-9204-A944E1F5DD84}"/>
          </ac:spMkLst>
        </pc:spChg>
        <pc:spChg chg="add mod">
          <ac:chgData name="Palit, Tapti" userId="dec6fbcd-7598-406a-8cbf-504d4a3bac15" providerId="ADAL" clId="{ECD42228-5B96-4A72-B268-C46DF994E6B7}" dt="2024-01-23T17:11:38.380" v="32741" actId="20577"/>
          <ac:spMkLst>
            <pc:docMk/>
            <pc:sldMk cId="2408660723" sldId="872"/>
            <ac:spMk id="12" creationId="{428921C8-2D68-030B-6014-906ABC828331}"/>
          </ac:spMkLst>
        </pc:spChg>
        <pc:spChg chg="add del mod ord">
          <ac:chgData name="Palit, Tapti" userId="dec6fbcd-7598-406a-8cbf-504d4a3bac15" providerId="ADAL" clId="{ECD42228-5B96-4A72-B268-C46DF994E6B7}" dt="2024-01-22T20:33:15.559" v="8593" actId="700"/>
          <ac:spMkLst>
            <pc:docMk/>
            <pc:sldMk cId="2408660723" sldId="872"/>
            <ac:spMk id="13" creationId="{A56711CB-C847-79F2-BE31-3052EF6E232A}"/>
          </ac:spMkLst>
        </pc:spChg>
        <pc:spChg chg="add del mod ord">
          <ac:chgData name="Palit, Tapti" userId="dec6fbcd-7598-406a-8cbf-504d4a3bac15" providerId="ADAL" clId="{ECD42228-5B96-4A72-B268-C46DF994E6B7}" dt="2024-01-22T20:33:15.559" v="8593" actId="700"/>
          <ac:spMkLst>
            <pc:docMk/>
            <pc:sldMk cId="2408660723" sldId="872"/>
            <ac:spMk id="14" creationId="{DCC45089-E20D-0D9C-82CC-1BF25C2B4056}"/>
          </ac:spMkLst>
        </pc:spChg>
        <pc:spChg chg="add del mod ord">
          <ac:chgData name="Palit, Tapti" userId="dec6fbcd-7598-406a-8cbf-504d4a3bac15" providerId="ADAL" clId="{ECD42228-5B96-4A72-B268-C46DF994E6B7}" dt="2024-01-22T20:33:59.819" v="8596" actId="478"/>
          <ac:spMkLst>
            <pc:docMk/>
            <pc:sldMk cId="2408660723" sldId="872"/>
            <ac:spMk id="15" creationId="{8A6324A2-DB80-F595-DDDA-1FBE5393BAB1}"/>
          </ac:spMkLst>
        </pc:spChg>
        <pc:spChg chg="add del mod ord">
          <ac:chgData name="Palit, Tapti" userId="dec6fbcd-7598-406a-8cbf-504d4a3bac15" providerId="ADAL" clId="{ECD42228-5B96-4A72-B268-C46DF994E6B7}" dt="2024-01-22T20:33:54.259" v="8595" actId="478"/>
          <ac:spMkLst>
            <pc:docMk/>
            <pc:sldMk cId="2408660723" sldId="872"/>
            <ac:spMk id="16" creationId="{D280344B-6922-75C5-D6ED-97B1D3573CAF}"/>
          </ac:spMkLst>
        </pc:spChg>
        <pc:spChg chg="add mod ord">
          <ac:chgData name="Palit, Tapti" userId="dec6fbcd-7598-406a-8cbf-504d4a3bac15" providerId="ADAL" clId="{ECD42228-5B96-4A72-B268-C46DF994E6B7}" dt="2024-01-22T20:33:15.559" v="8593" actId="700"/>
          <ac:spMkLst>
            <pc:docMk/>
            <pc:sldMk cId="2408660723" sldId="872"/>
            <ac:spMk id="17" creationId="{77CCE3BF-FBC5-B5AE-BB47-7385EB9AEA73}"/>
          </ac:spMkLst>
        </pc:spChg>
        <pc:spChg chg="add del mod">
          <ac:chgData name="Palit, Tapti" userId="dec6fbcd-7598-406a-8cbf-504d4a3bac15" providerId="ADAL" clId="{ECD42228-5B96-4A72-B268-C46DF994E6B7}" dt="2024-01-22T21:34:14.681" v="9529" actId="478"/>
          <ac:spMkLst>
            <pc:docMk/>
            <pc:sldMk cId="2408660723" sldId="872"/>
            <ac:spMk id="18" creationId="{803F1E5C-7ED6-0A7F-4A25-F75A703D0CEA}"/>
          </ac:spMkLst>
        </pc:spChg>
        <pc:spChg chg="add del mod">
          <ac:chgData name="Palit, Tapti" userId="dec6fbcd-7598-406a-8cbf-504d4a3bac15" providerId="ADAL" clId="{ECD42228-5B96-4A72-B268-C46DF994E6B7}" dt="2024-01-22T21:34:14.681" v="9529" actId="478"/>
          <ac:spMkLst>
            <pc:docMk/>
            <pc:sldMk cId="2408660723" sldId="872"/>
            <ac:spMk id="19" creationId="{E69E200F-25D4-3BA3-06A4-AFAE8ABA710B}"/>
          </ac:spMkLst>
        </pc:spChg>
        <pc:spChg chg="add del mod">
          <ac:chgData name="Palit, Tapti" userId="dec6fbcd-7598-406a-8cbf-504d4a3bac15" providerId="ADAL" clId="{ECD42228-5B96-4A72-B268-C46DF994E6B7}" dt="2024-01-22T21:23:28.821" v="9409" actId="478"/>
          <ac:spMkLst>
            <pc:docMk/>
            <pc:sldMk cId="2408660723" sldId="872"/>
            <ac:spMk id="20" creationId="{F2AB0D3E-D542-6C19-2F99-BC9F7A1F40B7}"/>
          </ac:spMkLst>
        </pc:spChg>
        <pc:spChg chg="add del mod">
          <ac:chgData name="Palit, Tapti" userId="dec6fbcd-7598-406a-8cbf-504d4a3bac15" providerId="ADAL" clId="{ECD42228-5B96-4A72-B268-C46DF994E6B7}" dt="2024-01-22T21:23:43.963" v="9413" actId="478"/>
          <ac:spMkLst>
            <pc:docMk/>
            <pc:sldMk cId="2408660723" sldId="872"/>
            <ac:spMk id="21" creationId="{F0154DE9-D3DE-E831-1E59-EA6691499F9C}"/>
          </ac:spMkLst>
        </pc:spChg>
        <pc:spChg chg="add del mod">
          <ac:chgData name="Palit, Tapti" userId="dec6fbcd-7598-406a-8cbf-504d4a3bac15" providerId="ADAL" clId="{ECD42228-5B96-4A72-B268-C46DF994E6B7}" dt="2024-01-22T21:23:43.963" v="9413" actId="478"/>
          <ac:spMkLst>
            <pc:docMk/>
            <pc:sldMk cId="2408660723" sldId="872"/>
            <ac:spMk id="22" creationId="{E2003695-BA8A-8051-1DA8-040567F3B564}"/>
          </ac:spMkLst>
        </pc:spChg>
        <pc:spChg chg="add del mod">
          <ac:chgData name="Palit, Tapti" userId="dec6fbcd-7598-406a-8cbf-504d4a3bac15" providerId="ADAL" clId="{ECD42228-5B96-4A72-B268-C46DF994E6B7}" dt="2024-01-22T21:23:43.963" v="9413" actId="478"/>
          <ac:spMkLst>
            <pc:docMk/>
            <pc:sldMk cId="2408660723" sldId="872"/>
            <ac:spMk id="23" creationId="{136CF436-0443-4B26-B137-89C2A83DA4EF}"/>
          </ac:spMkLst>
        </pc:spChg>
        <pc:spChg chg="add del mod">
          <ac:chgData name="Palit, Tapti" userId="dec6fbcd-7598-406a-8cbf-504d4a3bac15" providerId="ADAL" clId="{ECD42228-5B96-4A72-B268-C46DF994E6B7}" dt="2024-01-22T21:01:26.855" v="8882" actId="478"/>
          <ac:spMkLst>
            <pc:docMk/>
            <pc:sldMk cId="2408660723" sldId="872"/>
            <ac:spMk id="24" creationId="{D0B3E67B-E684-F9C8-38F9-7B331AD41C2F}"/>
          </ac:spMkLst>
        </pc:spChg>
        <pc:spChg chg="add mod">
          <ac:chgData name="Palit, Tapti" userId="dec6fbcd-7598-406a-8cbf-504d4a3bac15" providerId="ADAL" clId="{ECD42228-5B96-4A72-B268-C46DF994E6B7}" dt="2024-01-22T20:37:07.896" v="8647"/>
          <ac:spMkLst>
            <pc:docMk/>
            <pc:sldMk cId="2408660723" sldId="872"/>
            <ac:spMk id="25" creationId="{598C9D5C-3E58-EFCE-B2D5-FF76237AF5A3}"/>
          </ac:spMkLst>
        </pc:spChg>
        <pc:spChg chg="add del mod">
          <ac:chgData name="Palit, Tapti" userId="dec6fbcd-7598-406a-8cbf-504d4a3bac15" providerId="ADAL" clId="{ECD42228-5B96-4A72-B268-C46DF994E6B7}" dt="2024-01-22T20:38:34.552" v="8665" actId="478"/>
          <ac:spMkLst>
            <pc:docMk/>
            <pc:sldMk cId="2408660723" sldId="872"/>
            <ac:spMk id="26" creationId="{26B155C7-B1BC-7E36-C2C6-0A9A86EA4E53}"/>
          </ac:spMkLst>
        </pc:spChg>
        <pc:spChg chg="add del mod">
          <ac:chgData name="Palit, Tapti" userId="dec6fbcd-7598-406a-8cbf-504d4a3bac15" providerId="ADAL" clId="{ECD42228-5B96-4A72-B268-C46DF994E6B7}" dt="2024-01-22T21:23:28.821" v="9409" actId="478"/>
          <ac:spMkLst>
            <pc:docMk/>
            <pc:sldMk cId="2408660723" sldId="872"/>
            <ac:spMk id="27" creationId="{BE5A3C25-C7B5-3FF9-6B24-BB807DF983F5}"/>
          </ac:spMkLst>
        </pc:spChg>
        <pc:spChg chg="add del mod">
          <ac:chgData name="Palit, Tapti" userId="dec6fbcd-7598-406a-8cbf-504d4a3bac15" providerId="ADAL" clId="{ECD42228-5B96-4A72-B268-C46DF994E6B7}" dt="2024-01-22T21:23:43.963" v="9413" actId="478"/>
          <ac:spMkLst>
            <pc:docMk/>
            <pc:sldMk cId="2408660723" sldId="872"/>
            <ac:spMk id="28" creationId="{E31AC298-2095-CEC7-0658-06606C6DD97B}"/>
          </ac:spMkLst>
        </pc:spChg>
        <pc:spChg chg="add del mod">
          <ac:chgData name="Palit, Tapti" userId="dec6fbcd-7598-406a-8cbf-504d4a3bac15" providerId="ADAL" clId="{ECD42228-5B96-4A72-B268-C46DF994E6B7}" dt="2024-01-22T21:23:43.963" v="9413" actId="478"/>
          <ac:spMkLst>
            <pc:docMk/>
            <pc:sldMk cId="2408660723" sldId="872"/>
            <ac:spMk id="29" creationId="{D922EA03-8260-4D45-69B9-69A89A68D141}"/>
          </ac:spMkLst>
        </pc:spChg>
        <pc:spChg chg="add del mod">
          <ac:chgData name="Palit, Tapti" userId="dec6fbcd-7598-406a-8cbf-504d4a3bac15" providerId="ADAL" clId="{ECD42228-5B96-4A72-B268-C46DF994E6B7}" dt="2024-01-22T21:23:43.963" v="9413" actId="478"/>
          <ac:spMkLst>
            <pc:docMk/>
            <pc:sldMk cId="2408660723" sldId="872"/>
            <ac:spMk id="30" creationId="{7A61ABD9-B2E8-3E48-0D0C-1034D2B88D4C}"/>
          </ac:spMkLst>
        </pc:spChg>
        <pc:spChg chg="add del mod">
          <ac:chgData name="Palit, Tapti" userId="dec6fbcd-7598-406a-8cbf-504d4a3bac15" providerId="ADAL" clId="{ECD42228-5B96-4A72-B268-C46DF994E6B7}" dt="2024-01-22T21:23:28.821" v="9409" actId="478"/>
          <ac:spMkLst>
            <pc:docMk/>
            <pc:sldMk cId="2408660723" sldId="872"/>
            <ac:spMk id="37" creationId="{ABB2EDF6-AF8D-41E4-BE59-C9E6F00E552D}"/>
          </ac:spMkLst>
        </pc:spChg>
        <pc:spChg chg="add del mod">
          <ac:chgData name="Palit, Tapti" userId="dec6fbcd-7598-406a-8cbf-504d4a3bac15" providerId="ADAL" clId="{ECD42228-5B96-4A72-B268-C46DF994E6B7}" dt="2024-01-22T21:23:31.598" v="9410" actId="478"/>
          <ac:spMkLst>
            <pc:docMk/>
            <pc:sldMk cId="2408660723" sldId="872"/>
            <ac:spMk id="38" creationId="{9E7FF2BF-76EF-F67E-CB86-3020B296EAB9}"/>
          </ac:spMkLst>
        </pc:spChg>
        <pc:spChg chg="add del mod">
          <ac:chgData name="Palit, Tapti" userId="dec6fbcd-7598-406a-8cbf-504d4a3bac15" providerId="ADAL" clId="{ECD42228-5B96-4A72-B268-C46DF994E6B7}" dt="2024-01-22T21:23:43.963" v="9413" actId="478"/>
          <ac:spMkLst>
            <pc:docMk/>
            <pc:sldMk cId="2408660723" sldId="872"/>
            <ac:spMk id="43" creationId="{DC5B0FBF-7396-6F8E-912C-D9927CAA9CAF}"/>
          </ac:spMkLst>
        </pc:spChg>
        <pc:spChg chg="add del mod">
          <ac:chgData name="Palit, Tapti" userId="dec6fbcd-7598-406a-8cbf-504d4a3bac15" providerId="ADAL" clId="{ECD42228-5B96-4A72-B268-C46DF994E6B7}" dt="2024-01-22T21:23:43.963" v="9413" actId="478"/>
          <ac:spMkLst>
            <pc:docMk/>
            <pc:sldMk cId="2408660723" sldId="872"/>
            <ac:spMk id="44" creationId="{A74A00B5-4E03-94D3-BC49-577FFC5D11BC}"/>
          </ac:spMkLst>
        </pc:spChg>
        <pc:spChg chg="add del mod">
          <ac:chgData name="Palit, Tapti" userId="dec6fbcd-7598-406a-8cbf-504d4a3bac15" providerId="ADAL" clId="{ECD42228-5B96-4A72-B268-C46DF994E6B7}" dt="2024-01-22T21:34:14.681" v="9529" actId="478"/>
          <ac:spMkLst>
            <pc:docMk/>
            <pc:sldMk cId="2408660723" sldId="872"/>
            <ac:spMk id="45" creationId="{A1263AB0-C834-1003-DF4F-E9A0BE59DF63}"/>
          </ac:spMkLst>
        </pc:spChg>
        <pc:spChg chg="add del mod">
          <ac:chgData name="Palit, Tapti" userId="dec6fbcd-7598-406a-8cbf-504d4a3bac15" providerId="ADAL" clId="{ECD42228-5B96-4A72-B268-C46DF994E6B7}" dt="2024-01-22T21:34:14.681" v="9529" actId="478"/>
          <ac:spMkLst>
            <pc:docMk/>
            <pc:sldMk cId="2408660723" sldId="872"/>
            <ac:spMk id="46" creationId="{75B3DBE6-A09D-F6CF-B2B8-0E2EAF82064F}"/>
          </ac:spMkLst>
        </pc:spChg>
        <pc:spChg chg="add del mod">
          <ac:chgData name="Palit, Tapti" userId="dec6fbcd-7598-406a-8cbf-504d4a3bac15" providerId="ADAL" clId="{ECD42228-5B96-4A72-B268-C46DF994E6B7}" dt="2024-01-22T21:34:14.681" v="9529" actId="478"/>
          <ac:spMkLst>
            <pc:docMk/>
            <pc:sldMk cId="2408660723" sldId="872"/>
            <ac:spMk id="47" creationId="{37B983AF-86A8-4FF4-4A97-4EF78243A6C8}"/>
          </ac:spMkLst>
        </pc:spChg>
        <pc:spChg chg="add del mod">
          <ac:chgData name="Palit, Tapti" userId="dec6fbcd-7598-406a-8cbf-504d4a3bac15" providerId="ADAL" clId="{ECD42228-5B96-4A72-B268-C46DF994E6B7}" dt="2024-01-22T21:34:17.511" v="9530" actId="478"/>
          <ac:spMkLst>
            <pc:docMk/>
            <pc:sldMk cId="2408660723" sldId="872"/>
            <ac:spMk id="48" creationId="{53AB8AAB-0476-6878-3617-6A3A02088902}"/>
          </ac:spMkLst>
        </pc:spChg>
        <pc:spChg chg="add del mod">
          <ac:chgData name="Palit, Tapti" userId="dec6fbcd-7598-406a-8cbf-504d4a3bac15" providerId="ADAL" clId="{ECD42228-5B96-4A72-B268-C46DF994E6B7}" dt="2024-01-22T21:34:14.681" v="9529" actId="478"/>
          <ac:spMkLst>
            <pc:docMk/>
            <pc:sldMk cId="2408660723" sldId="872"/>
            <ac:spMk id="49" creationId="{82E25503-42BC-298A-EA7B-5151B4C74FD4}"/>
          </ac:spMkLst>
        </pc:spChg>
        <pc:spChg chg="add del mod">
          <ac:chgData name="Palit, Tapti" userId="dec6fbcd-7598-406a-8cbf-504d4a3bac15" providerId="ADAL" clId="{ECD42228-5B96-4A72-B268-C46DF994E6B7}" dt="2024-01-22T21:34:14.681" v="9529" actId="478"/>
          <ac:spMkLst>
            <pc:docMk/>
            <pc:sldMk cId="2408660723" sldId="872"/>
            <ac:spMk id="50" creationId="{F10F6C0C-3488-AF0D-E321-8BD356FFA15D}"/>
          </ac:spMkLst>
        </pc:spChg>
        <pc:spChg chg="add del mod">
          <ac:chgData name="Palit, Tapti" userId="dec6fbcd-7598-406a-8cbf-504d4a3bac15" providerId="ADAL" clId="{ECD42228-5B96-4A72-B268-C46DF994E6B7}" dt="2024-01-22T21:34:14.681" v="9529" actId="478"/>
          <ac:spMkLst>
            <pc:docMk/>
            <pc:sldMk cId="2408660723" sldId="872"/>
            <ac:spMk id="51" creationId="{DD864461-EC68-3FE6-8FC0-69C7E5D32F00}"/>
          </ac:spMkLst>
        </pc:spChg>
        <pc:spChg chg="add del mod">
          <ac:chgData name="Palit, Tapti" userId="dec6fbcd-7598-406a-8cbf-504d4a3bac15" providerId="ADAL" clId="{ECD42228-5B96-4A72-B268-C46DF994E6B7}" dt="2024-01-22T21:34:14.681" v="9529" actId="478"/>
          <ac:spMkLst>
            <pc:docMk/>
            <pc:sldMk cId="2408660723" sldId="872"/>
            <ac:spMk id="52" creationId="{175BC285-39A8-8698-0DC5-655461EBD1E2}"/>
          </ac:spMkLst>
        </pc:spChg>
        <pc:spChg chg="add del mod">
          <ac:chgData name="Palit, Tapti" userId="dec6fbcd-7598-406a-8cbf-504d4a3bac15" providerId="ADAL" clId="{ECD42228-5B96-4A72-B268-C46DF994E6B7}" dt="2024-01-22T21:34:14.681" v="9529" actId="478"/>
          <ac:spMkLst>
            <pc:docMk/>
            <pc:sldMk cId="2408660723" sldId="872"/>
            <ac:spMk id="67" creationId="{3D4DA8FF-E011-15D2-C113-0A9D86FA63F5}"/>
          </ac:spMkLst>
        </pc:spChg>
        <pc:spChg chg="add mod">
          <ac:chgData name="Palit, Tapti" userId="dec6fbcd-7598-406a-8cbf-504d4a3bac15" providerId="ADAL" clId="{ECD42228-5B96-4A72-B268-C46DF994E6B7}" dt="2024-01-22T22:46:25.341" v="9966" actId="1037"/>
          <ac:spMkLst>
            <pc:docMk/>
            <pc:sldMk cId="2408660723" sldId="872"/>
            <ac:spMk id="68" creationId="{85A6101D-4449-C7FA-AD55-AE9F77228355}"/>
          </ac:spMkLst>
        </pc:spChg>
        <pc:spChg chg="add mod">
          <ac:chgData name="Palit, Tapti" userId="dec6fbcd-7598-406a-8cbf-504d4a3bac15" providerId="ADAL" clId="{ECD42228-5B96-4A72-B268-C46DF994E6B7}" dt="2024-01-22T22:46:25.341" v="9966" actId="1037"/>
          <ac:spMkLst>
            <pc:docMk/>
            <pc:sldMk cId="2408660723" sldId="872"/>
            <ac:spMk id="69" creationId="{7EFB7028-98B3-4850-F096-5FA07F50578B}"/>
          </ac:spMkLst>
        </pc:spChg>
        <pc:spChg chg="add mod">
          <ac:chgData name="Palit, Tapti" userId="dec6fbcd-7598-406a-8cbf-504d4a3bac15" providerId="ADAL" clId="{ECD42228-5B96-4A72-B268-C46DF994E6B7}" dt="2024-01-22T22:46:25.341" v="9966" actId="1037"/>
          <ac:spMkLst>
            <pc:docMk/>
            <pc:sldMk cId="2408660723" sldId="872"/>
            <ac:spMk id="70" creationId="{236BA092-55C2-A628-9D7F-6DD9D8B5D7A7}"/>
          </ac:spMkLst>
        </pc:spChg>
        <pc:spChg chg="add mod">
          <ac:chgData name="Palit, Tapti" userId="dec6fbcd-7598-406a-8cbf-504d4a3bac15" providerId="ADAL" clId="{ECD42228-5B96-4A72-B268-C46DF994E6B7}" dt="2024-01-22T22:46:25.341" v="9966" actId="1037"/>
          <ac:spMkLst>
            <pc:docMk/>
            <pc:sldMk cId="2408660723" sldId="872"/>
            <ac:spMk id="71" creationId="{CBB7C0BC-44B9-2636-A750-15462483B67C}"/>
          </ac:spMkLst>
        </pc:spChg>
        <pc:spChg chg="add mod">
          <ac:chgData name="Palit, Tapti" userId="dec6fbcd-7598-406a-8cbf-504d4a3bac15" providerId="ADAL" clId="{ECD42228-5B96-4A72-B268-C46DF994E6B7}" dt="2024-01-22T22:01:03.376" v="9682" actId="1076"/>
          <ac:spMkLst>
            <pc:docMk/>
            <pc:sldMk cId="2408660723" sldId="872"/>
            <ac:spMk id="72" creationId="{02A6E89C-4712-31EF-4860-4072E2AC1EDB}"/>
          </ac:spMkLst>
        </pc:spChg>
        <pc:spChg chg="add mod">
          <ac:chgData name="Palit, Tapti" userId="dec6fbcd-7598-406a-8cbf-504d4a3bac15" providerId="ADAL" clId="{ECD42228-5B96-4A72-B268-C46DF994E6B7}" dt="2024-01-22T22:47:16.590" v="9976" actId="1076"/>
          <ac:spMkLst>
            <pc:docMk/>
            <pc:sldMk cId="2408660723" sldId="872"/>
            <ac:spMk id="73" creationId="{48C74142-37CD-B0F8-D2A1-5A7F849C8F1F}"/>
          </ac:spMkLst>
        </pc:spChg>
        <pc:spChg chg="add mod">
          <ac:chgData name="Palit, Tapti" userId="dec6fbcd-7598-406a-8cbf-504d4a3bac15" providerId="ADAL" clId="{ECD42228-5B96-4A72-B268-C46DF994E6B7}" dt="2024-01-22T22:46:55.800" v="9972" actId="1076"/>
          <ac:spMkLst>
            <pc:docMk/>
            <pc:sldMk cId="2408660723" sldId="872"/>
            <ac:spMk id="74" creationId="{BDD7E8AC-C0B0-BB3A-6C3C-7642E4FBCC04}"/>
          </ac:spMkLst>
        </pc:spChg>
        <pc:spChg chg="add mod">
          <ac:chgData name="Palit, Tapti" userId="dec6fbcd-7598-406a-8cbf-504d4a3bac15" providerId="ADAL" clId="{ECD42228-5B96-4A72-B268-C46DF994E6B7}" dt="2024-01-22T22:47:09.425" v="9974" actId="1076"/>
          <ac:spMkLst>
            <pc:docMk/>
            <pc:sldMk cId="2408660723" sldId="872"/>
            <ac:spMk id="75" creationId="{4E362A27-11F7-16DB-1C18-FA9AB6D47B75}"/>
          </ac:spMkLst>
        </pc:spChg>
        <pc:spChg chg="add mod">
          <ac:chgData name="Palit, Tapti" userId="dec6fbcd-7598-406a-8cbf-504d4a3bac15" providerId="ADAL" clId="{ECD42228-5B96-4A72-B268-C46DF994E6B7}" dt="2024-01-22T22:47:25.711" v="9978" actId="1076"/>
          <ac:spMkLst>
            <pc:docMk/>
            <pc:sldMk cId="2408660723" sldId="872"/>
            <ac:spMk id="76" creationId="{598A1688-DA20-5C28-E654-338BB3C9BB65}"/>
          </ac:spMkLst>
        </pc:spChg>
        <pc:spChg chg="add mod">
          <ac:chgData name="Palit, Tapti" userId="dec6fbcd-7598-406a-8cbf-504d4a3bac15" providerId="ADAL" clId="{ECD42228-5B96-4A72-B268-C46DF994E6B7}" dt="2024-01-22T22:47:31.194" v="9979" actId="1076"/>
          <ac:spMkLst>
            <pc:docMk/>
            <pc:sldMk cId="2408660723" sldId="872"/>
            <ac:spMk id="77" creationId="{2E746E16-E591-E495-2E04-0A63F55BC4B7}"/>
          </ac:spMkLst>
        </pc:spChg>
        <pc:spChg chg="add mod">
          <ac:chgData name="Palit, Tapti" userId="dec6fbcd-7598-406a-8cbf-504d4a3bac15" providerId="ADAL" clId="{ECD42228-5B96-4A72-B268-C46DF994E6B7}" dt="2024-01-22T22:48:03.169" v="9983" actId="1076"/>
          <ac:spMkLst>
            <pc:docMk/>
            <pc:sldMk cId="2408660723" sldId="872"/>
            <ac:spMk id="89" creationId="{71EEF9EF-5E81-3130-7549-991528B2CDCA}"/>
          </ac:spMkLst>
        </pc:spChg>
        <pc:spChg chg="add mod">
          <ac:chgData name="Palit, Tapti" userId="dec6fbcd-7598-406a-8cbf-504d4a3bac15" providerId="ADAL" clId="{ECD42228-5B96-4A72-B268-C46DF994E6B7}" dt="2024-01-22T22:48:03.169" v="9983" actId="1076"/>
          <ac:spMkLst>
            <pc:docMk/>
            <pc:sldMk cId="2408660723" sldId="872"/>
            <ac:spMk id="90" creationId="{07D4A1EE-5370-E0CB-578A-95D7E581166F}"/>
          </ac:spMkLst>
        </pc:spChg>
        <pc:spChg chg="add mod">
          <ac:chgData name="Palit, Tapti" userId="dec6fbcd-7598-406a-8cbf-504d4a3bac15" providerId="ADAL" clId="{ECD42228-5B96-4A72-B268-C46DF994E6B7}" dt="2024-01-22T22:48:03.169" v="9983" actId="1076"/>
          <ac:spMkLst>
            <pc:docMk/>
            <pc:sldMk cId="2408660723" sldId="872"/>
            <ac:spMk id="91" creationId="{43859C28-BBEC-90E0-553E-198E3CB2E6E7}"/>
          </ac:spMkLst>
        </pc:spChg>
        <pc:spChg chg="add mod">
          <ac:chgData name="Palit, Tapti" userId="dec6fbcd-7598-406a-8cbf-504d4a3bac15" providerId="ADAL" clId="{ECD42228-5B96-4A72-B268-C46DF994E6B7}" dt="2024-01-22T22:48:03.169" v="9983" actId="1076"/>
          <ac:spMkLst>
            <pc:docMk/>
            <pc:sldMk cId="2408660723" sldId="872"/>
            <ac:spMk id="92" creationId="{F654D904-0AAD-7EDE-7B64-040FA0F1BD68}"/>
          </ac:spMkLst>
        </pc:spChg>
        <pc:spChg chg="add mod">
          <ac:chgData name="Palit, Tapti" userId="dec6fbcd-7598-406a-8cbf-504d4a3bac15" providerId="ADAL" clId="{ECD42228-5B96-4A72-B268-C46DF994E6B7}" dt="2024-01-22T22:40:41.352" v="9898" actId="1076"/>
          <ac:spMkLst>
            <pc:docMk/>
            <pc:sldMk cId="2408660723" sldId="872"/>
            <ac:spMk id="93" creationId="{CC825269-BD63-B9D6-C8B3-6D8CFFF40A1C}"/>
          </ac:spMkLst>
        </pc:spChg>
        <pc:spChg chg="add mod">
          <ac:chgData name="Palit, Tapti" userId="dec6fbcd-7598-406a-8cbf-504d4a3bac15" providerId="ADAL" clId="{ECD42228-5B96-4A72-B268-C46DF994E6B7}" dt="2024-01-22T22:11:34.043" v="9788" actId="1038"/>
          <ac:spMkLst>
            <pc:docMk/>
            <pc:sldMk cId="2408660723" sldId="872"/>
            <ac:spMk id="94" creationId="{2543E4DB-27AE-838A-FF9D-97F85E542A6C}"/>
          </ac:spMkLst>
        </pc:spChg>
        <pc:spChg chg="add mod">
          <ac:chgData name="Palit, Tapti" userId="dec6fbcd-7598-406a-8cbf-504d4a3bac15" providerId="ADAL" clId="{ECD42228-5B96-4A72-B268-C46DF994E6B7}" dt="2024-01-22T22:50:10.017" v="10029" actId="1038"/>
          <ac:spMkLst>
            <pc:docMk/>
            <pc:sldMk cId="2408660723" sldId="872"/>
            <ac:spMk id="119" creationId="{A8758587-D803-765F-7024-0C74D11D06A7}"/>
          </ac:spMkLst>
        </pc:spChg>
        <pc:spChg chg="add mod">
          <ac:chgData name="Palit, Tapti" userId="dec6fbcd-7598-406a-8cbf-504d4a3bac15" providerId="ADAL" clId="{ECD42228-5B96-4A72-B268-C46DF994E6B7}" dt="2024-01-22T22:50:10.017" v="10029" actId="1038"/>
          <ac:spMkLst>
            <pc:docMk/>
            <pc:sldMk cId="2408660723" sldId="872"/>
            <ac:spMk id="120" creationId="{472123CA-86C3-B080-B901-FDD6AD933727}"/>
          </ac:spMkLst>
        </pc:spChg>
        <pc:spChg chg="add mod">
          <ac:chgData name="Palit, Tapti" userId="dec6fbcd-7598-406a-8cbf-504d4a3bac15" providerId="ADAL" clId="{ECD42228-5B96-4A72-B268-C46DF994E6B7}" dt="2024-01-22T22:50:10.017" v="10029" actId="1038"/>
          <ac:spMkLst>
            <pc:docMk/>
            <pc:sldMk cId="2408660723" sldId="872"/>
            <ac:spMk id="121" creationId="{4413A7DF-2A35-F3E3-66A3-6BFAF26A4D22}"/>
          </ac:spMkLst>
        </pc:spChg>
        <pc:spChg chg="add mod">
          <ac:chgData name="Palit, Tapti" userId="dec6fbcd-7598-406a-8cbf-504d4a3bac15" providerId="ADAL" clId="{ECD42228-5B96-4A72-B268-C46DF994E6B7}" dt="2024-01-22T22:47:52.286" v="9982" actId="14100"/>
          <ac:spMkLst>
            <pc:docMk/>
            <pc:sldMk cId="2408660723" sldId="872"/>
            <ac:spMk id="122" creationId="{C4093362-8F19-E9DC-C64F-27262EDF4EC9}"/>
          </ac:spMkLst>
        </pc:spChg>
        <pc:spChg chg="add mod">
          <ac:chgData name="Palit, Tapti" userId="dec6fbcd-7598-406a-8cbf-504d4a3bac15" providerId="ADAL" clId="{ECD42228-5B96-4A72-B268-C46DF994E6B7}" dt="2024-01-22T22:39:35.631" v="9894" actId="14100"/>
          <ac:spMkLst>
            <pc:docMk/>
            <pc:sldMk cId="2408660723" sldId="872"/>
            <ac:spMk id="123" creationId="{557BBB6D-7718-EA8F-EC0F-54C0084F0A3D}"/>
          </ac:spMkLst>
        </pc:spChg>
        <pc:cxnChg chg="add del mod">
          <ac:chgData name="Palit, Tapti" userId="dec6fbcd-7598-406a-8cbf-504d4a3bac15" providerId="ADAL" clId="{ECD42228-5B96-4A72-B268-C46DF994E6B7}" dt="2024-01-22T21:23:43.963" v="9413" actId="478"/>
          <ac:cxnSpMkLst>
            <pc:docMk/>
            <pc:sldMk cId="2408660723" sldId="872"/>
            <ac:cxnSpMk id="31" creationId="{F1848924-B36B-4E15-B3DF-5960F79FE83C}"/>
          </ac:cxnSpMkLst>
        </pc:cxnChg>
        <pc:cxnChg chg="add del mod">
          <ac:chgData name="Palit, Tapti" userId="dec6fbcd-7598-406a-8cbf-504d4a3bac15" providerId="ADAL" clId="{ECD42228-5B96-4A72-B268-C46DF994E6B7}" dt="2024-01-22T21:23:43.963" v="9413" actId="478"/>
          <ac:cxnSpMkLst>
            <pc:docMk/>
            <pc:sldMk cId="2408660723" sldId="872"/>
            <ac:cxnSpMk id="34" creationId="{F8328C60-6339-ED28-F487-33A70422BA7A}"/>
          </ac:cxnSpMkLst>
        </pc:cxnChg>
        <pc:cxnChg chg="add del mod">
          <ac:chgData name="Palit, Tapti" userId="dec6fbcd-7598-406a-8cbf-504d4a3bac15" providerId="ADAL" clId="{ECD42228-5B96-4A72-B268-C46DF994E6B7}" dt="2024-01-22T21:23:28.821" v="9409" actId="478"/>
          <ac:cxnSpMkLst>
            <pc:docMk/>
            <pc:sldMk cId="2408660723" sldId="872"/>
            <ac:cxnSpMk id="39" creationId="{A73B8B90-3EE8-CD19-C28C-2064C07DDA0B}"/>
          </ac:cxnSpMkLst>
        </pc:cxnChg>
        <pc:cxnChg chg="add del mod">
          <ac:chgData name="Palit, Tapti" userId="dec6fbcd-7598-406a-8cbf-504d4a3bac15" providerId="ADAL" clId="{ECD42228-5B96-4A72-B268-C46DF994E6B7}" dt="2024-01-22T20:56:39.753" v="8854" actId="478"/>
          <ac:cxnSpMkLst>
            <pc:docMk/>
            <pc:sldMk cId="2408660723" sldId="872"/>
            <ac:cxnSpMk id="42" creationId="{597FFBE7-E473-F401-20E5-717A8ADD2CCD}"/>
          </ac:cxnSpMkLst>
        </pc:cxnChg>
        <pc:cxnChg chg="add del mod">
          <ac:chgData name="Palit, Tapti" userId="dec6fbcd-7598-406a-8cbf-504d4a3bac15" providerId="ADAL" clId="{ECD42228-5B96-4A72-B268-C46DF994E6B7}" dt="2024-01-22T21:34:14.681" v="9529" actId="478"/>
          <ac:cxnSpMkLst>
            <pc:docMk/>
            <pc:sldMk cId="2408660723" sldId="872"/>
            <ac:cxnSpMk id="54" creationId="{3AE22CA6-7DAF-713C-BE01-3ABAA06C2880}"/>
          </ac:cxnSpMkLst>
        </pc:cxnChg>
        <pc:cxnChg chg="add del mod">
          <ac:chgData name="Palit, Tapti" userId="dec6fbcd-7598-406a-8cbf-504d4a3bac15" providerId="ADAL" clId="{ECD42228-5B96-4A72-B268-C46DF994E6B7}" dt="2024-01-22T21:34:14.681" v="9529" actId="478"/>
          <ac:cxnSpMkLst>
            <pc:docMk/>
            <pc:sldMk cId="2408660723" sldId="872"/>
            <ac:cxnSpMk id="55" creationId="{D2204698-B4C7-ADF2-6B5B-04B413B12320}"/>
          </ac:cxnSpMkLst>
        </pc:cxnChg>
        <pc:cxnChg chg="add del mod">
          <ac:chgData name="Palit, Tapti" userId="dec6fbcd-7598-406a-8cbf-504d4a3bac15" providerId="ADAL" clId="{ECD42228-5B96-4A72-B268-C46DF994E6B7}" dt="2024-01-22T21:34:14.681" v="9529" actId="478"/>
          <ac:cxnSpMkLst>
            <pc:docMk/>
            <pc:sldMk cId="2408660723" sldId="872"/>
            <ac:cxnSpMk id="58" creationId="{592847CA-57D1-59FC-4EA8-A553E5B3680C}"/>
          </ac:cxnSpMkLst>
        </pc:cxnChg>
        <pc:cxnChg chg="add del mod">
          <ac:chgData name="Palit, Tapti" userId="dec6fbcd-7598-406a-8cbf-504d4a3bac15" providerId="ADAL" clId="{ECD42228-5B96-4A72-B268-C46DF994E6B7}" dt="2024-01-22T21:34:14.681" v="9529" actId="478"/>
          <ac:cxnSpMkLst>
            <pc:docMk/>
            <pc:sldMk cId="2408660723" sldId="872"/>
            <ac:cxnSpMk id="62" creationId="{22AFA3FC-03F5-F37B-19EA-F010316552B5}"/>
          </ac:cxnSpMkLst>
        </pc:cxnChg>
        <pc:cxnChg chg="add mod">
          <ac:chgData name="Palit, Tapti" userId="dec6fbcd-7598-406a-8cbf-504d4a3bac15" providerId="ADAL" clId="{ECD42228-5B96-4A72-B268-C46DF994E6B7}" dt="2024-01-22T22:46:30.799" v="9967" actId="14100"/>
          <ac:cxnSpMkLst>
            <pc:docMk/>
            <pc:sldMk cId="2408660723" sldId="872"/>
            <ac:cxnSpMk id="79" creationId="{1995A9EB-B651-1DEB-01A1-97E6A1A7EB44}"/>
          </ac:cxnSpMkLst>
        </pc:cxnChg>
        <pc:cxnChg chg="add mod">
          <ac:chgData name="Palit, Tapti" userId="dec6fbcd-7598-406a-8cbf-504d4a3bac15" providerId="ADAL" clId="{ECD42228-5B96-4A72-B268-C46DF994E6B7}" dt="2024-01-22T22:46:37.897" v="9968" actId="14100"/>
          <ac:cxnSpMkLst>
            <pc:docMk/>
            <pc:sldMk cId="2408660723" sldId="872"/>
            <ac:cxnSpMk id="80" creationId="{DDDBD334-09CD-CDD6-A60B-07E86A30A62E}"/>
          </ac:cxnSpMkLst>
        </pc:cxnChg>
        <pc:cxnChg chg="add mod">
          <ac:chgData name="Palit, Tapti" userId="dec6fbcd-7598-406a-8cbf-504d4a3bac15" providerId="ADAL" clId="{ECD42228-5B96-4A72-B268-C46DF994E6B7}" dt="2024-01-22T22:46:47.751" v="9971" actId="14100"/>
          <ac:cxnSpMkLst>
            <pc:docMk/>
            <pc:sldMk cId="2408660723" sldId="872"/>
            <ac:cxnSpMk id="83" creationId="{2AE44136-85A0-2F72-D9F3-EFDAF1326E1B}"/>
          </ac:cxnSpMkLst>
        </pc:cxnChg>
        <pc:cxnChg chg="add mod">
          <ac:chgData name="Palit, Tapti" userId="dec6fbcd-7598-406a-8cbf-504d4a3bac15" providerId="ADAL" clId="{ECD42228-5B96-4A72-B268-C46DF994E6B7}" dt="2024-01-22T22:46:42.479" v="9969" actId="14100"/>
          <ac:cxnSpMkLst>
            <pc:docMk/>
            <pc:sldMk cId="2408660723" sldId="872"/>
            <ac:cxnSpMk id="86" creationId="{92F6C5CC-459C-D218-52CC-2683F201F2A5}"/>
          </ac:cxnSpMkLst>
        </pc:cxnChg>
        <pc:cxnChg chg="add mod">
          <ac:chgData name="Palit, Tapti" userId="dec6fbcd-7598-406a-8cbf-504d4a3bac15" providerId="ADAL" clId="{ECD42228-5B96-4A72-B268-C46DF994E6B7}" dt="2024-01-22T22:48:03.169" v="9983" actId="1076"/>
          <ac:cxnSpMkLst>
            <pc:docMk/>
            <pc:sldMk cId="2408660723" sldId="872"/>
            <ac:cxnSpMk id="95" creationId="{91FF723B-76FA-ACB6-4D0F-35749EC1A937}"/>
          </ac:cxnSpMkLst>
        </pc:cxnChg>
        <pc:cxnChg chg="add mod">
          <ac:chgData name="Palit, Tapti" userId="dec6fbcd-7598-406a-8cbf-504d4a3bac15" providerId="ADAL" clId="{ECD42228-5B96-4A72-B268-C46DF994E6B7}" dt="2024-01-22T22:48:03.169" v="9983" actId="1076"/>
          <ac:cxnSpMkLst>
            <pc:docMk/>
            <pc:sldMk cId="2408660723" sldId="872"/>
            <ac:cxnSpMk id="98" creationId="{1B6FCF46-17DD-15AA-D9CA-1D00228958CC}"/>
          </ac:cxnSpMkLst>
        </pc:cxnChg>
        <pc:cxnChg chg="add mod">
          <ac:chgData name="Palit, Tapti" userId="dec6fbcd-7598-406a-8cbf-504d4a3bac15" providerId="ADAL" clId="{ECD42228-5B96-4A72-B268-C46DF994E6B7}" dt="2024-01-22T22:48:03.169" v="9983" actId="1076"/>
          <ac:cxnSpMkLst>
            <pc:docMk/>
            <pc:sldMk cId="2408660723" sldId="872"/>
            <ac:cxnSpMk id="102" creationId="{56EBAE37-38F1-AB55-3917-AF8EC97E13FD}"/>
          </ac:cxnSpMkLst>
        </pc:cxnChg>
        <pc:cxnChg chg="add mod">
          <ac:chgData name="Palit, Tapti" userId="dec6fbcd-7598-406a-8cbf-504d4a3bac15" providerId="ADAL" clId="{ECD42228-5B96-4A72-B268-C46DF994E6B7}" dt="2024-01-22T22:48:03.169" v="9983" actId="1076"/>
          <ac:cxnSpMkLst>
            <pc:docMk/>
            <pc:sldMk cId="2408660723" sldId="872"/>
            <ac:cxnSpMk id="106" creationId="{FAA989A8-09C9-136C-5DC4-F8BD12C6D230}"/>
          </ac:cxnSpMkLst>
        </pc:cxnChg>
        <pc:cxnChg chg="add mod">
          <ac:chgData name="Palit, Tapti" userId="dec6fbcd-7598-406a-8cbf-504d4a3bac15" providerId="ADAL" clId="{ECD42228-5B96-4A72-B268-C46DF994E6B7}" dt="2024-01-22T23:13:33.679" v="10132" actId="692"/>
          <ac:cxnSpMkLst>
            <pc:docMk/>
            <pc:sldMk cId="2408660723" sldId="872"/>
            <ac:cxnSpMk id="114" creationId="{949E0CB2-309E-CB7D-44D9-DEDE509167B3}"/>
          </ac:cxnSpMkLst>
        </pc:cxnChg>
        <pc:cxnChg chg="add mod">
          <ac:chgData name="Palit, Tapti" userId="dec6fbcd-7598-406a-8cbf-504d4a3bac15" providerId="ADAL" clId="{ECD42228-5B96-4A72-B268-C46DF994E6B7}" dt="2024-01-22T23:13:33.679" v="10132" actId="692"/>
          <ac:cxnSpMkLst>
            <pc:docMk/>
            <pc:sldMk cId="2408660723" sldId="872"/>
            <ac:cxnSpMk id="124" creationId="{2D3E9B62-08A8-C716-6E14-9C990E0D00B2}"/>
          </ac:cxnSpMkLst>
        </pc:cxnChg>
        <pc:cxnChg chg="add mod">
          <ac:chgData name="Palit, Tapti" userId="dec6fbcd-7598-406a-8cbf-504d4a3bac15" providerId="ADAL" clId="{ECD42228-5B96-4A72-B268-C46DF994E6B7}" dt="2024-01-22T23:13:33.679" v="10132" actId="692"/>
          <ac:cxnSpMkLst>
            <pc:docMk/>
            <pc:sldMk cId="2408660723" sldId="872"/>
            <ac:cxnSpMk id="128" creationId="{1EC88E57-C365-2010-E398-FF0EC53A2EE9}"/>
          </ac:cxnSpMkLst>
        </pc:cxnChg>
        <pc:cxnChg chg="add mod">
          <ac:chgData name="Palit, Tapti" userId="dec6fbcd-7598-406a-8cbf-504d4a3bac15" providerId="ADAL" clId="{ECD42228-5B96-4A72-B268-C46DF994E6B7}" dt="2024-01-22T23:13:58.378" v="10136" actId="692"/>
          <ac:cxnSpMkLst>
            <pc:docMk/>
            <pc:sldMk cId="2408660723" sldId="872"/>
            <ac:cxnSpMk id="131" creationId="{BB3B5716-5509-398F-3437-F2F40F31C01F}"/>
          </ac:cxnSpMkLst>
        </pc:cxnChg>
        <pc:cxnChg chg="add mod">
          <ac:chgData name="Palit, Tapti" userId="dec6fbcd-7598-406a-8cbf-504d4a3bac15" providerId="ADAL" clId="{ECD42228-5B96-4A72-B268-C46DF994E6B7}" dt="2024-01-22T23:13:33.679" v="10132" actId="692"/>
          <ac:cxnSpMkLst>
            <pc:docMk/>
            <pc:sldMk cId="2408660723" sldId="872"/>
            <ac:cxnSpMk id="134" creationId="{009894AD-F63E-23C9-4283-64572FE708B6}"/>
          </ac:cxnSpMkLst>
        </pc:cxnChg>
        <pc:cxnChg chg="add mod">
          <ac:chgData name="Palit, Tapti" userId="dec6fbcd-7598-406a-8cbf-504d4a3bac15" providerId="ADAL" clId="{ECD42228-5B96-4A72-B268-C46DF994E6B7}" dt="2024-01-22T23:13:52.018" v="10135" actId="692"/>
          <ac:cxnSpMkLst>
            <pc:docMk/>
            <pc:sldMk cId="2408660723" sldId="872"/>
            <ac:cxnSpMk id="138" creationId="{FA4F285C-141C-A7BA-7981-9D1DF673D05F}"/>
          </ac:cxnSpMkLst>
        </pc:cxnChg>
        <pc:cxnChg chg="add mod">
          <ac:chgData name="Palit, Tapti" userId="dec6fbcd-7598-406a-8cbf-504d4a3bac15" providerId="ADAL" clId="{ECD42228-5B96-4A72-B268-C46DF994E6B7}" dt="2024-01-22T23:13:33.679" v="10132" actId="692"/>
          <ac:cxnSpMkLst>
            <pc:docMk/>
            <pc:sldMk cId="2408660723" sldId="872"/>
            <ac:cxnSpMk id="141" creationId="{DB93AF19-6361-AF57-25D2-CA9711C32DEA}"/>
          </ac:cxnSpMkLst>
        </pc:cxnChg>
        <pc:cxnChg chg="add mod">
          <ac:chgData name="Palit, Tapti" userId="dec6fbcd-7598-406a-8cbf-504d4a3bac15" providerId="ADAL" clId="{ECD42228-5B96-4A72-B268-C46DF994E6B7}" dt="2024-01-22T23:13:33.679" v="10132" actId="692"/>
          <ac:cxnSpMkLst>
            <pc:docMk/>
            <pc:sldMk cId="2408660723" sldId="872"/>
            <ac:cxnSpMk id="144" creationId="{309EAA1A-71A8-590E-DBEC-E00C8D715B63}"/>
          </ac:cxnSpMkLst>
        </pc:cxnChg>
        <pc:cxnChg chg="add mod">
          <ac:chgData name="Palit, Tapti" userId="dec6fbcd-7598-406a-8cbf-504d4a3bac15" providerId="ADAL" clId="{ECD42228-5B96-4A72-B268-C46DF994E6B7}" dt="2024-01-22T23:13:44.198" v="10134" actId="692"/>
          <ac:cxnSpMkLst>
            <pc:docMk/>
            <pc:sldMk cId="2408660723" sldId="872"/>
            <ac:cxnSpMk id="147" creationId="{E5945E59-750D-3390-36A4-F79755922713}"/>
          </ac:cxnSpMkLst>
        </pc:cxnChg>
        <pc:cxnChg chg="add mod">
          <ac:chgData name="Palit, Tapti" userId="dec6fbcd-7598-406a-8cbf-504d4a3bac15" providerId="ADAL" clId="{ECD42228-5B96-4A72-B268-C46DF994E6B7}" dt="2024-01-22T23:13:33.679" v="10132" actId="692"/>
          <ac:cxnSpMkLst>
            <pc:docMk/>
            <pc:sldMk cId="2408660723" sldId="872"/>
            <ac:cxnSpMk id="150" creationId="{142AF6C2-1848-23BF-FB05-77782E4383DF}"/>
          </ac:cxnSpMkLst>
        </pc:cxnChg>
        <pc:cxnChg chg="add mod">
          <ac:chgData name="Palit, Tapti" userId="dec6fbcd-7598-406a-8cbf-504d4a3bac15" providerId="ADAL" clId="{ECD42228-5B96-4A72-B268-C46DF994E6B7}" dt="2024-01-22T23:13:40.811" v="10133" actId="692"/>
          <ac:cxnSpMkLst>
            <pc:docMk/>
            <pc:sldMk cId="2408660723" sldId="872"/>
            <ac:cxnSpMk id="153" creationId="{FA2D0149-238D-DFBD-7BDE-A704CF19414A}"/>
          </ac:cxnSpMkLst>
        </pc:cxnChg>
        <pc:cxnChg chg="add mod">
          <ac:chgData name="Palit, Tapti" userId="dec6fbcd-7598-406a-8cbf-504d4a3bac15" providerId="ADAL" clId="{ECD42228-5B96-4A72-B268-C46DF994E6B7}" dt="2024-01-22T23:13:33.679" v="10132" actId="692"/>
          <ac:cxnSpMkLst>
            <pc:docMk/>
            <pc:sldMk cId="2408660723" sldId="872"/>
            <ac:cxnSpMk id="156" creationId="{26D7CC6A-C00B-FEE7-7676-7DD83B091B67}"/>
          </ac:cxnSpMkLst>
        </pc:cxnChg>
        <pc:cxnChg chg="add mod">
          <ac:chgData name="Palit, Tapti" userId="dec6fbcd-7598-406a-8cbf-504d4a3bac15" providerId="ADAL" clId="{ECD42228-5B96-4A72-B268-C46DF994E6B7}" dt="2024-01-22T23:13:33.679" v="10132" actId="692"/>
          <ac:cxnSpMkLst>
            <pc:docMk/>
            <pc:sldMk cId="2408660723" sldId="872"/>
            <ac:cxnSpMk id="159" creationId="{D2612839-69C0-FB4F-05DF-DCE27D227AEA}"/>
          </ac:cxnSpMkLst>
        </pc:cxnChg>
      </pc:sldChg>
      <pc:sldChg chg="modSp add del mod">
        <pc:chgData name="Palit, Tapti" userId="dec6fbcd-7598-406a-8cbf-504d4a3bac15" providerId="ADAL" clId="{ECD42228-5B96-4A72-B268-C46DF994E6B7}" dt="2024-01-16T04:15:43.045" v="5779" actId="20577"/>
        <pc:sldMkLst>
          <pc:docMk/>
          <pc:sldMk cId="4242902094" sldId="872"/>
        </pc:sldMkLst>
        <pc:spChg chg="mod">
          <ac:chgData name="Palit, Tapti" userId="dec6fbcd-7598-406a-8cbf-504d4a3bac15" providerId="ADAL" clId="{ECD42228-5B96-4A72-B268-C46DF994E6B7}" dt="2024-01-16T04:15:43.045" v="5779" actId="20577"/>
          <ac:spMkLst>
            <pc:docMk/>
            <pc:sldMk cId="4242902094" sldId="872"/>
            <ac:spMk id="2" creationId="{F8B8D02F-DFDB-4EB1-8C2E-1677EEE15BF7}"/>
          </ac:spMkLst>
        </pc:spChg>
        <pc:spChg chg="mod">
          <ac:chgData name="Palit, Tapti" userId="dec6fbcd-7598-406a-8cbf-504d4a3bac15" providerId="ADAL" clId="{ECD42228-5B96-4A72-B268-C46DF994E6B7}" dt="2024-01-14T19:15:44.382" v="346"/>
          <ac:spMkLst>
            <pc:docMk/>
            <pc:sldMk cId="4242902094" sldId="872"/>
            <ac:spMk id="4" creationId="{6B1F8454-81B1-434A-AEB0-0FF8F15F1F73}"/>
          </ac:spMkLst>
        </pc:spChg>
      </pc:sldChg>
      <pc:sldChg chg="modSp add del">
        <pc:chgData name="Palit, Tapti" userId="dec6fbcd-7598-406a-8cbf-504d4a3bac15" providerId="ADAL" clId="{ECD42228-5B96-4A72-B268-C46DF994E6B7}" dt="2024-01-14T19:30:22.093" v="474"/>
        <pc:sldMkLst>
          <pc:docMk/>
          <pc:sldMk cId="713957104" sldId="873"/>
        </pc:sldMkLst>
        <pc:spChg chg="mod">
          <ac:chgData name="Palit, Tapti" userId="dec6fbcd-7598-406a-8cbf-504d4a3bac15" providerId="ADAL" clId="{ECD42228-5B96-4A72-B268-C46DF994E6B7}" dt="2024-01-14T19:15:44.382" v="346"/>
          <ac:spMkLst>
            <pc:docMk/>
            <pc:sldMk cId="713957104" sldId="873"/>
            <ac:spMk id="2" creationId="{A7B9CA2E-A6F3-4003-A1CE-CEE7FFF1A159}"/>
          </ac:spMkLst>
        </pc:spChg>
        <pc:spChg chg="mod">
          <ac:chgData name="Palit, Tapti" userId="dec6fbcd-7598-406a-8cbf-504d4a3bac15" providerId="ADAL" clId="{ECD42228-5B96-4A72-B268-C46DF994E6B7}" dt="2024-01-14T19:15:44.382" v="346"/>
          <ac:spMkLst>
            <pc:docMk/>
            <pc:sldMk cId="713957104" sldId="873"/>
            <ac:spMk id="4" creationId="{7AE675F1-274A-4707-95E2-FB6DADA59BA1}"/>
          </ac:spMkLst>
        </pc:spChg>
      </pc:sldChg>
      <pc:sldChg chg="add del">
        <pc:chgData name="Palit, Tapti" userId="dec6fbcd-7598-406a-8cbf-504d4a3bac15" providerId="ADAL" clId="{ECD42228-5B96-4A72-B268-C46DF994E6B7}" dt="2024-01-22T21:00:52.811" v="8878" actId="2696"/>
        <pc:sldMkLst>
          <pc:docMk/>
          <pc:sldMk cId="2463239331" sldId="873"/>
        </pc:sldMkLst>
      </pc:sldChg>
      <pc:sldChg chg="add del mod modShow">
        <pc:chgData name="Palit, Tapti" userId="dec6fbcd-7598-406a-8cbf-504d4a3bac15" providerId="ADAL" clId="{ECD42228-5B96-4A72-B268-C46DF994E6B7}" dt="2024-01-28T03:44:01.241" v="67437" actId="47"/>
        <pc:sldMkLst>
          <pc:docMk/>
          <pc:sldMk cId="3651350890" sldId="873"/>
        </pc:sldMkLst>
      </pc:sldChg>
      <pc:sldChg chg="addSp delSp modSp add del mod modAnim modNotesTx">
        <pc:chgData name="Palit, Tapti" userId="dec6fbcd-7598-406a-8cbf-504d4a3bac15" providerId="ADAL" clId="{ECD42228-5B96-4A72-B268-C46DF994E6B7}" dt="2024-01-23T19:45:14.107" v="33068" actId="2696"/>
        <pc:sldMkLst>
          <pc:docMk/>
          <pc:sldMk cId="1202856001" sldId="874"/>
        </pc:sldMkLst>
        <pc:spChg chg="add del mod">
          <ac:chgData name="Palit, Tapti" userId="dec6fbcd-7598-406a-8cbf-504d4a3bac15" providerId="ADAL" clId="{ECD42228-5B96-4A72-B268-C46DF994E6B7}" dt="2024-01-22T22:48:09.086" v="9984" actId="478"/>
          <ac:spMkLst>
            <pc:docMk/>
            <pc:sldMk cId="1202856001" sldId="874"/>
            <ac:spMk id="2" creationId="{F3A37A07-31BD-D1CF-B1B9-92C314035162}"/>
          </ac:spMkLst>
        </pc:spChg>
        <pc:spChg chg="add del mod">
          <ac:chgData name="Palit, Tapti" userId="dec6fbcd-7598-406a-8cbf-504d4a3bac15" providerId="ADAL" clId="{ECD42228-5B96-4A72-B268-C46DF994E6B7}" dt="2024-01-22T22:48:09.086" v="9984" actId="478"/>
          <ac:spMkLst>
            <pc:docMk/>
            <pc:sldMk cId="1202856001" sldId="874"/>
            <ac:spMk id="3" creationId="{419EB715-E666-3E69-9BDB-42D26147BDB4}"/>
          </ac:spMkLst>
        </pc:spChg>
        <pc:spChg chg="add del mod">
          <ac:chgData name="Palit, Tapti" userId="dec6fbcd-7598-406a-8cbf-504d4a3bac15" providerId="ADAL" clId="{ECD42228-5B96-4A72-B268-C46DF994E6B7}" dt="2024-01-22T22:48:09.086" v="9984" actId="478"/>
          <ac:spMkLst>
            <pc:docMk/>
            <pc:sldMk cId="1202856001" sldId="874"/>
            <ac:spMk id="5" creationId="{1EAEF15F-840C-1FF3-E556-385BCE6048C4}"/>
          </ac:spMkLst>
        </pc:spChg>
        <pc:spChg chg="add del mod">
          <ac:chgData name="Palit, Tapti" userId="dec6fbcd-7598-406a-8cbf-504d4a3bac15" providerId="ADAL" clId="{ECD42228-5B96-4A72-B268-C46DF994E6B7}" dt="2024-01-22T22:48:09.086" v="9984" actId="478"/>
          <ac:spMkLst>
            <pc:docMk/>
            <pc:sldMk cId="1202856001" sldId="874"/>
            <ac:spMk id="6" creationId="{7D446BA2-013E-2AD2-579E-5F7D326E5C08}"/>
          </ac:spMkLst>
        </pc:spChg>
        <pc:spChg chg="add del mod">
          <ac:chgData name="Palit, Tapti" userId="dec6fbcd-7598-406a-8cbf-504d4a3bac15" providerId="ADAL" clId="{ECD42228-5B96-4A72-B268-C46DF994E6B7}" dt="2024-01-22T22:48:09.086" v="9984" actId="478"/>
          <ac:spMkLst>
            <pc:docMk/>
            <pc:sldMk cId="1202856001" sldId="874"/>
            <ac:spMk id="7" creationId="{61F3B732-262E-EB64-C431-D75003131B5C}"/>
          </ac:spMkLst>
        </pc:spChg>
        <pc:spChg chg="add del mod">
          <ac:chgData name="Palit, Tapti" userId="dec6fbcd-7598-406a-8cbf-504d4a3bac15" providerId="ADAL" clId="{ECD42228-5B96-4A72-B268-C46DF994E6B7}" dt="2024-01-22T22:48:09.086" v="9984" actId="478"/>
          <ac:spMkLst>
            <pc:docMk/>
            <pc:sldMk cId="1202856001" sldId="874"/>
            <ac:spMk id="8" creationId="{16F1B702-E204-AB40-832A-E01602E85FE7}"/>
          </ac:spMkLst>
        </pc:spChg>
        <pc:spChg chg="add del mod">
          <ac:chgData name="Palit, Tapti" userId="dec6fbcd-7598-406a-8cbf-504d4a3bac15" providerId="ADAL" clId="{ECD42228-5B96-4A72-B268-C46DF994E6B7}" dt="2024-01-22T22:48:09.086" v="9984" actId="478"/>
          <ac:spMkLst>
            <pc:docMk/>
            <pc:sldMk cId="1202856001" sldId="874"/>
            <ac:spMk id="10" creationId="{B376515E-5467-DA0B-DC8F-007BABA2A531}"/>
          </ac:spMkLst>
        </pc:spChg>
        <pc:spChg chg="add del mod">
          <ac:chgData name="Palit, Tapti" userId="dec6fbcd-7598-406a-8cbf-504d4a3bac15" providerId="ADAL" clId="{ECD42228-5B96-4A72-B268-C46DF994E6B7}" dt="2024-01-22T22:48:09.086" v="9984" actId="478"/>
          <ac:spMkLst>
            <pc:docMk/>
            <pc:sldMk cId="1202856001" sldId="874"/>
            <ac:spMk id="11" creationId="{2D1BD119-0290-E42C-EC5F-9BBED918299D}"/>
          </ac:spMkLst>
        </pc:spChg>
        <pc:spChg chg="mod">
          <ac:chgData name="Palit, Tapti" userId="dec6fbcd-7598-406a-8cbf-504d4a3bac15" providerId="ADAL" clId="{ECD42228-5B96-4A72-B268-C46DF994E6B7}" dt="2024-01-22T23:30:15.028" v="10248" actId="20577"/>
          <ac:spMkLst>
            <pc:docMk/>
            <pc:sldMk cId="1202856001" sldId="874"/>
            <ac:spMk id="12" creationId="{428921C8-2D68-030B-6014-906ABC828331}"/>
          </ac:spMkLst>
        </pc:spChg>
        <pc:spChg chg="add del mod">
          <ac:chgData name="Palit, Tapti" userId="dec6fbcd-7598-406a-8cbf-504d4a3bac15" providerId="ADAL" clId="{ECD42228-5B96-4A72-B268-C46DF994E6B7}" dt="2024-01-22T22:48:09.086" v="9984" actId="478"/>
          <ac:spMkLst>
            <pc:docMk/>
            <pc:sldMk cId="1202856001" sldId="874"/>
            <ac:spMk id="13" creationId="{25407B26-5331-713B-9E8F-C13C529E231B}"/>
          </ac:spMkLst>
        </pc:spChg>
        <pc:spChg chg="add del mod">
          <ac:chgData name="Palit, Tapti" userId="dec6fbcd-7598-406a-8cbf-504d4a3bac15" providerId="ADAL" clId="{ECD42228-5B96-4A72-B268-C46DF994E6B7}" dt="2024-01-22T22:48:09.086" v="9984" actId="478"/>
          <ac:spMkLst>
            <pc:docMk/>
            <pc:sldMk cId="1202856001" sldId="874"/>
            <ac:spMk id="14" creationId="{3BBBAD4E-7B96-05E8-4E64-87DD7977F9DE}"/>
          </ac:spMkLst>
        </pc:spChg>
        <pc:spChg chg="add del mod">
          <ac:chgData name="Palit, Tapti" userId="dec6fbcd-7598-406a-8cbf-504d4a3bac15" providerId="ADAL" clId="{ECD42228-5B96-4A72-B268-C46DF994E6B7}" dt="2024-01-22T22:48:09.086" v="9984" actId="478"/>
          <ac:spMkLst>
            <pc:docMk/>
            <pc:sldMk cId="1202856001" sldId="874"/>
            <ac:spMk id="20" creationId="{36D0A434-034C-E7FE-5423-2D214F84B245}"/>
          </ac:spMkLst>
        </pc:spChg>
        <pc:spChg chg="add del mod">
          <ac:chgData name="Palit, Tapti" userId="dec6fbcd-7598-406a-8cbf-504d4a3bac15" providerId="ADAL" clId="{ECD42228-5B96-4A72-B268-C46DF994E6B7}" dt="2024-01-22T22:48:09.086" v="9984" actId="478"/>
          <ac:spMkLst>
            <pc:docMk/>
            <pc:sldMk cId="1202856001" sldId="874"/>
            <ac:spMk id="21" creationId="{7D63CFD4-FF44-FE81-1331-FE3262B0DA80}"/>
          </ac:spMkLst>
        </pc:spChg>
        <pc:spChg chg="add del mod">
          <ac:chgData name="Palit, Tapti" userId="dec6fbcd-7598-406a-8cbf-504d4a3bac15" providerId="ADAL" clId="{ECD42228-5B96-4A72-B268-C46DF994E6B7}" dt="2024-01-22T22:48:09.086" v="9984" actId="478"/>
          <ac:spMkLst>
            <pc:docMk/>
            <pc:sldMk cId="1202856001" sldId="874"/>
            <ac:spMk id="22" creationId="{D8DDC8D8-7737-E3E4-9527-D02066D07A26}"/>
          </ac:spMkLst>
        </pc:spChg>
        <pc:spChg chg="add del mod">
          <ac:chgData name="Palit, Tapti" userId="dec6fbcd-7598-406a-8cbf-504d4a3bac15" providerId="ADAL" clId="{ECD42228-5B96-4A72-B268-C46DF994E6B7}" dt="2024-01-22T22:48:09.086" v="9984" actId="478"/>
          <ac:spMkLst>
            <pc:docMk/>
            <pc:sldMk cId="1202856001" sldId="874"/>
            <ac:spMk id="23" creationId="{F8A4C0A5-A9A3-C244-81AA-E3CB777EC4C9}"/>
          </ac:spMkLst>
        </pc:spChg>
        <pc:spChg chg="add del mod">
          <ac:chgData name="Palit, Tapti" userId="dec6fbcd-7598-406a-8cbf-504d4a3bac15" providerId="ADAL" clId="{ECD42228-5B96-4A72-B268-C46DF994E6B7}" dt="2024-01-22T22:48:09.086" v="9984" actId="478"/>
          <ac:spMkLst>
            <pc:docMk/>
            <pc:sldMk cId="1202856001" sldId="874"/>
            <ac:spMk id="24" creationId="{2B072438-F21A-C5FD-1755-9F8D99CDB605}"/>
          </ac:spMkLst>
        </pc:spChg>
        <pc:spChg chg="add del mod">
          <ac:chgData name="Palit, Tapti" userId="dec6fbcd-7598-406a-8cbf-504d4a3bac15" providerId="ADAL" clId="{ECD42228-5B96-4A72-B268-C46DF994E6B7}" dt="2024-01-22T22:48:09.086" v="9984" actId="478"/>
          <ac:spMkLst>
            <pc:docMk/>
            <pc:sldMk cId="1202856001" sldId="874"/>
            <ac:spMk id="25" creationId="{3BD9A9EE-5702-DC87-C1F6-6E6E0C88744F}"/>
          </ac:spMkLst>
        </pc:spChg>
        <pc:spChg chg="add del mod">
          <ac:chgData name="Palit, Tapti" userId="dec6fbcd-7598-406a-8cbf-504d4a3bac15" providerId="ADAL" clId="{ECD42228-5B96-4A72-B268-C46DF994E6B7}" dt="2024-01-22T22:46:10.820" v="9948" actId="478"/>
          <ac:spMkLst>
            <pc:docMk/>
            <pc:sldMk cId="1202856001" sldId="874"/>
            <ac:spMk id="31" creationId="{40AE46A9-6A86-B244-7331-0EE1C5E900CD}"/>
          </ac:spMkLst>
        </pc:spChg>
        <pc:spChg chg="add del mod">
          <ac:chgData name="Palit, Tapti" userId="dec6fbcd-7598-406a-8cbf-504d4a3bac15" providerId="ADAL" clId="{ECD42228-5B96-4A72-B268-C46DF994E6B7}" dt="2024-01-22T22:46:10.820" v="9948" actId="478"/>
          <ac:spMkLst>
            <pc:docMk/>
            <pc:sldMk cId="1202856001" sldId="874"/>
            <ac:spMk id="32" creationId="{2FD98988-49C3-CDD2-8181-A2C7704A7632}"/>
          </ac:spMkLst>
        </pc:spChg>
        <pc:spChg chg="add mod">
          <ac:chgData name="Palit, Tapti" userId="dec6fbcd-7598-406a-8cbf-504d4a3bac15" providerId="ADAL" clId="{ECD42228-5B96-4A72-B268-C46DF994E6B7}" dt="2024-01-22T22:48:19.830" v="9985"/>
          <ac:spMkLst>
            <pc:docMk/>
            <pc:sldMk cId="1202856001" sldId="874"/>
            <ac:spMk id="45" creationId="{9446F129-4086-3C72-5013-98335834E313}"/>
          </ac:spMkLst>
        </pc:spChg>
        <pc:spChg chg="add mod">
          <ac:chgData name="Palit, Tapti" userId="dec6fbcd-7598-406a-8cbf-504d4a3bac15" providerId="ADAL" clId="{ECD42228-5B96-4A72-B268-C46DF994E6B7}" dt="2024-01-22T22:48:19.830" v="9985"/>
          <ac:spMkLst>
            <pc:docMk/>
            <pc:sldMk cId="1202856001" sldId="874"/>
            <ac:spMk id="46" creationId="{1300B3EF-64EA-568E-8105-98CF3D5C4A88}"/>
          </ac:spMkLst>
        </pc:spChg>
        <pc:spChg chg="add mod">
          <ac:chgData name="Palit, Tapti" userId="dec6fbcd-7598-406a-8cbf-504d4a3bac15" providerId="ADAL" clId="{ECD42228-5B96-4A72-B268-C46DF994E6B7}" dt="2024-01-22T22:48:19.830" v="9985"/>
          <ac:spMkLst>
            <pc:docMk/>
            <pc:sldMk cId="1202856001" sldId="874"/>
            <ac:spMk id="47" creationId="{17FB6262-9843-B297-EF5D-9613166EAA35}"/>
          </ac:spMkLst>
        </pc:spChg>
        <pc:spChg chg="add mod">
          <ac:chgData name="Palit, Tapti" userId="dec6fbcd-7598-406a-8cbf-504d4a3bac15" providerId="ADAL" clId="{ECD42228-5B96-4A72-B268-C46DF994E6B7}" dt="2024-01-22T22:48:19.830" v="9985"/>
          <ac:spMkLst>
            <pc:docMk/>
            <pc:sldMk cId="1202856001" sldId="874"/>
            <ac:spMk id="48" creationId="{287EA81A-4BF1-2E9C-9E62-B4AD3372D4E0}"/>
          </ac:spMkLst>
        </pc:spChg>
        <pc:spChg chg="add mod">
          <ac:chgData name="Palit, Tapti" userId="dec6fbcd-7598-406a-8cbf-504d4a3bac15" providerId="ADAL" clId="{ECD42228-5B96-4A72-B268-C46DF994E6B7}" dt="2024-01-22T22:48:19.830" v="9985"/>
          <ac:spMkLst>
            <pc:docMk/>
            <pc:sldMk cId="1202856001" sldId="874"/>
            <ac:spMk id="49" creationId="{4C7FA4DD-7FD9-B30C-D96E-CDFC13A54320}"/>
          </ac:spMkLst>
        </pc:spChg>
        <pc:spChg chg="add mod">
          <ac:chgData name="Palit, Tapti" userId="dec6fbcd-7598-406a-8cbf-504d4a3bac15" providerId="ADAL" clId="{ECD42228-5B96-4A72-B268-C46DF994E6B7}" dt="2024-01-22T22:48:19.830" v="9985"/>
          <ac:spMkLst>
            <pc:docMk/>
            <pc:sldMk cId="1202856001" sldId="874"/>
            <ac:spMk id="50" creationId="{C67CF01D-EFCB-F367-13C4-A9B992CBADEC}"/>
          </ac:spMkLst>
        </pc:spChg>
        <pc:spChg chg="add mod">
          <ac:chgData name="Palit, Tapti" userId="dec6fbcd-7598-406a-8cbf-504d4a3bac15" providerId="ADAL" clId="{ECD42228-5B96-4A72-B268-C46DF994E6B7}" dt="2024-01-22T22:48:19.830" v="9985"/>
          <ac:spMkLst>
            <pc:docMk/>
            <pc:sldMk cId="1202856001" sldId="874"/>
            <ac:spMk id="51" creationId="{BF66F890-5AE1-82EC-DF37-A7BB0BCFEFC1}"/>
          </ac:spMkLst>
        </pc:spChg>
        <pc:spChg chg="add mod">
          <ac:chgData name="Palit, Tapti" userId="dec6fbcd-7598-406a-8cbf-504d4a3bac15" providerId="ADAL" clId="{ECD42228-5B96-4A72-B268-C46DF994E6B7}" dt="2024-01-22T22:48:19.830" v="9985"/>
          <ac:spMkLst>
            <pc:docMk/>
            <pc:sldMk cId="1202856001" sldId="874"/>
            <ac:spMk id="52" creationId="{6AE5578D-BE30-2189-F2B1-07177B85FA67}"/>
          </ac:spMkLst>
        </pc:spChg>
        <pc:spChg chg="add mod">
          <ac:chgData name="Palit, Tapti" userId="dec6fbcd-7598-406a-8cbf-504d4a3bac15" providerId="ADAL" clId="{ECD42228-5B96-4A72-B268-C46DF994E6B7}" dt="2024-01-22T22:48:19.830" v="9985"/>
          <ac:spMkLst>
            <pc:docMk/>
            <pc:sldMk cId="1202856001" sldId="874"/>
            <ac:spMk id="53" creationId="{AF9C61BB-E7DE-2926-FD11-4D7F69180F94}"/>
          </ac:spMkLst>
        </pc:spChg>
        <pc:spChg chg="add mod">
          <ac:chgData name="Palit, Tapti" userId="dec6fbcd-7598-406a-8cbf-504d4a3bac15" providerId="ADAL" clId="{ECD42228-5B96-4A72-B268-C46DF994E6B7}" dt="2024-01-22T22:48:19.830" v="9985"/>
          <ac:spMkLst>
            <pc:docMk/>
            <pc:sldMk cId="1202856001" sldId="874"/>
            <ac:spMk id="54" creationId="{D2293DF6-3507-E436-7072-AD172E85FE38}"/>
          </ac:spMkLst>
        </pc:spChg>
        <pc:spChg chg="add mod">
          <ac:chgData name="Palit, Tapti" userId="dec6fbcd-7598-406a-8cbf-504d4a3bac15" providerId="ADAL" clId="{ECD42228-5B96-4A72-B268-C46DF994E6B7}" dt="2024-01-22T22:48:19.830" v="9985"/>
          <ac:spMkLst>
            <pc:docMk/>
            <pc:sldMk cId="1202856001" sldId="874"/>
            <ac:spMk id="59" creationId="{3B6DD8E3-468A-5016-3552-CDB490006862}"/>
          </ac:spMkLst>
        </pc:spChg>
        <pc:spChg chg="add mod">
          <ac:chgData name="Palit, Tapti" userId="dec6fbcd-7598-406a-8cbf-504d4a3bac15" providerId="ADAL" clId="{ECD42228-5B96-4A72-B268-C46DF994E6B7}" dt="2024-01-22T22:48:19.830" v="9985"/>
          <ac:spMkLst>
            <pc:docMk/>
            <pc:sldMk cId="1202856001" sldId="874"/>
            <ac:spMk id="60" creationId="{10604342-B2D8-BB5E-734D-D03260CB1079}"/>
          </ac:spMkLst>
        </pc:spChg>
        <pc:spChg chg="add mod">
          <ac:chgData name="Palit, Tapti" userId="dec6fbcd-7598-406a-8cbf-504d4a3bac15" providerId="ADAL" clId="{ECD42228-5B96-4A72-B268-C46DF994E6B7}" dt="2024-01-22T22:48:19.830" v="9985"/>
          <ac:spMkLst>
            <pc:docMk/>
            <pc:sldMk cId="1202856001" sldId="874"/>
            <ac:spMk id="61" creationId="{82CB5AB9-0E65-7142-E0B4-25C17A5025B3}"/>
          </ac:spMkLst>
        </pc:spChg>
        <pc:spChg chg="add mod">
          <ac:chgData name="Palit, Tapti" userId="dec6fbcd-7598-406a-8cbf-504d4a3bac15" providerId="ADAL" clId="{ECD42228-5B96-4A72-B268-C46DF994E6B7}" dt="2024-01-22T22:48:19.830" v="9985"/>
          <ac:spMkLst>
            <pc:docMk/>
            <pc:sldMk cId="1202856001" sldId="874"/>
            <ac:spMk id="62" creationId="{70A0292B-3697-940D-322C-3EC386911B97}"/>
          </ac:spMkLst>
        </pc:spChg>
        <pc:spChg chg="add mod">
          <ac:chgData name="Palit, Tapti" userId="dec6fbcd-7598-406a-8cbf-504d4a3bac15" providerId="ADAL" clId="{ECD42228-5B96-4A72-B268-C46DF994E6B7}" dt="2024-01-22T22:48:19.830" v="9985"/>
          <ac:spMkLst>
            <pc:docMk/>
            <pc:sldMk cId="1202856001" sldId="874"/>
            <ac:spMk id="63" creationId="{3DB9CE08-E310-947F-5BE3-ED084F14A40C}"/>
          </ac:spMkLst>
        </pc:spChg>
        <pc:spChg chg="add mod">
          <ac:chgData name="Palit, Tapti" userId="dec6fbcd-7598-406a-8cbf-504d4a3bac15" providerId="ADAL" clId="{ECD42228-5B96-4A72-B268-C46DF994E6B7}" dt="2024-01-22T22:48:19.830" v="9985"/>
          <ac:spMkLst>
            <pc:docMk/>
            <pc:sldMk cId="1202856001" sldId="874"/>
            <ac:spMk id="64" creationId="{859F31E6-2719-94C6-2F44-B4150346ABDF}"/>
          </ac:spMkLst>
        </pc:spChg>
        <pc:spChg chg="add del mod">
          <ac:chgData name="Palit, Tapti" userId="dec6fbcd-7598-406a-8cbf-504d4a3bac15" providerId="ADAL" clId="{ECD42228-5B96-4A72-B268-C46DF994E6B7}" dt="2024-01-22T23:35:04.139" v="10292" actId="478"/>
          <ac:spMkLst>
            <pc:docMk/>
            <pc:sldMk cId="1202856001" sldId="874"/>
            <ac:spMk id="70" creationId="{695C60F8-F3E3-6523-4815-A39577F04BAE}"/>
          </ac:spMkLst>
        </pc:spChg>
        <pc:spChg chg="add del mod">
          <ac:chgData name="Palit, Tapti" userId="dec6fbcd-7598-406a-8cbf-504d4a3bac15" providerId="ADAL" clId="{ECD42228-5B96-4A72-B268-C46DF994E6B7}" dt="2024-01-22T23:35:04.139" v="10292" actId="478"/>
          <ac:spMkLst>
            <pc:docMk/>
            <pc:sldMk cId="1202856001" sldId="874"/>
            <ac:spMk id="71" creationId="{0C699A5A-6323-3F38-CA30-13D94F961A17}"/>
          </ac:spMkLst>
        </pc:spChg>
        <pc:spChg chg="add mod">
          <ac:chgData name="Palit, Tapti" userId="dec6fbcd-7598-406a-8cbf-504d4a3bac15" providerId="ADAL" clId="{ECD42228-5B96-4A72-B268-C46DF994E6B7}" dt="2024-01-22T22:53:13.182" v="10088" actId="1036"/>
          <ac:spMkLst>
            <pc:docMk/>
            <pc:sldMk cId="1202856001" sldId="874"/>
            <ac:spMk id="84" creationId="{23FB8C37-132D-9FD0-4274-D66BB5D34E35}"/>
          </ac:spMkLst>
        </pc:spChg>
        <pc:spChg chg="add mod">
          <ac:chgData name="Palit, Tapti" userId="dec6fbcd-7598-406a-8cbf-504d4a3bac15" providerId="ADAL" clId="{ECD42228-5B96-4A72-B268-C46DF994E6B7}" dt="2024-01-22T22:52:56.476" v="10079" actId="1036"/>
          <ac:spMkLst>
            <pc:docMk/>
            <pc:sldMk cId="1202856001" sldId="874"/>
            <ac:spMk id="85" creationId="{9CB6E79A-D828-10E9-0C62-8A65CE368FBF}"/>
          </ac:spMkLst>
        </pc:spChg>
        <pc:spChg chg="add mod">
          <ac:chgData name="Palit, Tapti" userId="dec6fbcd-7598-406a-8cbf-504d4a3bac15" providerId="ADAL" clId="{ECD42228-5B96-4A72-B268-C46DF994E6B7}" dt="2024-01-22T22:53:26.665" v="10093" actId="1035"/>
          <ac:spMkLst>
            <pc:docMk/>
            <pc:sldMk cId="1202856001" sldId="874"/>
            <ac:spMk id="86" creationId="{0138782F-4C5C-21C9-FD86-0FDA23D57AF9}"/>
          </ac:spMkLst>
        </pc:spChg>
        <pc:spChg chg="add mod">
          <ac:chgData name="Palit, Tapti" userId="dec6fbcd-7598-406a-8cbf-504d4a3bac15" providerId="ADAL" clId="{ECD42228-5B96-4A72-B268-C46DF994E6B7}" dt="2024-01-22T22:49:46.842" v="9987" actId="1076"/>
          <ac:spMkLst>
            <pc:docMk/>
            <pc:sldMk cId="1202856001" sldId="874"/>
            <ac:spMk id="87" creationId="{701C1FA3-D4D0-5B99-3A86-48E11EDD9B91}"/>
          </ac:spMkLst>
        </pc:spChg>
        <pc:spChg chg="add del mod">
          <ac:chgData name="Palit, Tapti" userId="dec6fbcd-7598-406a-8cbf-504d4a3bac15" providerId="ADAL" clId="{ECD42228-5B96-4A72-B268-C46DF994E6B7}" dt="2024-01-22T22:51:00.781" v="10032" actId="478"/>
          <ac:spMkLst>
            <pc:docMk/>
            <pc:sldMk cId="1202856001" sldId="874"/>
            <ac:spMk id="88" creationId="{DB0D3C26-2744-7A27-52EB-13BEF07E7FF3}"/>
          </ac:spMkLst>
        </pc:spChg>
        <pc:spChg chg="add mod">
          <ac:chgData name="Palit, Tapti" userId="dec6fbcd-7598-406a-8cbf-504d4a3bac15" providerId="ADAL" clId="{ECD42228-5B96-4A72-B268-C46DF994E6B7}" dt="2024-01-22T22:51:24.839" v="10040" actId="1076"/>
          <ac:spMkLst>
            <pc:docMk/>
            <pc:sldMk cId="1202856001" sldId="874"/>
            <ac:spMk id="89" creationId="{DA431E7C-5C94-F94D-7C9B-AAA48580F62B}"/>
          </ac:spMkLst>
        </pc:spChg>
        <pc:spChg chg="add mod">
          <ac:chgData name="Palit, Tapti" userId="dec6fbcd-7598-406a-8cbf-504d4a3bac15" providerId="ADAL" clId="{ECD42228-5B96-4A72-B268-C46DF994E6B7}" dt="2024-01-22T22:51:55.193" v="10052" actId="20577"/>
          <ac:spMkLst>
            <pc:docMk/>
            <pc:sldMk cId="1202856001" sldId="874"/>
            <ac:spMk id="90" creationId="{51785EA7-79A2-F61F-D35E-2F961B53FAB3}"/>
          </ac:spMkLst>
        </pc:spChg>
        <pc:spChg chg="add mod">
          <ac:chgData name="Palit, Tapti" userId="dec6fbcd-7598-406a-8cbf-504d4a3bac15" providerId="ADAL" clId="{ECD42228-5B96-4A72-B268-C46DF994E6B7}" dt="2024-01-22T22:51:52.172" v="10050" actId="20577"/>
          <ac:spMkLst>
            <pc:docMk/>
            <pc:sldMk cId="1202856001" sldId="874"/>
            <ac:spMk id="91" creationId="{5532B38C-019B-520E-787F-2DBC646C7838}"/>
          </ac:spMkLst>
        </pc:spChg>
        <pc:spChg chg="add mod">
          <ac:chgData name="Palit, Tapti" userId="dec6fbcd-7598-406a-8cbf-504d4a3bac15" providerId="ADAL" clId="{ECD42228-5B96-4A72-B268-C46DF994E6B7}" dt="2024-01-22T22:51:58.246" v="10054" actId="20577"/>
          <ac:spMkLst>
            <pc:docMk/>
            <pc:sldMk cId="1202856001" sldId="874"/>
            <ac:spMk id="92" creationId="{295B5BC6-ED2F-B253-6CB1-B2AEB9525417}"/>
          </ac:spMkLst>
        </pc:spChg>
        <pc:spChg chg="add mod">
          <ac:chgData name="Palit, Tapti" userId="dec6fbcd-7598-406a-8cbf-504d4a3bac15" providerId="ADAL" clId="{ECD42228-5B96-4A72-B268-C46DF994E6B7}" dt="2024-01-22T23:17:09.115" v="10147" actId="1076"/>
          <ac:spMkLst>
            <pc:docMk/>
            <pc:sldMk cId="1202856001" sldId="874"/>
            <ac:spMk id="143" creationId="{BFD6E4B6-9CA4-5207-71A1-9F75B4F327DF}"/>
          </ac:spMkLst>
        </pc:spChg>
        <pc:spChg chg="add mod">
          <ac:chgData name="Palit, Tapti" userId="dec6fbcd-7598-406a-8cbf-504d4a3bac15" providerId="ADAL" clId="{ECD42228-5B96-4A72-B268-C46DF994E6B7}" dt="2024-01-22T23:24:16.567" v="10166" actId="1076"/>
          <ac:spMkLst>
            <pc:docMk/>
            <pc:sldMk cId="1202856001" sldId="874"/>
            <ac:spMk id="144" creationId="{08A142A8-D17C-9047-A303-AA7FBF5B417D}"/>
          </ac:spMkLst>
        </pc:spChg>
        <pc:spChg chg="add mod">
          <ac:chgData name="Palit, Tapti" userId="dec6fbcd-7598-406a-8cbf-504d4a3bac15" providerId="ADAL" clId="{ECD42228-5B96-4A72-B268-C46DF994E6B7}" dt="2024-01-22T23:24:24.197" v="10172" actId="20577"/>
          <ac:spMkLst>
            <pc:docMk/>
            <pc:sldMk cId="1202856001" sldId="874"/>
            <ac:spMk id="145" creationId="{AD80081F-BAE2-9B1F-378A-25DFCCE371F7}"/>
          </ac:spMkLst>
        </pc:spChg>
        <pc:spChg chg="add mod">
          <ac:chgData name="Palit, Tapti" userId="dec6fbcd-7598-406a-8cbf-504d4a3bac15" providerId="ADAL" clId="{ECD42228-5B96-4A72-B268-C46DF994E6B7}" dt="2024-01-22T23:24:39.290" v="10179" actId="20577"/>
          <ac:spMkLst>
            <pc:docMk/>
            <pc:sldMk cId="1202856001" sldId="874"/>
            <ac:spMk id="146" creationId="{C91B8A5C-5C5C-ED6B-6FA0-8128225FD352}"/>
          </ac:spMkLst>
        </pc:spChg>
        <pc:spChg chg="add mod">
          <ac:chgData name="Palit, Tapti" userId="dec6fbcd-7598-406a-8cbf-504d4a3bac15" providerId="ADAL" clId="{ECD42228-5B96-4A72-B268-C46DF994E6B7}" dt="2024-01-22T23:24:50.822" v="10186" actId="20577"/>
          <ac:spMkLst>
            <pc:docMk/>
            <pc:sldMk cId="1202856001" sldId="874"/>
            <ac:spMk id="147" creationId="{54EC8896-74AB-5A47-0770-77F6BD7D8852}"/>
          </ac:spMkLst>
        </pc:spChg>
        <pc:spChg chg="add mod">
          <ac:chgData name="Palit, Tapti" userId="dec6fbcd-7598-406a-8cbf-504d4a3bac15" providerId="ADAL" clId="{ECD42228-5B96-4A72-B268-C46DF994E6B7}" dt="2024-01-22T23:25:38.284" v="10198" actId="692"/>
          <ac:spMkLst>
            <pc:docMk/>
            <pc:sldMk cId="1202856001" sldId="874"/>
            <ac:spMk id="148" creationId="{6E3FBFD1-82BB-3224-2FA8-0F6A277A5BC2}"/>
          </ac:spMkLst>
        </pc:spChg>
        <pc:spChg chg="add mod">
          <ac:chgData name="Palit, Tapti" userId="dec6fbcd-7598-406a-8cbf-504d4a3bac15" providerId="ADAL" clId="{ECD42228-5B96-4A72-B268-C46DF994E6B7}" dt="2024-01-22T23:25:49.180" v="10201" actId="1076"/>
          <ac:spMkLst>
            <pc:docMk/>
            <pc:sldMk cId="1202856001" sldId="874"/>
            <ac:spMk id="149" creationId="{B0549180-DD63-95F1-763C-62075F6EFD9F}"/>
          </ac:spMkLst>
        </pc:spChg>
        <pc:cxnChg chg="add del mod">
          <ac:chgData name="Palit, Tapti" userId="dec6fbcd-7598-406a-8cbf-504d4a3bac15" providerId="ADAL" clId="{ECD42228-5B96-4A72-B268-C46DF994E6B7}" dt="2024-01-22T22:48:09.086" v="9984" actId="478"/>
          <ac:cxnSpMkLst>
            <pc:docMk/>
            <pc:sldMk cId="1202856001" sldId="874"/>
            <ac:cxnSpMk id="15" creationId="{4BA232B0-5DF2-DE6E-525A-6FC8BE8D65A3}"/>
          </ac:cxnSpMkLst>
        </pc:cxnChg>
        <pc:cxnChg chg="add del mod">
          <ac:chgData name="Palit, Tapti" userId="dec6fbcd-7598-406a-8cbf-504d4a3bac15" providerId="ADAL" clId="{ECD42228-5B96-4A72-B268-C46DF994E6B7}" dt="2024-01-22T22:48:09.086" v="9984" actId="478"/>
          <ac:cxnSpMkLst>
            <pc:docMk/>
            <pc:sldMk cId="1202856001" sldId="874"/>
            <ac:cxnSpMk id="16" creationId="{15E247A8-DDE6-3993-70F9-C773A50A0C5A}"/>
          </ac:cxnSpMkLst>
        </pc:cxnChg>
        <pc:cxnChg chg="add del mod">
          <ac:chgData name="Palit, Tapti" userId="dec6fbcd-7598-406a-8cbf-504d4a3bac15" providerId="ADAL" clId="{ECD42228-5B96-4A72-B268-C46DF994E6B7}" dt="2024-01-22T22:48:09.086" v="9984" actId="478"/>
          <ac:cxnSpMkLst>
            <pc:docMk/>
            <pc:sldMk cId="1202856001" sldId="874"/>
            <ac:cxnSpMk id="18" creationId="{60A292C7-0299-0A94-EB54-5B96F30EF1AD}"/>
          </ac:cxnSpMkLst>
        </pc:cxnChg>
        <pc:cxnChg chg="add del mod">
          <ac:chgData name="Palit, Tapti" userId="dec6fbcd-7598-406a-8cbf-504d4a3bac15" providerId="ADAL" clId="{ECD42228-5B96-4A72-B268-C46DF994E6B7}" dt="2024-01-22T22:48:09.086" v="9984" actId="478"/>
          <ac:cxnSpMkLst>
            <pc:docMk/>
            <pc:sldMk cId="1202856001" sldId="874"/>
            <ac:cxnSpMk id="19" creationId="{EB01FFFA-5734-0E12-A423-495F69CEF445}"/>
          </ac:cxnSpMkLst>
        </pc:cxnChg>
        <pc:cxnChg chg="add del mod">
          <ac:chgData name="Palit, Tapti" userId="dec6fbcd-7598-406a-8cbf-504d4a3bac15" providerId="ADAL" clId="{ECD42228-5B96-4A72-B268-C46DF994E6B7}" dt="2024-01-22T22:48:09.086" v="9984" actId="478"/>
          <ac:cxnSpMkLst>
            <pc:docMk/>
            <pc:sldMk cId="1202856001" sldId="874"/>
            <ac:cxnSpMk id="26" creationId="{CAB7BC6F-B128-011A-2D84-7106FD42C1BF}"/>
          </ac:cxnSpMkLst>
        </pc:cxnChg>
        <pc:cxnChg chg="add del mod">
          <ac:chgData name="Palit, Tapti" userId="dec6fbcd-7598-406a-8cbf-504d4a3bac15" providerId="ADAL" clId="{ECD42228-5B96-4A72-B268-C46DF994E6B7}" dt="2024-01-22T22:48:09.086" v="9984" actId="478"/>
          <ac:cxnSpMkLst>
            <pc:docMk/>
            <pc:sldMk cId="1202856001" sldId="874"/>
            <ac:cxnSpMk id="27" creationId="{A1415C3C-9E9B-4853-149C-CA3ED17ECB30}"/>
          </ac:cxnSpMkLst>
        </pc:cxnChg>
        <pc:cxnChg chg="add del mod">
          <ac:chgData name="Palit, Tapti" userId="dec6fbcd-7598-406a-8cbf-504d4a3bac15" providerId="ADAL" clId="{ECD42228-5B96-4A72-B268-C46DF994E6B7}" dt="2024-01-22T22:48:09.086" v="9984" actId="478"/>
          <ac:cxnSpMkLst>
            <pc:docMk/>
            <pc:sldMk cId="1202856001" sldId="874"/>
            <ac:cxnSpMk id="28" creationId="{463B4DE9-8623-0103-5787-9B9E61DEE8C1}"/>
          </ac:cxnSpMkLst>
        </pc:cxnChg>
        <pc:cxnChg chg="add del mod">
          <ac:chgData name="Palit, Tapti" userId="dec6fbcd-7598-406a-8cbf-504d4a3bac15" providerId="ADAL" clId="{ECD42228-5B96-4A72-B268-C46DF994E6B7}" dt="2024-01-22T22:48:09.086" v="9984" actId="478"/>
          <ac:cxnSpMkLst>
            <pc:docMk/>
            <pc:sldMk cId="1202856001" sldId="874"/>
            <ac:cxnSpMk id="29" creationId="{A7E8601F-AC24-5139-236E-97C70247865A}"/>
          </ac:cxnSpMkLst>
        </pc:cxnChg>
        <pc:cxnChg chg="add del mod">
          <ac:chgData name="Palit, Tapti" userId="dec6fbcd-7598-406a-8cbf-504d4a3bac15" providerId="ADAL" clId="{ECD42228-5B96-4A72-B268-C46DF994E6B7}" dt="2024-01-22T22:48:09.086" v="9984" actId="478"/>
          <ac:cxnSpMkLst>
            <pc:docMk/>
            <pc:sldMk cId="1202856001" sldId="874"/>
            <ac:cxnSpMk id="30" creationId="{E32B667D-F20D-0E50-13B5-E9627AA24189}"/>
          </ac:cxnSpMkLst>
        </pc:cxnChg>
        <pc:cxnChg chg="add del mod">
          <ac:chgData name="Palit, Tapti" userId="dec6fbcd-7598-406a-8cbf-504d4a3bac15" providerId="ADAL" clId="{ECD42228-5B96-4A72-B268-C46DF994E6B7}" dt="2024-01-22T22:48:09.086" v="9984" actId="478"/>
          <ac:cxnSpMkLst>
            <pc:docMk/>
            <pc:sldMk cId="1202856001" sldId="874"/>
            <ac:cxnSpMk id="33" creationId="{D5BC426B-D251-6B38-394F-85DE40B38796}"/>
          </ac:cxnSpMkLst>
        </pc:cxnChg>
        <pc:cxnChg chg="add del mod">
          <ac:chgData name="Palit, Tapti" userId="dec6fbcd-7598-406a-8cbf-504d4a3bac15" providerId="ADAL" clId="{ECD42228-5B96-4A72-B268-C46DF994E6B7}" dt="2024-01-22T22:48:09.086" v="9984" actId="478"/>
          <ac:cxnSpMkLst>
            <pc:docMk/>
            <pc:sldMk cId="1202856001" sldId="874"/>
            <ac:cxnSpMk id="34" creationId="{D8263475-B1E9-CC50-28A0-1E5E96E4508C}"/>
          </ac:cxnSpMkLst>
        </pc:cxnChg>
        <pc:cxnChg chg="add del mod">
          <ac:chgData name="Palit, Tapti" userId="dec6fbcd-7598-406a-8cbf-504d4a3bac15" providerId="ADAL" clId="{ECD42228-5B96-4A72-B268-C46DF994E6B7}" dt="2024-01-22T22:48:09.086" v="9984" actId="478"/>
          <ac:cxnSpMkLst>
            <pc:docMk/>
            <pc:sldMk cId="1202856001" sldId="874"/>
            <ac:cxnSpMk id="35" creationId="{6FE7DD3D-7A4B-5F87-7CF1-71100C57FAB4}"/>
          </ac:cxnSpMkLst>
        </pc:cxnChg>
        <pc:cxnChg chg="add del mod">
          <ac:chgData name="Palit, Tapti" userId="dec6fbcd-7598-406a-8cbf-504d4a3bac15" providerId="ADAL" clId="{ECD42228-5B96-4A72-B268-C46DF994E6B7}" dt="2024-01-22T22:48:09.086" v="9984" actId="478"/>
          <ac:cxnSpMkLst>
            <pc:docMk/>
            <pc:sldMk cId="1202856001" sldId="874"/>
            <ac:cxnSpMk id="36" creationId="{4DC66E47-8A07-99F1-1F10-D33A5FCBB58F}"/>
          </ac:cxnSpMkLst>
        </pc:cxnChg>
        <pc:cxnChg chg="add del mod">
          <ac:chgData name="Palit, Tapti" userId="dec6fbcd-7598-406a-8cbf-504d4a3bac15" providerId="ADAL" clId="{ECD42228-5B96-4A72-B268-C46DF994E6B7}" dt="2024-01-22T22:48:09.086" v="9984" actId="478"/>
          <ac:cxnSpMkLst>
            <pc:docMk/>
            <pc:sldMk cId="1202856001" sldId="874"/>
            <ac:cxnSpMk id="37" creationId="{A37E57A3-B44B-8FBF-565B-6C74B85058F4}"/>
          </ac:cxnSpMkLst>
        </pc:cxnChg>
        <pc:cxnChg chg="add del mod">
          <ac:chgData name="Palit, Tapti" userId="dec6fbcd-7598-406a-8cbf-504d4a3bac15" providerId="ADAL" clId="{ECD42228-5B96-4A72-B268-C46DF994E6B7}" dt="2024-01-22T22:48:09.086" v="9984" actId="478"/>
          <ac:cxnSpMkLst>
            <pc:docMk/>
            <pc:sldMk cId="1202856001" sldId="874"/>
            <ac:cxnSpMk id="38" creationId="{5567863C-F62A-F015-E22C-EDE863F355AB}"/>
          </ac:cxnSpMkLst>
        </pc:cxnChg>
        <pc:cxnChg chg="add del mod">
          <ac:chgData name="Palit, Tapti" userId="dec6fbcd-7598-406a-8cbf-504d4a3bac15" providerId="ADAL" clId="{ECD42228-5B96-4A72-B268-C46DF994E6B7}" dt="2024-01-22T22:48:09.086" v="9984" actId="478"/>
          <ac:cxnSpMkLst>
            <pc:docMk/>
            <pc:sldMk cId="1202856001" sldId="874"/>
            <ac:cxnSpMk id="39" creationId="{4114D319-47F8-B03F-F586-2E4C9D946FBE}"/>
          </ac:cxnSpMkLst>
        </pc:cxnChg>
        <pc:cxnChg chg="add del mod">
          <ac:chgData name="Palit, Tapti" userId="dec6fbcd-7598-406a-8cbf-504d4a3bac15" providerId="ADAL" clId="{ECD42228-5B96-4A72-B268-C46DF994E6B7}" dt="2024-01-22T22:48:09.086" v="9984" actId="478"/>
          <ac:cxnSpMkLst>
            <pc:docMk/>
            <pc:sldMk cId="1202856001" sldId="874"/>
            <ac:cxnSpMk id="40" creationId="{83425A19-C503-AD28-06E8-F7987C50B6A7}"/>
          </ac:cxnSpMkLst>
        </pc:cxnChg>
        <pc:cxnChg chg="add del mod">
          <ac:chgData name="Palit, Tapti" userId="dec6fbcd-7598-406a-8cbf-504d4a3bac15" providerId="ADAL" clId="{ECD42228-5B96-4A72-B268-C46DF994E6B7}" dt="2024-01-22T22:48:09.086" v="9984" actId="478"/>
          <ac:cxnSpMkLst>
            <pc:docMk/>
            <pc:sldMk cId="1202856001" sldId="874"/>
            <ac:cxnSpMk id="41" creationId="{98B2F02B-FD77-5C9A-260B-BE2FC810F25B}"/>
          </ac:cxnSpMkLst>
        </pc:cxnChg>
        <pc:cxnChg chg="add del mod">
          <ac:chgData name="Palit, Tapti" userId="dec6fbcd-7598-406a-8cbf-504d4a3bac15" providerId="ADAL" clId="{ECD42228-5B96-4A72-B268-C46DF994E6B7}" dt="2024-01-22T22:48:09.086" v="9984" actId="478"/>
          <ac:cxnSpMkLst>
            <pc:docMk/>
            <pc:sldMk cId="1202856001" sldId="874"/>
            <ac:cxnSpMk id="42" creationId="{092261DE-F2F5-DBDC-0F4E-F87D5B59DBE0}"/>
          </ac:cxnSpMkLst>
        </pc:cxnChg>
        <pc:cxnChg chg="add del mod">
          <ac:chgData name="Palit, Tapti" userId="dec6fbcd-7598-406a-8cbf-504d4a3bac15" providerId="ADAL" clId="{ECD42228-5B96-4A72-B268-C46DF994E6B7}" dt="2024-01-22T22:48:09.086" v="9984" actId="478"/>
          <ac:cxnSpMkLst>
            <pc:docMk/>
            <pc:sldMk cId="1202856001" sldId="874"/>
            <ac:cxnSpMk id="43" creationId="{A56A53B0-CBF9-9202-9062-23729BAFFCEF}"/>
          </ac:cxnSpMkLst>
        </pc:cxnChg>
        <pc:cxnChg chg="add del mod">
          <ac:chgData name="Palit, Tapti" userId="dec6fbcd-7598-406a-8cbf-504d4a3bac15" providerId="ADAL" clId="{ECD42228-5B96-4A72-B268-C46DF994E6B7}" dt="2024-01-22T22:48:09.086" v="9984" actId="478"/>
          <ac:cxnSpMkLst>
            <pc:docMk/>
            <pc:sldMk cId="1202856001" sldId="874"/>
            <ac:cxnSpMk id="44" creationId="{C764185F-1548-2F53-6724-D96DD1D61231}"/>
          </ac:cxnSpMkLst>
        </pc:cxnChg>
        <pc:cxnChg chg="add mod">
          <ac:chgData name="Palit, Tapti" userId="dec6fbcd-7598-406a-8cbf-504d4a3bac15" providerId="ADAL" clId="{ECD42228-5B96-4A72-B268-C46DF994E6B7}" dt="2024-01-22T22:48:19.830" v="9985"/>
          <ac:cxnSpMkLst>
            <pc:docMk/>
            <pc:sldMk cId="1202856001" sldId="874"/>
            <ac:cxnSpMk id="55" creationId="{71A6EFAF-706E-8C91-3C35-ED5E78AF1988}"/>
          </ac:cxnSpMkLst>
        </pc:cxnChg>
        <pc:cxnChg chg="add mod">
          <ac:chgData name="Palit, Tapti" userId="dec6fbcd-7598-406a-8cbf-504d4a3bac15" providerId="ADAL" clId="{ECD42228-5B96-4A72-B268-C46DF994E6B7}" dt="2024-01-22T22:48:19.830" v="9985"/>
          <ac:cxnSpMkLst>
            <pc:docMk/>
            <pc:sldMk cId="1202856001" sldId="874"/>
            <ac:cxnSpMk id="56" creationId="{7101BBCD-270D-CB9D-DA1E-48E2495A7665}"/>
          </ac:cxnSpMkLst>
        </pc:cxnChg>
        <pc:cxnChg chg="add mod">
          <ac:chgData name="Palit, Tapti" userId="dec6fbcd-7598-406a-8cbf-504d4a3bac15" providerId="ADAL" clId="{ECD42228-5B96-4A72-B268-C46DF994E6B7}" dt="2024-01-22T22:48:19.830" v="9985"/>
          <ac:cxnSpMkLst>
            <pc:docMk/>
            <pc:sldMk cId="1202856001" sldId="874"/>
            <ac:cxnSpMk id="57" creationId="{A59EB1D3-41D1-59FC-9BFB-0602877A6FC1}"/>
          </ac:cxnSpMkLst>
        </pc:cxnChg>
        <pc:cxnChg chg="add mod">
          <ac:chgData name="Palit, Tapti" userId="dec6fbcd-7598-406a-8cbf-504d4a3bac15" providerId="ADAL" clId="{ECD42228-5B96-4A72-B268-C46DF994E6B7}" dt="2024-01-22T22:48:19.830" v="9985"/>
          <ac:cxnSpMkLst>
            <pc:docMk/>
            <pc:sldMk cId="1202856001" sldId="874"/>
            <ac:cxnSpMk id="58" creationId="{605D839F-06C3-CCF8-FE09-685B9C6D731A}"/>
          </ac:cxnSpMkLst>
        </pc:cxnChg>
        <pc:cxnChg chg="add mod">
          <ac:chgData name="Palit, Tapti" userId="dec6fbcd-7598-406a-8cbf-504d4a3bac15" providerId="ADAL" clId="{ECD42228-5B96-4A72-B268-C46DF994E6B7}" dt="2024-01-22T22:48:19.830" v="9985"/>
          <ac:cxnSpMkLst>
            <pc:docMk/>
            <pc:sldMk cId="1202856001" sldId="874"/>
            <ac:cxnSpMk id="65" creationId="{96F3A81B-E6B9-BE84-D854-E12CB16D939E}"/>
          </ac:cxnSpMkLst>
        </pc:cxnChg>
        <pc:cxnChg chg="add mod">
          <ac:chgData name="Palit, Tapti" userId="dec6fbcd-7598-406a-8cbf-504d4a3bac15" providerId="ADAL" clId="{ECD42228-5B96-4A72-B268-C46DF994E6B7}" dt="2024-01-22T22:48:19.830" v="9985"/>
          <ac:cxnSpMkLst>
            <pc:docMk/>
            <pc:sldMk cId="1202856001" sldId="874"/>
            <ac:cxnSpMk id="66" creationId="{4339032F-1BA4-776F-EA61-202A649DD456}"/>
          </ac:cxnSpMkLst>
        </pc:cxnChg>
        <pc:cxnChg chg="add mod">
          <ac:chgData name="Palit, Tapti" userId="dec6fbcd-7598-406a-8cbf-504d4a3bac15" providerId="ADAL" clId="{ECD42228-5B96-4A72-B268-C46DF994E6B7}" dt="2024-01-22T22:48:19.830" v="9985"/>
          <ac:cxnSpMkLst>
            <pc:docMk/>
            <pc:sldMk cId="1202856001" sldId="874"/>
            <ac:cxnSpMk id="67" creationId="{46A53656-23D7-787F-3D00-E5EECB1C7C8E}"/>
          </ac:cxnSpMkLst>
        </pc:cxnChg>
        <pc:cxnChg chg="add mod">
          <ac:chgData name="Palit, Tapti" userId="dec6fbcd-7598-406a-8cbf-504d4a3bac15" providerId="ADAL" clId="{ECD42228-5B96-4A72-B268-C46DF994E6B7}" dt="2024-01-22T22:48:19.830" v="9985"/>
          <ac:cxnSpMkLst>
            <pc:docMk/>
            <pc:sldMk cId="1202856001" sldId="874"/>
            <ac:cxnSpMk id="68" creationId="{E3CAB6C0-773E-71B7-7FCA-4B81AF30C242}"/>
          </ac:cxnSpMkLst>
        </pc:cxnChg>
        <pc:cxnChg chg="add mod">
          <ac:chgData name="Palit, Tapti" userId="dec6fbcd-7598-406a-8cbf-504d4a3bac15" providerId="ADAL" clId="{ECD42228-5B96-4A72-B268-C46DF994E6B7}" dt="2024-01-22T23:14:21.756" v="10137" actId="692"/>
          <ac:cxnSpMkLst>
            <pc:docMk/>
            <pc:sldMk cId="1202856001" sldId="874"/>
            <ac:cxnSpMk id="69" creationId="{083DD5C0-210F-AE40-C400-CE5E659369C4}"/>
          </ac:cxnSpMkLst>
        </pc:cxnChg>
        <pc:cxnChg chg="add mod">
          <ac:chgData name="Palit, Tapti" userId="dec6fbcd-7598-406a-8cbf-504d4a3bac15" providerId="ADAL" clId="{ECD42228-5B96-4A72-B268-C46DF994E6B7}" dt="2024-01-22T23:14:21.756" v="10137" actId="692"/>
          <ac:cxnSpMkLst>
            <pc:docMk/>
            <pc:sldMk cId="1202856001" sldId="874"/>
            <ac:cxnSpMk id="72" creationId="{BE305476-B283-94C9-9526-83F47FFF193F}"/>
          </ac:cxnSpMkLst>
        </pc:cxnChg>
        <pc:cxnChg chg="add mod">
          <ac:chgData name="Palit, Tapti" userId="dec6fbcd-7598-406a-8cbf-504d4a3bac15" providerId="ADAL" clId="{ECD42228-5B96-4A72-B268-C46DF994E6B7}" dt="2024-01-22T23:14:21.756" v="10137" actId="692"/>
          <ac:cxnSpMkLst>
            <pc:docMk/>
            <pc:sldMk cId="1202856001" sldId="874"/>
            <ac:cxnSpMk id="73" creationId="{EFFA66B9-AD9B-B462-0E13-C223931248FA}"/>
          </ac:cxnSpMkLst>
        </pc:cxnChg>
        <pc:cxnChg chg="add mod">
          <ac:chgData name="Palit, Tapti" userId="dec6fbcd-7598-406a-8cbf-504d4a3bac15" providerId="ADAL" clId="{ECD42228-5B96-4A72-B268-C46DF994E6B7}" dt="2024-01-22T23:14:27.965" v="10138" actId="692"/>
          <ac:cxnSpMkLst>
            <pc:docMk/>
            <pc:sldMk cId="1202856001" sldId="874"/>
            <ac:cxnSpMk id="74" creationId="{BF2A1045-AC8F-0E82-B21F-DE7BB281A16D}"/>
          </ac:cxnSpMkLst>
        </pc:cxnChg>
        <pc:cxnChg chg="add mod">
          <ac:chgData name="Palit, Tapti" userId="dec6fbcd-7598-406a-8cbf-504d4a3bac15" providerId="ADAL" clId="{ECD42228-5B96-4A72-B268-C46DF994E6B7}" dt="2024-01-22T23:14:21.756" v="10137" actId="692"/>
          <ac:cxnSpMkLst>
            <pc:docMk/>
            <pc:sldMk cId="1202856001" sldId="874"/>
            <ac:cxnSpMk id="75" creationId="{20DED83A-23AF-6B76-A3B0-858C7844CAAF}"/>
          </ac:cxnSpMkLst>
        </pc:cxnChg>
        <pc:cxnChg chg="add mod">
          <ac:chgData name="Palit, Tapti" userId="dec6fbcd-7598-406a-8cbf-504d4a3bac15" providerId="ADAL" clId="{ECD42228-5B96-4A72-B268-C46DF994E6B7}" dt="2024-01-22T23:14:21.756" v="10137" actId="692"/>
          <ac:cxnSpMkLst>
            <pc:docMk/>
            <pc:sldMk cId="1202856001" sldId="874"/>
            <ac:cxnSpMk id="76" creationId="{97327816-B921-A03A-1FCE-E26655FB57E1}"/>
          </ac:cxnSpMkLst>
        </pc:cxnChg>
        <pc:cxnChg chg="add mod">
          <ac:chgData name="Palit, Tapti" userId="dec6fbcd-7598-406a-8cbf-504d4a3bac15" providerId="ADAL" clId="{ECD42228-5B96-4A72-B268-C46DF994E6B7}" dt="2024-01-22T23:14:27.965" v="10138" actId="692"/>
          <ac:cxnSpMkLst>
            <pc:docMk/>
            <pc:sldMk cId="1202856001" sldId="874"/>
            <ac:cxnSpMk id="77" creationId="{843859F2-257C-C26D-EA5A-0F608DF8B309}"/>
          </ac:cxnSpMkLst>
        </pc:cxnChg>
        <pc:cxnChg chg="add mod">
          <ac:chgData name="Palit, Tapti" userId="dec6fbcd-7598-406a-8cbf-504d4a3bac15" providerId="ADAL" clId="{ECD42228-5B96-4A72-B268-C46DF994E6B7}" dt="2024-01-22T23:14:21.756" v="10137" actId="692"/>
          <ac:cxnSpMkLst>
            <pc:docMk/>
            <pc:sldMk cId="1202856001" sldId="874"/>
            <ac:cxnSpMk id="78" creationId="{B791F0E2-E1F9-2AC0-7C01-897B253E91CB}"/>
          </ac:cxnSpMkLst>
        </pc:cxnChg>
        <pc:cxnChg chg="add mod">
          <ac:chgData name="Palit, Tapti" userId="dec6fbcd-7598-406a-8cbf-504d4a3bac15" providerId="ADAL" clId="{ECD42228-5B96-4A72-B268-C46DF994E6B7}" dt="2024-01-22T23:14:34.480" v="10140" actId="692"/>
          <ac:cxnSpMkLst>
            <pc:docMk/>
            <pc:sldMk cId="1202856001" sldId="874"/>
            <ac:cxnSpMk id="79" creationId="{3086B9FE-35A1-F933-7146-A8261A680739}"/>
          </ac:cxnSpMkLst>
        </pc:cxnChg>
        <pc:cxnChg chg="add mod">
          <ac:chgData name="Palit, Tapti" userId="dec6fbcd-7598-406a-8cbf-504d4a3bac15" providerId="ADAL" clId="{ECD42228-5B96-4A72-B268-C46DF994E6B7}" dt="2024-01-22T23:14:21.756" v="10137" actId="692"/>
          <ac:cxnSpMkLst>
            <pc:docMk/>
            <pc:sldMk cId="1202856001" sldId="874"/>
            <ac:cxnSpMk id="80" creationId="{21828F35-144C-F87C-0B4A-85492A790C06}"/>
          </ac:cxnSpMkLst>
        </pc:cxnChg>
        <pc:cxnChg chg="add mod">
          <ac:chgData name="Palit, Tapti" userId="dec6fbcd-7598-406a-8cbf-504d4a3bac15" providerId="ADAL" clId="{ECD42228-5B96-4A72-B268-C46DF994E6B7}" dt="2024-01-22T23:14:38.083" v="10141" actId="692"/>
          <ac:cxnSpMkLst>
            <pc:docMk/>
            <pc:sldMk cId="1202856001" sldId="874"/>
            <ac:cxnSpMk id="81" creationId="{18DFF6F9-7925-6CB6-ABFA-74AE30134EC2}"/>
          </ac:cxnSpMkLst>
        </pc:cxnChg>
        <pc:cxnChg chg="add mod">
          <ac:chgData name="Palit, Tapti" userId="dec6fbcd-7598-406a-8cbf-504d4a3bac15" providerId="ADAL" clId="{ECD42228-5B96-4A72-B268-C46DF994E6B7}" dt="2024-01-22T23:14:21.756" v="10137" actId="692"/>
          <ac:cxnSpMkLst>
            <pc:docMk/>
            <pc:sldMk cId="1202856001" sldId="874"/>
            <ac:cxnSpMk id="82" creationId="{AD9A1A02-3B1B-4BB2-41BB-00F30DAC6582}"/>
          </ac:cxnSpMkLst>
        </pc:cxnChg>
        <pc:cxnChg chg="add mod">
          <ac:chgData name="Palit, Tapti" userId="dec6fbcd-7598-406a-8cbf-504d4a3bac15" providerId="ADAL" clId="{ECD42228-5B96-4A72-B268-C46DF994E6B7}" dt="2024-01-22T23:14:42.574" v="10142" actId="14100"/>
          <ac:cxnSpMkLst>
            <pc:docMk/>
            <pc:sldMk cId="1202856001" sldId="874"/>
            <ac:cxnSpMk id="83" creationId="{45ED2D41-499A-DE34-F6D7-3FB0A713352A}"/>
          </ac:cxnSpMkLst>
        </pc:cxnChg>
        <pc:cxnChg chg="add mod">
          <ac:chgData name="Palit, Tapti" userId="dec6fbcd-7598-406a-8cbf-504d4a3bac15" providerId="ADAL" clId="{ECD42228-5B96-4A72-B268-C46DF994E6B7}" dt="2024-01-22T23:15:46.858" v="10143" actId="692"/>
          <ac:cxnSpMkLst>
            <pc:docMk/>
            <pc:sldMk cId="1202856001" sldId="874"/>
            <ac:cxnSpMk id="93" creationId="{E9ED3C37-979D-6097-3787-5AB5B1389A15}"/>
          </ac:cxnSpMkLst>
        </pc:cxnChg>
        <pc:cxnChg chg="add mod">
          <ac:chgData name="Palit, Tapti" userId="dec6fbcd-7598-406a-8cbf-504d4a3bac15" providerId="ADAL" clId="{ECD42228-5B96-4A72-B268-C46DF994E6B7}" dt="2024-01-22T23:15:46.858" v="10143" actId="692"/>
          <ac:cxnSpMkLst>
            <pc:docMk/>
            <pc:sldMk cId="1202856001" sldId="874"/>
            <ac:cxnSpMk id="96" creationId="{9A915BDD-BE62-3895-476F-0DFD080EDB50}"/>
          </ac:cxnSpMkLst>
        </pc:cxnChg>
        <pc:cxnChg chg="add mod">
          <ac:chgData name="Palit, Tapti" userId="dec6fbcd-7598-406a-8cbf-504d4a3bac15" providerId="ADAL" clId="{ECD42228-5B96-4A72-B268-C46DF994E6B7}" dt="2024-01-22T23:15:46.858" v="10143" actId="692"/>
          <ac:cxnSpMkLst>
            <pc:docMk/>
            <pc:sldMk cId="1202856001" sldId="874"/>
            <ac:cxnSpMk id="99" creationId="{12953C14-3A03-14D3-E642-5DC36EB29AAA}"/>
          </ac:cxnSpMkLst>
        </pc:cxnChg>
        <pc:cxnChg chg="add mod">
          <ac:chgData name="Palit, Tapti" userId="dec6fbcd-7598-406a-8cbf-504d4a3bac15" providerId="ADAL" clId="{ECD42228-5B96-4A72-B268-C46DF994E6B7}" dt="2024-01-22T22:52:56.476" v="10079" actId="1036"/>
          <ac:cxnSpMkLst>
            <pc:docMk/>
            <pc:sldMk cId="1202856001" sldId="874"/>
            <ac:cxnSpMk id="102" creationId="{3BA34556-5519-D342-B606-9AF7B778E745}"/>
          </ac:cxnSpMkLst>
        </pc:cxnChg>
        <pc:cxnChg chg="add mod">
          <ac:chgData name="Palit, Tapti" userId="dec6fbcd-7598-406a-8cbf-504d4a3bac15" providerId="ADAL" clId="{ECD42228-5B96-4A72-B268-C46DF994E6B7}" dt="2024-01-22T22:53:13.182" v="10088" actId="1036"/>
          <ac:cxnSpMkLst>
            <pc:docMk/>
            <pc:sldMk cId="1202856001" sldId="874"/>
            <ac:cxnSpMk id="105" creationId="{AD3A95F9-4CA8-A257-66C6-A5A7EA1ABDEA}"/>
          </ac:cxnSpMkLst>
        </pc:cxnChg>
        <pc:cxnChg chg="add mod">
          <ac:chgData name="Palit, Tapti" userId="dec6fbcd-7598-406a-8cbf-504d4a3bac15" providerId="ADAL" clId="{ECD42228-5B96-4A72-B268-C46DF994E6B7}" dt="2024-01-22T22:53:26.665" v="10093" actId="1035"/>
          <ac:cxnSpMkLst>
            <pc:docMk/>
            <pc:sldMk cId="1202856001" sldId="874"/>
            <ac:cxnSpMk id="108" creationId="{2A813B70-324E-24E6-5045-5061FC5E1C75}"/>
          </ac:cxnSpMkLst>
        </pc:cxnChg>
        <pc:cxnChg chg="add mod">
          <ac:chgData name="Palit, Tapti" userId="dec6fbcd-7598-406a-8cbf-504d4a3bac15" providerId="ADAL" clId="{ECD42228-5B96-4A72-B268-C46DF994E6B7}" dt="2024-01-22T22:53:35.504" v="10096" actId="14100"/>
          <ac:cxnSpMkLst>
            <pc:docMk/>
            <pc:sldMk cId="1202856001" sldId="874"/>
            <ac:cxnSpMk id="111" creationId="{F70DC2E5-1710-6B06-B58C-5E0B6A8F8326}"/>
          </ac:cxnSpMkLst>
        </pc:cxnChg>
        <pc:cxnChg chg="add mod">
          <ac:chgData name="Palit, Tapti" userId="dec6fbcd-7598-406a-8cbf-504d4a3bac15" providerId="ADAL" clId="{ECD42228-5B96-4A72-B268-C46DF994E6B7}" dt="2024-01-22T23:15:46.858" v="10143" actId="692"/>
          <ac:cxnSpMkLst>
            <pc:docMk/>
            <pc:sldMk cId="1202856001" sldId="874"/>
            <ac:cxnSpMk id="114" creationId="{FC231DA3-4900-813C-30BF-EC9CD64CD1A3}"/>
          </ac:cxnSpMkLst>
        </pc:cxnChg>
        <pc:cxnChg chg="add mod">
          <ac:chgData name="Palit, Tapti" userId="dec6fbcd-7598-406a-8cbf-504d4a3bac15" providerId="ADAL" clId="{ECD42228-5B96-4A72-B268-C46DF994E6B7}" dt="2024-01-22T23:15:46.858" v="10143" actId="692"/>
          <ac:cxnSpMkLst>
            <pc:docMk/>
            <pc:sldMk cId="1202856001" sldId="874"/>
            <ac:cxnSpMk id="117" creationId="{26EB5098-53D3-DE97-4ACB-D231953C9E76}"/>
          </ac:cxnSpMkLst>
        </pc:cxnChg>
        <pc:cxnChg chg="add mod">
          <ac:chgData name="Palit, Tapti" userId="dec6fbcd-7598-406a-8cbf-504d4a3bac15" providerId="ADAL" clId="{ECD42228-5B96-4A72-B268-C46DF994E6B7}" dt="2024-01-22T23:15:46.858" v="10143" actId="692"/>
          <ac:cxnSpMkLst>
            <pc:docMk/>
            <pc:sldMk cId="1202856001" sldId="874"/>
            <ac:cxnSpMk id="120" creationId="{780E17A5-825B-9E56-7746-94DD3D9E2588}"/>
          </ac:cxnSpMkLst>
        </pc:cxnChg>
        <pc:cxnChg chg="add mod">
          <ac:chgData name="Palit, Tapti" userId="dec6fbcd-7598-406a-8cbf-504d4a3bac15" providerId="ADAL" clId="{ECD42228-5B96-4A72-B268-C46DF994E6B7}" dt="2024-01-22T23:15:46.858" v="10143" actId="692"/>
          <ac:cxnSpMkLst>
            <pc:docMk/>
            <pc:sldMk cId="1202856001" sldId="874"/>
            <ac:cxnSpMk id="123" creationId="{F167F19F-2BD5-7582-7BAC-AB19A0EF0C64}"/>
          </ac:cxnSpMkLst>
        </pc:cxnChg>
        <pc:cxnChg chg="add mod">
          <ac:chgData name="Palit, Tapti" userId="dec6fbcd-7598-406a-8cbf-504d4a3bac15" providerId="ADAL" clId="{ECD42228-5B96-4A72-B268-C46DF994E6B7}" dt="2024-01-22T23:15:46.858" v="10143" actId="692"/>
          <ac:cxnSpMkLst>
            <pc:docMk/>
            <pc:sldMk cId="1202856001" sldId="874"/>
            <ac:cxnSpMk id="127" creationId="{198E27B7-A12C-E827-89F8-EA40DE9A26B3}"/>
          </ac:cxnSpMkLst>
        </pc:cxnChg>
        <pc:cxnChg chg="add mod">
          <ac:chgData name="Palit, Tapti" userId="dec6fbcd-7598-406a-8cbf-504d4a3bac15" providerId="ADAL" clId="{ECD42228-5B96-4A72-B268-C46DF994E6B7}" dt="2024-01-22T23:11:48.582" v="10116" actId="14100"/>
          <ac:cxnSpMkLst>
            <pc:docMk/>
            <pc:sldMk cId="1202856001" sldId="874"/>
            <ac:cxnSpMk id="130" creationId="{527AF174-3028-BA85-A26A-27B664066E8D}"/>
          </ac:cxnSpMkLst>
        </pc:cxnChg>
        <pc:cxnChg chg="add mod">
          <ac:chgData name="Palit, Tapti" userId="dec6fbcd-7598-406a-8cbf-504d4a3bac15" providerId="ADAL" clId="{ECD42228-5B96-4A72-B268-C46DF994E6B7}" dt="2024-01-22T23:15:53.082" v="10145" actId="692"/>
          <ac:cxnSpMkLst>
            <pc:docMk/>
            <pc:sldMk cId="1202856001" sldId="874"/>
            <ac:cxnSpMk id="133" creationId="{1207CE81-CE07-3967-5425-F3D27F4351E8}"/>
          </ac:cxnSpMkLst>
        </pc:cxnChg>
        <pc:cxnChg chg="add mod">
          <ac:chgData name="Palit, Tapti" userId="dec6fbcd-7598-406a-8cbf-504d4a3bac15" providerId="ADAL" clId="{ECD42228-5B96-4A72-B268-C46DF994E6B7}" dt="2024-01-22T23:15:50.153" v="10144" actId="692"/>
          <ac:cxnSpMkLst>
            <pc:docMk/>
            <pc:sldMk cId="1202856001" sldId="874"/>
            <ac:cxnSpMk id="136" creationId="{4B005A70-BA52-66C6-5A62-AACD1416FB53}"/>
          </ac:cxnSpMkLst>
        </pc:cxnChg>
        <pc:cxnChg chg="add mod">
          <ac:chgData name="Palit, Tapti" userId="dec6fbcd-7598-406a-8cbf-504d4a3bac15" providerId="ADAL" clId="{ECD42228-5B96-4A72-B268-C46DF994E6B7}" dt="2024-01-22T23:15:46.858" v="10143" actId="692"/>
          <ac:cxnSpMkLst>
            <pc:docMk/>
            <pc:sldMk cId="1202856001" sldId="874"/>
            <ac:cxnSpMk id="139" creationId="{1B92C335-F5C4-0726-0C16-667E63CC864C}"/>
          </ac:cxnSpMkLst>
        </pc:cxnChg>
      </pc:sldChg>
      <pc:sldChg chg="add del mod modShow">
        <pc:chgData name="Palit, Tapti" userId="dec6fbcd-7598-406a-8cbf-504d4a3bac15" providerId="ADAL" clId="{ECD42228-5B96-4A72-B268-C46DF994E6B7}" dt="2024-01-28T03:44:01.241" v="67437" actId="47"/>
        <pc:sldMkLst>
          <pc:docMk/>
          <pc:sldMk cId="1820364774" sldId="874"/>
        </pc:sldMkLst>
      </pc:sldChg>
      <pc:sldChg chg="add">
        <pc:chgData name="Palit, Tapti" userId="dec6fbcd-7598-406a-8cbf-504d4a3bac15" providerId="ADAL" clId="{ECD42228-5B96-4A72-B268-C46DF994E6B7}" dt="2024-01-14T21:26:16.537" v="1659"/>
        <pc:sldMkLst>
          <pc:docMk/>
          <pc:sldMk cId="3578406948" sldId="874"/>
        </pc:sldMkLst>
      </pc:sldChg>
      <pc:sldChg chg="addSp delSp modSp add del mod modAnim modNotesTx">
        <pc:chgData name="Palit, Tapti" userId="dec6fbcd-7598-406a-8cbf-504d4a3bac15" providerId="ADAL" clId="{ECD42228-5B96-4A72-B268-C46DF994E6B7}" dt="2024-01-23T19:45:14.107" v="33068" actId="2696"/>
        <pc:sldMkLst>
          <pc:docMk/>
          <pc:sldMk cId="296931833" sldId="875"/>
        </pc:sldMkLst>
        <pc:spChg chg="add del mod">
          <ac:chgData name="Palit, Tapti" userId="dec6fbcd-7598-406a-8cbf-504d4a3bac15" providerId="ADAL" clId="{ECD42228-5B96-4A72-B268-C46DF994E6B7}" dt="2024-01-22T23:30:41.681" v="10255" actId="478"/>
          <ac:spMkLst>
            <pc:docMk/>
            <pc:sldMk cId="296931833" sldId="875"/>
            <ac:spMk id="2" creationId="{3526769A-968B-9F02-D736-93347D4900D8}"/>
          </ac:spMkLst>
        </pc:spChg>
        <pc:spChg chg="add del mod">
          <ac:chgData name="Palit, Tapti" userId="dec6fbcd-7598-406a-8cbf-504d4a3bac15" providerId="ADAL" clId="{ECD42228-5B96-4A72-B268-C46DF994E6B7}" dt="2024-01-22T23:30:49.896" v="10257" actId="478"/>
          <ac:spMkLst>
            <pc:docMk/>
            <pc:sldMk cId="296931833" sldId="875"/>
            <ac:spMk id="3" creationId="{50C939DD-2FAC-9A4D-8D0E-5C117F99AB02}"/>
          </ac:spMkLst>
        </pc:spChg>
        <pc:spChg chg="add mod">
          <ac:chgData name="Palit, Tapti" userId="dec6fbcd-7598-406a-8cbf-504d4a3bac15" providerId="ADAL" clId="{ECD42228-5B96-4A72-B268-C46DF994E6B7}" dt="2024-01-22T23:31:09.335" v="10262" actId="1076"/>
          <ac:spMkLst>
            <pc:docMk/>
            <pc:sldMk cId="296931833" sldId="875"/>
            <ac:spMk id="5" creationId="{F1A92983-FE8F-1390-3811-E7A0FB57DFA6}"/>
          </ac:spMkLst>
        </pc:spChg>
        <pc:spChg chg="add mod">
          <ac:chgData name="Palit, Tapti" userId="dec6fbcd-7598-406a-8cbf-504d4a3bac15" providerId="ADAL" clId="{ECD42228-5B96-4A72-B268-C46DF994E6B7}" dt="2024-01-22T23:31:31.831" v="10271" actId="14100"/>
          <ac:spMkLst>
            <pc:docMk/>
            <pc:sldMk cId="296931833" sldId="875"/>
            <ac:spMk id="6" creationId="{3CE8244B-C982-3E74-2616-BC2A088497F0}"/>
          </ac:spMkLst>
        </pc:spChg>
        <pc:spChg chg="mod">
          <ac:chgData name="Palit, Tapti" userId="dec6fbcd-7598-406a-8cbf-504d4a3bac15" providerId="ADAL" clId="{ECD42228-5B96-4A72-B268-C46DF994E6B7}" dt="2024-01-23T15:55:55.467" v="32704" actId="20577"/>
          <ac:spMkLst>
            <pc:docMk/>
            <pc:sldMk cId="296931833" sldId="875"/>
            <ac:spMk id="9" creationId="{45652F43-CCAC-D15B-5263-666344C4142E}"/>
          </ac:spMkLst>
        </pc:spChg>
        <pc:spChg chg="add del mod">
          <ac:chgData name="Palit, Tapti" userId="dec6fbcd-7598-406a-8cbf-504d4a3bac15" providerId="ADAL" clId="{ECD42228-5B96-4A72-B268-C46DF994E6B7}" dt="2024-01-23T15:54:53.290" v="32662" actId="22"/>
          <ac:spMkLst>
            <pc:docMk/>
            <pc:sldMk cId="296931833" sldId="875"/>
            <ac:spMk id="10" creationId="{0600F756-9276-E11D-99F8-22F000215AA3}"/>
          </ac:spMkLst>
        </pc:spChg>
        <pc:spChg chg="add mod">
          <ac:chgData name="Palit, Tapti" userId="dec6fbcd-7598-406a-8cbf-504d4a3bac15" providerId="ADAL" clId="{ECD42228-5B96-4A72-B268-C46DF994E6B7}" dt="2024-01-23T15:55:46.176" v="32663"/>
          <ac:spMkLst>
            <pc:docMk/>
            <pc:sldMk cId="296931833" sldId="875"/>
            <ac:spMk id="11" creationId="{21C4975F-A07C-84E9-F2B7-1C0B88951084}"/>
          </ac:spMkLst>
        </pc:spChg>
        <pc:spChg chg="mod">
          <ac:chgData name="Palit, Tapti" userId="dec6fbcd-7598-406a-8cbf-504d4a3bac15" providerId="ADAL" clId="{ECD42228-5B96-4A72-B268-C46DF994E6B7}" dt="2024-01-22T23:30:20.748" v="10252" actId="20577"/>
          <ac:spMkLst>
            <pc:docMk/>
            <pc:sldMk cId="296931833" sldId="875"/>
            <ac:spMk id="12" creationId="{428921C8-2D68-030B-6014-906ABC828331}"/>
          </ac:spMkLst>
        </pc:spChg>
        <pc:spChg chg="del">
          <ac:chgData name="Palit, Tapti" userId="dec6fbcd-7598-406a-8cbf-504d4a3bac15" providerId="ADAL" clId="{ECD42228-5B96-4A72-B268-C46DF994E6B7}" dt="2024-01-22T23:34:58.470" v="10291" actId="478"/>
          <ac:spMkLst>
            <pc:docMk/>
            <pc:sldMk cId="296931833" sldId="875"/>
            <ac:spMk id="70" creationId="{695C60F8-F3E3-6523-4815-A39577F04BAE}"/>
          </ac:spMkLst>
        </pc:spChg>
        <pc:spChg chg="del">
          <ac:chgData name="Palit, Tapti" userId="dec6fbcd-7598-406a-8cbf-504d4a3bac15" providerId="ADAL" clId="{ECD42228-5B96-4A72-B268-C46DF994E6B7}" dt="2024-01-22T23:34:58.470" v="10291" actId="478"/>
          <ac:spMkLst>
            <pc:docMk/>
            <pc:sldMk cId="296931833" sldId="875"/>
            <ac:spMk id="71" creationId="{0C699A5A-6323-3F38-CA30-13D94F961A17}"/>
          </ac:spMkLst>
        </pc:spChg>
        <pc:spChg chg="mod">
          <ac:chgData name="Palit, Tapti" userId="dec6fbcd-7598-406a-8cbf-504d4a3bac15" providerId="ADAL" clId="{ECD42228-5B96-4A72-B268-C46DF994E6B7}" dt="2024-01-22T23:31:04.270" v="10261" actId="1076"/>
          <ac:spMkLst>
            <pc:docMk/>
            <pc:sldMk cId="296931833" sldId="875"/>
            <ac:spMk id="146" creationId="{C91B8A5C-5C5C-ED6B-6FA0-8128225FD352}"/>
          </ac:spMkLst>
        </pc:spChg>
        <pc:cxnChg chg="mod">
          <ac:chgData name="Palit, Tapti" userId="dec6fbcd-7598-406a-8cbf-504d4a3bac15" providerId="ADAL" clId="{ECD42228-5B96-4A72-B268-C46DF994E6B7}" dt="2024-01-22T23:33:38.023" v="10282" actId="14100"/>
          <ac:cxnSpMkLst>
            <pc:docMk/>
            <pc:sldMk cId="296931833" sldId="875"/>
            <ac:cxnSpMk id="117" creationId="{26EB5098-53D3-DE97-4ACB-D231953C9E76}"/>
          </ac:cxnSpMkLst>
        </pc:cxnChg>
        <pc:cxnChg chg="mod">
          <ac:chgData name="Palit, Tapti" userId="dec6fbcd-7598-406a-8cbf-504d4a3bac15" providerId="ADAL" clId="{ECD42228-5B96-4A72-B268-C46DF994E6B7}" dt="2024-01-22T23:34:02.231" v="10285" actId="692"/>
          <ac:cxnSpMkLst>
            <pc:docMk/>
            <pc:sldMk cId="296931833" sldId="875"/>
            <ac:cxnSpMk id="130" creationId="{527AF174-3028-BA85-A26A-27B664066E8D}"/>
          </ac:cxnSpMkLst>
        </pc:cxnChg>
      </pc:sldChg>
      <pc:sldChg chg="add del mod modShow">
        <pc:chgData name="Palit, Tapti" userId="dec6fbcd-7598-406a-8cbf-504d4a3bac15" providerId="ADAL" clId="{ECD42228-5B96-4A72-B268-C46DF994E6B7}" dt="2024-01-28T03:44:01.241" v="67437" actId="47"/>
        <pc:sldMkLst>
          <pc:docMk/>
          <pc:sldMk cId="4180896120" sldId="875"/>
        </pc:sldMkLst>
      </pc:sldChg>
      <pc:sldChg chg="addSp delSp modSp new mod modClrScheme modAnim addCm chgLayout modNotesTx">
        <pc:chgData name="Palit, Tapti" userId="dec6fbcd-7598-406a-8cbf-504d4a3bac15" providerId="ADAL" clId="{ECD42228-5B96-4A72-B268-C46DF994E6B7}" dt="2024-01-16T18:39:26.235" v="7031" actId="20577"/>
        <pc:sldMkLst>
          <pc:docMk/>
          <pc:sldMk cId="4229178325" sldId="875"/>
        </pc:sldMkLst>
        <pc:spChg chg="add del mod ord">
          <ac:chgData name="Palit, Tapti" userId="dec6fbcd-7598-406a-8cbf-504d4a3bac15" providerId="ADAL" clId="{ECD42228-5B96-4A72-B268-C46DF994E6B7}" dt="2024-01-16T01:42:17.309" v="4762" actId="700"/>
          <ac:spMkLst>
            <pc:docMk/>
            <pc:sldMk cId="4229178325" sldId="875"/>
            <ac:spMk id="2" creationId="{D6DD9422-82A2-8E54-35C9-2201BF828BEA}"/>
          </ac:spMkLst>
        </pc:spChg>
        <pc:spChg chg="mod ord">
          <ac:chgData name="Palit, Tapti" userId="dec6fbcd-7598-406a-8cbf-504d4a3bac15" providerId="ADAL" clId="{ECD42228-5B96-4A72-B268-C46DF994E6B7}" dt="2024-01-16T16:57:53.140" v="6633" actId="700"/>
          <ac:spMkLst>
            <pc:docMk/>
            <pc:sldMk cId="4229178325" sldId="875"/>
            <ac:spMk id="3" creationId="{5FE994FB-161C-1490-BED0-9CBC11AC53CF}"/>
          </ac:spMkLst>
        </pc:spChg>
        <pc:spChg chg="mod ord">
          <ac:chgData name="Palit, Tapti" userId="dec6fbcd-7598-406a-8cbf-504d4a3bac15" providerId="ADAL" clId="{ECD42228-5B96-4A72-B268-C46DF994E6B7}" dt="2024-01-16T16:57:53.140" v="6633" actId="700"/>
          <ac:spMkLst>
            <pc:docMk/>
            <pc:sldMk cId="4229178325" sldId="875"/>
            <ac:spMk id="4" creationId="{BFF57BF7-3371-9300-79FF-D72E29E8F757}"/>
          </ac:spMkLst>
        </pc:spChg>
        <pc:spChg chg="add del">
          <ac:chgData name="Palit, Tapti" userId="dec6fbcd-7598-406a-8cbf-504d4a3bac15" providerId="ADAL" clId="{ECD42228-5B96-4A72-B268-C46DF994E6B7}" dt="2024-01-16T01:42:17.309" v="4762" actId="700"/>
          <ac:spMkLst>
            <pc:docMk/>
            <pc:sldMk cId="4229178325" sldId="875"/>
            <ac:spMk id="5" creationId="{A72F244F-938A-FF0C-1EA1-36591B4622CB}"/>
          </ac:spMkLst>
        </pc:spChg>
        <pc:spChg chg="add del mod ord">
          <ac:chgData name="Palit, Tapti" userId="dec6fbcd-7598-406a-8cbf-504d4a3bac15" providerId="ADAL" clId="{ECD42228-5B96-4A72-B268-C46DF994E6B7}" dt="2024-01-16T02:18:40.721" v="4870" actId="700"/>
          <ac:spMkLst>
            <pc:docMk/>
            <pc:sldMk cId="4229178325" sldId="875"/>
            <ac:spMk id="6" creationId="{DE5726D5-F3E3-5CF9-786F-C0346B896843}"/>
          </ac:spMkLst>
        </pc:spChg>
        <pc:spChg chg="add del mod ord">
          <ac:chgData name="Palit, Tapti" userId="dec6fbcd-7598-406a-8cbf-504d4a3bac15" providerId="ADAL" clId="{ECD42228-5B96-4A72-B268-C46DF994E6B7}" dt="2024-01-16T03:02:48.142" v="5151" actId="478"/>
          <ac:spMkLst>
            <pc:docMk/>
            <pc:sldMk cId="4229178325" sldId="875"/>
            <ac:spMk id="7" creationId="{D0816BC0-5A58-1C86-A062-5386DFF4158D}"/>
          </ac:spMkLst>
        </pc:spChg>
        <pc:spChg chg="add del mod ord">
          <ac:chgData name="Palit, Tapti" userId="dec6fbcd-7598-406a-8cbf-504d4a3bac15" providerId="ADAL" clId="{ECD42228-5B96-4A72-B268-C46DF994E6B7}" dt="2024-01-16T03:02:43.848" v="5150" actId="478"/>
          <ac:spMkLst>
            <pc:docMk/>
            <pc:sldMk cId="4229178325" sldId="875"/>
            <ac:spMk id="8" creationId="{55CC6AF2-F08D-395B-DB0A-BF50ACFFCB1A}"/>
          </ac:spMkLst>
        </pc:spChg>
        <pc:spChg chg="add del mod ord">
          <ac:chgData name="Palit, Tapti" userId="dec6fbcd-7598-406a-8cbf-504d4a3bac15" providerId="ADAL" clId="{ECD42228-5B96-4A72-B268-C46DF994E6B7}" dt="2024-01-16T03:02:51.247" v="5152" actId="478"/>
          <ac:spMkLst>
            <pc:docMk/>
            <pc:sldMk cId="4229178325" sldId="875"/>
            <ac:spMk id="9" creationId="{96687681-C73B-78B1-BDBF-872534289391}"/>
          </ac:spMkLst>
        </pc:spChg>
        <pc:spChg chg="add mod">
          <ac:chgData name="Palit, Tapti" userId="dec6fbcd-7598-406a-8cbf-504d4a3bac15" providerId="ADAL" clId="{ECD42228-5B96-4A72-B268-C46DF994E6B7}" dt="2024-01-16T16:54:21.141" v="6624" actId="20577"/>
          <ac:spMkLst>
            <pc:docMk/>
            <pc:sldMk cId="4229178325" sldId="875"/>
            <ac:spMk id="10" creationId="{4A15446E-34AF-64E1-7C90-A8DFADBBC603}"/>
          </ac:spMkLst>
        </pc:spChg>
        <pc:spChg chg="add del mod">
          <ac:chgData name="Palit, Tapti" userId="dec6fbcd-7598-406a-8cbf-504d4a3bac15" providerId="ADAL" clId="{ECD42228-5B96-4A72-B268-C46DF994E6B7}" dt="2024-01-16T02:29:06.530" v="5029" actId="478"/>
          <ac:spMkLst>
            <pc:docMk/>
            <pc:sldMk cId="4229178325" sldId="875"/>
            <ac:spMk id="11" creationId="{891FE687-320F-3D7B-E11B-C9D95FAE7BC7}"/>
          </ac:spMkLst>
        </pc:spChg>
        <pc:spChg chg="add del mod">
          <ac:chgData name="Palit, Tapti" userId="dec6fbcd-7598-406a-8cbf-504d4a3bac15" providerId="ADAL" clId="{ECD42228-5B96-4A72-B268-C46DF994E6B7}" dt="2024-01-16T02:29:06.530" v="5029" actId="478"/>
          <ac:spMkLst>
            <pc:docMk/>
            <pc:sldMk cId="4229178325" sldId="875"/>
            <ac:spMk id="12" creationId="{93CF2E8D-2C77-05CC-D802-2927C4FA1BC0}"/>
          </ac:spMkLst>
        </pc:spChg>
        <pc:spChg chg="add mod topLvl">
          <ac:chgData name="Palit, Tapti" userId="dec6fbcd-7598-406a-8cbf-504d4a3bac15" providerId="ADAL" clId="{ECD42228-5B96-4A72-B268-C46DF994E6B7}" dt="2024-01-16T03:54:21.924" v="5683" actId="1038"/>
          <ac:spMkLst>
            <pc:docMk/>
            <pc:sldMk cId="4229178325" sldId="875"/>
            <ac:spMk id="13" creationId="{3B61CAC2-4D97-F840-6423-69848205DA36}"/>
          </ac:spMkLst>
        </pc:spChg>
        <pc:spChg chg="add mod topLvl">
          <ac:chgData name="Palit, Tapti" userId="dec6fbcd-7598-406a-8cbf-504d4a3bac15" providerId="ADAL" clId="{ECD42228-5B96-4A72-B268-C46DF994E6B7}" dt="2024-01-16T03:54:21.924" v="5683" actId="1038"/>
          <ac:spMkLst>
            <pc:docMk/>
            <pc:sldMk cId="4229178325" sldId="875"/>
            <ac:spMk id="14" creationId="{E1163A98-65D8-5105-FCA1-7BFA5A12E0C5}"/>
          </ac:spMkLst>
        </pc:spChg>
        <pc:spChg chg="add del mod">
          <ac:chgData name="Palit, Tapti" userId="dec6fbcd-7598-406a-8cbf-504d4a3bac15" providerId="ADAL" clId="{ECD42228-5B96-4A72-B268-C46DF994E6B7}" dt="2024-01-16T02:30:09.072" v="5046" actId="478"/>
          <ac:spMkLst>
            <pc:docMk/>
            <pc:sldMk cId="4229178325" sldId="875"/>
            <ac:spMk id="15" creationId="{0E559D10-1148-B762-8045-532DB1648A8C}"/>
          </ac:spMkLst>
        </pc:spChg>
        <pc:spChg chg="add mod topLvl">
          <ac:chgData name="Palit, Tapti" userId="dec6fbcd-7598-406a-8cbf-504d4a3bac15" providerId="ADAL" clId="{ECD42228-5B96-4A72-B268-C46DF994E6B7}" dt="2024-01-16T03:54:21.924" v="5683" actId="1038"/>
          <ac:spMkLst>
            <pc:docMk/>
            <pc:sldMk cId="4229178325" sldId="875"/>
            <ac:spMk id="16" creationId="{21BB8DA7-E027-3F8D-B424-0A3348860376}"/>
          </ac:spMkLst>
        </pc:spChg>
        <pc:spChg chg="add mod topLvl">
          <ac:chgData name="Palit, Tapti" userId="dec6fbcd-7598-406a-8cbf-504d4a3bac15" providerId="ADAL" clId="{ECD42228-5B96-4A72-B268-C46DF994E6B7}" dt="2024-01-16T16:54:54.367" v="6628" actId="20577"/>
          <ac:spMkLst>
            <pc:docMk/>
            <pc:sldMk cId="4229178325" sldId="875"/>
            <ac:spMk id="23" creationId="{7C9B05AE-BA7F-2D5F-592B-6CE5A56EF80C}"/>
          </ac:spMkLst>
        </pc:spChg>
        <pc:spChg chg="add del mod">
          <ac:chgData name="Palit, Tapti" userId="dec6fbcd-7598-406a-8cbf-504d4a3bac15" providerId="ADAL" clId="{ECD42228-5B96-4A72-B268-C46DF994E6B7}" dt="2024-01-16T03:35:36.359" v="5545" actId="478"/>
          <ac:spMkLst>
            <pc:docMk/>
            <pc:sldMk cId="4229178325" sldId="875"/>
            <ac:spMk id="29" creationId="{3FB3035F-45D3-D2E1-A900-D8D6F1542AEE}"/>
          </ac:spMkLst>
        </pc:spChg>
        <pc:spChg chg="add mod topLvl">
          <ac:chgData name="Palit, Tapti" userId="dec6fbcd-7598-406a-8cbf-504d4a3bac15" providerId="ADAL" clId="{ECD42228-5B96-4A72-B268-C46DF994E6B7}" dt="2024-01-16T03:54:21.924" v="5683" actId="1038"/>
          <ac:spMkLst>
            <pc:docMk/>
            <pc:sldMk cId="4229178325" sldId="875"/>
            <ac:spMk id="42" creationId="{58A3508D-F979-7F39-0912-7560543E9A04}"/>
          </ac:spMkLst>
        </pc:spChg>
        <pc:spChg chg="add mod">
          <ac:chgData name="Palit, Tapti" userId="dec6fbcd-7598-406a-8cbf-504d4a3bac15" providerId="ADAL" clId="{ECD42228-5B96-4A72-B268-C46DF994E6B7}" dt="2024-01-16T15:53:26.120" v="6583" actId="20577"/>
          <ac:spMkLst>
            <pc:docMk/>
            <pc:sldMk cId="4229178325" sldId="875"/>
            <ac:spMk id="45" creationId="{29F1AD62-8FEE-03CD-2FEE-2BD105BA38AE}"/>
          </ac:spMkLst>
        </pc:spChg>
        <pc:spChg chg="add mod">
          <ac:chgData name="Palit, Tapti" userId="dec6fbcd-7598-406a-8cbf-504d4a3bac15" providerId="ADAL" clId="{ECD42228-5B96-4A72-B268-C46DF994E6B7}" dt="2024-01-16T03:54:21.924" v="5683" actId="1038"/>
          <ac:spMkLst>
            <pc:docMk/>
            <pc:sldMk cId="4229178325" sldId="875"/>
            <ac:spMk id="46" creationId="{56470CD4-7136-F4FB-2175-C06D01C96225}"/>
          </ac:spMkLst>
        </pc:spChg>
        <pc:spChg chg="add mod">
          <ac:chgData name="Palit, Tapti" userId="dec6fbcd-7598-406a-8cbf-504d4a3bac15" providerId="ADAL" clId="{ECD42228-5B96-4A72-B268-C46DF994E6B7}" dt="2024-01-16T03:54:21.924" v="5683" actId="1038"/>
          <ac:spMkLst>
            <pc:docMk/>
            <pc:sldMk cId="4229178325" sldId="875"/>
            <ac:spMk id="53" creationId="{450A3A35-06F1-B19B-657F-D6D3CA1C29D0}"/>
          </ac:spMkLst>
        </pc:spChg>
        <pc:spChg chg="add mod">
          <ac:chgData name="Palit, Tapti" userId="dec6fbcd-7598-406a-8cbf-504d4a3bac15" providerId="ADAL" clId="{ECD42228-5B96-4A72-B268-C46DF994E6B7}" dt="2024-01-16T03:54:21.924" v="5683" actId="1038"/>
          <ac:spMkLst>
            <pc:docMk/>
            <pc:sldMk cId="4229178325" sldId="875"/>
            <ac:spMk id="54" creationId="{913074AF-9E82-8DCD-73AF-A89C55B92F7F}"/>
          </ac:spMkLst>
        </pc:spChg>
        <pc:spChg chg="add del mod">
          <ac:chgData name="Palit, Tapti" userId="dec6fbcd-7598-406a-8cbf-504d4a3bac15" providerId="ADAL" clId="{ECD42228-5B96-4A72-B268-C46DF994E6B7}" dt="2024-01-16T03:21:35.992" v="5290" actId="478"/>
          <ac:spMkLst>
            <pc:docMk/>
            <pc:sldMk cId="4229178325" sldId="875"/>
            <ac:spMk id="56" creationId="{33BCAB2F-2591-63BE-9C6C-0034DA12C848}"/>
          </ac:spMkLst>
        </pc:spChg>
        <pc:spChg chg="add del mod">
          <ac:chgData name="Palit, Tapti" userId="dec6fbcd-7598-406a-8cbf-504d4a3bac15" providerId="ADAL" clId="{ECD42228-5B96-4A72-B268-C46DF994E6B7}" dt="2024-01-16T03:21:59.887" v="5296" actId="11529"/>
          <ac:spMkLst>
            <pc:docMk/>
            <pc:sldMk cId="4229178325" sldId="875"/>
            <ac:spMk id="57" creationId="{F501C5EC-A76F-6F43-7CB5-1AF379CDF2EE}"/>
          </ac:spMkLst>
        </pc:spChg>
        <pc:spChg chg="add mod">
          <ac:chgData name="Palit, Tapti" userId="dec6fbcd-7598-406a-8cbf-504d4a3bac15" providerId="ADAL" clId="{ECD42228-5B96-4A72-B268-C46DF994E6B7}" dt="2024-01-16T03:54:21.924" v="5683" actId="1038"/>
          <ac:spMkLst>
            <pc:docMk/>
            <pc:sldMk cId="4229178325" sldId="875"/>
            <ac:spMk id="58" creationId="{E580BD8F-11D7-3F1B-63D9-68A442AA1327}"/>
          </ac:spMkLst>
        </pc:spChg>
        <pc:spChg chg="add mod topLvl">
          <ac:chgData name="Palit, Tapti" userId="dec6fbcd-7598-406a-8cbf-504d4a3bac15" providerId="ADAL" clId="{ECD42228-5B96-4A72-B268-C46DF994E6B7}" dt="2024-01-16T03:54:21.924" v="5683" actId="1038"/>
          <ac:spMkLst>
            <pc:docMk/>
            <pc:sldMk cId="4229178325" sldId="875"/>
            <ac:spMk id="59" creationId="{92049930-3E5B-D97C-5BCA-B02CADBEEA7B}"/>
          </ac:spMkLst>
        </pc:spChg>
        <pc:spChg chg="add del mod ord">
          <ac:chgData name="Palit, Tapti" userId="dec6fbcd-7598-406a-8cbf-504d4a3bac15" providerId="ADAL" clId="{ECD42228-5B96-4A72-B268-C46DF994E6B7}" dt="2024-01-16T03:24:53.072" v="5395" actId="478"/>
          <ac:spMkLst>
            <pc:docMk/>
            <pc:sldMk cId="4229178325" sldId="875"/>
            <ac:spMk id="60" creationId="{32251209-FBEA-814F-4F75-2F8DD7238D20}"/>
          </ac:spMkLst>
        </pc:spChg>
        <pc:spChg chg="add del mod ord">
          <ac:chgData name="Palit, Tapti" userId="dec6fbcd-7598-406a-8cbf-504d4a3bac15" providerId="ADAL" clId="{ECD42228-5B96-4A72-B268-C46DF994E6B7}" dt="2024-01-16T03:25:25.358" v="5453" actId="478"/>
          <ac:spMkLst>
            <pc:docMk/>
            <pc:sldMk cId="4229178325" sldId="875"/>
            <ac:spMk id="61" creationId="{B9EFC998-B059-9CC0-D9C4-E7D7104F7ED2}"/>
          </ac:spMkLst>
        </pc:spChg>
        <pc:spChg chg="add mod topLvl">
          <ac:chgData name="Palit, Tapti" userId="dec6fbcd-7598-406a-8cbf-504d4a3bac15" providerId="ADAL" clId="{ECD42228-5B96-4A72-B268-C46DF994E6B7}" dt="2024-01-16T03:54:21.924" v="5683" actId="1038"/>
          <ac:spMkLst>
            <pc:docMk/>
            <pc:sldMk cId="4229178325" sldId="875"/>
            <ac:spMk id="64" creationId="{227ECAD8-7896-3292-9278-A478B0687A4D}"/>
          </ac:spMkLst>
        </pc:spChg>
        <pc:spChg chg="add mod">
          <ac:chgData name="Palit, Tapti" userId="dec6fbcd-7598-406a-8cbf-504d4a3bac15" providerId="ADAL" clId="{ECD42228-5B96-4A72-B268-C46DF994E6B7}" dt="2024-01-16T03:54:21.924" v="5683" actId="1038"/>
          <ac:spMkLst>
            <pc:docMk/>
            <pc:sldMk cId="4229178325" sldId="875"/>
            <ac:spMk id="93" creationId="{075D6DC6-EF2F-82C8-F82D-04A48DDD5739}"/>
          </ac:spMkLst>
        </pc:spChg>
        <pc:spChg chg="add mod">
          <ac:chgData name="Palit, Tapti" userId="dec6fbcd-7598-406a-8cbf-504d4a3bac15" providerId="ADAL" clId="{ECD42228-5B96-4A72-B268-C46DF994E6B7}" dt="2024-01-16T03:54:21.924" v="5683" actId="1038"/>
          <ac:spMkLst>
            <pc:docMk/>
            <pc:sldMk cId="4229178325" sldId="875"/>
            <ac:spMk id="94" creationId="{7EE1029A-306E-634D-34FD-91A8B87BCE9B}"/>
          </ac:spMkLst>
        </pc:spChg>
        <pc:spChg chg="add mod">
          <ac:chgData name="Palit, Tapti" userId="dec6fbcd-7598-406a-8cbf-504d4a3bac15" providerId="ADAL" clId="{ECD42228-5B96-4A72-B268-C46DF994E6B7}" dt="2024-01-16T03:54:21.924" v="5683" actId="1038"/>
          <ac:spMkLst>
            <pc:docMk/>
            <pc:sldMk cId="4229178325" sldId="875"/>
            <ac:spMk id="95" creationId="{D6CF86C7-A985-858B-05C0-983E4EE737B5}"/>
          </ac:spMkLst>
        </pc:spChg>
        <pc:spChg chg="add mod">
          <ac:chgData name="Palit, Tapti" userId="dec6fbcd-7598-406a-8cbf-504d4a3bac15" providerId="ADAL" clId="{ECD42228-5B96-4A72-B268-C46DF994E6B7}" dt="2024-01-16T03:54:21.924" v="5683" actId="1038"/>
          <ac:spMkLst>
            <pc:docMk/>
            <pc:sldMk cId="4229178325" sldId="875"/>
            <ac:spMk id="96" creationId="{E1AAE232-2187-24F6-5AF9-51FE1F88EADA}"/>
          </ac:spMkLst>
        </pc:spChg>
        <pc:spChg chg="add mod">
          <ac:chgData name="Palit, Tapti" userId="dec6fbcd-7598-406a-8cbf-504d4a3bac15" providerId="ADAL" clId="{ECD42228-5B96-4A72-B268-C46DF994E6B7}" dt="2024-01-16T03:54:21.924" v="5683" actId="1038"/>
          <ac:spMkLst>
            <pc:docMk/>
            <pc:sldMk cId="4229178325" sldId="875"/>
            <ac:spMk id="100" creationId="{53814E5C-5D7D-628C-DD84-C9F1A4B2F578}"/>
          </ac:spMkLst>
        </pc:spChg>
        <pc:spChg chg="add mod">
          <ac:chgData name="Palit, Tapti" userId="dec6fbcd-7598-406a-8cbf-504d4a3bac15" providerId="ADAL" clId="{ECD42228-5B96-4A72-B268-C46DF994E6B7}" dt="2024-01-16T03:54:21.924" v="5683" actId="1038"/>
          <ac:spMkLst>
            <pc:docMk/>
            <pc:sldMk cId="4229178325" sldId="875"/>
            <ac:spMk id="101" creationId="{BDEC4FF6-0EA7-569A-A49B-7BDBB053BCC6}"/>
          </ac:spMkLst>
        </pc:spChg>
        <pc:spChg chg="add del mod">
          <ac:chgData name="Palit, Tapti" userId="dec6fbcd-7598-406a-8cbf-504d4a3bac15" providerId="ADAL" clId="{ECD42228-5B96-4A72-B268-C46DF994E6B7}" dt="2024-01-16T03:53:38.821" v="5657" actId="6264"/>
          <ac:spMkLst>
            <pc:docMk/>
            <pc:sldMk cId="4229178325" sldId="875"/>
            <ac:spMk id="104" creationId="{5DEB1948-9DA3-C81B-27A2-9BC554785883}"/>
          </ac:spMkLst>
        </pc:spChg>
        <pc:spChg chg="add del mod">
          <ac:chgData name="Palit, Tapti" userId="dec6fbcd-7598-406a-8cbf-504d4a3bac15" providerId="ADAL" clId="{ECD42228-5B96-4A72-B268-C46DF994E6B7}" dt="2024-01-16T03:53:38.821" v="5657" actId="6264"/>
          <ac:spMkLst>
            <pc:docMk/>
            <pc:sldMk cId="4229178325" sldId="875"/>
            <ac:spMk id="105" creationId="{46200F19-ED10-EA7B-9A6B-7B40E134DDB5}"/>
          </ac:spMkLst>
        </pc:spChg>
        <pc:spChg chg="add del mod ord">
          <ac:chgData name="Palit, Tapti" userId="dec6fbcd-7598-406a-8cbf-504d4a3bac15" providerId="ADAL" clId="{ECD42228-5B96-4A72-B268-C46DF994E6B7}" dt="2024-01-16T03:54:00.586" v="5658" actId="478"/>
          <ac:spMkLst>
            <pc:docMk/>
            <pc:sldMk cId="4229178325" sldId="875"/>
            <ac:spMk id="106" creationId="{420EF710-B3F2-1D2D-EB5C-9B50AB2F0CCC}"/>
          </ac:spMkLst>
        </pc:spChg>
        <pc:spChg chg="add del mod ord">
          <ac:chgData name="Palit, Tapti" userId="dec6fbcd-7598-406a-8cbf-504d4a3bac15" providerId="ADAL" clId="{ECD42228-5B96-4A72-B268-C46DF994E6B7}" dt="2024-01-16T04:19:45.860" v="5904" actId="700"/>
          <ac:spMkLst>
            <pc:docMk/>
            <pc:sldMk cId="4229178325" sldId="875"/>
            <ac:spMk id="107" creationId="{09600FCB-F7AD-D87C-4317-19F8BB67DF0D}"/>
          </ac:spMkLst>
        </pc:spChg>
        <pc:spChg chg="add del mod">
          <ac:chgData name="Palit, Tapti" userId="dec6fbcd-7598-406a-8cbf-504d4a3bac15" providerId="ADAL" clId="{ECD42228-5B96-4A72-B268-C46DF994E6B7}" dt="2024-01-16T14:29:14.210" v="6495" actId="478"/>
          <ac:spMkLst>
            <pc:docMk/>
            <pc:sldMk cId="4229178325" sldId="875"/>
            <ac:spMk id="108" creationId="{4B9272DF-F622-80D9-33B6-8C1879727C4E}"/>
          </ac:spMkLst>
        </pc:spChg>
        <pc:spChg chg="add del mod">
          <ac:chgData name="Palit, Tapti" userId="dec6fbcd-7598-406a-8cbf-504d4a3bac15" providerId="ADAL" clId="{ECD42228-5B96-4A72-B268-C46DF994E6B7}" dt="2024-01-16T14:29:08.825" v="6493" actId="478"/>
          <ac:spMkLst>
            <pc:docMk/>
            <pc:sldMk cId="4229178325" sldId="875"/>
            <ac:spMk id="109" creationId="{63C7FF64-6A9B-0A1F-A3C3-8D44239D5064}"/>
          </ac:spMkLst>
        </pc:spChg>
        <pc:spChg chg="add mod">
          <ac:chgData name="Palit, Tapti" userId="dec6fbcd-7598-406a-8cbf-504d4a3bac15" providerId="ADAL" clId="{ECD42228-5B96-4A72-B268-C46DF994E6B7}" dt="2024-01-16T04:18:39.085" v="5850" actId="1076"/>
          <ac:spMkLst>
            <pc:docMk/>
            <pc:sldMk cId="4229178325" sldId="875"/>
            <ac:spMk id="110" creationId="{EFF58830-D0DB-C02C-9EC1-6D2E9C84DEF0}"/>
          </ac:spMkLst>
        </pc:spChg>
        <pc:spChg chg="add del mod ord">
          <ac:chgData name="Palit, Tapti" userId="dec6fbcd-7598-406a-8cbf-504d4a3bac15" providerId="ADAL" clId="{ECD42228-5B96-4A72-B268-C46DF994E6B7}" dt="2024-01-16T04:19:51.478" v="5905" actId="478"/>
          <ac:spMkLst>
            <pc:docMk/>
            <pc:sldMk cId="4229178325" sldId="875"/>
            <ac:spMk id="111" creationId="{1A17BBFC-DCE2-76C0-1CBA-4488047494D8}"/>
          </ac:spMkLst>
        </pc:spChg>
        <pc:spChg chg="add mod">
          <ac:chgData name="Palit, Tapti" userId="dec6fbcd-7598-406a-8cbf-504d4a3bac15" providerId="ADAL" clId="{ECD42228-5B96-4A72-B268-C46DF994E6B7}" dt="2024-01-16T17:02:24.423" v="6755" actId="14100"/>
          <ac:spMkLst>
            <pc:docMk/>
            <pc:sldMk cId="4229178325" sldId="875"/>
            <ac:spMk id="112" creationId="{3B6BBB52-4A1E-CC82-DDC2-EC5496F71688}"/>
          </ac:spMkLst>
        </pc:spChg>
        <pc:spChg chg="add mod">
          <ac:chgData name="Palit, Tapti" userId="dec6fbcd-7598-406a-8cbf-504d4a3bac15" providerId="ADAL" clId="{ECD42228-5B96-4A72-B268-C46DF994E6B7}" dt="2024-01-16T17:02:36.335" v="6757" actId="14100"/>
          <ac:spMkLst>
            <pc:docMk/>
            <pc:sldMk cId="4229178325" sldId="875"/>
            <ac:spMk id="113" creationId="{093D63DE-518E-FCB0-78E7-3F52940F6B53}"/>
          </ac:spMkLst>
        </pc:spChg>
        <pc:spChg chg="add mod">
          <ac:chgData name="Palit, Tapti" userId="dec6fbcd-7598-406a-8cbf-504d4a3bac15" providerId="ADAL" clId="{ECD42228-5B96-4A72-B268-C46DF994E6B7}" dt="2024-01-16T17:02:30.982" v="6756" actId="14100"/>
          <ac:spMkLst>
            <pc:docMk/>
            <pc:sldMk cId="4229178325" sldId="875"/>
            <ac:spMk id="114" creationId="{7116ADB7-F8EA-7D2D-B761-36774083928D}"/>
          </ac:spMkLst>
        </pc:spChg>
        <pc:spChg chg="add del mod ord">
          <ac:chgData name="Palit, Tapti" userId="dec6fbcd-7598-406a-8cbf-504d4a3bac15" providerId="ADAL" clId="{ECD42228-5B96-4A72-B268-C46DF994E6B7}" dt="2024-01-16T17:00:21.320" v="6753" actId="478"/>
          <ac:spMkLst>
            <pc:docMk/>
            <pc:sldMk cId="4229178325" sldId="875"/>
            <ac:spMk id="118" creationId="{F18835FC-C433-7957-98E9-B85BB81D8512}"/>
          </ac:spMkLst>
        </pc:spChg>
        <pc:spChg chg="add mod ord">
          <ac:chgData name="Palit, Tapti" userId="dec6fbcd-7598-406a-8cbf-504d4a3bac15" providerId="ADAL" clId="{ECD42228-5B96-4A72-B268-C46DF994E6B7}" dt="2024-01-16T18:39:26.235" v="7031" actId="20577"/>
          <ac:spMkLst>
            <pc:docMk/>
            <pc:sldMk cId="4229178325" sldId="875"/>
            <ac:spMk id="119" creationId="{7C78F0A2-7188-58B6-ED35-36C02E70F337}"/>
          </ac:spMkLst>
        </pc:spChg>
        <pc:grpChg chg="add del mod">
          <ac:chgData name="Palit, Tapti" userId="dec6fbcd-7598-406a-8cbf-504d4a3bac15" providerId="ADAL" clId="{ECD42228-5B96-4A72-B268-C46DF994E6B7}" dt="2024-01-16T03:39:04.169" v="5570" actId="165"/>
          <ac:grpSpMkLst>
            <pc:docMk/>
            <pc:sldMk cId="4229178325" sldId="875"/>
            <ac:grpSpMk id="62" creationId="{BF0A9CC3-0CF1-0ED9-92F9-53FD88678170}"/>
          </ac:grpSpMkLst>
        </pc:grpChg>
        <pc:grpChg chg="add del mod">
          <ac:chgData name="Palit, Tapti" userId="dec6fbcd-7598-406a-8cbf-504d4a3bac15" providerId="ADAL" clId="{ECD42228-5B96-4A72-B268-C46DF994E6B7}" dt="2024-01-16T03:44:02.844" v="5601" actId="165"/>
          <ac:grpSpMkLst>
            <pc:docMk/>
            <pc:sldMk cId="4229178325" sldId="875"/>
            <ac:grpSpMk id="92" creationId="{75064B06-5504-66F7-BC8A-303171556E22}"/>
          </ac:grpSpMkLst>
        </pc:grpChg>
        <pc:cxnChg chg="add mod topLvl">
          <ac:chgData name="Palit, Tapti" userId="dec6fbcd-7598-406a-8cbf-504d4a3bac15" providerId="ADAL" clId="{ECD42228-5B96-4A72-B268-C46DF994E6B7}" dt="2024-01-16T03:54:21.924" v="5683" actId="1038"/>
          <ac:cxnSpMkLst>
            <pc:docMk/>
            <pc:sldMk cId="4229178325" sldId="875"/>
            <ac:cxnSpMk id="18" creationId="{6B24FD24-4FC8-FFDD-16CD-6463BA38CCC7}"/>
          </ac:cxnSpMkLst>
        </pc:cxnChg>
        <pc:cxnChg chg="add del mod">
          <ac:chgData name="Palit, Tapti" userId="dec6fbcd-7598-406a-8cbf-504d4a3bac15" providerId="ADAL" clId="{ECD42228-5B96-4A72-B268-C46DF994E6B7}" dt="2024-01-16T03:34:48.113" v="5531" actId="478"/>
          <ac:cxnSpMkLst>
            <pc:docMk/>
            <pc:sldMk cId="4229178325" sldId="875"/>
            <ac:cxnSpMk id="19" creationId="{88EAF6B3-792D-0764-CF7C-3DBE04D14615}"/>
          </ac:cxnSpMkLst>
        </pc:cxnChg>
        <pc:cxnChg chg="add del mod">
          <ac:chgData name="Palit, Tapti" userId="dec6fbcd-7598-406a-8cbf-504d4a3bac15" providerId="ADAL" clId="{ECD42228-5B96-4A72-B268-C46DF994E6B7}" dt="2024-01-16T02:31:07.092" v="5075" actId="478"/>
          <ac:cxnSpMkLst>
            <pc:docMk/>
            <pc:sldMk cId="4229178325" sldId="875"/>
            <ac:cxnSpMk id="22" creationId="{35A0B31A-0B7C-6C78-436B-20298764E241}"/>
          </ac:cxnSpMkLst>
        </pc:cxnChg>
        <pc:cxnChg chg="add mod topLvl">
          <ac:chgData name="Palit, Tapti" userId="dec6fbcd-7598-406a-8cbf-504d4a3bac15" providerId="ADAL" clId="{ECD42228-5B96-4A72-B268-C46DF994E6B7}" dt="2024-01-16T15:52:49.661" v="6554" actId="1076"/>
          <ac:cxnSpMkLst>
            <pc:docMk/>
            <pc:sldMk cId="4229178325" sldId="875"/>
            <ac:cxnSpMk id="30" creationId="{60C516F1-B6A5-8C9A-AE10-E58F20DFDEB8}"/>
          </ac:cxnSpMkLst>
        </pc:cxnChg>
        <pc:cxnChg chg="add del mod">
          <ac:chgData name="Palit, Tapti" userId="dec6fbcd-7598-406a-8cbf-504d4a3bac15" providerId="ADAL" clId="{ECD42228-5B96-4A72-B268-C46DF994E6B7}" dt="2024-01-16T03:36:57.753" v="5553" actId="478"/>
          <ac:cxnSpMkLst>
            <pc:docMk/>
            <pc:sldMk cId="4229178325" sldId="875"/>
            <ac:cxnSpMk id="33" creationId="{B5C56B25-5D4F-B6B2-3A3D-43635D872601}"/>
          </ac:cxnSpMkLst>
        </pc:cxnChg>
        <pc:cxnChg chg="add del mod">
          <ac:chgData name="Palit, Tapti" userId="dec6fbcd-7598-406a-8cbf-504d4a3bac15" providerId="ADAL" clId="{ECD42228-5B96-4A72-B268-C46DF994E6B7}" dt="2024-01-16T03:37:06.269" v="5554" actId="478"/>
          <ac:cxnSpMkLst>
            <pc:docMk/>
            <pc:sldMk cId="4229178325" sldId="875"/>
            <ac:cxnSpMk id="43" creationId="{12B25BE9-4D11-4B68-C2E8-E87CB7A84704}"/>
          </ac:cxnSpMkLst>
        </pc:cxnChg>
        <pc:cxnChg chg="add del mod">
          <ac:chgData name="Palit, Tapti" userId="dec6fbcd-7598-406a-8cbf-504d4a3bac15" providerId="ADAL" clId="{ECD42228-5B96-4A72-B268-C46DF994E6B7}" dt="2024-01-16T03:35:25.188" v="5544" actId="478"/>
          <ac:cxnSpMkLst>
            <pc:docMk/>
            <pc:sldMk cId="4229178325" sldId="875"/>
            <ac:cxnSpMk id="50" creationId="{B46F5D14-CFCA-8F9A-6AC7-D788E9F4197E}"/>
          </ac:cxnSpMkLst>
        </pc:cxnChg>
        <pc:cxnChg chg="add mod topLvl">
          <ac:chgData name="Palit, Tapti" userId="dec6fbcd-7598-406a-8cbf-504d4a3bac15" providerId="ADAL" clId="{ECD42228-5B96-4A72-B268-C46DF994E6B7}" dt="2024-01-16T03:54:21.924" v="5683" actId="1038"/>
          <ac:cxnSpMkLst>
            <pc:docMk/>
            <pc:sldMk cId="4229178325" sldId="875"/>
            <ac:cxnSpMk id="75" creationId="{77B38C21-5F39-3594-03E0-CE7C5A23CC1B}"/>
          </ac:cxnSpMkLst>
        </pc:cxnChg>
        <pc:cxnChg chg="add mod topLvl">
          <ac:chgData name="Palit, Tapti" userId="dec6fbcd-7598-406a-8cbf-504d4a3bac15" providerId="ADAL" clId="{ECD42228-5B96-4A72-B268-C46DF994E6B7}" dt="2024-01-16T15:52:49.661" v="6554" actId="1076"/>
          <ac:cxnSpMkLst>
            <pc:docMk/>
            <pc:sldMk cId="4229178325" sldId="875"/>
            <ac:cxnSpMk id="80" creationId="{54F97FEC-2FD1-2EFF-C082-9B77D0ACE08D}"/>
          </ac:cxnSpMkLst>
        </pc:cxnChg>
        <pc:cxnChg chg="add mod topLvl">
          <ac:chgData name="Palit, Tapti" userId="dec6fbcd-7598-406a-8cbf-504d4a3bac15" providerId="ADAL" clId="{ECD42228-5B96-4A72-B268-C46DF994E6B7}" dt="2024-01-16T03:54:21.924" v="5683" actId="1038"/>
          <ac:cxnSpMkLst>
            <pc:docMk/>
            <pc:sldMk cId="4229178325" sldId="875"/>
            <ac:cxnSpMk id="89" creationId="{3F6A463A-1416-3036-CCF9-1D7F043EAA38}"/>
          </ac:cxnSpMkLst>
        </pc:cxnChg>
        <pc:cxnChg chg="add mod">
          <ac:chgData name="Palit, Tapti" userId="dec6fbcd-7598-406a-8cbf-504d4a3bac15" providerId="ADAL" clId="{ECD42228-5B96-4A72-B268-C46DF994E6B7}" dt="2024-01-16T03:54:21.924" v="5683" actId="1038"/>
          <ac:cxnSpMkLst>
            <pc:docMk/>
            <pc:sldMk cId="4229178325" sldId="875"/>
            <ac:cxnSpMk id="97" creationId="{6B25C1E5-E46B-2278-133D-45BF584405B1}"/>
          </ac:cxnSpMkLst>
        </pc:cxnChg>
        <pc:cxnChg chg="add mod">
          <ac:chgData name="Palit, Tapti" userId="dec6fbcd-7598-406a-8cbf-504d4a3bac15" providerId="ADAL" clId="{ECD42228-5B96-4A72-B268-C46DF994E6B7}" dt="2024-01-16T16:52:26.509" v="6609"/>
          <ac:cxnSpMkLst>
            <pc:docMk/>
            <pc:sldMk cId="4229178325" sldId="875"/>
            <ac:cxnSpMk id="117" creationId="{BF3F52D6-DC6B-3996-895C-26189CC72DAB}"/>
          </ac:cxnSpMkLst>
        </pc:cxn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16T14:36:40.373" v="6526"/>
              <pc2:cmMkLst xmlns:pc2="http://schemas.microsoft.com/office/powerpoint/2019/9/main/command">
                <pc:docMk/>
                <pc:sldMk cId="4229178325" sldId="875"/>
                <pc2:cmMk id="{7EFFEAAC-3758-4429-81CB-6737B76B51DD}"/>
              </pc2:cmMkLst>
            </pc226:cmChg>
          </p:ext>
        </pc:extLst>
      </pc:sldChg>
      <pc:sldChg chg="add del mod modShow">
        <pc:chgData name="Palit, Tapti" userId="dec6fbcd-7598-406a-8cbf-504d4a3bac15" providerId="ADAL" clId="{ECD42228-5B96-4A72-B268-C46DF994E6B7}" dt="2024-01-28T03:44:01.241" v="67437" actId="47"/>
        <pc:sldMkLst>
          <pc:docMk/>
          <pc:sldMk cId="811315313" sldId="876"/>
        </pc:sldMkLst>
      </pc:sldChg>
      <pc:sldChg chg="addSp delSp modSp new mod modClrScheme delAnim modAnim chgLayout">
        <pc:chgData name="Palit, Tapti" userId="dec6fbcd-7598-406a-8cbf-504d4a3bac15" providerId="ADAL" clId="{ECD42228-5B96-4A72-B268-C46DF994E6B7}" dt="2024-01-16T19:14:57.037" v="7320" actId="6549"/>
        <pc:sldMkLst>
          <pc:docMk/>
          <pc:sldMk cId="2344568267" sldId="876"/>
        </pc:sldMkLst>
        <pc:spChg chg="mod ord">
          <ac:chgData name="Palit, Tapti" userId="dec6fbcd-7598-406a-8cbf-504d4a3bac15" providerId="ADAL" clId="{ECD42228-5B96-4A72-B268-C46DF994E6B7}" dt="2024-01-16T19:14:57.037" v="7320" actId="6549"/>
          <ac:spMkLst>
            <pc:docMk/>
            <pc:sldMk cId="2344568267" sldId="876"/>
            <ac:spMk id="2" creationId="{5331F909-ED14-5E9B-0948-7FB76FB6F640}"/>
          </ac:spMkLst>
        </pc:spChg>
        <pc:spChg chg="mod ord">
          <ac:chgData name="Palit, Tapti" userId="dec6fbcd-7598-406a-8cbf-504d4a3bac15" providerId="ADAL" clId="{ECD42228-5B96-4A72-B268-C46DF994E6B7}" dt="2024-01-16T19:14:51.826" v="7318" actId="20577"/>
          <ac:spMkLst>
            <pc:docMk/>
            <pc:sldMk cId="2344568267" sldId="876"/>
            <ac:spMk id="3" creationId="{F97B2BB2-BFBD-8019-A7CA-D1CFD8FFCFA7}"/>
          </ac:spMkLst>
        </pc:spChg>
        <pc:spChg chg="mod ord">
          <ac:chgData name="Palit, Tapti" userId="dec6fbcd-7598-406a-8cbf-504d4a3bac15" providerId="ADAL" clId="{ECD42228-5B96-4A72-B268-C46DF994E6B7}" dt="2024-01-16T16:58:23.548" v="6637" actId="700"/>
          <ac:spMkLst>
            <pc:docMk/>
            <pc:sldMk cId="2344568267" sldId="876"/>
            <ac:spMk id="4" creationId="{6B59ADFF-B5DA-EF43-0E4E-FB3DF981B04F}"/>
          </ac:spMkLst>
        </pc:spChg>
        <pc:spChg chg="del">
          <ac:chgData name="Palit, Tapti" userId="dec6fbcd-7598-406a-8cbf-504d4a3bac15" providerId="ADAL" clId="{ECD42228-5B96-4A72-B268-C46DF994E6B7}" dt="2024-01-16T04:21:11.195" v="6066" actId="700"/>
          <ac:spMkLst>
            <pc:docMk/>
            <pc:sldMk cId="2344568267" sldId="876"/>
            <ac:spMk id="5" creationId="{150717A6-B68C-51C7-6A1D-510F9E38E2B1}"/>
          </ac:spMkLst>
        </pc:spChg>
        <pc:spChg chg="add del mod ord">
          <ac:chgData name="Palit, Tapti" userId="dec6fbcd-7598-406a-8cbf-504d4a3bac15" providerId="ADAL" clId="{ECD42228-5B96-4A72-B268-C46DF994E6B7}" dt="2024-01-16T04:32:22.356" v="6191" actId="478"/>
          <ac:spMkLst>
            <pc:docMk/>
            <pc:sldMk cId="2344568267" sldId="876"/>
            <ac:spMk id="6" creationId="{29B43953-15D2-6546-548C-86B3D6CC521A}"/>
          </ac:spMkLst>
        </pc:spChg>
        <pc:spChg chg="add del mod ord">
          <ac:chgData name="Palit, Tapti" userId="dec6fbcd-7598-406a-8cbf-504d4a3bac15" providerId="ADAL" clId="{ECD42228-5B96-4A72-B268-C46DF994E6B7}" dt="2024-01-16T04:24:59.233" v="6102" actId="700"/>
          <ac:spMkLst>
            <pc:docMk/>
            <pc:sldMk cId="2344568267" sldId="876"/>
            <ac:spMk id="7" creationId="{473D0011-A641-2272-F3A5-7C0E6B6C09F7}"/>
          </ac:spMkLst>
        </pc:spChg>
        <pc:spChg chg="add del mod ord">
          <ac:chgData name="Palit, Tapti" userId="dec6fbcd-7598-406a-8cbf-504d4a3bac15" providerId="ADAL" clId="{ECD42228-5B96-4A72-B268-C46DF994E6B7}" dt="2024-01-16T04:24:59.233" v="6102" actId="700"/>
          <ac:spMkLst>
            <pc:docMk/>
            <pc:sldMk cId="2344568267" sldId="876"/>
            <ac:spMk id="8" creationId="{41C2EC75-D001-BB14-6ED9-43FC3928DA66}"/>
          </ac:spMkLst>
        </pc:spChg>
        <pc:spChg chg="add mod">
          <ac:chgData name="Palit, Tapti" userId="dec6fbcd-7598-406a-8cbf-504d4a3bac15" providerId="ADAL" clId="{ECD42228-5B96-4A72-B268-C46DF994E6B7}" dt="2024-01-16T16:54:39.916" v="6625"/>
          <ac:spMkLst>
            <pc:docMk/>
            <pc:sldMk cId="2344568267" sldId="876"/>
            <ac:spMk id="9" creationId="{45E2616E-235F-703B-F01A-94D5E9BAA98D}"/>
          </ac:spMkLst>
        </pc:spChg>
        <pc:spChg chg="add mod">
          <ac:chgData name="Palit, Tapti" userId="dec6fbcd-7598-406a-8cbf-504d4a3bac15" providerId="ADAL" clId="{ECD42228-5B96-4A72-B268-C46DF994E6B7}" dt="2024-01-16T04:25:35.548" v="6108" actId="164"/>
          <ac:spMkLst>
            <pc:docMk/>
            <pc:sldMk cId="2344568267" sldId="876"/>
            <ac:spMk id="10" creationId="{88E69A9C-C12A-AFC1-15B0-CA9A13E7531E}"/>
          </ac:spMkLst>
        </pc:spChg>
        <pc:spChg chg="add mod">
          <ac:chgData name="Palit, Tapti" userId="dec6fbcd-7598-406a-8cbf-504d4a3bac15" providerId="ADAL" clId="{ECD42228-5B96-4A72-B268-C46DF994E6B7}" dt="2024-01-16T04:25:35.548" v="6108" actId="164"/>
          <ac:spMkLst>
            <pc:docMk/>
            <pc:sldMk cId="2344568267" sldId="876"/>
            <ac:spMk id="11" creationId="{50C85A5B-05E3-8C1D-E1E0-4D727CE2B2F0}"/>
          </ac:spMkLst>
        </pc:spChg>
        <pc:spChg chg="add mod">
          <ac:chgData name="Palit, Tapti" userId="dec6fbcd-7598-406a-8cbf-504d4a3bac15" providerId="ADAL" clId="{ECD42228-5B96-4A72-B268-C46DF994E6B7}" dt="2024-01-16T04:25:35.548" v="6108" actId="164"/>
          <ac:spMkLst>
            <pc:docMk/>
            <pc:sldMk cId="2344568267" sldId="876"/>
            <ac:spMk id="12" creationId="{D6EF5057-998C-8787-F167-F3F2A0E0AFAD}"/>
          </ac:spMkLst>
        </pc:spChg>
        <pc:spChg chg="add mod">
          <ac:chgData name="Palit, Tapti" userId="dec6fbcd-7598-406a-8cbf-504d4a3bac15" providerId="ADAL" clId="{ECD42228-5B96-4A72-B268-C46DF994E6B7}" dt="2024-01-16T16:54:59.129" v="6630" actId="20577"/>
          <ac:spMkLst>
            <pc:docMk/>
            <pc:sldMk cId="2344568267" sldId="876"/>
            <ac:spMk id="14" creationId="{D264326F-26F0-F32A-B093-1DD987046D86}"/>
          </ac:spMkLst>
        </pc:spChg>
        <pc:spChg chg="add mod">
          <ac:chgData name="Palit, Tapti" userId="dec6fbcd-7598-406a-8cbf-504d4a3bac15" providerId="ADAL" clId="{ECD42228-5B96-4A72-B268-C46DF994E6B7}" dt="2024-01-16T04:25:35.548" v="6108" actId="164"/>
          <ac:spMkLst>
            <pc:docMk/>
            <pc:sldMk cId="2344568267" sldId="876"/>
            <ac:spMk id="16" creationId="{20F3D019-FD50-C13A-7F7E-0FECBDBE6DB8}"/>
          </ac:spMkLst>
        </pc:spChg>
        <pc:spChg chg="add mod">
          <ac:chgData name="Palit, Tapti" userId="dec6fbcd-7598-406a-8cbf-504d4a3bac15" providerId="ADAL" clId="{ECD42228-5B96-4A72-B268-C46DF994E6B7}" dt="2024-01-16T04:25:35.548" v="6108" actId="164"/>
          <ac:spMkLst>
            <pc:docMk/>
            <pc:sldMk cId="2344568267" sldId="876"/>
            <ac:spMk id="17" creationId="{A3FABA11-B789-6EFC-8919-503BF1C814CF}"/>
          </ac:spMkLst>
        </pc:spChg>
        <pc:spChg chg="add mod">
          <ac:chgData name="Palit, Tapti" userId="dec6fbcd-7598-406a-8cbf-504d4a3bac15" providerId="ADAL" clId="{ECD42228-5B96-4A72-B268-C46DF994E6B7}" dt="2024-01-16T04:25:35.548" v="6108" actId="164"/>
          <ac:spMkLst>
            <pc:docMk/>
            <pc:sldMk cId="2344568267" sldId="876"/>
            <ac:spMk id="18" creationId="{4411AF6C-641B-F274-A784-F0383706C8D7}"/>
          </ac:spMkLst>
        </pc:spChg>
        <pc:spChg chg="add del mod">
          <ac:chgData name="Palit, Tapti" userId="dec6fbcd-7598-406a-8cbf-504d4a3bac15" providerId="ADAL" clId="{ECD42228-5B96-4A72-B268-C46DF994E6B7}" dt="2024-01-16T04:26:17.396" v="6118" actId="478"/>
          <ac:spMkLst>
            <pc:docMk/>
            <pc:sldMk cId="2344568267" sldId="876"/>
            <ac:spMk id="22" creationId="{FCFAD468-FCD9-4728-ABE9-B6636D8C2258}"/>
          </ac:spMkLst>
        </pc:spChg>
        <pc:spChg chg="add mod">
          <ac:chgData name="Palit, Tapti" userId="dec6fbcd-7598-406a-8cbf-504d4a3bac15" providerId="ADAL" clId="{ECD42228-5B96-4A72-B268-C46DF994E6B7}" dt="2024-01-16T04:25:35.548" v="6108" actId="164"/>
          <ac:spMkLst>
            <pc:docMk/>
            <pc:sldMk cId="2344568267" sldId="876"/>
            <ac:spMk id="23" creationId="{13941798-765E-0FA3-8181-47FB3B3052D3}"/>
          </ac:spMkLst>
        </pc:spChg>
        <pc:spChg chg="add mod">
          <ac:chgData name="Palit, Tapti" userId="dec6fbcd-7598-406a-8cbf-504d4a3bac15" providerId="ADAL" clId="{ECD42228-5B96-4A72-B268-C46DF994E6B7}" dt="2024-01-16T04:25:35.548" v="6108" actId="164"/>
          <ac:spMkLst>
            <pc:docMk/>
            <pc:sldMk cId="2344568267" sldId="876"/>
            <ac:spMk id="24" creationId="{039A6A16-2EB0-8019-67DD-79004534D44F}"/>
          </ac:spMkLst>
        </pc:spChg>
        <pc:spChg chg="add del mod">
          <ac:chgData name="Palit, Tapti" userId="dec6fbcd-7598-406a-8cbf-504d4a3bac15" providerId="ADAL" clId="{ECD42228-5B96-4A72-B268-C46DF994E6B7}" dt="2024-01-16T04:28:45.103" v="6121" actId="478"/>
          <ac:spMkLst>
            <pc:docMk/>
            <pc:sldMk cId="2344568267" sldId="876"/>
            <ac:spMk id="25" creationId="{F0A19683-30AD-476A-4D1B-FB57E6E3856B}"/>
          </ac:spMkLst>
        </pc:spChg>
        <pc:spChg chg="add mod ord">
          <ac:chgData name="Palit, Tapti" userId="dec6fbcd-7598-406a-8cbf-504d4a3bac15" providerId="ADAL" clId="{ECD42228-5B96-4A72-B268-C46DF994E6B7}" dt="2024-01-16T04:26:13.042" v="6116" actId="167"/>
          <ac:spMkLst>
            <pc:docMk/>
            <pc:sldMk cId="2344568267" sldId="876"/>
            <ac:spMk id="27" creationId="{5B17AF87-7318-D8DC-8015-6A2C07165442}"/>
          </ac:spMkLst>
        </pc:spChg>
        <pc:spChg chg="add mod ord">
          <ac:chgData name="Palit, Tapti" userId="dec6fbcd-7598-406a-8cbf-504d4a3bac15" providerId="ADAL" clId="{ECD42228-5B96-4A72-B268-C46DF994E6B7}" dt="2024-01-16T04:28:41.253" v="6119" actId="167"/>
          <ac:spMkLst>
            <pc:docMk/>
            <pc:sldMk cId="2344568267" sldId="876"/>
            <ac:spMk id="28" creationId="{D9DC291D-6C75-D15A-D1E4-3C48EF4C5AAC}"/>
          </ac:spMkLst>
        </pc:spChg>
        <pc:spChg chg="add mod">
          <ac:chgData name="Palit, Tapti" userId="dec6fbcd-7598-406a-8cbf-504d4a3bac15" providerId="ADAL" clId="{ECD42228-5B96-4A72-B268-C46DF994E6B7}" dt="2024-01-16T04:25:35.548" v="6108" actId="164"/>
          <ac:spMkLst>
            <pc:docMk/>
            <pc:sldMk cId="2344568267" sldId="876"/>
            <ac:spMk id="29" creationId="{46E77DBB-9705-1E5A-31C1-D79322DE650B}"/>
          </ac:spMkLst>
        </pc:spChg>
        <pc:spChg chg="add mod">
          <ac:chgData name="Palit, Tapti" userId="dec6fbcd-7598-406a-8cbf-504d4a3bac15" providerId="ADAL" clId="{ECD42228-5B96-4A72-B268-C46DF994E6B7}" dt="2024-01-16T04:25:35.548" v="6108" actId="164"/>
          <ac:spMkLst>
            <pc:docMk/>
            <pc:sldMk cId="2344568267" sldId="876"/>
            <ac:spMk id="30" creationId="{82590E3A-CA8C-5E05-9E48-4A42AF264AB3}"/>
          </ac:spMkLst>
        </pc:spChg>
        <pc:spChg chg="add mod">
          <ac:chgData name="Palit, Tapti" userId="dec6fbcd-7598-406a-8cbf-504d4a3bac15" providerId="ADAL" clId="{ECD42228-5B96-4A72-B268-C46DF994E6B7}" dt="2024-01-16T04:25:47.564" v="6111" actId="1076"/>
          <ac:spMkLst>
            <pc:docMk/>
            <pc:sldMk cId="2344568267" sldId="876"/>
            <ac:spMk id="31" creationId="{D96DB06E-09E5-833E-0BC3-A9C505DC584E}"/>
          </ac:spMkLst>
        </pc:spChg>
        <pc:spChg chg="add mod">
          <ac:chgData name="Palit, Tapti" userId="dec6fbcd-7598-406a-8cbf-504d4a3bac15" providerId="ADAL" clId="{ECD42228-5B96-4A72-B268-C46DF994E6B7}" dt="2024-01-16T17:04:38.813" v="6797" actId="1076"/>
          <ac:spMkLst>
            <pc:docMk/>
            <pc:sldMk cId="2344568267" sldId="876"/>
            <ac:spMk id="33" creationId="{D24A23FD-CA18-5366-568C-E106460D0D34}"/>
          </ac:spMkLst>
        </pc:spChg>
        <pc:spChg chg="add mod">
          <ac:chgData name="Palit, Tapti" userId="dec6fbcd-7598-406a-8cbf-504d4a3bac15" providerId="ADAL" clId="{ECD42228-5B96-4A72-B268-C46DF994E6B7}" dt="2024-01-16T17:04:31.130" v="6796" actId="1076"/>
          <ac:spMkLst>
            <pc:docMk/>
            <pc:sldMk cId="2344568267" sldId="876"/>
            <ac:spMk id="34" creationId="{AA6C6F47-9B53-DBB9-3B2B-193C25420266}"/>
          </ac:spMkLst>
        </pc:spChg>
        <pc:spChg chg="add mod">
          <ac:chgData name="Palit, Tapti" userId="dec6fbcd-7598-406a-8cbf-504d4a3bac15" providerId="ADAL" clId="{ECD42228-5B96-4A72-B268-C46DF994E6B7}" dt="2024-01-16T16:59:01.436" v="6663" actId="1035"/>
          <ac:spMkLst>
            <pc:docMk/>
            <pc:sldMk cId="2344568267" sldId="876"/>
            <ac:spMk id="35" creationId="{81E105AE-52AC-E35A-BFC3-B32AA56B6763}"/>
          </ac:spMkLst>
        </pc:spChg>
        <pc:spChg chg="add mod">
          <ac:chgData name="Palit, Tapti" userId="dec6fbcd-7598-406a-8cbf-504d4a3bac15" providerId="ADAL" clId="{ECD42228-5B96-4A72-B268-C46DF994E6B7}" dt="2024-01-16T04:32:29.148" v="6193" actId="2711"/>
          <ac:spMkLst>
            <pc:docMk/>
            <pc:sldMk cId="2344568267" sldId="876"/>
            <ac:spMk id="38" creationId="{5C810122-060A-A3D4-BF1C-4BD977A009F9}"/>
          </ac:spMkLst>
        </pc:spChg>
        <pc:spChg chg="add del mod">
          <ac:chgData name="Palit, Tapti" userId="dec6fbcd-7598-406a-8cbf-504d4a3bac15" providerId="ADAL" clId="{ECD42228-5B96-4A72-B268-C46DF994E6B7}" dt="2024-01-16T16:58:38.226" v="6639" actId="478"/>
          <ac:spMkLst>
            <pc:docMk/>
            <pc:sldMk cId="2344568267" sldId="876"/>
            <ac:spMk id="39" creationId="{FE19E25C-9236-BA18-1B31-46772D4D8A93}"/>
          </ac:spMkLst>
        </pc:spChg>
        <pc:spChg chg="add del mod ord">
          <ac:chgData name="Palit, Tapti" userId="dec6fbcd-7598-406a-8cbf-504d4a3bac15" providerId="ADAL" clId="{ECD42228-5B96-4A72-B268-C46DF994E6B7}" dt="2024-01-16T16:58:14.664" v="6635" actId="700"/>
          <ac:spMkLst>
            <pc:docMk/>
            <pc:sldMk cId="2344568267" sldId="876"/>
            <ac:spMk id="44" creationId="{EFE80A3F-D2DF-9561-F565-51EF32CF78C4}"/>
          </ac:spMkLst>
        </pc:spChg>
        <pc:spChg chg="add del mod ord">
          <ac:chgData name="Palit, Tapti" userId="dec6fbcd-7598-406a-8cbf-504d4a3bac15" providerId="ADAL" clId="{ECD42228-5B96-4A72-B268-C46DF994E6B7}" dt="2024-01-16T16:58:23.548" v="6637" actId="700"/>
          <ac:spMkLst>
            <pc:docMk/>
            <pc:sldMk cId="2344568267" sldId="876"/>
            <ac:spMk id="45" creationId="{39C4A11D-014F-39C9-05AC-393F2B64CCF8}"/>
          </ac:spMkLst>
        </pc:spChg>
        <pc:spChg chg="add mod ord">
          <ac:chgData name="Palit, Tapti" userId="dec6fbcd-7598-406a-8cbf-504d4a3bac15" providerId="ADAL" clId="{ECD42228-5B96-4A72-B268-C46DF994E6B7}" dt="2024-01-16T16:58:23.548" v="6637" actId="700"/>
          <ac:spMkLst>
            <pc:docMk/>
            <pc:sldMk cId="2344568267" sldId="876"/>
            <ac:spMk id="46" creationId="{E49E3ACC-2814-43AE-02AE-4FCB76619508}"/>
          </ac:spMkLst>
        </pc:spChg>
        <pc:spChg chg="add mod ord">
          <ac:chgData name="Palit, Tapti" userId="dec6fbcd-7598-406a-8cbf-504d4a3bac15" providerId="ADAL" clId="{ECD42228-5B96-4A72-B268-C46DF994E6B7}" dt="2024-01-16T16:59:07.705" v="6665" actId="20577"/>
          <ac:spMkLst>
            <pc:docMk/>
            <pc:sldMk cId="2344568267" sldId="876"/>
            <ac:spMk id="47" creationId="{EA0A921E-16B8-A7D4-D6E9-F3000A291622}"/>
          </ac:spMkLst>
        </pc:spChg>
        <pc:grpChg chg="add mod">
          <ac:chgData name="Palit, Tapti" userId="dec6fbcd-7598-406a-8cbf-504d4a3bac15" providerId="ADAL" clId="{ECD42228-5B96-4A72-B268-C46DF994E6B7}" dt="2024-01-16T16:59:01.436" v="6663" actId="1035"/>
          <ac:grpSpMkLst>
            <pc:docMk/>
            <pc:sldMk cId="2344568267" sldId="876"/>
            <ac:grpSpMk id="32" creationId="{93AEE048-C2B2-ADC0-DD28-61D6E1740D71}"/>
          </ac:grpSpMkLst>
        </pc:grpChg>
        <pc:cxnChg chg="add mod">
          <ac:chgData name="Palit, Tapti" userId="dec6fbcd-7598-406a-8cbf-504d4a3bac15" providerId="ADAL" clId="{ECD42228-5B96-4A72-B268-C46DF994E6B7}" dt="2024-01-16T04:25:35.548" v="6108" actId="164"/>
          <ac:cxnSpMkLst>
            <pc:docMk/>
            <pc:sldMk cId="2344568267" sldId="876"/>
            <ac:cxnSpMk id="13" creationId="{658AA6A3-6782-D5F7-98BF-90A0B252F9C2}"/>
          </ac:cxnSpMkLst>
        </pc:cxnChg>
        <pc:cxnChg chg="add mod">
          <ac:chgData name="Palit, Tapti" userId="dec6fbcd-7598-406a-8cbf-504d4a3bac15" providerId="ADAL" clId="{ECD42228-5B96-4A72-B268-C46DF994E6B7}" dt="2024-01-16T04:25:35.548" v="6108" actId="164"/>
          <ac:cxnSpMkLst>
            <pc:docMk/>
            <pc:sldMk cId="2344568267" sldId="876"/>
            <ac:cxnSpMk id="15" creationId="{16ABA878-751A-E74F-8D66-96ACBC79DFD6}"/>
          </ac:cxnSpMkLst>
        </pc:cxnChg>
        <pc:cxnChg chg="add mod">
          <ac:chgData name="Palit, Tapti" userId="dec6fbcd-7598-406a-8cbf-504d4a3bac15" providerId="ADAL" clId="{ECD42228-5B96-4A72-B268-C46DF994E6B7}" dt="2024-01-16T04:25:35.548" v="6108" actId="164"/>
          <ac:cxnSpMkLst>
            <pc:docMk/>
            <pc:sldMk cId="2344568267" sldId="876"/>
            <ac:cxnSpMk id="19" creationId="{F61C636B-4D52-07A7-51CA-10B8E6D9265D}"/>
          </ac:cxnSpMkLst>
        </pc:cxnChg>
        <pc:cxnChg chg="add mod">
          <ac:chgData name="Palit, Tapti" userId="dec6fbcd-7598-406a-8cbf-504d4a3bac15" providerId="ADAL" clId="{ECD42228-5B96-4A72-B268-C46DF994E6B7}" dt="2024-01-16T04:25:35.548" v="6108" actId="164"/>
          <ac:cxnSpMkLst>
            <pc:docMk/>
            <pc:sldMk cId="2344568267" sldId="876"/>
            <ac:cxnSpMk id="20" creationId="{8E16EA84-192A-EAB4-2D3E-E3111C6683A0}"/>
          </ac:cxnSpMkLst>
        </pc:cxnChg>
        <pc:cxnChg chg="add mod">
          <ac:chgData name="Palit, Tapti" userId="dec6fbcd-7598-406a-8cbf-504d4a3bac15" providerId="ADAL" clId="{ECD42228-5B96-4A72-B268-C46DF994E6B7}" dt="2024-01-16T04:25:35.548" v="6108" actId="164"/>
          <ac:cxnSpMkLst>
            <pc:docMk/>
            <pc:sldMk cId="2344568267" sldId="876"/>
            <ac:cxnSpMk id="21" creationId="{3A139B75-4091-07CD-8B42-DEA0040191AD}"/>
          </ac:cxnSpMkLst>
        </pc:cxnChg>
        <pc:cxnChg chg="add mod">
          <ac:chgData name="Palit, Tapti" userId="dec6fbcd-7598-406a-8cbf-504d4a3bac15" providerId="ADAL" clId="{ECD42228-5B96-4A72-B268-C46DF994E6B7}" dt="2024-01-16T04:25:35.548" v="6108" actId="164"/>
          <ac:cxnSpMkLst>
            <pc:docMk/>
            <pc:sldMk cId="2344568267" sldId="876"/>
            <ac:cxnSpMk id="26" creationId="{229B5E53-EBD9-DD00-FD1F-3AAE73C2219A}"/>
          </ac:cxnSpMkLst>
        </pc:cxnChg>
        <pc:cxnChg chg="add mod">
          <ac:chgData name="Palit, Tapti" userId="dec6fbcd-7598-406a-8cbf-504d4a3bac15" providerId="ADAL" clId="{ECD42228-5B96-4A72-B268-C46DF994E6B7}" dt="2024-01-16T16:51:19.158" v="6606" actId="14100"/>
          <ac:cxnSpMkLst>
            <pc:docMk/>
            <pc:sldMk cId="2344568267" sldId="876"/>
            <ac:cxnSpMk id="41" creationId="{4647950D-FFD6-D78A-1DBA-B03A6B4E51C7}"/>
          </ac:cxnSpMkLst>
        </pc:cxnChg>
      </pc:sldChg>
      <pc:sldChg chg="addSp delSp modSp add del mod ord delAnim modAnim modNotesTx">
        <pc:chgData name="Palit, Tapti" userId="dec6fbcd-7598-406a-8cbf-504d4a3bac15" providerId="ADAL" clId="{ECD42228-5B96-4A72-B268-C46DF994E6B7}" dt="2024-01-25T01:33:10.127" v="45385" actId="2696"/>
        <pc:sldMkLst>
          <pc:docMk/>
          <pc:sldMk cId="3318823025" sldId="876"/>
        </pc:sldMkLst>
        <pc:spChg chg="add mod">
          <ac:chgData name="Palit, Tapti" userId="dec6fbcd-7598-406a-8cbf-504d4a3bac15" providerId="ADAL" clId="{ECD42228-5B96-4A72-B268-C46DF994E6B7}" dt="2024-01-23T00:26:57.675" v="10736" actId="1076"/>
          <ac:spMkLst>
            <pc:docMk/>
            <pc:sldMk cId="3318823025" sldId="876"/>
            <ac:spMk id="2" creationId="{0B3EF019-A691-8AEC-2488-AF5D6867D5E0}"/>
          </ac:spMkLst>
        </pc:spChg>
        <pc:spChg chg="add mod">
          <ac:chgData name="Palit, Tapti" userId="dec6fbcd-7598-406a-8cbf-504d4a3bac15" providerId="ADAL" clId="{ECD42228-5B96-4A72-B268-C46DF994E6B7}" dt="2024-01-23T00:26:57.675" v="10736" actId="1076"/>
          <ac:spMkLst>
            <pc:docMk/>
            <pc:sldMk cId="3318823025" sldId="876"/>
            <ac:spMk id="5" creationId="{5F7FA714-6974-907B-5A8E-AE6E48BE8E03}"/>
          </ac:spMkLst>
        </pc:spChg>
        <pc:spChg chg="del">
          <ac:chgData name="Palit, Tapti" userId="dec6fbcd-7598-406a-8cbf-504d4a3bac15" providerId="ADAL" clId="{ECD42228-5B96-4A72-B268-C46DF994E6B7}" dt="2024-01-23T00:17:39.327" v="10626" actId="478"/>
          <ac:spMkLst>
            <pc:docMk/>
            <pc:sldMk cId="3318823025" sldId="876"/>
            <ac:spMk id="6" creationId="{821024D9-C149-D54D-C458-7E9CF9688443}"/>
          </ac:spMkLst>
        </pc:spChg>
        <pc:spChg chg="add mod">
          <ac:chgData name="Palit, Tapti" userId="dec6fbcd-7598-406a-8cbf-504d4a3bac15" providerId="ADAL" clId="{ECD42228-5B96-4A72-B268-C46DF994E6B7}" dt="2024-01-23T00:27:36.644" v="10750" actId="1076"/>
          <ac:spMkLst>
            <pc:docMk/>
            <pc:sldMk cId="3318823025" sldId="876"/>
            <ac:spMk id="7" creationId="{C35AD6F8-9DA3-2D45-825C-DBEB2FC08F89}"/>
          </ac:spMkLst>
        </pc:spChg>
        <pc:spChg chg="add mod">
          <ac:chgData name="Palit, Tapti" userId="dec6fbcd-7598-406a-8cbf-504d4a3bac15" providerId="ADAL" clId="{ECD42228-5B96-4A72-B268-C46DF994E6B7}" dt="2024-01-23T00:27:40.956" v="10751" actId="1076"/>
          <ac:spMkLst>
            <pc:docMk/>
            <pc:sldMk cId="3318823025" sldId="876"/>
            <ac:spMk id="8" creationId="{EA78C458-12F0-5F57-0A04-E298609B9653}"/>
          </ac:spMkLst>
        </pc:spChg>
        <pc:spChg chg="add mod">
          <ac:chgData name="Palit, Tapti" userId="dec6fbcd-7598-406a-8cbf-504d4a3bac15" providerId="ADAL" clId="{ECD42228-5B96-4A72-B268-C46DF994E6B7}" dt="2024-01-23T00:26:57.675" v="10736" actId="1076"/>
          <ac:spMkLst>
            <pc:docMk/>
            <pc:sldMk cId="3318823025" sldId="876"/>
            <ac:spMk id="10" creationId="{179E423C-29A9-4EFE-31DF-FDE0901D4251}"/>
          </ac:spMkLst>
        </pc:spChg>
        <pc:spChg chg="add mod">
          <ac:chgData name="Palit, Tapti" userId="dec6fbcd-7598-406a-8cbf-504d4a3bac15" providerId="ADAL" clId="{ECD42228-5B96-4A72-B268-C46DF994E6B7}" dt="2024-01-23T00:27:49.891" v="10752" actId="1076"/>
          <ac:spMkLst>
            <pc:docMk/>
            <pc:sldMk cId="3318823025" sldId="876"/>
            <ac:spMk id="11" creationId="{C44CBC77-E32B-2E11-6EFD-A56328899797}"/>
          </ac:spMkLst>
        </pc:spChg>
        <pc:spChg chg="del">
          <ac:chgData name="Palit, Tapti" userId="dec6fbcd-7598-406a-8cbf-504d4a3bac15" providerId="ADAL" clId="{ECD42228-5B96-4A72-B268-C46DF994E6B7}" dt="2024-01-23T00:17:43.511" v="10628" actId="478"/>
          <ac:spMkLst>
            <pc:docMk/>
            <pc:sldMk cId="3318823025" sldId="876"/>
            <ac:spMk id="12" creationId="{748B66DF-750E-585B-E4C7-6FCBBD8AF6F7}"/>
          </ac:spMkLst>
        </pc:spChg>
        <pc:spChg chg="del">
          <ac:chgData name="Palit, Tapti" userId="dec6fbcd-7598-406a-8cbf-504d4a3bac15" providerId="ADAL" clId="{ECD42228-5B96-4A72-B268-C46DF994E6B7}" dt="2024-01-23T00:17:47.295" v="10629" actId="478"/>
          <ac:spMkLst>
            <pc:docMk/>
            <pc:sldMk cId="3318823025" sldId="876"/>
            <ac:spMk id="13" creationId="{6A99A5FF-9F6E-9425-7798-325E5723C97E}"/>
          </ac:spMkLst>
        </pc:spChg>
        <pc:spChg chg="del">
          <ac:chgData name="Palit, Tapti" userId="dec6fbcd-7598-406a-8cbf-504d4a3bac15" providerId="ADAL" clId="{ECD42228-5B96-4A72-B268-C46DF994E6B7}" dt="2024-01-23T00:17:47.295" v="10629" actId="478"/>
          <ac:spMkLst>
            <pc:docMk/>
            <pc:sldMk cId="3318823025" sldId="876"/>
            <ac:spMk id="14" creationId="{085A093B-5030-8886-DF99-63FD4EBCCE87}"/>
          </ac:spMkLst>
        </pc:spChg>
        <pc:spChg chg="del">
          <ac:chgData name="Palit, Tapti" userId="dec6fbcd-7598-406a-8cbf-504d4a3bac15" providerId="ADAL" clId="{ECD42228-5B96-4A72-B268-C46DF994E6B7}" dt="2024-01-23T00:17:47.295" v="10629" actId="478"/>
          <ac:spMkLst>
            <pc:docMk/>
            <pc:sldMk cId="3318823025" sldId="876"/>
            <ac:spMk id="15" creationId="{282993C0-48C9-68C0-5319-656C2097FE88}"/>
          </ac:spMkLst>
        </pc:spChg>
        <pc:spChg chg="del">
          <ac:chgData name="Palit, Tapti" userId="dec6fbcd-7598-406a-8cbf-504d4a3bac15" providerId="ADAL" clId="{ECD42228-5B96-4A72-B268-C46DF994E6B7}" dt="2024-01-23T00:17:41.522" v="10627" actId="478"/>
          <ac:spMkLst>
            <pc:docMk/>
            <pc:sldMk cId="3318823025" sldId="876"/>
            <ac:spMk id="21" creationId="{B2C0C030-3802-CBD1-1B1B-D8EE61C5B0B6}"/>
          </ac:spMkLst>
        </pc:spChg>
        <pc:spChg chg="del">
          <ac:chgData name="Palit, Tapti" userId="dec6fbcd-7598-406a-8cbf-504d4a3bac15" providerId="ADAL" clId="{ECD42228-5B96-4A72-B268-C46DF994E6B7}" dt="2024-01-23T00:17:47.295" v="10629" actId="478"/>
          <ac:spMkLst>
            <pc:docMk/>
            <pc:sldMk cId="3318823025" sldId="876"/>
            <ac:spMk id="22" creationId="{E2EA7B44-6503-BFE7-9908-97A335C74796}"/>
          </ac:spMkLst>
        </pc:spChg>
        <pc:spChg chg="mod">
          <ac:chgData name="Palit, Tapti" userId="dec6fbcd-7598-406a-8cbf-504d4a3bac15" providerId="ADAL" clId="{ECD42228-5B96-4A72-B268-C46DF994E6B7}" dt="2024-01-23T00:32:09.398" v="10855" actId="115"/>
          <ac:spMkLst>
            <pc:docMk/>
            <pc:sldMk cId="3318823025" sldId="876"/>
            <ac:spMk id="23" creationId="{10637CE5-84C9-4720-8F11-B2298C44BE31}"/>
          </ac:spMkLst>
        </pc:spChg>
        <pc:spChg chg="del">
          <ac:chgData name="Palit, Tapti" userId="dec6fbcd-7598-406a-8cbf-504d4a3bac15" providerId="ADAL" clId="{ECD42228-5B96-4A72-B268-C46DF994E6B7}" dt="2024-01-23T00:17:47.295" v="10629" actId="478"/>
          <ac:spMkLst>
            <pc:docMk/>
            <pc:sldMk cId="3318823025" sldId="876"/>
            <ac:spMk id="26" creationId="{9474042F-51C9-D2E7-833E-F68FDA574E38}"/>
          </ac:spMkLst>
        </pc:spChg>
        <pc:spChg chg="add mod">
          <ac:chgData name="Palit, Tapti" userId="dec6fbcd-7598-406a-8cbf-504d4a3bac15" providerId="ADAL" clId="{ECD42228-5B96-4A72-B268-C46DF994E6B7}" dt="2024-01-24T02:02:41.687" v="34935" actId="1076"/>
          <ac:spMkLst>
            <pc:docMk/>
            <pc:sldMk cId="3318823025" sldId="876"/>
            <ac:spMk id="29" creationId="{29E4DC29-25B8-9243-5458-3EC0DAFDC3C6}"/>
          </ac:spMkLst>
        </pc:spChg>
        <pc:spChg chg="del">
          <ac:chgData name="Palit, Tapti" userId="dec6fbcd-7598-406a-8cbf-504d4a3bac15" providerId="ADAL" clId="{ECD42228-5B96-4A72-B268-C46DF994E6B7}" dt="2024-01-23T00:17:49.599" v="10630" actId="478"/>
          <ac:spMkLst>
            <pc:docMk/>
            <pc:sldMk cId="3318823025" sldId="876"/>
            <ac:spMk id="31" creationId="{1C800B88-DBC0-4439-618F-7D5ED7FDDF00}"/>
          </ac:spMkLst>
        </pc:spChg>
        <pc:spChg chg="del">
          <ac:chgData name="Palit, Tapti" userId="dec6fbcd-7598-406a-8cbf-504d4a3bac15" providerId="ADAL" clId="{ECD42228-5B96-4A72-B268-C46DF994E6B7}" dt="2024-01-23T00:17:52.057" v="10631" actId="478"/>
          <ac:spMkLst>
            <pc:docMk/>
            <pc:sldMk cId="3318823025" sldId="876"/>
            <ac:spMk id="32" creationId="{8D9F3527-1EDE-F769-6D36-FD62BC175F9A}"/>
          </ac:spMkLst>
        </pc:spChg>
        <pc:spChg chg="add mod">
          <ac:chgData name="Palit, Tapti" userId="dec6fbcd-7598-406a-8cbf-504d4a3bac15" providerId="ADAL" clId="{ECD42228-5B96-4A72-B268-C46DF994E6B7}" dt="2024-01-23T00:29:41.424" v="10813" actId="1076"/>
          <ac:spMkLst>
            <pc:docMk/>
            <pc:sldMk cId="3318823025" sldId="876"/>
            <ac:spMk id="36" creationId="{04E25AA4-9E2C-BD11-0AB8-86C10CCD6526}"/>
          </ac:spMkLst>
        </pc:spChg>
        <pc:spChg chg="add mod">
          <ac:chgData name="Palit, Tapti" userId="dec6fbcd-7598-406a-8cbf-504d4a3bac15" providerId="ADAL" clId="{ECD42228-5B96-4A72-B268-C46DF994E6B7}" dt="2024-01-23T00:34:37.316" v="10899" actId="14100"/>
          <ac:spMkLst>
            <pc:docMk/>
            <pc:sldMk cId="3318823025" sldId="876"/>
            <ac:spMk id="38" creationId="{8564AB84-C332-8635-7752-381F8B716608}"/>
          </ac:spMkLst>
        </pc:spChg>
        <pc:spChg chg="add mod">
          <ac:chgData name="Palit, Tapti" userId="dec6fbcd-7598-406a-8cbf-504d4a3bac15" providerId="ADAL" clId="{ECD42228-5B96-4A72-B268-C46DF994E6B7}" dt="2024-01-23T00:32:21.755" v="10865" actId="20577"/>
          <ac:spMkLst>
            <pc:docMk/>
            <pc:sldMk cId="3318823025" sldId="876"/>
            <ac:spMk id="41" creationId="{0DB7EB89-FE14-2D31-B8A8-43E03DCD7BC8}"/>
          </ac:spMkLst>
        </pc:spChg>
        <pc:picChg chg="del">
          <ac:chgData name="Palit, Tapti" userId="dec6fbcd-7598-406a-8cbf-504d4a3bac15" providerId="ADAL" clId="{ECD42228-5B96-4A72-B268-C46DF994E6B7}" dt="2024-01-23T00:17:47.295" v="10629" actId="478"/>
          <ac:picMkLst>
            <pc:docMk/>
            <pc:sldMk cId="3318823025" sldId="876"/>
            <ac:picMk id="30" creationId="{F696AE7E-520D-50CF-F761-34E3CBEE2776}"/>
          </ac:picMkLst>
        </pc:picChg>
        <pc:picChg chg="del">
          <ac:chgData name="Palit, Tapti" userId="dec6fbcd-7598-406a-8cbf-504d4a3bac15" providerId="ADAL" clId="{ECD42228-5B96-4A72-B268-C46DF994E6B7}" dt="2024-01-23T00:17:47.295" v="10629" actId="478"/>
          <ac:picMkLst>
            <pc:docMk/>
            <pc:sldMk cId="3318823025" sldId="876"/>
            <ac:picMk id="1026" creationId="{0F4AE3E8-89B0-E534-CDFB-93D44DD83B5C}"/>
          </ac:picMkLst>
        </pc:picChg>
        <pc:picChg chg="mod">
          <ac:chgData name="Palit, Tapti" userId="dec6fbcd-7598-406a-8cbf-504d4a3bac15" providerId="ADAL" clId="{ECD42228-5B96-4A72-B268-C46DF994E6B7}" dt="2024-01-23T00:30:40.386" v="10826" actId="1076"/>
          <ac:picMkLst>
            <pc:docMk/>
            <pc:sldMk cId="3318823025" sldId="876"/>
            <ac:picMk id="1028" creationId="{E9722519-4CBB-170E-1D2E-CD42605796C6}"/>
          </ac:picMkLst>
        </pc:picChg>
        <pc:cxnChg chg="del">
          <ac:chgData name="Palit, Tapti" userId="dec6fbcd-7598-406a-8cbf-504d4a3bac15" providerId="ADAL" clId="{ECD42228-5B96-4A72-B268-C46DF994E6B7}" dt="2024-01-23T00:17:47.295" v="10629" actId="478"/>
          <ac:cxnSpMkLst>
            <pc:docMk/>
            <pc:sldMk cId="3318823025" sldId="876"/>
            <ac:cxnSpMk id="17" creationId="{AB58CB26-294B-CB29-4F2F-26AD9CB8CF58}"/>
          </ac:cxnSpMkLst>
        </pc:cxnChg>
        <pc:cxnChg chg="del">
          <ac:chgData name="Palit, Tapti" userId="dec6fbcd-7598-406a-8cbf-504d4a3bac15" providerId="ADAL" clId="{ECD42228-5B96-4A72-B268-C46DF994E6B7}" dt="2024-01-23T00:17:47.295" v="10629" actId="478"/>
          <ac:cxnSpMkLst>
            <pc:docMk/>
            <pc:sldMk cId="3318823025" sldId="876"/>
            <ac:cxnSpMk id="18" creationId="{7E0151AE-6C37-77F7-07F4-D1564417028F}"/>
          </ac:cxnSpMkLst>
        </pc:cxnChg>
        <pc:cxnChg chg="add mod">
          <ac:chgData name="Palit, Tapti" userId="dec6fbcd-7598-406a-8cbf-504d4a3bac15" providerId="ADAL" clId="{ECD42228-5B96-4A72-B268-C46DF994E6B7}" dt="2024-01-23T00:30:00.322" v="10823" actId="692"/>
          <ac:cxnSpMkLst>
            <pc:docMk/>
            <pc:sldMk cId="3318823025" sldId="876"/>
            <ac:cxnSpMk id="19" creationId="{3C5F54A0-FC0F-C40C-B302-D2BE2CC49D12}"/>
          </ac:cxnSpMkLst>
        </pc:cxnChg>
        <pc:cxnChg chg="add mod">
          <ac:chgData name="Palit, Tapti" userId="dec6fbcd-7598-406a-8cbf-504d4a3bac15" providerId="ADAL" clId="{ECD42228-5B96-4A72-B268-C46DF994E6B7}" dt="2024-01-23T00:30:03.469" v="10824" actId="692"/>
          <ac:cxnSpMkLst>
            <pc:docMk/>
            <pc:sldMk cId="3318823025" sldId="876"/>
            <ac:cxnSpMk id="20" creationId="{5017863F-01ED-7D30-22EA-245A56992907}"/>
          </ac:cxnSpMkLst>
        </pc:cxnChg>
        <pc:cxnChg chg="del">
          <ac:chgData name="Palit, Tapti" userId="dec6fbcd-7598-406a-8cbf-504d4a3bac15" providerId="ADAL" clId="{ECD42228-5B96-4A72-B268-C46DF994E6B7}" dt="2024-01-23T00:17:47.295" v="10629" actId="478"/>
          <ac:cxnSpMkLst>
            <pc:docMk/>
            <pc:sldMk cId="3318823025" sldId="876"/>
            <ac:cxnSpMk id="25" creationId="{57E3192A-90F3-7707-BFE5-B90D7894389B}"/>
          </ac:cxnSpMkLst>
        </pc:cxnChg>
        <pc:cxnChg chg="del">
          <ac:chgData name="Palit, Tapti" userId="dec6fbcd-7598-406a-8cbf-504d4a3bac15" providerId="ADAL" clId="{ECD42228-5B96-4A72-B268-C46DF994E6B7}" dt="2024-01-23T00:17:47.295" v="10629" actId="478"/>
          <ac:cxnSpMkLst>
            <pc:docMk/>
            <pc:sldMk cId="3318823025" sldId="876"/>
            <ac:cxnSpMk id="27" creationId="{3D0A41F0-EA52-7840-FABF-27A5D9D2D103}"/>
          </ac:cxnSpMkLst>
        </pc:cxnChg>
        <pc:cxnChg chg="add mod">
          <ac:chgData name="Palit, Tapti" userId="dec6fbcd-7598-406a-8cbf-504d4a3bac15" providerId="ADAL" clId="{ECD42228-5B96-4A72-B268-C46DF994E6B7}" dt="2024-01-23T00:32:04.763" v="10854" actId="14100"/>
          <ac:cxnSpMkLst>
            <pc:docMk/>
            <pc:sldMk cId="3318823025" sldId="876"/>
            <ac:cxnSpMk id="34" creationId="{A5EB6FF9-E685-3E6F-E4AE-3253611CED26}"/>
          </ac:cxnSpMkLst>
        </pc:cxnChg>
        <pc:cxnChg chg="del">
          <ac:chgData name="Palit, Tapti" userId="dec6fbcd-7598-406a-8cbf-504d4a3bac15" providerId="ADAL" clId="{ECD42228-5B96-4A72-B268-C46DF994E6B7}" dt="2024-01-23T00:17:47.295" v="10629" actId="478"/>
          <ac:cxnSpMkLst>
            <pc:docMk/>
            <pc:sldMk cId="3318823025" sldId="876"/>
            <ac:cxnSpMk id="35" creationId="{AA12FFF8-46ED-7748-1BBC-B480F13D50B1}"/>
          </ac:cxnSpMkLst>
        </pc:cxnChg>
      </pc:sldChg>
      <pc:sldChg chg="addSp delSp modSp add del mod delAnim modAnim modNotesTx">
        <pc:chgData name="Palit, Tapti" userId="dec6fbcd-7598-406a-8cbf-504d4a3bac15" providerId="ADAL" clId="{ECD42228-5B96-4A72-B268-C46DF994E6B7}" dt="2024-01-25T01:33:10.127" v="45385" actId="2696"/>
        <pc:sldMkLst>
          <pc:docMk/>
          <pc:sldMk cId="199416346" sldId="877"/>
        </pc:sldMkLst>
        <pc:spChg chg="mod">
          <ac:chgData name="Palit, Tapti" userId="dec6fbcd-7598-406a-8cbf-504d4a3bac15" providerId="ADAL" clId="{ECD42228-5B96-4A72-B268-C46DF994E6B7}" dt="2024-01-23T00:35:24.360" v="10915" actId="20577"/>
          <ac:spMkLst>
            <pc:docMk/>
            <pc:sldMk cId="199416346" sldId="877"/>
            <ac:spMk id="3" creationId="{A4639FD3-4045-0546-F61C-4BCF8BB9F26E}"/>
          </ac:spMkLst>
        </pc:spChg>
        <pc:spChg chg="add mod">
          <ac:chgData name="Palit, Tapti" userId="dec6fbcd-7598-406a-8cbf-504d4a3bac15" providerId="ADAL" clId="{ECD42228-5B96-4A72-B268-C46DF994E6B7}" dt="2024-01-23T00:36:26.467" v="10956" actId="1076"/>
          <ac:spMkLst>
            <pc:docMk/>
            <pc:sldMk cId="199416346" sldId="877"/>
            <ac:spMk id="6" creationId="{B256A711-8D5D-315A-DA1E-C714E84C07BD}"/>
          </ac:spMkLst>
        </pc:spChg>
        <pc:spChg chg="del mod">
          <ac:chgData name="Palit, Tapti" userId="dec6fbcd-7598-406a-8cbf-504d4a3bac15" providerId="ADAL" clId="{ECD42228-5B96-4A72-B268-C46DF994E6B7}" dt="2024-01-23T14:11:36.510" v="22208" actId="478"/>
          <ac:spMkLst>
            <pc:docMk/>
            <pc:sldMk cId="199416346" sldId="877"/>
            <ac:spMk id="9" creationId="{776F7550-BD12-3D30-57A8-288CB9028E51}"/>
          </ac:spMkLst>
        </pc:spChg>
        <pc:spChg chg="add mod">
          <ac:chgData name="Palit, Tapti" userId="dec6fbcd-7598-406a-8cbf-504d4a3bac15" providerId="ADAL" clId="{ECD42228-5B96-4A72-B268-C46DF994E6B7}" dt="2024-01-23T14:11:36.510" v="22208" actId="478"/>
          <ac:spMkLst>
            <pc:docMk/>
            <pc:sldMk cId="199416346" sldId="877"/>
            <ac:spMk id="13" creationId="{656D8AC2-F715-D0AF-CCB9-7971BFA47404}"/>
          </ac:spMkLst>
        </pc:spChg>
        <pc:spChg chg="mod">
          <ac:chgData name="Palit, Tapti" userId="dec6fbcd-7598-406a-8cbf-504d4a3bac15" providerId="ADAL" clId="{ECD42228-5B96-4A72-B268-C46DF994E6B7}" dt="2024-01-24T02:25:00.263" v="35301" actId="207"/>
          <ac:spMkLst>
            <pc:docMk/>
            <pc:sldMk cId="199416346" sldId="877"/>
            <ac:spMk id="29" creationId="{29E4DC29-25B8-9243-5458-3EC0DAFDC3C6}"/>
          </ac:spMkLst>
        </pc:spChg>
      </pc:sldChg>
      <pc:sldChg chg="addSp delSp modSp add mod delAnim modAnim addCm delCm">
        <pc:chgData name="Palit, Tapti" userId="dec6fbcd-7598-406a-8cbf-504d4a3bac15" providerId="ADAL" clId="{ECD42228-5B96-4A72-B268-C46DF994E6B7}" dt="2024-01-16T19:49:53.579" v="7774" actId="113"/>
        <pc:sldMkLst>
          <pc:docMk/>
          <pc:sldMk cId="827043054" sldId="877"/>
        </pc:sldMkLst>
        <pc:spChg chg="add del">
          <ac:chgData name="Palit, Tapti" userId="dec6fbcd-7598-406a-8cbf-504d4a3bac15" providerId="ADAL" clId="{ECD42228-5B96-4A72-B268-C46DF994E6B7}" dt="2024-01-16T18:49:24.911" v="7180" actId="478"/>
          <ac:spMkLst>
            <pc:docMk/>
            <pc:sldMk cId="827043054" sldId="877"/>
            <ac:spMk id="2" creationId="{5331F909-ED14-5E9B-0948-7FB76FB6F640}"/>
          </ac:spMkLst>
        </pc:spChg>
        <pc:spChg chg="mod">
          <ac:chgData name="Palit, Tapti" userId="dec6fbcd-7598-406a-8cbf-504d4a3bac15" providerId="ADAL" clId="{ECD42228-5B96-4A72-B268-C46DF994E6B7}" dt="2024-01-16T19:16:57.863" v="7397" actId="20577"/>
          <ac:spMkLst>
            <pc:docMk/>
            <pc:sldMk cId="827043054" sldId="877"/>
            <ac:spMk id="3" creationId="{F97B2BB2-BFBD-8019-A7CA-D1CFD8FFCFA7}"/>
          </ac:spMkLst>
        </pc:spChg>
        <pc:spChg chg="add mod">
          <ac:chgData name="Palit, Tapti" userId="dec6fbcd-7598-406a-8cbf-504d4a3bac15" providerId="ADAL" clId="{ECD42228-5B96-4A72-B268-C46DF994E6B7}" dt="2024-01-16T19:34:11.870" v="7693" actId="20577"/>
          <ac:spMkLst>
            <pc:docMk/>
            <pc:sldMk cId="827043054" sldId="877"/>
            <ac:spMk id="6" creationId="{27000B85-CAB2-448B-DDEA-FF2D1F5EF871}"/>
          </ac:spMkLst>
        </pc:spChg>
        <pc:spChg chg="mod">
          <ac:chgData name="Palit, Tapti" userId="dec6fbcd-7598-406a-8cbf-504d4a3bac15" providerId="ADAL" clId="{ECD42228-5B96-4A72-B268-C46DF994E6B7}" dt="2024-01-16T18:44:12.020" v="7142" actId="20577"/>
          <ac:spMkLst>
            <pc:docMk/>
            <pc:sldMk cId="827043054" sldId="877"/>
            <ac:spMk id="9" creationId="{45E2616E-235F-703B-F01A-94D5E9BAA98D}"/>
          </ac:spMkLst>
        </pc:spChg>
        <pc:spChg chg="add mod">
          <ac:chgData name="Palit, Tapti" userId="dec6fbcd-7598-406a-8cbf-504d4a3bac15" providerId="ADAL" clId="{ECD42228-5B96-4A72-B268-C46DF994E6B7}" dt="2024-01-16T18:55:18.441" v="7224" actId="164"/>
          <ac:spMkLst>
            <pc:docMk/>
            <pc:sldMk cId="827043054" sldId="877"/>
            <ac:spMk id="22" creationId="{937CB56E-881C-22FE-C661-C4B7C0A472B5}"/>
          </ac:spMkLst>
        </pc:spChg>
        <pc:spChg chg="del">
          <ac:chgData name="Palit, Tapti" userId="dec6fbcd-7598-406a-8cbf-504d4a3bac15" providerId="ADAL" clId="{ECD42228-5B96-4A72-B268-C46DF994E6B7}" dt="2024-01-16T18:41:18.614" v="7065" actId="478"/>
          <ac:spMkLst>
            <pc:docMk/>
            <pc:sldMk cId="827043054" sldId="877"/>
            <ac:spMk id="31" creationId="{D96DB06E-09E5-833E-0BC3-A9C505DC584E}"/>
          </ac:spMkLst>
        </pc:spChg>
        <pc:spChg chg="del">
          <ac:chgData name="Palit, Tapti" userId="dec6fbcd-7598-406a-8cbf-504d4a3bac15" providerId="ADAL" clId="{ECD42228-5B96-4A72-B268-C46DF994E6B7}" dt="2024-01-16T18:41:25.249" v="7067" actId="478"/>
          <ac:spMkLst>
            <pc:docMk/>
            <pc:sldMk cId="827043054" sldId="877"/>
            <ac:spMk id="33" creationId="{D24A23FD-CA18-5366-568C-E106460D0D34}"/>
          </ac:spMkLst>
        </pc:spChg>
        <pc:spChg chg="del">
          <ac:chgData name="Palit, Tapti" userId="dec6fbcd-7598-406a-8cbf-504d4a3bac15" providerId="ADAL" clId="{ECD42228-5B96-4A72-B268-C46DF994E6B7}" dt="2024-01-16T18:41:21.224" v="7066" actId="478"/>
          <ac:spMkLst>
            <pc:docMk/>
            <pc:sldMk cId="827043054" sldId="877"/>
            <ac:spMk id="34" creationId="{AA6C6F47-9B53-DBB9-3B2B-193C25420266}"/>
          </ac:spMkLst>
        </pc:spChg>
        <pc:spChg chg="del">
          <ac:chgData name="Palit, Tapti" userId="dec6fbcd-7598-406a-8cbf-504d4a3bac15" providerId="ADAL" clId="{ECD42228-5B96-4A72-B268-C46DF994E6B7}" dt="2024-01-16T18:44:38.607" v="7143" actId="478"/>
          <ac:spMkLst>
            <pc:docMk/>
            <pc:sldMk cId="827043054" sldId="877"/>
            <ac:spMk id="35" creationId="{81E105AE-52AC-E35A-BFC3-B32AA56B6763}"/>
          </ac:spMkLst>
        </pc:spChg>
        <pc:spChg chg="del">
          <ac:chgData name="Palit, Tapti" userId="dec6fbcd-7598-406a-8cbf-504d4a3bac15" providerId="ADAL" clId="{ECD42228-5B96-4A72-B268-C46DF994E6B7}" dt="2024-01-16T18:41:18.614" v="7065" actId="478"/>
          <ac:spMkLst>
            <pc:docMk/>
            <pc:sldMk cId="827043054" sldId="877"/>
            <ac:spMk id="38" creationId="{5C810122-060A-A3D4-BF1C-4BD977A009F9}"/>
          </ac:spMkLst>
        </pc:spChg>
        <pc:spChg chg="add mod ord">
          <ac:chgData name="Palit, Tapti" userId="dec6fbcd-7598-406a-8cbf-504d4a3bac15" providerId="ADAL" clId="{ECD42228-5B96-4A72-B268-C46DF994E6B7}" dt="2024-01-16T19:00:32.905" v="7268" actId="164"/>
          <ac:spMkLst>
            <pc:docMk/>
            <pc:sldMk cId="827043054" sldId="877"/>
            <ac:spMk id="42" creationId="{D9B509EE-27CE-CAEB-F776-B9635BCD785E}"/>
          </ac:spMkLst>
        </pc:spChg>
        <pc:spChg chg="add mod ord">
          <ac:chgData name="Palit, Tapti" userId="dec6fbcd-7598-406a-8cbf-504d4a3bac15" providerId="ADAL" clId="{ECD42228-5B96-4A72-B268-C46DF994E6B7}" dt="2024-01-16T19:00:32.905" v="7268" actId="164"/>
          <ac:spMkLst>
            <pc:docMk/>
            <pc:sldMk cId="827043054" sldId="877"/>
            <ac:spMk id="43" creationId="{8D390DE5-EADA-A398-24B8-1711DFB615DD}"/>
          </ac:spMkLst>
        </pc:spChg>
        <pc:spChg chg="add del mod">
          <ac:chgData name="Palit, Tapti" userId="dec6fbcd-7598-406a-8cbf-504d4a3bac15" providerId="ADAL" clId="{ECD42228-5B96-4A72-B268-C46DF994E6B7}" dt="2024-01-16T18:49:17.964" v="7179" actId="478"/>
          <ac:spMkLst>
            <pc:docMk/>
            <pc:sldMk cId="827043054" sldId="877"/>
            <ac:spMk id="45" creationId="{8A244D01-2CF2-8DBD-ED6C-68D2ED765CA1}"/>
          </ac:spMkLst>
        </pc:spChg>
        <pc:spChg chg="del">
          <ac:chgData name="Palit, Tapti" userId="dec6fbcd-7598-406a-8cbf-504d4a3bac15" providerId="ADAL" clId="{ECD42228-5B96-4A72-B268-C46DF994E6B7}" dt="2024-01-16T18:49:30.302" v="7182" actId="478"/>
          <ac:spMkLst>
            <pc:docMk/>
            <pc:sldMk cId="827043054" sldId="877"/>
            <ac:spMk id="46" creationId="{E49E3ACC-2814-43AE-02AE-4FCB76619508}"/>
          </ac:spMkLst>
        </pc:spChg>
        <pc:spChg chg="del">
          <ac:chgData name="Palit, Tapti" userId="dec6fbcd-7598-406a-8cbf-504d4a3bac15" providerId="ADAL" clId="{ECD42228-5B96-4A72-B268-C46DF994E6B7}" dt="2024-01-16T18:42:01.653" v="7077" actId="478"/>
          <ac:spMkLst>
            <pc:docMk/>
            <pc:sldMk cId="827043054" sldId="877"/>
            <ac:spMk id="47" creationId="{EA0A921E-16B8-A7D4-D6E9-F3000A291622}"/>
          </ac:spMkLst>
        </pc:spChg>
        <pc:spChg chg="add del mod">
          <ac:chgData name="Palit, Tapti" userId="dec6fbcd-7598-406a-8cbf-504d4a3bac15" providerId="ADAL" clId="{ECD42228-5B96-4A72-B268-C46DF994E6B7}" dt="2024-01-16T18:49:27.788" v="7181" actId="478"/>
          <ac:spMkLst>
            <pc:docMk/>
            <pc:sldMk cId="827043054" sldId="877"/>
            <ac:spMk id="49" creationId="{1C95375A-392D-709A-EA92-D0E673CCD79F}"/>
          </ac:spMkLst>
        </pc:spChg>
        <pc:spChg chg="add mod">
          <ac:chgData name="Palit, Tapti" userId="dec6fbcd-7598-406a-8cbf-504d4a3bac15" providerId="ADAL" clId="{ECD42228-5B96-4A72-B268-C46DF994E6B7}" dt="2024-01-16T18:49:38.443" v="7184" actId="1076"/>
          <ac:spMkLst>
            <pc:docMk/>
            <pc:sldMk cId="827043054" sldId="877"/>
            <ac:spMk id="50" creationId="{FAD414A3-F182-FC5F-BF1E-03CA78681F3C}"/>
          </ac:spMkLst>
        </pc:spChg>
        <pc:spChg chg="add mod">
          <ac:chgData name="Palit, Tapti" userId="dec6fbcd-7598-406a-8cbf-504d4a3bac15" providerId="ADAL" clId="{ECD42228-5B96-4A72-B268-C46DF994E6B7}" dt="2024-01-16T18:49:38.443" v="7184" actId="1076"/>
          <ac:spMkLst>
            <pc:docMk/>
            <pc:sldMk cId="827043054" sldId="877"/>
            <ac:spMk id="51" creationId="{F5BB0FC3-8FF1-2E84-1CA5-C444E5C31519}"/>
          </ac:spMkLst>
        </pc:spChg>
        <pc:spChg chg="add mod">
          <ac:chgData name="Palit, Tapti" userId="dec6fbcd-7598-406a-8cbf-504d4a3bac15" providerId="ADAL" clId="{ECD42228-5B96-4A72-B268-C46DF994E6B7}" dt="2024-01-16T18:49:38.443" v="7184" actId="1076"/>
          <ac:spMkLst>
            <pc:docMk/>
            <pc:sldMk cId="827043054" sldId="877"/>
            <ac:spMk id="52" creationId="{A8472B19-C6C7-0DE2-3D65-AEAC3C600F76}"/>
          </ac:spMkLst>
        </pc:spChg>
        <pc:spChg chg="add mod">
          <ac:chgData name="Palit, Tapti" userId="dec6fbcd-7598-406a-8cbf-504d4a3bac15" providerId="ADAL" clId="{ECD42228-5B96-4A72-B268-C46DF994E6B7}" dt="2024-01-16T18:49:38.443" v="7184" actId="1076"/>
          <ac:spMkLst>
            <pc:docMk/>
            <pc:sldMk cId="827043054" sldId="877"/>
            <ac:spMk id="53" creationId="{AA92F96D-6F4D-ED90-15F1-9A20D448FD70}"/>
          </ac:spMkLst>
        </pc:spChg>
        <pc:spChg chg="add mod">
          <ac:chgData name="Palit, Tapti" userId="dec6fbcd-7598-406a-8cbf-504d4a3bac15" providerId="ADAL" clId="{ECD42228-5B96-4A72-B268-C46DF994E6B7}" dt="2024-01-16T18:49:38.443" v="7184" actId="1076"/>
          <ac:spMkLst>
            <pc:docMk/>
            <pc:sldMk cId="827043054" sldId="877"/>
            <ac:spMk id="54" creationId="{E46015FA-2818-FE4D-EAC5-7F422D640DA0}"/>
          </ac:spMkLst>
        </pc:spChg>
        <pc:spChg chg="add mod ord">
          <ac:chgData name="Palit, Tapti" userId="dec6fbcd-7598-406a-8cbf-504d4a3bac15" providerId="ADAL" clId="{ECD42228-5B96-4A72-B268-C46DF994E6B7}" dt="2024-01-16T19:00:32.905" v="7268" actId="164"/>
          <ac:spMkLst>
            <pc:docMk/>
            <pc:sldMk cId="827043054" sldId="877"/>
            <ac:spMk id="55" creationId="{6D899612-B314-186D-290B-43A801D0DAE2}"/>
          </ac:spMkLst>
        </pc:spChg>
        <pc:spChg chg="add mod ord">
          <ac:chgData name="Palit, Tapti" userId="dec6fbcd-7598-406a-8cbf-504d4a3bac15" providerId="ADAL" clId="{ECD42228-5B96-4A72-B268-C46DF994E6B7}" dt="2024-01-16T19:00:32.905" v="7268" actId="164"/>
          <ac:spMkLst>
            <pc:docMk/>
            <pc:sldMk cId="827043054" sldId="877"/>
            <ac:spMk id="56" creationId="{52D5E54B-D360-D2A3-DD84-18442CE6B137}"/>
          </ac:spMkLst>
        </pc:spChg>
        <pc:spChg chg="add mod">
          <ac:chgData name="Palit, Tapti" userId="dec6fbcd-7598-406a-8cbf-504d4a3bac15" providerId="ADAL" clId="{ECD42228-5B96-4A72-B268-C46DF994E6B7}" dt="2024-01-16T19:00:32.905" v="7268" actId="164"/>
          <ac:spMkLst>
            <pc:docMk/>
            <pc:sldMk cId="827043054" sldId="877"/>
            <ac:spMk id="63" creationId="{8B1E9497-4829-B319-0AA1-D9728B0F8D00}"/>
          </ac:spMkLst>
        </pc:spChg>
        <pc:spChg chg="add mod">
          <ac:chgData name="Palit, Tapti" userId="dec6fbcd-7598-406a-8cbf-504d4a3bac15" providerId="ADAL" clId="{ECD42228-5B96-4A72-B268-C46DF994E6B7}" dt="2024-01-16T19:00:32.905" v="7268" actId="164"/>
          <ac:spMkLst>
            <pc:docMk/>
            <pc:sldMk cId="827043054" sldId="877"/>
            <ac:spMk id="64" creationId="{223685C6-EF83-A54B-CE1B-2337FECEAAE9}"/>
          </ac:spMkLst>
        </pc:spChg>
        <pc:spChg chg="add mod">
          <ac:chgData name="Palit, Tapti" userId="dec6fbcd-7598-406a-8cbf-504d4a3bac15" providerId="ADAL" clId="{ECD42228-5B96-4A72-B268-C46DF994E6B7}" dt="2024-01-16T19:04:55.526" v="7278" actId="14100"/>
          <ac:spMkLst>
            <pc:docMk/>
            <pc:sldMk cId="827043054" sldId="877"/>
            <ac:spMk id="66" creationId="{6688BE9A-AD2A-E815-B665-4E16E5FF865F}"/>
          </ac:spMkLst>
        </pc:spChg>
        <pc:spChg chg="add mod">
          <ac:chgData name="Palit, Tapti" userId="dec6fbcd-7598-406a-8cbf-504d4a3bac15" providerId="ADAL" clId="{ECD42228-5B96-4A72-B268-C46DF994E6B7}" dt="2024-01-16T19:06:48.337" v="7297" actId="164"/>
          <ac:spMkLst>
            <pc:docMk/>
            <pc:sldMk cId="827043054" sldId="877"/>
            <ac:spMk id="67" creationId="{3F03F47A-5F86-1C1B-C572-3BDC5B3903B5}"/>
          </ac:spMkLst>
        </pc:spChg>
        <pc:spChg chg="add mod">
          <ac:chgData name="Palit, Tapti" userId="dec6fbcd-7598-406a-8cbf-504d4a3bac15" providerId="ADAL" clId="{ECD42228-5B96-4A72-B268-C46DF994E6B7}" dt="2024-01-16T19:06:48.337" v="7297" actId="164"/>
          <ac:spMkLst>
            <pc:docMk/>
            <pc:sldMk cId="827043054" sldId="877"/>
            <ac:spMk id="68" creationId="{80A5AA9E-7C1F-A769-4339-2C1A8E7204E0}"/>
          </ac:spMkLst>
        </pc:spChg>
        <pc:spChg chg="add mod">
          <ac:chgData name="Palit, Tapti" userId="dec6fbcd-7598-406a-8cbf-504d4a3bac15" providerId="ADAL" clId="{ECD42228-5B96-4A72-B268-C46DF994E6B7}" dt="2024-01-16T19:06:48.337" v="7297" actId="164"/>
          <ac:spMkLst>
            <pc:docMk/>
            <pc:sldMk cId="827043054" sldId="877"/>
            <ac:spMk id="69" creationId="{6A77998C-3124-B9CC-B2D0-0D4104E04761}"/>
          </ac:spMkLst>
        </pc:spChg>
        <pc:spChg chg="add mod">
          <ac:chgData name="Palit, Tapti" userId="dec6fbcd-7598-406a-8cbf-504d4a3bac15" providerId="ADAL" clId="{ECD42228-5B96-4A72-B268-C46DF994E6B7}" dt="2024-01-16T19:06:48.337" v="7297" actId="164"/>
          <ac:spMkLst>
            <pc:docMk/>
            <pc:sldMk cId="827043054" sldId="877"/>
            <ac:spMk id="77" creationId="{402BFDC3-0ABE-477B-886E-F11E9CE25560}"/>
          </ac:spMkLst>
        </pc:spChg>
        <pc:spChg chg="add mod">
          <ac:chgData name="Palit, Tapti" userId="dec6fbcd-7598-406a-8cbf-504d4a3bac15" providerId="ADAL" clId="{ECD42228-5B96-4A72-B268-C46DF994E6B7}" dt="2024-01-16T19:06:48.337" v="7297" actId="164"/>
          <ac:spMkLst>
            <pc:docMk/>
            <pc:sldMk cId="827043054" sldId="877"/>
            <ac:spMk id="78" creationId="{5C09D4CF-1009-A39C-68AB-02242782DA32}"/>
          </ac:spMkLst>
        </pc:spChg>
        <pc:spChg chg="add mod">
          <ac:chgData name="Palit, Tapti" userId="dec6fbcd-7598-406a-8cbf-504d4a3bac15" providerId="ADAL" clId="{ECD42228-5B96-4A72-B268-C46DF994E6B7}" dt="2024-01-16T19:07:24.111" v="7301" actId="14100"/>
          <ac:spMkLst>
            <pc:docMk/>
            <pc:sldMk cId="827043054" sldId="877"/>
            <ac:spMk id="80" creationId="{082E490B-EF7D-E5DC-618E-6792DA0C762F}"/>
          </ac:spMkLst>
        </pc:spChg>
        <pc:spChg chg="add mod">
          <ac:chgData name="Palit, Tapti" userId="dec6fbcd-7598-406a-8cbf-504d4a3bac15" providerId="ADAL" clId="{ECD42228-5B96-4A72-B268-C46DF994E6B7}" dt="2024-01-16T19:17:32.505" v="7402" actId="692"/>
          <ac:spMkLst>
            <pc:docMk/>
            <pc:sldMk cId="827043054" sldId="877"/>
            <ac:spMk id="81" creationId="{83957C71-328E-7043-A7C6-637BF15AAE42}"/>
          </ac:spMkLst>
        </pc:spChg>
        <pc:spChg chg="add mod">
          <ac:chgData name="Palit, Tapti" userId="dec6fbcd-7598-406a-8cbf-504d4a3bac15" providerId="ADAL" clId="{ECD42228-5B96-4A72-B268-C46DF994E6B7}" dt="2024-01-16T19:29:41.250" v="7507" actId="14100"/>
          <ac:spMkLst>
            <pc:docMk/>
            <pc:sldMk cId="827043054" sldId="877"/>
            <ac:spMk id="82" creationId="{D5553777-1066-617F-4627-250982CC9EFF}"/>
          </ac:spMkLst>
        </pc:spChg>
        <pc:spChg chg="add del mod">
          <ac:chgData name="Palit, Tapti" userId="dec6fbcd-7598-406a-8cbf-504d4a3bac15" providerId="ADAL" clId="{ECD42228-5B96-4A72-B268-C46DF994E6B7}" dt="2024-01-16T19:21:45.294" v="7492" actId="478"/>
          <ac:spMkLst>
            <pc:docMk/>
            <pc:sldMk cId="827043054" sldId="877"/>
            <ac:spMk id="86" creationId="{908388A2-5DA7-5614-E716-1BC35AE2C64B}"/>
          </ac:spMkLst>
        </pc:spChg>
        <pc:spChg chg="add mod">
          <ac:chgData name="Palit, Tapti" userId="dec6fbcd-7598-406a-8cbf-504d4a3bac15" providerId="ADAL" clId="{ECD42228-5B96-4A72-B268-C46DF994E6B7}" dt="2024-01-16T19:49:45.383" v="7772" actId="1076"/>
          <ac:spMkLst>
            <pc:docMk/>
            <pc:sldMk cId="827043054" sldId="877"/>
            <ac:spMk id="89" creationId="{B2613BB0-429B-C509-A63C-B554226BB0DE}"/>
          </ac:spMkLst>
        </pc:spChg>
        <pc:spChg chg="add mod">
          <ac:chgData name="Palit, Tapti" userId="dec6fbcd-7598-406a-8cbf-504d4a3bac15" providerId="ADAL" clId="{ECD42228-5B96-4A72-B268-C46DF994E6B7}" dt="2024-01-16T19:49:45.383" v="7772" actId="1076"/>
          <ac:spMkLst>
            <pc:docMk/>
            <pc:sldMk cId="827043054" sldId="877"/>
            <ac:spMk id="90" creationId="{A66C9BFD-E43D-1775-3A32-C1035BD32ECC}"/>
          </ac:spMkLst>
        </pc:spChg>
        <pc:grpChg chg="del">
          <ac:chgData name="Palit, Tapti" userId="dec6fbcd-7598-406a-8cbf-504d4a3bac15" providerId="ADAL" clId="{ECD42228-5B96-4A72-B268-C46DF994E6B7}" dt="2024-01-16T18:44:38.607" v="7143" actId="478"/>
          <ac:grpSpMkLst>
            <pc:docMk/>
            <pc:sldMk cId="827043054" sldId="877"/>
            <ac:grpSpMk id="32" creationId="{93AEE048-C2B2-ADC0-DD28-61D6E1740D71}"/>
          </ac:grpSpMkLst>
        </pc:grpChg>
        <pc:grpChg chg="add mod">
          <ac:chgData name="Palit, Tapti" userId="dec6fbcd-7598-406a-8cbf-504d4a3bac15" providerId="ADAL" clId="{ECD42228-5B96-4A72-B268-C46DF994E6B7}" dt="2024-01-16T18:55:18.441" v="7224" actId="164"/>
          <ac:grpSpMkLst>
            <pc:docMk/>
            <pc:sldMk cId="827043054" sldId="877"/>
            <ac:grpSpMk id="60" creationId="{AA8A736C-54DF-CB01-4150-A652DE8A4593}"/>
          </ac:grpSpMkLst>
        </pc:grpChg>
        <pc:grpChg chg="add mod">
          <ac:chgData name="Palit, Tapti" userId="dec6fbcd-7598-406a-8cbf-504d4a3bac15" providerId="ADAL" clId="{ECD42228-5B96-4A72-B268-C46DF994E6B7}" dt="2024-01-16T19:00:32.905" v="7268" actId="164"/>
          <ac:grpSpMkLst>
            <pc:docMk/>
            <pc:sldMk cId="827043054" sldId="877"/>
            <ac:grpSpMk id="65" creationId="{63930E89-B354-D80A-2B1E-E0BF41C197A6}"/>
          </ac:grpSpMkLst>
        </pc:grpChg>
        <pc:grpChg chg="add mod">
          <ac:chgData name="Palit, Tapti" userId="dec6fbcd-7598-406a-8cbf-504d4a3bac15" providerId="ADAL" clId="{ECD42228-5B96-4A72-B268-C46DF994E6B7}" dt="2024-01-16T19:06:48.337" v="7297" actId="164"/>
          <ac:grpSpMkLst>
            <pc:docMk/>
            <pc:sldMk cId="827043054" sldId="877"/>
            <ac:grpSpMk id="79" creationId="{228906D9-2491-6B48-D71C-E24BE67E8335}"/>
          </ac:grpSpMkLst>
        </pc:grpChg>
        <pc:graphicFrameChg chg="add mod modGraphic">
          <ac:chgData name="Palit, Tapti" userId="dec6fbcd-7598-406a-8cbf-504d4a3bac15" providerId="ADAL" clId="{ECD42228-5B96-4A72-B268-C46DF994E6B7}" dt="2024-01-16T19:49:53.579" v="7774" actId="113"/>
          <ac:graphicFrameMkLst>
            <pc:docMk/>
            <pc:sldMk cId="827043054" sldId="877"/>
            <ac:graphicFrameMk id="88" creationId="{668E8770-1C6E-4B95-EE6B-EEA752974F52}"/>
          </ac:graphicFrameMkLst>
        </pc:graphicFrameChg>
        <pc:cxnChg chg="add mod">
          <ac:chgData name="Palit, Tapti" userId="dec6fbcd-7598-406a-8cbf-504d4a3bac15" providerId="ADAL" clId="{ECD42228-5B96-4A72-B268-C46DF994E6B7}" dt="2024-01-16T18:55:18.441" v="7224" actId="164"/>
          <ac:cxnSpMkLst>
            <pc:docMk/>
            <pc:sldMk cId="827043054" sldId="877"/>
            <ac:cxnSpMk id="7" creationId="{D67BA25C-81AA-2756-8310-2160B126003B}"/>
          </ac:cxnSpMkLst>
        </pc:cxnChg>
        <pc:cxnChg chg="add mod">
          <ac:chgData name="Palit, Tapti" userId="dec6fbcd-7598-406a-8cbf-504d4a3bac15" providerId="ADAL" clId="{ECD42228-5B96-4A72-B268-C46DF994E6B7}" dt="2024-01-16T18:55:18.441" v="7224" actId="164"/>
          <ac:cxnSpMkLst>
            <pc:docMk/>
            <pc:sldMk cId="827043054" sldId="877"/>
            <ac:cxnSpMk id="8" creationId="{1AFD980E-5C8D-2BA5-9788-D25634017667}"/>
          </ac:cxnSpMkLst>
        </pc:cxnChg>
        <pc:cxnChg chg="mod">
          <ac:chgData name="Palit, Tapti" userId="dec6fbcd-7598-406a-8cbf-504d4a3bac15" providerId="ADAL" clId="{ECD42228-5B96-4A72-B268-C46DF994E6B7}" dt="2024-01-16T18:44:38.607" v="7143" actId="478"/>
          <ac:cxnSpMkLst>
            <pc:docMk/>
            <pc:sldMk cId="827043054" sldId="877"/>
            <ac:cxnSpMk id="13" creationId="{658AA6A3-6782-D5F7-98BF-90A0B252F9C2}"/>
          </ac:cxnSpMkLst>
        </pc:cxnChg>
        <pc:cxnChg chg="mod">
          <ac:chgData name="Palit, Tapti" userId="dec6fbcd-7598-406a-8cbf-504d4a3bac15" providerId="ADAL" clId="{ECD42228-5B96-4A72-B268-C46DF994E6B7}" dt="2024-01-16T18:44:38.607" v="7143" actId="478"/>
          <ac:cxnSpMkLst>
            <pc:docMk/>
            <pc:sldMk cId="827043054" sldId="877"/>
            <ac:cxnSpMk id="15" creationId="{16ABA878-751A-E74F-8D66-96ACBC79DFD6}"/>
          </ac:cxnSpMkLst>
        </pc:cxnChg>
        <pc:cxnChg chg="mod">
          <ac:chgData name="Palit, Tapti" userId="dec6fbcd-7598-406a-8cbf-504d4a3bac15" providerId="ADAL" clId="{ECD42228-5B96-4A72-B268-C46DF994E6B7}" dt="2024-01-16T18:44:38.607" v="7143" actId="478"/>
          <ac:cxnSpMkLst>
            <pc:docMk/>
            <pc:sldMk cId="827043054" sldId="877"/>
            <ac:cxnSpMk id="19" creationId="{F61C636B-4D52-07A7-51CA-10B8E6D9265D}"/>
          </ac:cxnSpMkLst>
        </pc:cxnChg>
        <pc:cxnChg chg="mod">
          <ac:chgData name="Palit, Tapti" userId="dec6fbcd-7598-406a-8cbf-504d4a3bac15" providerId="ADAL" clId="{ECD42228-5B96-4A72-B268-C46DF994E6B7}" dt="2024-01-16T18:44:38.607" v="7143" actId="478"/>
          <ac:cxnSpMkLst>
            <pc:docMk/>
            <pc:sldMk cId="827043054" sldId="877"/>
            <ac:cxnSpMk id="20" creationId="{8E16EA84-192A-EAB4-2D3E-E3111C6683A0}"/>
          </ac:cxnSpMkLst>
        </pc:cxnChg>
        <pc:cxnChg chg="mod">
          <ac:chgData name="Palit, Tapti" userId="dec6fbcd-7598-406a-8cbf-504d4a3bac15" providerId="ADAL" clId="{ECD42228-5B96-4A72-B268-C46DF994E6B7}" dt="2024-01-16T18:44:38.607" v="7143" actId="478"/>
          <ac:cxnSpMkLst>
            <pc:docMk/>
            <pc:sldMk cId="827043054" sldId="877"/>
            <ac:cxnSpMk id="21" creationId="{3A139B75-4091-07CD-8B42-DEA0040191AD}"/>
          </ac:cxnSpMkLst>
        </pc:cxnChg>
        <pc:cxnChg chg="mod">
          <ac:chgData name="Palit, Tapti" userId="dec6fbcd-7598-406a-8cbf-504d4a3bac15" providerId="ADAL" clId="{ECD42228-5B96-4A72-B268-C46DF994E6B7}" dt="2024-01-16T18:44:38.607" v="7143" actId="478"/>
          <ac:cxnSpMkLst>
            <pc:docMk/>
            <pc:sldMk cId="827043054" sldId="877"/>
            <ac:cxnSpMk id="26" creationId="{229B5E53-EBD9-DD00-FD1F-3AAE73C2219A}"/>
          </ac:cxnSpMkLst>
        </pc:cxnChg>
        <pc:cxnChg chg="del">
          <ac:chgData name="Palit, Tapti" userId="dec6fbcd-7598-406a-8cbf-504d4a3bac15" providerId="ADAL" clId="{ECD42228-5B96-4A72-B268-C46DF994E6B7}" dt="2024-01-16T18:41:27.278" v="7068" actId="478"/>
          <ac:cxnSpMkLst>
            <pc:docMk/>
            <pc:sldMk cId="827043054" sldId="877"/>
            <ac:cxnSpMk id="41" creationId="{4647950D-FFD6-D78A-1DBA-B03A6B4E51C7}"/>
          </ac:cxnSpMkLst>
        </pc:cxnChg>
        <pc:cxnChg chg="add mod">
          <ac:chgData name="Palit, Tapti" userId="dec6fbcd-7598-406a-8cbf-504d4a3bac15" providerId="ADAL" clId="{ECD42228-5B96-4A72-B268-C46DF994E6B7}" dt="2024-01-16T19:00:32.905" v="7268" actId="164"/>
          <ac:cxnSpMkLst>
            <pc:docMk/>
            <pc:sldMk cId="827043054" sldId="877"/>
            <ac:cxnSpMk id="58" creationId="{97F7EDC7-982F-63BB-8A1C-7DC3934FA117}"/>
          </ac:cxnSpMkLst>
        </pc:cxnChg>
        <pc:cxnChg chg="add mod">
          <ac:chgData name="Palit, Tapti" userId="dec6fbcd-7598-406a-8cbf-504d4a3bac15" providerId="ADAL" clId="{ECD42228-5B96-4A72-B268-C46DF994E6B7}" dt="2024-01-16T19:00:32.905" v="7268" actId="164"/>
          <ac:cxnSpMkLst>
            <pc:docMk/>
            <pc:sldMk cId="827043054" sldId="877"/>
            <ac:cxnSpMk id="61" creationId="{3645EF62-408B-ED20-0407-AC6A951278C5}"/>
          </ac:cxnSpMkLst>
        </pc:cxnChg>
        <pc:cxnChg chg="add mod">
          <ac:chgData name="Palit, Tapti" userId="dec6fbcd-7598-406a-8cbf-504d4a3bac15" providerId="ADAL" clId="{ECD42228-5B96-4A72-B268-C46DF994E6B7}" dt="2024-01-16T19:06:48.337" v="7297" actId="164"/>
          <ac:cxnSpMkLst>
            <pc:docMk/>
            <pc:sldMk cId="827043054" sldId="877"/>
            <ac:cxnSpMk id="70" creationId="{80A0E084-FF57-A167-1EDE-380822CD6397}"/>
          </ac:cxnSpMkLst>
        </pc:cxnChg>
        <pc:cxnChg chg="add mod">
          <ac:chgData name="Palit, Tapti" userId="dec6fbcd-7598-406a-8cbf-504d4a3bac15" providerId="ADAL" clId="{ECD42228-5B96-4A72-B268-C46DF994E6B7}" dt="2024-01-16T19:06:48.337" v="7297" actId="164"/>
          <ac:cxnSpMkLst>
            <pc:docMk/>
            <pc:sldMk cId="827043054" sldId="877"/>
            <ac:cxnSpMk id="74" creationId="{D72FDB6C-0B58-EFE0-61E6-79C4D19CCA14}"/>
          </ac:cxnSpMkLst>
        </pc:cxnChg>
        <pc:cxnChg chg="add mod">
          <ac:chgData name="Palit, Tapti" userId="dec6fbcd-7598-406a-8cbf-504d4a3bac15" providerId="ADAL" clId="{ECD42228-5B96-4A72-B268-C46DF994E6B7}" dt="2024-01-16T19:29:41.250" v="7507" actId="14100"/>
          <ac:cxnSpMkLst>
            <pc:docMk/>
            <pc:sldMk cId="827043054" sldId="877"/>
            <ac:cxnSpMk id="84" creationId="{40270977-C0A9-6385-B3F8-F5C4215090FB}"/>
          </ac:cxnSpMkLst>
        </pc:cxnChg>
        <pc:extLst>
          <p:ext xmlns:p="http://schemas.openxmlformats.org/presentationml/2006/main" uri="{D6D511B9-2390-475A-947B-AFAB55BFBCF1}">
            <pc226:cmChg xmlns:pc226="http://schemas.microsoft.com/office/powerpoint/2022/06/main/command" chg="add del">
              <pc226:chgData name="Palit, Tapti" userId="dec6fbcd-7598-406a-8cbf-504d4a3bac15" providerId="ADAL" clId="{ECD42228-5B96-4A72-B268-C46DF994E6B7}" dt="2024-01-16T18:54:10.673" v="7213"/>
              <pc2:cmMkLst xmlns:pc2="http://schemas.microsoft.com/office/powerpoint/2019/9/main/command">
                <pc:docMk/>
                <pc:sldMk cId="827043054" sldId="877"/>
                <pc2:cmMk id="{7661AF6D-7C46-4C03-A91C-AF0B669962A9}"/>
              </pc2:cmMkLst>
            </pc226:cmChg>
            <pc226:cmChg xmlns:pc226="http://schemas.microsoft.com/office/powerpoint/2022/06/main/command" chg="add">
              <pc226:chgData name="Palit, Tapti" userId="dec6fbcd-7598-406a-8cbf-504d4a3bac15" providerId="ADAL" clId="{ECD42228-5B96-4A72-B268-C46DF994E6B7}" dt="2024-01-16T18:54:39.695" v="7214"/>
              <pc2:cmMkLst xmlns:pc2="http://schemas.microsoft.com/office/powerpoint/2019/9/main/command">
                <pc:docMk/>
                <pc:sldMk cId="827043054" sldId="877"/>
                <pc2:cmMk id="{47E38E7A-314B-41C3-AE4F-74BEA6E37C35}"/>
              </pc2:cmMkLst>
            </pc226:cmChg>
          </p:ext>
        </pc:extLst>
      </pc:sldChg>
      <pc:sldChg chg="add del mod modShow">
        <pc:chgData name="Palit, Tapti" userId="dec6fbcd-7598-406a-8cbf-504d4a3bac15" providerId="ADAL" clId="{ECD42228-5B96-4A72-B268-C46DF994E6B7}" dt="2024-01-28T03:44:01.241" v="67437" actId="47"/>
        <pc:sldMkLst>
          <pc:docMk/>
          <pc:sldMk cId="1038416440" sldId="877"/>
        </pc:sldMkLst>
      </pc:sldChg>
      <pc:sldChg chg="add del mod modShow">
        <pc:chgData name="Palit, Tapti" userId="dec6fbcd-7598-406a-8cbf-504d4a3bac15" providerId="ADAL" clId="{ECD42228-5B96-4A72-B268-C46DF994E6B7}" dt="2024-01-28T03:44:01.241" v="67437" actId="47"/>
        <pc:sldMkLst>
          <pc:docMk/>
          <pc:sldMk cId="644989758" sldId="878"/>
        </pc:sldMkLst>
      </pc:sldChg>
      <pc:sldChg chg="addSp delSp modSp new del mod ord delAnim modAnim modNotesTx">
        <pc:chgData name="Palit, Tapti" userId="dec6fbcd-7598-406a-8cbf-504d4a3bac15" providerId="ADAL" clId="{ECD42228-5B96-4A72-B268-C46DF994E6B7}" dt="2024-01-25T01:33:10.127" v="45385" actId="2696"/>
        <pc:sldMkLst>
          <pc:docMk/>
          <pc:sldMk cId="3116049212" sldId="878"/>
        </pc:sldMkLst>
        <pc:spChg chg="mod">
          <ac:chgData name="Palit, Tapti" userId="dec6fbcd-7598-406a-8cbf-504d4a3bac15" providerId="ADAL" clId="{ECD42228-5B96-4A72-B268-C46DF994E6B7}" dt="2024-01-23T00:37:14.152" v="10982" actId="20577"/>
          <ac:spMkLst>
            <pc:docMk/>
            <pc:sldMk cId="3116049212" sldId="878"/>
            <ac:spMk id="3" creationId="{58DAD1E5-81AA-1170-EB63-65D96B6A67C5}"/>
          </ac:spMkLst>
        </pc:spChg>
        <pc:spChg chg="add mod">
          <ac:chgData name="Palit, Tapti" userId="dec6fbcd-7598-406a-8cbf-504d4a3bac15" providerId="ADAL" clId="{ECD42228-5B96-4A72-B268-C46DF994E6B7}" dt="2024-01-23T00:37:36.784" v="10985" actId="208"/>
          <ac:spMkLst>
            <pc:docMk/>
            <pc:sldMk cId="3116049212" sldId="878"/>
            <ac:spMk id="6" creationId="{252B21B6-A223-15EA-F3BA-EBA9EBF93935}"/>
          </ac:spMkLst>
        </pc:spChg>
        <pc:spChg chg="add mod">
          <ac:chgData name="Palit, Tapti" userId="dec6fbcd-7598-406a-8cbf-504d4a3bac15" providerId="ADAL" clId="{ECD42228-5B96-4A72-B268-C46DF994E6B7}" dt="2024-01-23T00:43:07.124" v="11099" actId="1076"/>
          <ac:spMkLst>
            <pc:docMk/>
            <pc:sldMk cId="3116049212" sldId="878"/>
            <ac:spMk id="7" creationId="{48435F8D-07F6-40AB-42B8-FBF479D25A3D}"/>
          </ac:spMkLst>
        </pc:spChg>
        <pc:spChg chg="add mod">
          <ac:chgData name="Palit, Tapti" userId="dec6fbcd-7598-406a-8cbf-504d4a3bac15" providerId="ADAL" clId="{ECD42228-5B96-4A72-B268-C46DF994E6B7}" dt="2024-01-23T00:46:49.378" v="11187" actId="1076"/>
          <ac:spMkLst>
            <pc:docMk/>
            <pc:sldMk cId="3116049212" sldId="878"/>
            <ac:spMk id="8" creationId="{D8A0A01F-7ABF-C56A-320C-9B178DE974C0}"/>
          </ac:spMkLst>
        </pc:spChg>
        <pc:spChg chg="add mod">
          <ac:chgData name="Palit, Tapti" userId="dec6fbcd-7598-406a-8cbf-504d4a3bac15" providerId="ADAL" clId="{ECD42228-5B96-4A72-B268-C46DF994E6B7}" dt="2024-01-23T00:52:33.037" v="11325" actId="20577"/>
          <ac:spMkLst>
            <pc:docMk/>
            <pc:sldMk cId="3116049212" sldId="878"/>
            <ac:spMk id="9" creationId="{58545784-411A-6F13-D69E-D40DA147D570}"/>
          </ac:spMkLst>
        </pc:spChg>
        <pc:spChg chg="add mod">
          <ac:chgData name="Palit, Tapti" userId="dec6fbcd-7598-406a-8cbf-504d4a3bac15" providerId="ADAL" clId="{ECD42228-5B96-4A72-B268-C46DF994E6B7}" dt="2024-01-23T00:52:40.781" v="11339" actId="20577"/>
          <ac:spMkLst>
            <pc:docMk/>
            <pc:sldMk cId="3116049212" sldId="878"/>
            <ac:spMk id="10" creationId="{B8E2CF43-2706-861E-C6F8-B7716FF5F54C}"/>
          </ac:spMkLst>
        </pc:spChg>
        <pc:spChg chg="add mod">
          <ac:chgData name="Palit, Tapti" userId="dec6fbcd-7598-406a-8cbf-504d4a3bac15" providerId="ADAL" clId="{ECD42228-5B96-4A72-B268-C46DF994E6B7}" dt="2024-01-23T00:52:44.458" v="11342" actId="20577"/>
          <ac:spMkLst>
            <pc:docMk/>
            <pc:sldMk cId="3116049212" sldId="878"/>
            <ac:spMk id="11" creationId="{137E66DC-B650-0A57-D249-0E1772277256}"/>
          </ac:spMkLst>
        </pc:spChg>
        <pc:spChg chg="add mod">
          <ac:chgData name="Palit, Tapti" userId="dec6fbcd-7598-406a-8cbf-504d4a3bac15" providerId="ADAL" clId="{ECD42228-5B96-4A72-B268-C46DF994E6B7}" dt="2024-01-23T00:45:51.338" v="11151" actId="20577"/>
          <ac:spMkLst>
            <pc:docMk/>
            <pc:sldMk cId="3116049212" sldId="878"/>
            <ac:spMk id="19" creationId="{CBD8CDCF-5D15-9DA8-E0ED-3E8313B72AEC}"/>
          </ac:spMkLst>
        </pc:spChg>
        <pc:spChg chg="add mod">
          <ac:chgData name="Palit, Tapti" userId="dec6fbcd-7598-406a-8cbf-504d4a3bac15" providerId="ADAL" clId="{ECD42228-5B96-4A72-B268-C46DF994E6B7}" dt="2024-01-23T00:47:34.173" v="11194" actId="1076"/>
          <ac:spMkLst>
            <pc:docMk/>
            <pc:sldMk cId="3116049212" sldId="878"/>
            <ac:spMk id="22" creationId="{FE03B974-9F3A-8386-E93D-EA2DCBF7EC44}"/>
          </ac:spMkLst>
        </pc:spChg>
        <pc:spChg chg="add mod">
          <ac:chgData name="Palit, Tapti" userId="dec6fbcd-7598-406a-8cbf-504d4a3bac15" providerId="ADAL" clId="{ECD42228-5B96-4A72-B268-C46DF994E6B7}" dt="2024-01-23T00:51:56.274" v="11292" actId="1076"/>
          <ac:spMkLst>
            <pc:docMk/>
            <pc:sldMk cId="3116049212" sldId="878"/>
            <ac:spMk id="24" creationId="{D1D1C1A7-DCFD-0E39-8182-865696E63ACA}"/>
          </ac:spMkLst>
        </pc:spChg>
        <pc:spChg chg="add del mod">
          <ac:chgData name="Palit, Tapti" userId="dec6fbcd-7598-406a-8cbf-504d4a3bac15" providerId="ADAL" clId="{ECD42228-5B96-4A72-B268-C46DF994E6B7}" dt="2024-01-23T00:48:16.869" v="11201" actId="478"/>
          <ac:spMkLst>
            <pc:docMk/>
            <pc:sldMk cId="3116049212" sldId="878"/>
            <ac:spMk id="26" creationId="{A5E1DA8F-3FAA-6FD2-CC7A-EDD0593CA40E}"/>
          </ac:spMkLst>
        </pc:spChg>
        <pc:spChg chg="add mod">
          <ac:chgData name="Palit, Tapti" userId="dec6fbcd-7598-406a-8cbf-504d4a3bac15" providerId="ADAL" clId="{ECD42228-5B96-4A72-B268-C46DF994E6B7}" dt="2024-01-23T00:52:11.556" v="11295" actId="1076"/>
          <ac:spMkLst>
            <pc:docMk/>
            <pc:sldMk cId="3116049212" sldId="878"/>
            <ac:spMk id="27" creationId="{01BBBDC3-12C9-AAC0-4A96-EFD5B857F49A}"/>
          </ac:spMkLst>
        </pc:spChg>
        <pc:spChg chg="add del mod">
          <ac:chgData name="Palit, Tapti" userId="dec6fbcd-7598-406a-8cbf-504d4a3bac15" providerId="ADAL" clId="{ECD42228-5B96-4A72-B268-C46DF994E6B7}" dt="2024-01-23T00:54:53.222" v="11369" actId="478"/>
          <ac:spMkLst>
            <pc:docMk/>
            <pc:sldMk cId="3116049212" sldId="878"/>
            <ac:spMk id="28" creationId="{E51AF264-9760-0BB0-482D-8045E3E4595E}"/>
          </ac:spMkLst>
        </pc:spChg>
        <pc:picChg chg="add mod">
          <ac:chgData name="Palit, Tapti" userId="dec6fbcd-7598-406a-8cbf-504d4a3bac15" providerId="ADAL" clId="{ECD42228-5B96-4A72-B268-C46DF994E6B7}" dt="2024-01-23T00:47:08.209" v="11189" actId="1076"/>
          <ac:picMkLst>
            <pc:docMk/>
            <pc:sldMk cId="3116049212" sldId="878"/>
            <ac:picMk id="21" creationId="{BAC87A7B-5B70-9BA2-8718-C6132A5DD99E}"/>
          </ac:picMkLst>
        </pc:picChg>
        <pc:cxnChg chg="add mod">
          <ac:chgData name="Palit, Tapti" userId="dec6fbcd-7598-406a-8cbf-504d4a3bac15" providerId="ADAL" clId="{ECD42228-5B96-4A72-B268-C46DF994E6B7}" dt="2024-01-23T00:44:49.051" v="11105" actId="692"/>
          <ac:cxnSpMkLst>
            <pc:docMk/>
            <pc:sldMk cId="3116049212" sldId="878"/>
            <ac:cxnSpMk id="13" creationId="{2B55F72F-D993-4E18-6395-2A4FB68BB5F1}"/>
          </ac:cxnSpMkLst>
        </pc:cxnChg>
        <pc:cxnChg chg="add mod">
          <ac:chgData name="Palit, Tapti" userId="dec6fbcd-7598-406a-8cbf-504d4a3bac15" providerId="ADAL" clId="{ECD42228-5B96-4A72-B268-C46DF994E6B7}" dt="2024-01-23T00:46:49.378" v="11187" actId="1076"/>
          <ac:cxnSpMkLst>
            <pc:docMk/>
            <pc:sldMk cId="3116049212" sldId="878"/>
            <ac:cxnSpMk id="16" creationId="{89302659-1A50-96E3-70A8-C52C511EB84A}"/>
          </ac:cxnSpMkLst>
        </pc:cxnChg>
        <pc:cxnChg chg="add mod">
          <ac:chgData name="Palit, Tapti" userId="dec6fbcd-7598-406a-8cbf-504d4a3bac15" providerId="ADAL" clId="{ECD42228-5B96-4A72-B268-C46DF994E6B7}" dt="2024-01-23T00:52:05.695" v="11294" actId="208"/>
          <ac:cxnSpMkLst>
            <pc:docMk/>
            <pc:sldMk cId="3116049212" sldId="878"/>
            <ac:cxnSpMk id="23" creationId="{A91CECD8-3233-881B-5885-B8949D536F5F}"/>
          </ac:cxnSpMkLst>
        </pc:cxnChg>
      </pc:sldChg>
      <pc:sldChg chg="addSp delSp modSp add del mod setBg">
        <pc:chgData name="Palit, Tapti" userId="dec6fbcd-7598-406a-8cbf-504d4a3bac15" providerId="ADAL" clId="{ECD42228-5B96-4A72-B268-C46DF994E6B7}" dt="2024-01-16T04:47:47.292" v="6486" actId="255"/>
        <pc:sldMkLst>
          <pc:docMk/>
          <pc:sldMk cId="4106136446" sldId="878"/>
        </pc:sldMkLst>
        <pc:spChg chg="mod">
          <ac:chgData name="Palit, Tapti" userId="dec6fbcd-7598-406a-8cbf-504d4a3bac15" providerId="ADAL" clId="{ECD42228-5B96-4A72-B268-C46DF994E6B7}" dt="2024-01-16T01:42:15.300" v="4760" actId="26606"/>
          <ac:spMkLst>
            <pc:docMk/>
            <pc:sldMk cId="4106136446" sldId="878"/>
            <ac:spMk id="2" creationId="{43307816-7BFB-322B-7DF4-0CFEEE31BD9E}"/>
          </ac:spMkLst>
        </pc:spChg>
        <pc:spChg chg="mod">
          <ac:chgData name="Palit, Tapti" userId="dec6fbcd-7598-406a-8cbf-504d4a3bac15" providerId="ADAL" clId="{ECD42228-5B96-4A72-B268-C46DF994E6B7}" dt="2024-01-16T01:42:15.300" v="4760" actId="26606"/>
          <ac:spMkLst>
            <pc:docMk/>
            <pc:sldMk cId="4106136446" sldId="878"/>
            <ac:spMk id="4" creationId="{6227F2ED-404E-7843-3C5A-1A723AFD086C}"/>
          </ac:spMkLst>
        </pc:spChg>
        <pc:spChg chg="mod">
          <ac:chgData name="Palit, Tapti" userId="dec6fbcd-7598-406a-8cbf-504d4a3bac15" providerId="ADAL" clId="{ECD42228-5B96-4A72-B268-C46DF994E6B7}" dt="2024-01-16T01:42:15.300" v="4760" actId="26606"/>
          <ac:spMkLst>
            <pc:docMk/>
            <pc:sldMk cId="4106136446" sldId="878"/>
            <ac:spMk id="7" creationId="{B3118DC6-8D31-BB2B-F7E7-8F14A04E4759}"/>
          </ac:spMkLst>
        </pc:spChg>
        <pc:spChg chg="mod">
          <ac:chgData name="Palit, Tapti" userId="dec6fbcd-7598-406a-8cbf-504d4a3bac15" providerId="ADAL" clId="{ECD42228-5B96-4A72-B268-C46DF994E6B7}" dt="2024-01-16T01:42:15.300" v="4760" actId="26606"/>
          <ac:spMkLst>
            <pc:docMk/>
            <pc:sldMk cId="4106136446" sldId="878"/>
            <ac:spMk id="8" creationId="{2C4D375D-3E29-0DB5-68EF-64CCE376569C}"/>
          </ac:spMkLst>
        </pc:spChg>
        <pc:spChg chg="mod">
          <ac:chgData name="Palit, Tapti" userId="dec6fbcd-7598-406a-8cbf-504d4a3bac15" providerId="ADAL" clId="{ECD42228-5B96-4A72-B268-C46DF994E6B7}" dt="2024-01-16T01:42:15.300" v="4760" actId="26606"/>
          <ac:spMkLst>
            <pc:docMk/>
            <pc:sldMk cId="4106136446" sldId="878"/>
            <ac:spMk id="9" creationId="{BFA6F52C-0219-E685-DB28-87A1A69F4C30}"/>
          </ac:spMkLst>
        </pc:spChg>
        <pc:spChg chg="mod">
          <ac:chgData name="Palit, Tapti" userId="dec6fbcd-7598-406a-8cbf-504d4a3bac15" providerId="ADAL" clId="{ECD42228-5B96-4A72-B268-C46DF994E6B7}" dt="2024-01-16T01:42:15.300" v="4760" actId="26606"/>
          <ac:spMkLst>
            <pc:docMk/>
            <pc:sldMk cId="4106136446" sldId="878"/>
            <ac:spMk id="10" creationId="{F33C5856-D54D-7847-C899-B8C45FC2C80E}"/>
          </ac:spMkLst>
        </pc:spChg>
        <pc:spChg chg="mod">
          <ac:chgData name="Palit, Tapti" userId="dec6fbcd-7598-406a-8cbf-504d4a3bac15" providerId="ADAL" clId="{ECD42228-5B96-4A72-B268-C46DF994E6B7}" dt="2024-01-16T01:42:15.300" v="4760" actId="26606"/>
          <ac:spMkLst>
            <pc:docMk/>
            <pc:sldMk cId="4106136446" sldId="878"/>
            <ac:spMk id="11" creationId="{7325C5C9-25DA-D42D-4776-3A8282C386CD}"/>
          </ac:spMkLst>
        </pc:spChg>
        <pc:spChg chg="mod">
          <ac:chgData name="Palit, Tapti" userId="dec6fbcd-7598-406a-8cbf-504d4a3bac15" providerId="ADAL" clId="{ECD42228-5B96-4A72-B268-C46DF994E6B7}" dt="2024-01-16T01:42:15.300" v="4760" actId="26606"/>
          <ac:spMkLst>
            <pc:docMk/>
            <pc:sldMk cId="4106136446" sldId="878"/>
            <ac:spMk id="12" creationId="{872B8558-E42F-8D8C-7E34-39D57AED5BEC}"/>
          </ac:spMkLst>
        </pc:spChg>
        <pc:spChg chg="mod">
          <ac:chgData name="Palit, Tapti" userId="dec6fbcd-7598-406a-8cbf-504d4a3bac15" providerId="ADAL" clId="{ECD42228-5B96-4A72-B268-C46DF994E6B7}" dt="2024-01-16T01:42:15.300" v="4760" actId="26606"/>
          <ac:spMkLst>
            <pc:docMk/>
            <pc:sldMk cId="4106136446" sldId="878"/>
            <ac:spMk id="14" creationId="{6F866D0F-1452-D02C-7949-C95EC7C93DD5}"/>
          </ac:spMkLst>
        </pc:spChg>
        <pc:spChg chg="mod">
          <ac:chgData name="Palit, Tapti" userId="dec6fbcd-7598-406a-8cbf-504d4a3bac15" providerId="ADAL" clId="{ECD42228-5B96-4A72-B268-C46DF994E6B7}" dt="2024-01-16T01:42:15.300" v="4760" actId="26606"/>
          <ac:spMkLst>
            <pc:docMk/>
            <pc:sldMk cId="4106136446" sldId="878"/>
            <ac:spMk id="15" creationId="{333811DD-A797-786E-8BA4-B695AF563655}"/>
          </ac:spMkLst>
        </pc:spChg>
        <pc:spChg chg="mod">
          <ac:chgData name="Palit, Tapti" userId="dec6fbcd-7598-406a-8cbf-504d4a3bac15" providerId="ADAL" clId="{ECD42228-5B96-4A72-B268-C46DF994E6B7}" dt="2024-01-16T01:42:15.300" v="4760" actId="26606"/>
          <ac:spMkLst>
            <pc:docMk/>
            <pc:sldMk cId="4106136446" sldId="878"/>
            <ac:spMk id="18" creationId="{8D802BA6-0B8A-B10B-54E5-9FF6FB5E4BD3}"/>
          </ac:spMkLst>
        </pc:spChg>
        <pc:spChg chg="mod">
          <ac:chgData name="Palit, Tapti" userId="dec6fbcd-7598-406a-8cbf-504d4a3bac15" providerId="ADAL" clId="{ECD42228-5B96-4A72-B268-C46DF994E6B7}" dt="2024-01-16T01:42:15.300" v="4760" actId="26606"/>
          <ac:spMkLst>
            <pc:docMk/>
            <pc:sldMk cId="4106136446" sldId="878"/>
            <ac:spMk id="19" creationId="{13899F3A-FF26-D649-6588-9ABAB627E77C}"/>
          </ac:spMkLst>
        </pc:spChg>
        <pc:spChg chg="mod">
          <ac:chgData name="Palit, Tapti" userId="dec6fbcd-7598-406a-8cbf-504d4a3bac15" providerId="ADAL" clId="{ECD42228-5B96-4A72-B268-C46DF994E6B7}" dt="2024-01-16T01:42:15.300" v="4760" actId="26606"/>
          <ac:spMkLst>
            <pc:docMk/>
            <pc:sldMk cId="4106136446" sldId="878"/>
            <ac:spMk id="20" creationId="{821A3CD9-3827-7FA8-6537-12D73768D3A2}"/>
          </ac:spMkLst>
        </pc:spChg>
        <pc:spChg chg="add del">
          <ac:chgData name="Palit, Tapti" userId="dec6fbcd-7598-406a-8cbf-504d4a3bac15" providerId="ADAL" clId="{ECD42228-5B96-4A72-B268-C46DF994E6B7}" dt="2024-01-16T01:42:12.381" v="4756" actId="26606"/>
          <ac:spMkLst>
            <pc:docMk/>
            <pc:sldMk cId="4106136446" sldId="878"/>
            <ac:spMk id="25" creationId="{53B021B3-DE93-4AB7-8A18-CF5F1CED88B8}"/>
          </ac:spMkLst>
        </pc:spChg>
        <pc:spChg chg="add del">
          <ac:chgData name="Palit, Tapti" userId="dec6fbcd-7598-406a-8cbf-504d4a3bac15" providerId="ADAL" clId="{ECD42228-5B96-4A72-B268-C46DF994E6B7}" dt="2024-01-16T01:42:12.381" v="4756" actId="26606"/>
          <ac:spMkLst>
            <pc:docMk/>
            <pc:sldMk cId="4106136446" sldId="878"/>
            <ac:spMk id="27" creationId="{52D502E5-F6B4-4D58-B4AE-FC466FF15EE8}"/>
          </ac:spMkLst>
        </pc:spChg>
        <pc:spChg chg="add del">
          <ac:chgData name="Palit, Tapti" userId="dec6fbcd-7598-406a-8cbf-504d4a3bac15" providerId="ADAL" clId="{ECD42228-5B96-4A72-B268-C46DF994E6B7}" dt="2024-01-16T01:42:12.381" v="4756" actId="26606"/>
          <ac:spMkLst>
            <pc:docMk/>
            <pc:sldMk cId="4106136446" sldId="878"/>
            <ac:spMk id="29" creationId="{9DECDBF4-02B6-4BB4-B65B-B8107AD6A9E8}"/>
          </ac:spMkLst>
        </pc:spChg>
        <pc:spChg chg="add del">
          <ac:chgData name="Palit, Tapti" userId="dec6fbcd-7598-406a-8cbf-504d4a3bac15" providerId="ADAL" clId="{ECD42228-5B96-4A72-B268-C46DF994E6B7}" dt="2024-01-16T01:42:13.590" v="4758" actId="26606"/>
          <ac:spMkLst>
            <pc:docMk/>
            <pc:sldMk cId="4106136446" sldId="878"/>
            <ac:spMk id="31" creationId="{6C4028FD-8BAA-4A19-BFDE-594D991B7552}"/>
          </ac:spMkLst>
        </pc:spChg>
        <pc:spChg chg="add del">
          <ac:chgData name="Palit, Tapti" userId="dec6fbcd-7598-406a-8cbf-504d4a3bac15" providerId="ADAL" clId="{ECD42228-5B96-4A72-B268-C46DF994E6B7}" dt="2024-01-16T01:42:15.300" v="4760" actId="26606"/>
          <ac:spMkLst>
            <pc:docMk/>
            <pc:sldMk cId="4106136446" sldId="878"/>
            <ac:spMk id="33" creationId="{BACC6370-2D7E-4714-9D71-7542949D7D5D}"/>
          </ac:spMkLst>
        </pc:spChg>
        <pc:spChg chg="add del">
          <ac:chgData name="Palit, Tapti" userId="dec6fbcd-7598-406a-8cbf-504d4a3bac15" providerId="ADAL" clId="{ECD42228-5B96-4A72-B268-C46DF994E6B7}" dt="2024-01-16T01:42:15.300" v="4760" actId="26606"/>
          <ac:spMkLst>
            <pc:docMk/>
            <pc:sldMk cId="4106136446" sldId="878"/>
            <ac:spMk id="34" creationId="{F68B3F68-107C-434F-AA38-110D5EA91B85}"/>
          </ac:spMkLst>
        </pc:spChg>
        <pc:spChg chg="add del">
          <ac:chgData name="Palit, Tapti" userId="dec6fbcd-7598-406a-8cbf-504d4a3bac15" providerId="ADAL" clId="{ECD42228-5B96-4A72-B268-C46DF994E6B7}" dt="2024-01-16T01:42:15.300" v="4760" actId="26606"/>
          <ac:spMkLst>
            <pc:docMk/>
            <pc:sldMk cId="4106136446" sldId="878"/>
            <ac:spMk id="35" creationId="{AAD0DBB9-1A4B-4391-81D4-CB19F9AB918A}"/>
          </ac:spMkLst>
        </pc:spChg>
        <pc:spChg chg="add del">
          <ac:chgData name="Palit, Tapti" userId="dec6fbcd-7598-406a-8cbf-504d4a3bac15" providerId="ADAL" clId="{ECD42228-5B96-4A72-B268-C46DF994E6B7}" dt="2024-01-16T01:42:15.300" v="4760" actId="26606"/>
          <ac:spMkLst>
            <pc:docMk/>
            <pc:sldMk cId="4106136446" sldId="878"/>
            <ac:spMk id="36" creationId="{063BBA22-50EA-4C4D-BE05-F1CE4E63AA56}"/>
          </ac:spMkLst>
        </pc:spChg>
        <pc:graphicFrameChg chg="mod modGraphic">
          <ac:chgData name="Palit, Tapti" userId="dec6fbcd-7598-406a-8cbf-504d4a3bac15" providerId="ADAL" clId="{ECD42228-5B96-4A72-B268-C46DF994E6B7}" dt="2024-01-16T04:47:47.292" v="6486" actId="255"/>
          <ac:graphicFrameMkLst>
            <pc:docMk/>
            <pc:sldMk cId="4106136446" sldId="878"/>
            <ac:graphicFrameMk id="5" creationId="{3A575547-83BE-2DB9-68F9-3B02678257AA}"/>
          </ac:graphicFrameMkLst>
        </pc:graphicFrameChg>
      </pc:sldChg>
      <pc:sldChg chg="modSp add del mod">
        <pc:chgData name="Palit, Tapti" userId="dec6fbcd-7598-406a-8cbf-504d4a3bac15" providerId="ADAL" clId="{ECD42228-5B96-4A72-B268-C46DF994E6B7}" dt="2024-01-23T00:54:10.449" v="11357" actId="47"/>
        <pc:sldMkLst>
          <pc:docMk/>
          <pc:sldMk cId="576729603" sldId="879"/>
        </pc:sldMkLst>
        <pc:spChg chg="mod">
          <ac:chgData name="Palit, Tapti" userId="dec6fbcd-7598-406a-8cbf-504d4a3bac15" providerId="ADAL" clId="{ECD42228-5B96-4A72-B268-C46DF994E6B7}" dt="2024-01-23T00:50:07.439" v="11231" actId="20577"/>
          <ac:spMkLst>
            <pc:docMk/>
            <pc:sldMk cId="576729603" sldId="879"/>
            <ac:spMk id="3" creationId="{58DAD1E5-81AA-1170-EB63-65D96B6A67C5}"/>
          </ac:spMkLst>
        </pc:spChg>
      </pc:sldChg>
      <pc:sldChg chg="addSp delSp modSp add del mod delAnim modAnim addCm modCm modNotesTx">
        <pc:chgData name="Palit, Tapti" userId="dec6fbcd-7598-406a-8cbf-504d4a3bac15" providerId="ADAL" clId="{ECD42228-5B96-4A72-B268-C46DF994E6B7}" dt="2024-01-25T01:33:10.127" v="45385" actId="2696"/>
        <pc:sldMkLst>
          <pc:docMk/>
          <pc:sldMk cId="1808779352" sldId="879"/>
        </pc:sldMkLst>
        <pc:spChg chg="mod">
          <ac:chgData name="Palit, Tapti" userId="dec6fbcd-7598-406a-8cbf-504d4a3bac15" providerId="ADAL" clId="{ECD42228-5B96-4A72-B268-C46DF994E6B7}" dt="2024-01-23T00:54:23.668" v="11367" actId="20577"/>
          <ac:spMkLst>
            <pc:docMk/>
            <pc:sldMk cId="1808779352" sldId="879"/>
            <ac:spMk id="3" creationId="{58DAD1E5-81AA-1170-EB63-65D96B6A67C5}"/>
          </ac:spMkLst>
        </pc:spChg>
        <pc:spChg chg="del mod">
          <ac:chgData name="Palit, Tapti" userId="dec6fbcd-7598-406a-8cbf-504d4a3bac15" providerId="ADAL" clId="{ECD42228-5B96-4A72-B268-C46DF994E6B7}" dt="2024-01-23T14:11:41.049" v="22209" actId="478"/>
          <ac:spMkLst>
            <pc:docMk/>
            <pc:sldMk cId="1808779352" sldId="879"/>
            <ac:spMk id="5" creationId="{BC2A2CDE-3DE4-A959-668B-22F78A94DE95}"/>
          </ac:spMkLst>
        </pc:spChg>
        <pc:spChg chg="mod">
          <ac:chgData name="Palit, Tapti" userId="dec6fbcd-7598-406a-8cbf-504d4a3bac15" providerId="ADAL" clId="{ECD42228-5B96-4A72-B268-C46DF994E6B7}" dt="2024-01-23T00:55:41.315" v="11396" actId="1076"/>
          <ac:spMkLst>
            <pc:docMk/>
            <pc:sldMk cId="1808779352" sldId="879"/>
            <ac:spMk id="10" creationId="{B8E2CF43-2706-861E-C6F8-B7716FF5F54C}"/>
          </ac:spMkLst>
        </pc:spChg>
        <pc:spChg chg="add mod">
          <ac:chgData name="Palit, Tapti" userId="dec6fbcd-7598-406a-8cbf-504d4a3bac15" providerId="ADAL" clId="{ECD42228-5B96-4A72-B268-C46DF994E6B7}" dt="2024-01-23T00:55:21.597" v="11395" actId="1076"/>
          <ac:spMkLst>
            <pc:docMk/>
            <pc:sldMk cId="1808779352" sldId="879"/>
            <ac:spMk id="12" creationId="{ABC57FF3-D4D8-6BAD-3E5A-71BACF3FD32A}"/>
          </ac:spMkLst>
        </pc:spChg>
        <pc:spChg chg="add mod">
          <ac:chgData name="Palit, Tapti" userId="dec6fbcd-7598-406a-8cbf-504d4a3bac15" providerId="ADAL" clId="{ECD42228-5B96-4A72-B268-C46DF994E6B7}" dt="2024-01-23T14:11:41.049" v="22209" actId="478"/>
          <ac:spMkLst>
            <pc:docMk/>
            <pc:sldMk cId="1808779352" sldId="879"/>
            <ac:spMk id="15" creationId="{28A633C3-2F45-A070-A7DE-46A275851454}"/>
          </ac:spMkLst>
        </pc:spChg>
        <pc:spChg chg="mod">
          <ac:chgData name="Palit, Tapti" userId="dec6fbcd-7598-406a-8cbf-504d4a3bac15" providerId="ADAL" clId="{ECD42228-5B96-4A72-B268-C46DF994E6B7}" dt="2024-01-24T02:25:08.584" v="35302" actId="207"/>
          <ac:spMkLst>
            <pc:docMk/>
            <pc:sldMk cId="1808779352" sldId="879"/>
            <ac:spMk id="28" creationId="{E51AF264-9760-0BB0-482D-8045E3E4595E}"/>
          </ac:spMkLst>
        </pc:sp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23T17:51:35.386" v="32749"/>
              <pc2:cmMkLst xmlns:pc2="http://schemas.microsoft.com/office/powerpoint/2019/9/main/command">
                <pc:docMk/>
                <pc:sldMk cId="1808779352" sldId="879"/>
                <pc2:cmMk id="{1F91DBB5-5E90-460D-9A41-E517EA4A2CAD}"/>
              </pc2:cmMkLst>
              <pc226:cmRplyChg chg="add">
                <pc226:chgData name="Palit, Tapti" userId="dec6fbcd-7598-406a-8cbf-504d4a3bac15" providerId="ADAL" clId="{ECD42228-5B96-4A72-B268-C46DF994E6B7}" dt="2024-01-23T17:51:35.386" v="32749"/>
                <pc2:cmRplyMkLst xmlns:pc2="http://schemas.microsoft.com/office/powerpoint/2019/9/main/command">
                  <pc:docMk/>
                  <pc:sldMk cId="1808779352" sldId="879"/>
                  <pc2:cmMk id="{1F91DBB5-5E90-460D-9A41-E517EA4A2CAD}"/>
                  <pc2:cmRplyMk id="{8C5D5AAD-7404-4FE6-944A-DD537AD40312}"/>
                </pc2:cmRplyMkLst>
              </pc226:cmRplyChg>
            </pc226:cmChg>
          </p:ext>
        </pc:extLst>
      </pc:sldChg>
      <pc:sldChg chg="add del mod modShow">
        <pc:chgData name="Palit, Tapti" userId="dec6fbcd-7598-406a-8cbf-504d4a3bac15" providerId="ADAL" clId="{ECD42228-5B96-4A72-B268-C46DF994E6B7}" dt="2024-01-28T03:44:01.241" v="67437" actId="47"/>
        <pc:sldMkLst>
          <pc:docMk/>
          <pc:sldMk cId="2930566401" sldId="879"/>
        </pc:sldMkLst>
      </pc:sldChg>
      <pc:sldChg chg="modSp add del">
        <pc:chgData name="Palit, Tapti" userId="dec6fbcd-7598-406a-8cbf-504d4a3bac15" providerId="ADAL" clId="{ECD42228-5B96-4A72-B268-C46DF994E6B7}" dt="2024-01-14T20:15:23.749" v="556"/>
        <pc:sldMkLst>
          <pc:docMk/>
          <pc:sldMk cId="3116451716" sldId="879"/>
        </pc:sldMkLst>
        <pc:spChg chg="mod">
          <ac:chgData name="Palit, Tapti" userId="dec6fbcd-7598-406a-8cbf-504d4a3bac15" providerId="ADAL" clId="{ECD42228-5B96-4A72-B268-C46DF994E6B7}" dt="2024-01-14T19:15:44.382" v="346"/>
          <ac:spMkLst>
            <pc:docMk/>
            <pc:sldMk cId="3116451716" sldId="879"/>
            <ac:spMk id="2" creationId="{1E66A126-7EC2-4AF7-BDAC-279CE10164EC}"/>
          </ac:spMkLst>
        </pc:spChg>
        <pc:spChg chg="mod">
          <ac:chgData name="Palit, Tapti" userId="dec6fbcd-7598-406a-8cbf-504d4a3bac15" providerId="ADAL" clId="{ECD42228-5B96-4A72-B268-C46DF994E6B7}" dt="2024-01-14T19:15:44.382" v="346"/>
          <ac:spMkLst>
            <pc:docMk/>
            <pc:sldMk cId="3116451716" sldId="879"/>
            <ac:spMk id="4" creationId="{8010EC48-2D64-4513-8B58-BFD0F3CEBE18}"/>
          </ac:spMkLst>
        </pc:spChg>
      </pc:sldChg>
      <pc:sldChg chg="modSp add del mod addCm">
        <pc:chgData name="Palit, Tapti" userId="dec6fbcd-7598-406a-8cbf-504d4a3bac15" providerId="ADAL" clId="{ECD42228-5B96-4A72-B268-C46DF994E6B7}" dt="2024-01-16T02:12:55.643" v="4770"/>
        <pc:sldMkLst>
          <pc:docMk/>
          <pc:sldMk cId="387342752" sldId="880"/>
        </pc:sldMkLst>
        <pc:spChg chg="mod">
          <ac:chgData name="Palit, Tapti" userId="dec6fbcd-7598-406a-8cbf-504d4a3bac15" providerId="ADAL" clId="{ECD42228-5B96-4A72-B268-C46DF994E6B7}" dt="2024-01-14T19:15:44.382" v="346"/>
          <ac:spMkLst>
            <pc:docMk/>
            <pc:sldMk cId="387342752" sldId="880"/>
            <ac:spMk id="2" creationId="{AB28845A-0EFC-412A-884A-D4194C16F2EE}"/>
          </ac:spMkLst>
        </pc:spChg>
        <pc:spChg chg="mod">
          <ac:chgData name="Palit, Tapti" userId="dec6fbcd-7598-406a-8cbf-504d4a3bac15" providerId="ADAL" clId="{ECD42228-5B96-4A72-B268-C46DF994E6B7}" dt="2024-01-14T20:12:22.607" v="535" actId="14100"/>
          <ac:spMkLst>
            <pc:docMk/>
            <pc:sldMk cId="387342752" sldId="880"/>
            <ac:spMk id="3" creationId="{3669C538-7A1B-40D8-B6E3-0CB7DC200F1F}"/>
          </ac:spMkLst>
        </pc:spChg>
        <pc:spChg chg="mod">
          <ac:chgData name="Palit, Tapti" userId="dec6fbcd-7598-406a-8cbf-504d4a3bac15" providerId="ADAL" clId="{ECD42228-5B96-4A72-B268-C46DF994E6B7}" dt="2024-01-14T19:15:44.382" v="346"/>
          <ac:spMkLst>
            <pc:docMk/>
            <pc:sldMk cId="387342752" sldId="880"/>
            <ac:spMk id="4" creationId="{7126102E-3F88-4CF0-9BDE-D372B773C9EF}"/>
          </ac:spMkLst>
        </pc:spChg>
        <pc:spChg chg="mod">
          <ac:chgData name="Palit, Tapti" userId="dec6fbcd-7598-406a-8cbf-504d4a3bac15" providerId="ADAL" clId="{ECD42228-5B96-4A72-B268-C46DF994E6B7}" dt="2024-01-14T19:15:44.382" v="346"/>
          <ac:spMkLst>
            <pc:docMk/>
            <pc:sldMk cId="387342752" sldId="880"/>
            <ac:spMk id="5" creationId="{19E9A9E3-58EB-496A-B94A-C1DE0DDAE6CF}"/>
          </ac:spMkLst>
        </pc:spChg>
        <pc:spChg chg="mod">
          <ac:chgData name="Palit, Tapti" userId="dec6fbcd-7598-406a-8cbf-504d4a3bac15" providerId="ADAL" clId="{ECD42228-5B96-4A72-B268-C46DF994E6B7}" dt="2024-01-14T20:12:25.775" v="536" actId="14100"/>
          <ac:spMkLst>
            <pc:docMk/>
            <pc:sldMk cId="387342752" sldId="880"/>
            <ac:spMk id="8" creationId="{96DE7249-81C1-415A-96EE-F24654F9C95D}"/>
          </ac:spMkLst>
        </pc:sp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16T02:12:55.643" v="4770"/>
              <pc2:cmMkLst xmlns:pc2="http://schemas.microsoft.com/office/powerpoint/2019/9/main/command">
                <pc:docMk/>
                <pc:sldMk cId="387342752" sldId="880"/>
                <pc2:cmMk id="{FC09B0D2-6197-40CE-B0CD-10CECD75D60D}"/>
              </pc2:cmMkLst>
            </pc226:cmChg>
          </p:ext>
        </pc:extLst>
      </pc:sldChg>
      <pc:sldChg chg="add del mod modShow">
        <pc:chgData name="Palit, Tapti" userId="dec6fbcd-7598-406a-8cbf-504d4a3bac15" providerId="ADAL" clId="{ECD42228-5B96-4A72-B268-C46DF994E6B7}" dt="2024-01-28T03:44:01.241" v="67437" actId="47"/>
        <pc:sldMkLst>
          <pc:docMk/>
          <pc:sldMk cId="744618341" sldId="880"/>
        </pc:sldMkLst>
      </pc:sldChg>
      <pc:sldChg chg="addSp delSp modSp add del mod delAnim modAnim modNotesTx">
        <pc:chgData name="Palit, Tapti" userId="dec6fbcd-7598-406a-8cbf-504d4a3bac15" providerId="ADAL" clId="{ECD42228-5B96-4A72-B268-C46DF994E6B7}" dt="2024-01-25T01:33:10.127" v="45385" actId="2696"/>
        <pc:sldMkLst>
          <pc:docMk/>
          <pc:sldMk cId="1404472563" sldId="880"/>
        </pc:sldMkLst>
        <pc:spChg chg="mod">
          <ac:chgData name="Palit, Tapti" userId="dec6fbcd-7598-406a-8cbf-504d4a3bac15" providerId="ADAL" clId="{ECD42228-5B96-4A72-B268-C46DF994E6B7}" dt="2024-01-23T00:57:00.772" v="11502" actId="20577"/>
          <ac:spMkLst>
            <pc:docMk/>
            <pc:sldMk cId="1404472563" sldId="880"/>
            <ac:spMk id="3" creationId="{A4639FD3-4045-0546-F61C-4BCF8BB9F26E}"/>
          </ac:spMkLst>
        </pc:spChg>
        <pc:spChg chg="del">
          <ac:chgData name="Palit, Tapti" userId="dec6fbcd-7598-406a-8cbf-504d4a3bac15" providerId="ADAL" clId="{ECD42228-5B96-4A72-B268-C46DF994E6B7}" dt="2024-01-23T00:57:03.488" v="11503" actId="478"/>
          <ac:spMkLst>
            <pc:docMk/>
            <pc:sldMk cId="1404472563" sldId="880"/>
            <ac:spMk id="6" creationId="{B256A711-8D5D-315A-DA1E-C714E84C07BD}"/>
          </ac:spMkLst>
        </pc:spChg>
        <pc:spChg chg="del">
          <ac:chgData name="Palit, Tapti" userId="dec6fbcd-7598-406a-8cbf-504d4a3bac15" providerId="ADAL" clId="{ECD42228-5B96-4A72-B268-C46DF994E6B7}" dt="2024-01-23T00:57:35.128" v="11537" actId="478"/>
          <ac:spMkLst>
            <pc:docMk/>
            <pc:sldMk cId="1404472563" sldId="880"/>
            <ac:spMk id="9" creationId="{776F7550-BD12-3D30-57A8-288CB9028E51}"/>
          </ac:spMkLst>
        </pc:spChg>
        <pc:spChg chg="add mod">
          <ac:chgData name="Palit, Tapti" userId="dec6fbcd-7598-406a-8cbf-504d4a3bac15" providerId="ADAL" clId="{ECD42228-5B96-4A72-B268-C46DF994E6B7}" dt="2024-01-23T00:57:35.128" v="11537" actId="478"/>
          <ac:spMkLst>
            <pc:docMk/>
            <pc:sldMk cId="1404472563" sldId="880"/>
            <ac:spMk id="13" creationId="{28E7C844-F95E-BFB6-3495-C317F3DB59CE}"/>
          </ac:spMkLst>
        </pc:spChg>
        <pc:spChg chg="mod">
          <ac:chgData name="Palit, Tapti" userId="dec6fbcd-7598-406a-8cbf-504d4a3bac15" providerId="ADAL" clId="{ECD42228-5B96-4A72-B268-C46DF994E6B7}" dt="2024-01-24T03:42:07.645" v="38662" actId="207"/>
          <ac:spMkLst>
            <pc:docMk/>
            <pc:sldMk cId="1404472563" sldId="880"/>
            <ac:spMk id="29" creationId="{29E4DC29-25B8-9243-5458-3EC0DAFDC3C6}"/>
          </ac:spMkLst>
        </pc:spChg>
        <pc:cxnChg chg="mod">
          <ac:chgData name="Palit, Tapti" userId="dec6fbcd-7598-406a-8cbf-504d4a3bac15" providerId="ADAL" clId="{ECD42228-5B96-4A72-B268-C46DF994E6B7}" dt="2024-01-23T00:57:10.855" v="11504" actId="208"/>
          <ac:cxnSpMkLst>
            <pc:docMk/>
            <pc:sldMk cId="1404472563" sldId="880"/>
            <ac:cxnSpMk id="34" creationId="{A5EB6FF9-E685-3E6F-E4AE-3253611CED26}"/>
          </ac:cxnSpMkLst>
        </pc:cxnChg>
      </pc:sldChg>
      <pc:sldChg chg="add del mod modShow">
        <pc:chgData name="Palit, Tapti" userId="dec6fbcd-7598-406a-8cbf-504d4a3bac15" providerId="ADAL" clId="{ECD42228-5B96-4A72-B268-C46DF994E6B7}" dt="2024-01-28T03:44:01.241" v="67437" actId="47"/>
        <pc:sldMkLst>
          <pc:docMk/>
          <pc:sldMk cId="3640962192" sldId="881"/>
        </pc:sldMkLst>
      </pc:sldChg>
      <pc:sldChg chg="addSp delSp modSp add mod">
        <pc:chgData name="Palit, Tapti" userId="dec6fbcd-7598-406a-8cbf-504d4a3bac15" providerId="ADAL" clId="{ECD42228-5B96-4A72-B268-C46DF994E6B7}" dt="2024-01-14T23:15:28.356" v="3165" actId="20577"/>
        <pc:sldMkLst>
          <pc:docMk/>
          <pc:sldMk cId="3910175739" sldId="881"/>
        </pc:sldMkLst>
        <pc:spChg chg="mod">
          <ac:chgData name="Palit, Tapti" userId="dec6fbcd-7598-406a-8cbf-504d4a3bac15" providerId="ADAL" clId="{ECD42228-5B96-4A72-B268-C46DF994E6B7}" dt="2024-01-14T23:15:28.356" v="3165" actId="20577"/>
          <ac:spMkLst>
            <pc:docMk/>
            <pc:sldMk cId="3910175739" sldId="881"/>
            <ac:spMk id="2" creationId="{80ACFC51-CA2B-1477-DFCF-8A384F61F51C}"/>
          </ac:spMkLst>
        </pc:spChg>
        <pc:spChg chg="mod">
          <ac:chgData name="Palit, Tapti" userId="dec6fbcd-7598-406a-8cbf-504d4a3bac15" providerId="ADAL" clId="{ECD42228-5B96-4A72-B268-C46DF994E6B7}" dt="2024-01-14T22:50:47.088" v="2858" actId="20577"/>
          <ac:spMkLst>
            <pc:docMk/>
            <pc:sldMk cId="3910175739" sldId="881"/>
            <ac:spMk id="3" creationId="{8D1C862C-042B-A7A5-8E88-1EBEA7AF6498}"/>
          </ac:spMkLst>
        </pc:spChg>
        <pc:spChg chg="add mod">
          <ac:chgData name="Palit, Tapti" userId="dec6fbcd-7598-406a-8cbf-504d4a3bac15" providerId="ADAL" clId="{ECD42228-5B96-4A72-B268-C46DF994E6B7}" dt="2024-01-14T22:53:45.073" v="2884" actId="207"/>
          <ac:spMkLst>
            <pc:docMk/>
            <pc:sldMk cId="3910175739" sldId="881"/>
            <ac:spMk id="5" creationId="{248ABD4E-4A47-11D7-D36E-F5FEA27D4B05}"/>
          </ac:spMkLst>
        </pc:spChg>
        <pc:spChg chg="add mod">
          <ac:chgData name="Palit, Tapti" userId="dec6fbcd-7598-406a-8cbf-504d4a3bac15" providerId="ADAL" clId="{ECD42228-5B96-4A72-B268-C46DF994E6B7}" dt="2024-01-14T22:53:48.699" v="2885" actId="207"/>
          <ac:spMkLst>
            <pc:docMk/>
            <pc:sldMk cId="3910175739" sldId="881"/>
            <ac:spMk id="6" creationId="{AF3D3F77-4980-6190-762A-4A63FE255297}"/>
          </ac:spMkLst>
        </pc:spChg>
        <pc:spChg chg="del">
          <ac:chgData name="Palit, Tapti" userId="dec6fbcd-7598-406a-8cbf-504d4a3bac15" providerId="ADAL" clId="{ECD42228-5B96-4A72-B268-C46DF994E6B7}" dt="2024-01-14T23:15:19.228" v="3116" actId="478"/>
          <ac:spMkLst>
            <pc:docMk/>
            <pc:sldMk cId="3910175739" sldId="881"/>
            <ac:spMk id="7" creationId="{81525AB4-4819-3FA8-6040-4CA5D749B0A0}"/>
          </ac:spMkLst>
        </pc:spChg>
        <pc:spChg chg="add mod">
          <ac:chgData name="Palit, Tapti" userId="dec6fbcd-7598-406a-8cbf-504d4a3bac15" providerId="ADAL" clId="{ECD42228-5B96-4A72-B268-C46DF994E6B7}" dt="2024-01-14T22:52:48.108" v="2881" actId="1076"/>
          <ac:spMkLst>
            <pc:docMk/>
            <pc:sldMk cId="3910175739" sldId="881"/>
            <ac:spMk id="11" creationId="{3AE381B6-5D57-4132-0495-23F8D4E8DE04}"/>
          </ac:spMkLst>
        </pc:spChg>
        <pc:spChg chg="add mod">
          <ac:chgData name="Palit, Tapti" userId="dec6fbcd-7598-406a-8cbf-504d4a3bac15" providerId="ADAL" clId="{ECD42228-5B96-4A72-B268-C46DF994E6B7}" dt="2024-01-14T22:55:09.101" v="2910" actId="1076"/>
          <ac:spMkLst>
            <pc:docMk/>
            <pc:sldMk cId="3910175739" sldId="881"/>
            <ac:spMk id="12" creationId="{4EC6AA97-A551-E851-866B-C1E7C2170D8A}"/>
          </ac:spMkLst>
        </pc:spChg>
        <pc:spChg chg="add mod">
          <ac:chgData name="Palit, Tapti" userId="dec6fbcd-7598-406a-8cbf-504d4a3bac15" providerId="ADAL" clId="{ECD42228-5B96-4A72-B268-C46DF994E6B7}" dt="2024-01-14T22:54:58.798" v="2907" actId="14100"/>
          <ac:spMkLst>
            <pc:docMk/>
            <pc:sldMk cId="3910175739" sldId="881"/>
            <ac:spMk id="14" creationId="{6A763BA6-DC5A-31ED-E187-3EEC0FD0AD77}"/>
          </ac:spMkLst>
        </pc:spChg>
        <pc:spChg chg="mod">
          <ac:chgData name="Palit, Tapti" userId="dec6fbcd-7598-406a-8cbf-504d4a3bac15" providerId="ADAL" clId="{ECD42228-5B96-4A72-B268-C46DF994E6B7}" dt="2024-01-14T22:55:19.682" v="2911" actId="692"/>
          <ac:spMkLst>
            <pc:docMk/>
            <pc:sldMk cId="3910175739" sldId="881"/>
            <ac:spMk id="16" creationId="{273FDC44-F8B6-D34D-0015-FA14BCD37E0C}"/>
          </ac:spMkLst>
        </pc:spChg>
        <pc:cxnChg chg="add mod">
          <ac:chgData name="Palit, Tapti" userId="dec6fbcd-7598-406a-8cbf-504d4a3bac15" providerId="ADAL" clId="{ECD42228-5B96-4A72-B268-C46DF994E6B7}" dt="2024-01-14T22:52:42.524" v="2880" actId="1076"/>
          <ac:cxnSpMkLst>
            <pc:docMk/>
            <pc:sldMk cId="3910175739" sldId="881"/>
            <ac:cxnSpMk id="9" creationId="{B493402B-1DC5-FD06-6250-A8FEC4A0BD15}"/>
          </ac:cxnSpMkLst>
        </pc:cxnChg>
        <pc:cxnChg chg="add mod">
          <ac:chgData name="Palit, Tapti" userId="dec6fbcd-7598-406a-8cbf-504d4a3bac15" providerId="ADAL" clId="{ECD42228-5B96-4A72-B268-C46DF994E6B7}" dt="2024-01-14T22:55:09.101" v="2910" actId="1076"/>
          <ac:cxnSpMkLst>
            <pc:docMk/>
            <pc:sldMk cId="3910175739" sldId="881"/>
            <ac:cxnSpMk id="13" creationId="{EB763596-09F7-621D-9A36-01E3131CEC5C}"/>
          </ac:cxnSpMkLst>
        </pc:cxnChg>
        <pc:cxnChg chg="add mod">
          <ac:chgData name="Palit, Tapti" userId="dec6fbcd-7598-406a-8cbf-504d4a3bac15" providerId="ADAL" clId="{ECD42228-5B96-4A72-B268-C46DF994E6B7}" dt="2024-01-14T22:52:42.524" v="2880" actId="1076"/>
          <ac:cxnSpMkLst>
            <pc:docMk/>
            <pc:sldMk cId="3910175739" sldId="881"/>
            <ac:cxnSpMk id="15" creationId="{A15E2A1C-B723-DA87-C8A0-8335FE2AB15E}"/>
          </ac:cxnSpMkLst>
        </pc:cxnChg>
      </pc:sldChg>
      <pc:sldChg chg="addSp delSp modSp add del mod ord delAnim modAnim addCm delCm modNotesTx">
        <pc:chgData name="Palit, Tapti" userId="dec6fbcd-7598-406a-8cbf-504d4a3bac15" providerId="ADAL" clId="{ECD42228-5B96-4A72-B268-C46DF994E6B7}" dt="2024-01-25T01:33:10.127" v="45385" actId="2696"/>
        <pc:sldMkLst>
          <pc:docMk/>
          <pc:sldMk cId="4210693655" sldId="881"/>
        </pc:sldMkLst>
        <pc:spChg chg="mod">
          <ac:chgData name="Palit, Tapti" userId="dec6fbcd-7598-406a-8cbf-504d4a3bac15" providerId="ADAL" clId="{ECD42228-5B96-4A72-B268-C46DF994E6B7}" dt="2024-01-24T02:25:48.190" v="35304" actId="5793"/>
          <ac:spMkLst>
            <pc:docMk/>
            <pc:sldMk cId="4210693655" sldId="881"/>
            <ac:spMk id="2" creationId="{1F7260FC-2647-41AB-5D09-58FB84925038}"/>
          </ac:spMkLst>
        </pc:spChg>
        <pc:spChg chg="mod">
          <ac:chgData name="Palit, Tapti" userId="dec6fbcd-7598-406a-8cbf-504d4a3bac15" providerId="ADAL" clId="{ECD42228-5B96-4A72-B268-C46DF994E6B7}" dt="2024-01-23T00:58:37.512" v="11591" actId="20577"/>
          <ac:spMkLst>
            <pc:docMk/>
            <pc:sldMk cId="4210693655" sldId="881"/>
            <ac:spMk id="3" creationId="{58DAD1E5-81AA-1170-EB63-65D96B6A67C5}"/>
          </ac:spMkLst>
        </pc:spChg>
        <pc:spChg chg="del">
          <ac:chgData name="Palit, Tapti" userId="dec6fbcd-7598-406a-8cbf-504d4a3bac15" providerId="ADAL" clId="{ECD42228-5B96-4A72-B268-C46DF994E6B7}" dt="2024-01-23T00:58:42.165" v="11592" actId="478"/>
          <ac:spMkLst>
            <pc:docMk/>
            <pc:sldMk cId="4210693655" sldId="881"/>
            <ac:spMk id="5" creationId="{BC2A2CDE-3DE4-A959-668B-22F78A94DE95}"/>
          </ac:spMkLst>
        </pc:spChg>
        <pc:spChg chg="del">
          <ac:chgData name="Palit, Tapti" userId="dec6fbcd-7598-406a-8cbf-504d4a3bac15" providerId="ADAL" clId="{ECD42228-5B96-4A72-B268-C46DF994E6B7}" dt="2024-01-23T00:58:03.606" v="11565" actId="478"/>
          <ac:spMkLst>
            <pc:docMk/>
            <pc:sldMk cId="4210693655" sldId="881"/>
            <ac:spMk id="12" creationId="{ABC57FF3-D4D8-6BAD-3E5A-71BACF3FD32A}"/>
          </ac:spMkLst>
        </pc:spChg>
        <pc:spChg chg="add mod">
          <ac:chgData name="Palit, Tapti" userId="dec6fbcd-7598-406a-8cbf-504d4a3bac15" providerId="ADAL" clId="{ECD42228-5B96-4A72-B268-C46DF994E6B7}" dt="2024-01-23T00:58:42.165" v="11592" actId="478"/>
          <ac:spMkLst>
            <pc:docMk/>
            <pc:sldMk cId="4210693655" sldId="881"/>
            <ac:spMk id="15" creationId="{8E9EE59C-DCD1-E83E-6CD7-9029F59A9215}"/>
          </ac:spMkLst>
        </pc:spChg>
        <pc:spChg chg="mod">
          <ac:chgData name="Palit, Tapti" userId="dec6fbcd-7598-406a-8cbf-504d4a3bac15" providerId="ADAL" clId="{ECD42228-5B96-4A72-B268-C46DF994E6B7}" dt="2024-01-24T03:42:15.472" v="38663" actId="207"/>
          <ac:spMkLst>
            <pc:docMk/>
            <pc:sldMk cId="4210693655" sldId="881"/>
            <ac:spMk id="28" creationId="{E51AF264-9760-0BB0-482D-8045E3E4595E}"/>
          </ac:spMkLst>
        </pc:spChg>
        <pc:cxnChg chg="mod">
          <ac:chgData name="Palit, Tapti" userId="dec6fbcd-7598-406a-8cbf-504d4a3bac15" providerId="ADAL" clId="{ECD42228-5B96-4A72-B268-C46DF994E6B7}" dt="2024-01-23T00:58:27.011" v="11566" actId="692"/>
          <ac:cxnSpMkLst>
            <pc:docMk/>
            <pc:sldMk cId="4210693655" sldId="881"/>
            <ac:cxnSpMk id="23" creationId="{A91CECD8-3233-881B-5885-B8949D536F5F}"/>
          </ac:cxnSpMkLst>
        </pc:cxnChg>
        <pc:extLst>
          <p:ext xmlns:p="http://schemas.openxmlformats.org/presentationml/2006/main" uri="{D6D511B9-2390-475A-947B-AFAB55BFBCF1}">
            <pc226:cmChg xmlns:pc226="http://schemas.microsoft.com/office/powerpoint/2022/06/main/command" chg="add del">
              <pc226:chgData name="Palit, Tapti" userId="dec6fbcd-7598-406a-8cbf-504d4a3bac15" providerId="ADAL" clId="{ECD42228-5B96-4A72-B268-C46DF994E6B7}" dt="2024-01-23T17:50:21.666" v="32745"/>
              <pc2:cmMkLst xmlns:pc2="http://schemas.microsoft.com/office/powerpoint/2019/9/main/command">
                <pc:docMk/>
                <pc:sldMk cId="4210693655" sldId="881"/>
                <pc2:cmMk id="{889D0404-F52B-44DF-85A5-154796F46510}"/>
              </pc2:cmMkLst>
            </pc226:cmChg>
          </p:ext>
        </pc:extLst>
      </pc:sldChg>
      <pc:sldChg chg="modSp add del">
        <pc:chgData name="Palit, Tapti" userId="dec6fbcd-7598-406a-8cbf-504d4a3bac15" providerId="ADAL" clId="{ECD42228-5B96-4A72-B268-C46DF994E6B7}" dt="2024-01-14T20:26:10.929" v="732"/>
        <pc:sldMkLst>
          <pc:docMk/>
          <pc:sldMk cId="2649866034" sldId="882"/>
        </pc:sldMkLst>
        <pc:spChg chg="mod">
          <ac:chgData name="Palit, Tapti" userId="dec6fbcd-7598-406a-8cbf-504d4a3bac15" providerId="ADAL" clId="{ECD42228-5B96-4A72-B268-C46DF994E6B7}" dt="2024-01-14T20:26:10.929" v="732"/>
          <ac:spMkLst>
            <pc:docMk/>
            <pc:sldMk cId="2649866034" sldId="882"/>
            <ac:spMk id="2" creationId="{7ED4E59B-8510-1BDB-2406-4637F92CEC7C}"/>
          </ac:spMkLst>
        </pc:spChg>
        <pc:spChg chg="mod">
          <ac:chgData name="Palit, Tapti" userId="dec6fbcd-7598-406a-8cbf-504d4a3bac15" providerId="ADAL" clId="{ECD42228-5B96-4A72-B268-C46DF994E6B7}" dt="2024-01-14T20:26:10.929" v="732"/>
          <ac:spMkLst>
            <pc:docMk/>
            <pc:sldMk cId="2649866034" sldId="882"/>
            <ac:spMk id="4" creationId="{113AF6C6-7D64-6939-13E8-8FC17B278B75}"/>
          </ac:spMkLst>
        </pc:spChg>
      </pc:sldChg>
      <pc:sldChg chg="add del mod modShow">
        <pc:chgData name="Palit, Tapti" userId="dec6fbcd-7598-406a-8cbf-504d4a3bac15" providerId="ADAL" clId="{ECD42228-5B96-4A72-B268-C46DF994E6B7}" dt="2024-01-28T03:44:01.241" v="67437" actId="47"/>
        <pc:sldMkLst>
          <pc:docMk/>
          <pc:sldMk cId="3068419223" sldId="882"/>
        </pc:sldMkLst>
      </pc:sldChg>
      <pc:sldChg chg="addSp delSp modSp new add del mod modClrScheme chgLayout modNotesTx">
        <pc:chgData name="Palit, Tapti" userId="dec6fbcd-7598-406a-8cbf-504d4a3bac15" providerId="ADAL" clId="{ECD42228-5B96-4A72-B268-C46DF994E6B7}" dt="2024-01-25T01:33:10.127" v="45385" actId="2696"/>
        <pc:sldMkLst>
          <pc:docMk/>
          <pc:sldMk cId="3144217460" sldId="882"/>
        </pc:sldMkLst>
        <pc:spChg chg="mod ord">
          <ac:chgData name="Palit, Tapti" userId="dec6fbcd-7598-406a-8cbf-504d4a3bac15" providerId="ADAL" clId="{ECD42228-5B96-4A72-B268-C46DF994E6B7}" dt="2024-01-23T01:36:40.853" v="12663" actId="700"/>
          <ac:spMkLst>
            <pc:docMk/>
            <pc:sldMk cId="3144217460" sldId="882"/>
            <ac:spMk id="2" creationId="{EB3D43F0-3496-839F-C407-31618EF096DC}"/>
          </ac:spMkLst>
        </pc:spChg>
        <pc:spChg chg="mod ord">
          <ac:chgData name="Palit, Tapti" userId="dec6fbcd-7598-406a-8cbf-504d4a3bac15" providerId="ADAL" clId="{ECD42228-5B96-4A72-B268-C46DF994E6B7}" dt="2024-01-23T01:36:40.853" v="12663" actId="700"/>
          <ac:spMkLst>
            <pc:docMk/>
            <pc:sldMk cId="3144217460" sldId="882"/>
            <ac:spMk id="3" creationId="{BF49F439-5735-4275-A014-1A5D2B7B534F}"/>
          </ac:spMkLst>
        </pc:spChg>
        <pc:spChg chg="mod ord">
          <ac:chgData name="Palit, Tapti" userId="dec6fbcd-7598-406a-8cbf-504d4a3bac15" providerId="ADAL" clId="{ECD42228-5B96-4A72-B268-C46DF994E6B7}" dt="2024-01-23T01:36:40.853" v="12663" actId="700"/>
          <ac:spMkLst>
            <pc:docMk/>
            <pc:sldMk cId="3144217460" sldId="882"/>
            <ac:spMk id="4" creationId="{BB9070CC-B07D-2111-6090-B13C748C7B68}"/>
          </ac:spMkLst>
        </pc:spChg>
        <pc:spChg chg="del">
          <ac:chgData name="Palit, Tapti" userId="dec6fbcd-7598-406a-8cbf-504d4a3bac15" providerId="ADAL" clId="{ECD42228-5B96-4A72-B268-C46DF994E6B7}" dt="2024-01-23T01:36:40.853" v="12663" actId="700"/>
          <ac:spMkLst>
            <pc:docMk/>
            <pc:sldMk cId="3144217460" sldId="882"/>
            <ac:spMk id="5" creationId="{74F731D0-0974-A1C4-131E-2C938B21C7E3}"/>
          </ac:spMkLst>
        </pc:spChg>
        <pc:spChg chg="add mod">
          <ac:chgData name="Palit, Tapti" userId="dec6fbcd-7598-406a-8cbf-504d4a3bac15" providerId="ADAL" clId="{ECD42228-5B96-4A72-B268-C46DF994E6B7}" dt="2024-01-23T01:26:58.837" v="12302" actId="113"/>
          <ac:spMkLst>
            <pc:docMk/>
            <pc:sldMk cId="3144217460" sldId="882"/>
            <ac:spMk id="6" creationId="{B7A00D1F-6307-7B8B-9341-07A4E618B002}"/>
          </ac:spMkLst>
        </pc:spChg>
        <pc:spChg chg="add mod">
          <ac:chgData name="Palit, Tapti" userId="dec6fbcd-7598-406a-8cbf-504d4a3bac15" providerId="ADAL" clId="{ECD42228-5B96-4A72-B268-C46DF994E6B7}" dt="2024-01-23T01:27:01.014" v="12303" actId="113"/>
          <ac:spMkLst>
            <pc:docMk/>
            <pc:sldMk cId="3144217460" sldId="882"/>
            <ac:spMk id="7" creationId="{B0803C13-F12D-2130-FB68-EB8EFAA14E8C}"/>
          </ac:spMkLst>
        </pc:spChg>
        <pc:spChg chg="add mod">
          <ac:chgData name="Palit, Tapti" userId="dec6fbcd-7598-406a-8cbf-504d4a3bac15" providerId="ADAL" clId="{ECD42228-5B96-4A72-B268-C46DF994E6B7}" dt="2024-01-23T01:27:03.046" v="12304" actId="113"/>
          <ac:spMkLst>
            <pc:docMk/>
            <pc:sldMk cId="3144217460" sldId="882"/>
            <ac:spMk id="8" creationId="{A73F4725-3FA7-039C-2F50-E20613B1CBA9}"/>
          </ac:spMkLst>
        </pc:spChg>
        <pc:spChg chg="add mod">
          <ac:chgData name="Palit, Tapti" userId="dec6fbcd-7598-406a-8cbf-504d4a3bac15" providerId="ADAL" clId="{ECD42228-5B96-4A72-B268-C46DF994E6B7}" dt="2024-01-23T01:27:04.846" v="12305" actId="113"/>
          <ac:spMkLst>
            <pc:docMk/>
            <pc:sldMk cId="3144217460" sldId="882"/>
            <ac:spMk id="9" creationId="{2818976B-B372-0E3B-DC21-5104C65A552D}"/>
          </ac:spMkLst>
        </pc:spChg>
        <pc:spChg chg="add mod">
          <ac:chgData name="Palit, Tapti" userId="dec6fbcd-7598-406a-8cbf-504d4a3bac15" providerId="ADAL" clId="{ECD42228-5B96-4A72-B268-C46DF994E6B7}" dt="2024-01-23T01:27:06.598" v="12306" actId="113"/>
          <ac:spMkLst>
            <pc:docMk/>
            <pc:sldMk cId="3144217460" sldId="882"/>
            <ac:spMk id="10" creationId="{9D5AF9B2-2BD2-D9F0-6BA6-93F7769E9313}"/>
          </ac:spMkLst>
        </pc:spChg>
        <pc:spChg chg="add mod">
          <ac:chgData name="Palit, Tapti" userId="dec6fbcd-7598-406a-8cbf-504d4a3bac15" providerId="ADAL" clId="{ECD42228-5B96-4A72-B268-C46DF994E6B7}" dt="2024-01-23T01:27:08.695" v="12307" actId="113"/>
          <ac:spMkLst>
            <pc:docMk/>
            <pc:sldMk cId="3144217460" sldId="882"/>
            <ac:spMk id="11" creationId="{1F6B04A3-3284-4BF9-323E-8492E7133D71}"/>
          </ac:spMkLst>
        </pc:spChg>
        <pc:spChg chg="add mod">
          <ac:chgData name="Palit, Tapti" userId="dec6fbcd-7598-406a-8cbf-504d4a3bac15" providerId="ADAL" clId="{ECD42228-5B96-4A72-B268-C46DF994E6B7}" dt="2024-01-23T01:27:10.645" v="12308" actId="113"/>
          <ac:spMkLst>
            <pc:docMk/>
            <pc:sldMk cId="3144217460" sldId="882"/>
            <ac:spMk id="12" creationId="{2B170381-781C-E611-EDCF-EB588C6926E4}"/>
          </ac:spMkLst>
        </pc:spChg>
        <pc:spChg chg="add mod">
          <ac:chgData name="Palit, Tapti" userId="dec6fbcd-7598-406a-8cbf-504d4a3bac15" providerId="ADAL" clId="{ECD42228-5B96-4A72-B268-C46DF994E6B7}" dt="2024-01-23T01:27:12.763" v="12309" actId="113"/>
          <ac:spMkLst>
            <pc:docMk/>
            <pc:sldMk cId="3144217460" sldId="882"/>
            <ac:spMk id="13" creationId="{12C67A29-8CDE-D230-BDA0-A6590465848D}"/>
          </ac:spMkLst>
        </pc:spChg>
        <pc:spChg chg="add mod">
          <ac:chgData name="Palit, Tapti" userId="dec6fbcd-7598-406a-8cbf-504d4a3bac15" providerId="ADAL" clId="{ECD42228-5B96-4A72-B268-C46DF994E6B7}" dt="2024-01-23T01:27:14.950" v="12310" actId="113"/>
          <ac:spMkLst>
            <pc:docMk/>
            <pc:sldMk cId="3144217460" sldId="882"/>
            <ac:spMk id="14" creationId="{925F158B-1BF4-044B-6D22-E12D944FFA66}"/>
          </ac:spMkLst>
        </pc:spChg>
      </pc:sldChg>
      <pc:sldChg chg="addSp delSp modSp new del mod">
        <pc:chgData name="Palit, Tapti" userId="dec6fbcd-7598-406a-8cbf-504d4a3bac15" providerId="ADAL" clId="{ECD42228-5B96-4A72-B268-C46DF994E6B7}" dt="2024-01-23T01:28:16.597" v="12323" actId="47"/>
        <pc:sldMkLst>
          <pc:docMk/>
          <pc:sldMk cId="396866893" sldId="883"/>
        </pc:sldMkLst>
        <pc:spChg chg="mod">
          <ac:chgData name="Palit, Tapti" userId="dec6fbcd-7598-406a-8cbf-504d4a3bac15" providerId="ADAL" clId="{ECD42228-5B96-4A72-B268-C46DF994E6B7}" dt="2024-01-23T01:14:10.345" v="11967" actId="20577"/>
          <ac:spMkLst>
            <pc:docMk/>
            <pc:sldMk cId="396866893" sldId="883"/>
            <ac:spMk id="2" creationId="{1D4BD2C2-022F-E126-F346-97C4E5539620}"/>
          </ac:spMkLst>
        </pc:spChg>
        <pc:spChg chg="mod">
          <ac:chgData name="Palit, Tapti" userId="dec6fbcd-7598-406a-8cbf-504d4a3bac15" providerId="ADAL" clId="{ECD42228-5B96-4A72-B268-C46DF994E6B7}" dt="2024-01-23T01:13:58.540" v="11935" actId="20577"/>
          <ac:spMkLst>
            <pc:docMk/>
            <pc:sldMk cId="396866893" sldId="883"/>
            <ac:spMk id="3" creationId="{B4502F78-63A3-518D-B3D5-1835E60DA933}"/>
          </ac:spMkLst>
        </pc:spChg>
        <pc:spChg chg="add del mod">
          <ac:chgData name="Palit, Tapti" userId="dec6fbcd-7598-406a-8cbf-504d4a3bac15" providerId="ADAL" clId="{ECD42228-5B96-4A72-B268-C46DF994E6B7}" dt="2024-01-23T01:27:41.580" v="12317" actId="1076"/>
          <ac:spMkLst>
            <pc:docMk/>
            <pc:sldMk cId="396866893" sldId="883"/>
            <ac:spMk id="6" creationId="{9FE57BDB-06A6-D818-CEAC-D54DA77AF9E2}"/>
          </ac:spMkLst>
        </pc:spChg>
        <pc:spChg chg="add mod">
          <ac:chgData name="Palit, Tapti" userId="dec6fbcd-7598-406a-8cbf-504d4a3bac15" providerId="ADAL" clId="{ECD42228-5B96-4A72-B268-C46DF994E6B7}" dt="2024-01-23T01:27:44.482" v="12318" actId="1076"/>
          <ac:spMkLst>
            <pc:docMk/>
            <pc:sldMk cId="396866893" sldId="883"/>
            <ac:spMk id="7" creationId="{42BCDD71-D0FA-FB57-4FF5-C99736476AE1}"/>
          </ac:spMkLst>
        </pc:spChg>
        <pc:spChg chg="add mod">
          <ac:chgData name="Palit, Tapti" userId="dec6fbcd-7598-406a-8cbf-504d4a3bac15" providerId="ADAL" clId="{ECD42228-5B96-4A72-B268-C46DF994E6B7}" dt="2024-01-23T01:27:46.858" v="12319" actId="1076"/>
          <ac:spMkLst>
            <pc:docMk/>
            <pc:sldMk cId="396866893" sldId="883"/>
            <ac:spMk id="8" creationId="{9F715DD9-72AD-9ED5-1321-26A535BD8F87}"/>
          </ac:spMkLst>
        </pc:spChg>
      </pc:sldChg>
      <pc:sldChg chg="add del mod modShow">
        <pc:chgData name="Palit, Tapti" userId="dec6fbcd-7598-406a-8cbf-504d4a3bac15" providerId="ADAL" clId="{ECD42228-5B96-4A72-B268-C46DF994E6B7}" dt="2024-01-28T03:44:01.241" v="67437" actId="47"/>
        <pc:sldMkLst>
          <pc:docMk/>
          <pc:sldMk cId="556129803" sldId="884"/>
        </pc:sldMkLst>
      </pc:sldChg>
      <pc:sldChg chg="addSp delSp modSp add del mod modClrScheme chgLayout modNotesTx">
        <pc:chgData name="Palit, Tapti" userId="dec6fbcd-7598-406a-8cbf-504d4a3bac15" providerId="ADAL" clId="{ECD42228-5B96-4A72-B268-C46DF994E6B7}" dt="2024-01-25T01:33:10.127" v="45385" actId="2696"/>
        <pc:sldMkLst>
          <pc:docMk/>
          <pc:sldMk cId="2557977293" sldId="884"/>
        </pc:sldMkLst>
        <pc:spChg chg="mod ord">
          <ac:chgData name="Palit, Tapti" userId="dec6fbcd-7598-406a-8cbf-504d4a3bac15" providerId="ADAL" clId="{ECD42228-5B96-4A72-B268-C46DF994E6B7}" dt="2024-01-23T01:42:00.595" v="12926" actId="20577"/>
          <ac:spMkLst>
            <pc:docMk/>
            <pc:sldMk cId="2557977293" sldId="884"/>
            <ac:spMk id="2" creationId="{1D4BD2C2-022F-E126-F346-97C4E5539620}"/>
          </ac:spMkLst>
        </pc:spChg>
        <pc:spChg chg="mod ord">
          <ac:chgData name="Palit, Tapti" userId="dec6fbcd-7598-406a-8cbf-504d4a3bac15" providerId="ADAL" clId="{ECD42228-5B96-4A72-B268-C46DF994E6B7}" dt="2024-01-23T01:36:34.991" v="12662" actId="700"/>
          <ac:spMkLst>
            <pc:docMk/>
            <pc:sldMk cId="2557977293" sldId="884"/>
            <ac:spMk id="3" creationId="{B4502F78-63A3-518D-B3D5-1835E60DA933}"/>
          </ac:spMkLst>
        </pc:spChg>
        <pc:spChg chg="mod ord">
          <ac:chgData name="Palit, Tapti" userId="dec6fbcd-7598-406a-8cbf-504d4a3bac15" providerId="ADAL" clId="{ECD42228-5B96-4A72-B268-C46DF994E6B7}" dt="2024-01-23T01:36:34.991" v="12662" actId="700"/>
          <ac:spMkLst>
            <pc:docMk/>
            <pc:sldMk cId="2557977293" sldId="884"/>
            <ac:spMk id="4" creationId="{D62C3B9F-2EB5-46C4-915F-D6621F4FCC8D}"/>
          </ac:spMkLst>
        </pc:spChg>
        <pc:spChg chg="del">
          <ac:chgData name="Palit, Tapti" userId="dec6fbcd-7598-406a-8cbf-504d4a3bac15" providerId="ADAL" clId="{ECD42228-5B96-4A72-B268-C46DF994E6B7}" dt="2024-01-23T01:36:34.991" v="12662" actId="700"/>
          <ac:spMkLst>
            <pc:docMk/>
            <pc:sldMk cId="2557977293" sldId="884"/>
            <ac:spMk id="5" creationId="{EB48F913-5712-E67F-7981-C56D3E1D73F6}"/>
          </ac:spMkLst>
        </pc:spChg>
        <pc:spChg chg="add del mod">
          <ac:chgData name="Palit, Tapti" userId="dec6fbcd-7598-406a-8cbf-504d4a3bac15" providerId="ADAL" clId="{ECD42228-5B96-4A72-B268-C46DF994E6B7}" dt="2024-01-23T01:45:10.078" v="13021" actId="20577"/>
          <ac:spMkLst>
            <pc:docMk/>
            <pc:sldMk cId="2557977293" sldId="884"/>
            <ac:spMk id="6" creationId="{9FE57BDB-06A6-D818-CEAC-D54DA77AF9E2}"/>
          </ac:spMkLst>
        </pc:spChg>
        <pc:spChg chg="mod">
          <ac:chgData name="Palit, Tapti" userId="dec6fbcd-7598-406a-8cbf-504d4a3bac15" providerId="ADAL" clId="{ECD42228-5B96-4A72-B268-C46DF994E6B7}" dt="2024-01-23T01:35:00.418" v="12630" actId="1035"/>
          <ac:spMkLst>
            <pc:docMk/>
            <pc:sldMk cId="2557977293" sldId="884"/>
            <ac:spMk id="7" creationId="{42BCDD71-D0FA-FB57-4FF5-C99736476AE1}"/>
          </ac:spMkLst>
        </pc:spChg>
        <pc:spChg chg="mod">
          <ac:chgData name="Palit, Tapti" userId="dec6fbcd-7598-406a-8cbf-504d4a3bac15" providerId="ADAL" clId="{ECD42228-5B96-4A72-B268-C46DF994E6B7}" dt="2024-01-23T01:35:00.418" v="12630" actId="1035"/>
          <ac:spMkLst>
            <pc:docMk/>
            <pc:sldMk cId="2557977293" sldId="884"/>
            <ac:spMk id="8" creationId="{9F715DD9-72AD-9ED5-1321-26A535BD8F87}"/>
          </ac:spMkLst>
        </pc:spChg>
        <pc:spChg chg="add mod">
          <ac:chgData name="Palit, Tapti" userId="dec6fbcd-7598-406a-8cbf-504d4a3bac15" providerId="ADAL" clId="{ECD42228-5B96-4A72-B268-C46DF994E6B7}" dt="2024-01-23T01:37:27.412" v="12675" actId="1076"/>
          <ac:spMkLst>
            <pc:docMk/>
            <pc:sldMk cId="2557977293" sldId="884"/>
            <ac:spMk id="9" creationId="{2518A8B8-2514-637F-CC78-867A4FC82B8A}"/>
          </ac:spMkLst>
        </pc:spChg>
        <pc:spChg chg="add mod">
          <ac:chgData name="Palit, Tapti" userId="dec6fbcd-7598-406a-8cbf-504d4a3bac15" providerId="ADAL" clId="{ECD42228-5B96-4A72-B268-C46DF994E6B7}" dt="2024-01-23T01:37:27.412" v="12675" actId="1076"/>
          <ac:spMkLst>
            <pc:docMk/>
            <pc:sldMk cId="2557977293" sldId="884"/>
            <ac:spMk id="10" creationId="{789653C2-E604-00C4-1EDD-FAE5D30CAC8A}"/>
          </ac:spMkLst>
        </pc:spChg>
        <pc:spChg chg="add mod">
          <ac:chgData name="Palit, Tapti" userId="dec6fbcd-7598-406a-8cbf-504d4a3bac15" providerId="ADAL" clId="{ECD42228-5B96-4A72-B268-C46DF994E6B7}" dt="2024-01-23T01:37:27.412" v="12675" actId="1076"/>
          <ac:spMkLst>
            <pc:docMk/>
            <pc:sldMk cId="2557977293" sldId="884"/>
            <ac:spMk id="12" creationId="{9BACDA53-C198-D62E-756B-C31139A8A0BD}"/>
          </ac:spMkLst>
        </pc:spChg>
        <pc:spChg chg="add mod">
          <ac:chgData name="Palit, Tapti" userId="dec6fbcd-7598-406a-8cbf-504d4a3bac15" providerId="ADAL" clId="{ECD42228-5B96-4A72-B268-C46DF994E6B7}" dt="2024-01-23T01:37:27.412" v="12675" actId="1076"/>
          <ac:spMkLst>
            <pc:docMk/>
            <pc:sldMk cId="2557977293" sldId="884"/>
            <ac:spMk id="13" creationId="{3BEF6D25-4971-219E-654A-F9DA6B8FB0FB}"/>
          </ac:spMkLst>
        </pc:spChg>
        <pc:spChg chg="add mod">
          <ac:chgData name="Palit, Tapti" userId="dec6fbcd-7598-406a-8cbf-504d4a3bac15" providerId="ADAL" clId="{ECD42228-5B96-4A72-B268-C46DF994E6B7}" dt="2024-01-23T01:37:27.412" v="12675" actId="1076"/>
          <ac:spMkLst>
            <pc:docMk/>
            <pc:sldMk cId="2557977293" sldId="884"/>
            <ac:spMk id="20" creationId="{BEECE632-48F1-FA8C-D7EA-F73ECDFC5B25}"/>
          </ac:spMkLst>
        </pc:spChg>
        <pc:spChg chg="add mod">
          <ac:chgData name="Palit, Tapti" userId="dec6fbcd-7598-406a-8cbf-504d4a3bac15" providerId="ADAL" clId="{ECD42228-5B96-4A72-B268-C46DF994E6B7}" dt="2024-01-23T01:37:27.412" v="12675" actId="1076"/>
          <ac:spMkLst>
            <pc:docMk/>
            <pc:sldMk cId="2557977293" sldId="884"/>
            <ac:spMk id="21" creationId="{3C4A674F-A5E7-1714-B6C0-9164EF34F0D0}"/>
          </ac:spMkLst>
        </pc:spChg>
        <pc:spChg chg="add mod">
          <ac:chgData name="Palit, Tapti" userId="dec6fbcd-7598-406a-8cbf-504d4a3bac15" providerId="ADAL" clId="{ECD42228-5B96-4A72-B268-C46DF994E6B7}" dt="2024-01-23T01:37:27.412" v="12675" actId="1076"/>
          <ac:spMkLst>
            <pc:docMk/>
            <pc:sldMk cId="2557977293" sldId="884"/>
            <ac:spMk id="25" creationId="{0DE18CCE-717A-38C6-7522-C2EBDB03E3A4}"/>
          </ac:spMkLst>
        </pc:spChg>
        <pc:spChg chg="add mod">
          <ac:chgData name="Palit, Tapti" userId="dec6fbcd-7598-406a-8cbf-504d4a3bac15" providerId="ADAL" clId="{ECD42228-5B96-4A72-B268-C46DF994E6B7}" dt="2024-01-23T01:37:27.412" v="12675" actId="1076"/>
          <ac:spMkLst>
            <pc:docMk/>
            <pc:sldMk cId="2557977293" sldId="884"/>
            <ac:spMk id="26" creationId="{17FBE7D4-FC99-AC95-25CC-A41C78DD482D}"/>
          </ac:spMkLst>
        </pc:spChg>
        <pc:cxnChg chg="add mod">
          <ac:chgData name="Palit, Tapti" userId="dec6fbcd-7598-406a-8cbf-504d4a3bac15" providerId="ADAL" clId="{ECD42228-5B96-4A72-B268-C46DF994E6B7}" dt="2024-01-23T01:37:27.412" v="12675" actId="1076"/>
          <ac:cxnSpMkLst>
            <pc:docMk/>
            <pc:sldMk cId="2557977293" sldId="884"/>
            <ac:cxnSpMk id="11" creationId="{3BAC6F71-0B0E-AF7B-EA61-B70E76060487}"/>
          </ac:cxnSpMkLst>
        </pc:cxnChg>
        <pc:cxnChg chg="add mod">
          <ac:chgData name="Palit, Tapti" userId="dec6fbcd-7598-406a-8cbf-504d4a3bac15" providerId="ADAL" clId="{ECD42228-5B96-4A72-B268-C46DF994E6B7}" dt="2024-01-23T01:37:27.412" v="12675" actId="1076"/>
          <ac:cxnSpMkLst>
            <pc:docMk/>
            <pc:sldMk cId="2557977293" sldId="884"/>
            <ac:cxnSpMk id="22" creationId="{D29D4F5A-2B88-D7C6-07B3-113A3DC59C26}"/>
          </ac:cxnSpMkLst>
        </pc:cxnChg>
        <pc:cxnChg chg="add mod">
          <ac:chgData name="Palit, Tapti" userId="dec6fbcd-7598-406a-8cbf-504d4a3bac15" providerId="ADAL" clId="{ECD42228-5B96-4A72-B268-C46DF994E6B7}" dt="2024-01-23T01:37:27.412" v="12675" actId="1076"/>
          <ac:cxnSpMkLst>
            <pc:docMk/>
            <pc:sldMk cId="2557977293" sldId="884"/>
            <ac:cxnSpMk id="27" creationId="{AC338EB5-4483-F4EF-56E2-621E4A9E7677}"/>
          </ac:cxnSpMkLst>
        </pc:cxnChg>
      </pc:sldChg>
      <pc:sldChg chg="addSp delSp modSp add del mod modClrScheme delAnim addCm modCm chgLayout modNotesTx">
        <pc:chgData name="Palit, Tapti" userId="dec6fbcd-7598-406a-8cbf-504d4a3bac15" providerId="ADAL" clId="{ECD42228-5B96-4A72-B268-C46DF994E6B7}" dt="2024-01-25T01:33:10.127" v="45385" actId="2696"/>
        <pc:sldMkLst>
          <pc:docMk/>
          <pc:sldMk cId="71857253" sldId="885"/>
        </pc:sldMkLst>
        <pc:spChg chg="mod ord">
          <ac:chgData name="Palit, Tapti" userId="dec6fbcd-7598-406a-8cbf-504d4a3bac15" providerId="ADAL" clId="{ECD42228-5B96-4A72-B268-C46DF994E6B7}" dt="2024-01-23T02:04:15.556" v="13647" actId="700"/>
          <ac:spMkLst>
            <pc:docMk/>
            <pc:sldMk cId="71857253" sldId="885"/>
            <ac:spMk id="3" creationId="{93EEB3D8-C844-DB58-4713-B81E54F22329}"/>
          </ac:spMkLst>
        </pc:spChg>
        <pc:spChg chg="mod ord">
          <ac:chgData name="Palit, Tapti" userId="dec6fbcd-7598-406a-8cbf-504d4a3bac15" providerId="ADAL" clId="{ECD42228-5B96-4A72-B268-C46DF994E6B7}" dt="2024-01-23T02:04:15.556" v="13647" actId="700"/>
          <ac:spMkLst>
            <pc:docMk/>
            <pc:sldMk cId="71857253" sldId="885"/>
            <ac:spMk id="4" creationId="{AC5E451F-727D-A7ED-EF0E-3354B039E1D1}"/>
          </ac:spMkLst>
        </pc:spChg>
        <pc:spChg chg="del">
          <ac:chgData name="Palit, Tapti" userId="dec6fbcd-7598-406a-8cbf-504d4a3bac15" providerId="ADAL" clId="{ECD42228-5B96-4A72-B268-C46DF994E6B7}" dt="2024-01-23T02:04:10.957" v="13646" actId="478"/>
          <ac:spMkLst>
            <pc:docMk/>
            <pc:sldMk cId="71857253" sldId="885"/>
            <ac:spMk id="5" creationId="{EAC7799E-C301-2278-5F5A-BCAE3EDC8761}"/>
          </ac:spMkLst>
        </pc:spChg>
        <pc:spChg chg="add del mod ord">
          <ac:chgData name="Palit, Tapti" userId="dec6fbcd-7598-406a-8cbf-504d4a3bac15" providerId="ADAL" clId="{ECD42228-5B96-4A72-B268-C46DF994E6B7}" dt="2024-01-23T02:04:15.556" v="13647" actId="700"/>
          <ac:spMkLst>
            <pc:docMk/>
            <pc:sldMk cId="71857253" sldId="885"/>
            <ac:spMk id="7" creationId="{2128F33F-4E23-D78E-6CB3-34505E5F7F33}"/>
          </ac:spMkLst>
        </pc:spChg>
        <pc:spChg chg="add del mod ord">
          <ac:chgData name="Palit, Tapti" userId="dec6fbcd-7598-406a-8cbf-504d4a3bac15" providerId="ADAL" clId="{ECD42228-5B96-4A72-B268-C46DF994E6B7}" dt="2024-01-23T04:19:20.434" v="19381" actId="478"/>
          <ac:spMkLst>
            <pc:docMk/>
            <pc:sldMk cId="71857253" sldId="885"/>
            <ac:spMk id="9" creationId="{A4D819F4-BEC8-E3FF-1317-09DEFB4D99DE}"/>
          </ac:spMkLst>
        </pc:spChg>
        <pc:spChg chg="mod">
          <ac:chgData name="Palit, Tapti" userId="dec6fbcd-7598-406a-8cbf-504d4a3bac15" providerId="ADAL" clId="{ECD42228-5B96-4A72-B268-C46DF994E6B7}" dt="2024-01-23T02:04:50.669" v="13648" actId="692"/>
          <ac:spMkLst>
            <pc:docMk/>
            <pc:sldMk cId="71857253" sldId="885"/>
            <ac:spMk id="43" creationId="{245B3D69-F033-13D6-7C9A-82F31639F820}"/>
          </ac:spMkLst>
        </pc:spChg>
        <pc:extLst>
          <p:ext xmlns:p="http://schemas.openxmlformats.org/presentationml/2006/main" uri="{D6D511B9-2390-475A-947B-AFAB55BFBCF1}">
            <pc226:cmChg xmlns:pc226="http://schemas.microsoft.com/office/powerpoint/2022/06/main/command" chg="add mod">
              <pc226:chgData name="Palit, Tapti" userId="dec6fbcd-7598-406a-8cbf-504d4a3bac15" providerId="ADAL" clId="{ECD42228-5B96-4A72-B268-C46DF994E6B7}" dt="2024-01-24T04:39:26.560" v="40472"/>
              <pc2:cmMkLst xmlns:pc2="http://schemas.microsoft.com/office/powerpoint/2019/9/main/command">
                <pc:docMk/>
                <pc:sldMk cId="71857253" sldId="885"/>
                <pc2:cmMk id="{2BEBA5C5-71E6-43C4-9AC1-28B61F203F35}"/>
              </pc2:cmMkLst>
            </pc226:cmChg>
          </p:ext>
        </pc:extLst>
      </pc:sldChg>
      <pc:sldChg chg="new del">
        <pc:chgData name="Palit, Tapti" userId="dec6fbcd-7598-406a-8cbf-504d4a3bac15" providerId="ADAL" clId="{ECD42228-5B96-4A72-B268-C46DF994E6B7}" dt="2024-01-23T01:49:45.088" v="13169" actId="47"/>
        <pc:sldMkLst>
          <pc:docMk/>
          <pc:sldMk cId="2099181205" sldId="885"/>
        </pc:sldMkLst>
      </pc:sldChg>
      <pc:sldChg chg="add del mod modShow">
        <pc:chgData name="Palit, Tapti" userId="dec6fbcd-7598-406a-8cbf-504d4a3bac15" providerId="ADAL" clId="{ECD42228-5B96-4A72-B268-C46DF994E6B7}" dt="2024-01-28T03:44:01.241" v="67437" actId="47"/>
        <pc:sldMkLst>
          <pc:docMk/>
          <pc:sldMk cId="2631730059" sldId="885"/>
        </pc:sldMkLst>
      </pc:sldChg>
      <pc:sldChg chg="modSp new del mod ord">
        <pc:chgData name="Palit, Tapti" userId="dec6fbcd-7598-406a-8cbf-504d4a3bac15" providerId="ADAL" clId="{ECD42228-5B96-4A72-B268-C46DF994E6B7}" dt="2024-01-23T01:49:37.603" v="13167" actId="47"/>
        <pc:sldMkLst>
          <pc:docMk/>
          <pc:sldMk cId="2661834240" sldId="885"/>
        </pc:sldMkLst>
        <pc:spChg chg="mod">
          <ac:chgData name="Palit, Tapti" userId="dec6fbcd-7598-406a-8cbf-504d4a3bac15" providerId="ADAL" clId="{ECD42228-5B96-4A72-B268-C46DF994E6B7}" dt="2024-01-23T01:48:50.324" v="13166"/>
          <ac:spMkLst>
            <pc:docMk/>
            <pc:sldMk cId="2661834240" sldId="885"/>
            <ac:spMk id="3" creationId="{98249BFE-9DB0-38F1-3FE8-DCD7BC438969}"/>
          </ac:spMkLst>
        </pc:spChg>
      </pc:sldChg>
      <pc:sldChg chg="modSp add mod modNotesTx">
        <pc:chgData name="Palit, Tapti" userId="dec6fbcd-7598-406a-8cbf-504d4a3bac15" providerId="ADAL" clId="{ECD42228-5B96-4A72-B268-C46DF994E6B7}" dt="2024-01-25T13:33:16.920" v="58340" actId="14100"/>
        <pc:sldMkLst>
          <pc:docMk/>
          <pc:sldMk cId="2263543615" sldId="886"/>
        </pc:sldMkLst>
        <pc:spChg chg="mod">
          <ac:chgData name="Palit, Tapti" userId="dec6fbcd-7598-406a-8cbf-504d4a3bac15" providerId="ADAL" clId="{ECD42228-5B96-4A72-B268-C46DF994E6B7}" dt="2024-01-25T13:33:16.920" v="58340" actId="14100"/>
          <ac:spMkLst>
            <pc:docMk/>
            <pc:sldMk cId="2263543615" sldId="886"/>
            <ac:spMk id="6" creationId="{B737CC94-863F-591E-BDD7-067D8999CB94}"/>
          </ac:spMkLst>
        </pc:spChg>
      </pc:sldChg>
      <pc:sldChg chg="modSp add del mod">
        <pc:chgData name="Palit, Tapti" userId="dec6fbcd-7598-406a-8cbf-504d4a3bac15" providerId="ADAL" clId="{ECD42228-5B96-4A72-B268-C46DF994E6B7}" dt="2024-01-25T02:12:53.389" v="46924" actId="2696"/>
        <pc:sldMkLst>
          <pc:docMk/>
          <pc:sldMk cId="3127620984" sldId="886"/>
        </pc:sldMkLst>
        <pc:spChg chg="mod">
          <ac:chgData name="Palit, Tapti" userId="dec6fbcd-7598-406a-8cbf-504d4a3bac15" providerId="ADAL" clId="{ECD42228-5B96-4A72-B268-C46DF994E6B7}" dt="2024-01-23T04:12:06.994" v="19219" actId="6549"/>
          <ac:spMkLst>
            <pc:docMk/>
            <pc:sldMk cId="3127620984" sldId="886"/>
            <ac:spMk id="9" creationId="{05E5E1A5-9203-86D7-D2D2-6F8449423FB7}"/>
          </ac:spMkLst>
        </pc:spChg>
      </pc:sldChg>
      <pc:sldChg chg="del">
        <pc:chgData name="Palit, Tapti" userId="dec6fbcd-7598-406a-8cbf-504d4a3bac15" providerId="ADAL" clId="{ECD42228-5B96-4A72-B268-C46DF994E6B7}" dt="2024-01-28T03:44:01.241" v="67437" actId="47"/>
        <pc:sldMkLst>
          <pc:docMk/>
          <pc:sldMk cId="1680944788" sldId="887"/>
        </pc:sldMkLst>
      </pc:sldChg>
      <pc:sldChg chg="addSp delSp modSp new mod ord modClrScheme delAnim modAnim chgLayout modNotesTx">
        <pc:chgData name="Palit, Tapti" userId="dec6fbcd-7598-406a-8cbf-504d4a3bac15" providerId="ADAL" clId="{ECD42228-5B96-4A72-B268-C46DF994E6B7}" dt="2024-01-25T05:08:18.783" v="50993" actId="1076"/>
        <pc:sldMkLst>
          <pc:docMk/>
          <pc:sldMk cId="3976567652" sldId="887"/>
        </pc:sldMkLst>
        <pc:spChg chg="del mod ord">
          <ac:chgData name="Palit, Tapti" userId="dec6fbcd-7598-406a-8cbf-504d4a3bac15" providerId="ADAL" clId="{ECD42228-5B96-4A72-B268-C46DF994E6B7}" dt="2024-01-23T02:40:16.277" v="14599" actId="700"/>
          <ac:spMkLst>
            <pc:docMk/>
            <pc:sldMk cId="3976567652" sldId="887"/>
            <ac:spMk id="2" creationId="{2159545F-CB3D-7865-7C56-254F633073BE}"/>
          </ac:spMkLst>
        </pc:spChg>
        <pc:spChg chg="mod ord">
          <ac:chgData name="Palit, Tapti" userId="dec6fbcd-7598-406a-8cbf-504d4a3bac15" providerId="ADAL" clId="{ECD42228-5B96-4A72-B268-C46DF994E6B7}" dt="2024-01-23T02:40:21.486" v="14600" actId="700"/>
          <ac:spMkLst>
            <pc:docMk/>
            <pc:sldMk cId="3976567652" sldId="887"/>
            <ac:spMk id="3" creationId="{C2AC3463-E898-8385-593F-593DA4125E40}"/>
          </ac:spMkLst>
        </pc:spChg>
        <pc:spChg chg="mod ord">
          <ac:chgData name="Palit, Tapti" userId="dec6fbcd-7598-406a-8cbf-504d4a3bac15" providerId="ADAL" clId="{ECD42228-5B96-4A72-B268-C46DF994E6B7}" dt="2024-01-23T02:40:21.486" v="14600" actId="700"/>
          <ac:spMkLst>
            <pc:docMk/>
            <pc:sldMk cId="3976567652" sldId="887"/>
            <ac:spMk id="4" creationId="{7309343E-9268-AC9B-BD89-8BFF30271D67}"/>
          </ac:spMkLst>
        </pc:spChg>
        <pc:spChg chg="del">
          <ac:chgData name="Palit, Tapti" userId="dec6fbcd-7598-406a-8cbf-504d4a3bac15" providerId="ADAL" clId="{ECD42228-5B96-4A72-B268-C46DF994E6B7}" dt="2024-01-23T02:40:16.277" v="14599" actId="700"/>
          <ac:spMkLst>
            <pc:docMk/>
            <pc:sldMk cId="3976567652" sldId="887"/>
            <ac:spMk id="5" creationId="{D9FB214D-5F84-D6EF-78EE-CF42AD887C2D}"/>
          </ac:spMkLst>
        </pc:spChg>
        <pc:spChg chg="del">
          <ac:chgData name="Palit, Tapti" userId="dec6fbcd-7598-406a-8cbf-504d4a3bac15" providerId="ADAL" clId="{ECD42228-5B96-4A72-B268-C46DF994E6B7}" dt="2024-01-23T02:40:16.277" v="14599" actId="700"/>
          <ac:spMkLst>
            <pc:docMk/>
            <pc:sldMk cId="3976567652" sldId="887"/>
            <ac:spMk id="6" creationId="{B6FE4CCC-3351-0956-A45D-50F458045F69}"/>
          </ac:spMkLst>
        </pc:spChg>
        <pc:spChg chg="add del mod ord">
          <ac:chgData name="Palit, Tapti" userId="dec6fbcd-7598-406a-8cbf-504d4a3bac15" providerId="ADAL" clId="{ECD42228-5B96-4A72-B268-C46DF994E6B7}" dt="2024-01-23T02:40:21.486" v="14600" actId="700"/>
          <ac:spMkLst>
            <pc:docMk/>
            <pc:sldMk cId="3976567652" sldId="887"/>
            <ac:spMk id="7" creationId="{7F0A7808-F759-C566-EC1B-2BB94E024580}"/>
          </ac:spMkLst>
        </pc:spChg>
        <pc:spChg chg="add del mod ord">
          <ac:chgData name="Palit, Tapti" userId="dec6fbcd-7598-406a-8cbf-504d4a3bac15" providerId="ADAL" clId="{ECD42228-5B96-4A72-B268-C46DF994E6B7}" dt="2024-01-23T02:46:29.900" v="14779" actId="478"/>
          <ac:spMkLst>
            <pc:docMk/>
            <pc:sldMk cId="3976567652" sldId="887"/>
            <ac:spMk id="8" creationId="{F5AE997F-75CA-185D-BD3F-BD4D736B3AE4}"/>
          </ac:spMkLst>
        </pc:spChg>
        <pc:spChg chg="add del mod ord">
          <ac:chgData name="Palit, Tapti" userId="dec6fbcd-7598-406a-8cbf-504d4a3bac15" providerId="ADAL" clId="{ECD42228-5B96-4A72-B268-C46DF994E6B7}" dt="2024-01-23T02:53:21.435" v="15281" actId="478"/>
          <ac:spMkLst>
            <pc:docMk/>
            <pc:sldMk cId="3976567652" sldId="887"/>
            <ac:spMk id="9" creationId="{2FE081FA-FC1E-F8F8-64AB-93D7D4CA1F60}"/>
          </ac:spMkLst>
        </pc:spChg>
        <pc:spChg chg="add mod">
          <ac:chgData name="Palit, Tapti" userId="dec6fbcd-7598-406a-8cbf-504d4a3bac15" providerId="ADAL" clId="{ECD42228-5B96-4A72-B268-C46DF994E6B7}" dt="2024-01-25T03:51:59.796" v="49447" actId="20577"/>
          <ac:spMkLst>
            <pc:docMk/>
            <pc:sldMk cId="3976567652" sldId="887"/>
            <ac:spMk id="10" creationId="{EEA573DB-F656-4DB1-2FEF-7880B86E2669}"/>
          </ac:spMkLst>
        </pc:spChg>
        <pc:spChg chg="add mod">
          <ac:chgData name="Palit, Tapti" userId="dec6fbcd-7598-406a-8cbf-504d4a3bac15" providerId="ADAL" clId="{ECD42228-5B96-4A72-B268-C46DF994E6B7}" dt="2024-01-25T05:08:18.783" v="50993" actId="1076"/>
          <ac:spMkLst>
            <pc:docMk/>
            <pc:sldMk cId="3976567652" sldId="887"/>
            <ac:spMk id="11" creationId="{C1C2447D-700E-4656-1884-D56AD713BCD4}"/>
          </ac:spMkLst>
        </pc:spChg>
        <pc:spChg chg="add mod">
          <ac:chgData name="Palit, Tapti" userId="dec6fbcd-7598-406a-8cbf-504d4a3bac15" providerId="ADAL" clId="{ECD42228-5B96-4A72-B268-C46DF994E6B7}" dt="2024-01-23T02:46:46.926" v="14782" actId="1076"/>
          <ac:spMkLst>
            <pc:docMk/>
            <pc:sldMk cId="3976567652" sldId="887"/>
            <ac:spMk id="11" creationId="{E5E969E0-3A17-659B-64C3-EB6001F90104}"/>
          </ac:spMkLst>
        </pc:spChg>
        <pc:spChg chg="add mod">
          <ac:chgData name="Palit, Tapti" userId="dec6fbcd-7598-406a-8cbf-504d4a3bac15" providerId="ADAL" clId="{ECD42228-5B96-4A72-B268-C46DF994E6B7}" dt="2024-01-23T02:47:53.653" v="14809" actId="1037"/>
          <ac:spMkLst>
            <pc:docMk/>
            <pc:sldMk cId="3976567652" sldId="887"/>
            <ac:spMk id="12" creationId="{18B490F0-B8D0-84DB-04DD-EC2F0F476633}"/>
          </ac:spMkLst>
        </pc:spChg>
        <pc:spChg chg="add mod">
          <ac:chgData name="Palit, Tapti" userId="dec6fbcd-7598-406a-8cbf-504d4a3bac15" providerId="ADAL" clId="{ECD42228-5B96-4A72-B268-C46DF994E6B7}" dt="2024-01-23T02:48:02.953" v="14815" actId="1037"/>
          <ac:spMkLst>
            <pc:docMk/>
            <pc:sldMk cId="3976567652" sldId="887"/>
            <ac:spMk id="13" creationId="{7DD5DAE3-481F-6475-1AE1-CE1A5178F441}"/>
          </ac:spMkLst>
        </pc:spChg>
        <pc:spChg chg="add mod">
          <ac:chgData name="Palit, Tapti" userId="dec6fbcd-7598-406a-8cbf-504d4a3bac15" providerId="ADAL" clId="{ECD42228-5B96-4A72-B268-C46DF994E6B7}" dt="2024-01-25T03:51:27.750" v="49434" actId="478"/>
          <ac:spMkLst>
            <pc:docMk/>
            <pc:sldMk cId="3976567652" sldId="887"/>
            <ac:spMk id="14" creationId="{462D7690-4AF0-F4EE-E123-EE7F9CA22BD0}"/>
          </ac:spMkLst>
        </pc:spChg>
        <pc:spChg chg="add mod">
          <ac:chgData name="Palit, Tapti" userId="dec6fbcd-7598-406a-8cbf-504d4a3bac15" providerId="ADAL" clId="{ECD42228-5B96-4A72-B268-C46DF994E6B7}" dt="2024-01-23T02:56:44.605" v="15597" actId="20577"/>
          <ac:spMkLst>
            <pc:docMk/>
            <pc:sldMk cId="3976567652" sldId="887"/>
            <ac:spMk id="20" creationId="{67DB1604-5770-BF45-6E88-ABB286747E63}"/>
          </ac:spMkLst>
        </pc:spChg>
        <pc:spChg chg="add mod">
          <ac:chgData name="Palit, Tapti" userId="dec6fbcd-7598-406a-8cbf-504d4a3bac15" providerId="ADAL" clId="{ECD42228-5B96-4A72-B268-C46DF994E6B7}" dt="2024-01-23T02:57:09.630" v="15601" actId="207"/>
          <ac:spMkLst>
            <pc:docMk/>
            <pc:sldMk cId="3976567652" sldId="887"/>
            <ac:spMk id="21" creationId="{C803BF47-1D0F-9C45-2B64-D2DD49D48835}"/>
          </ac:spMkLst>
        </pc:spChg>
        <pc:spChg chg="add mod">
          <ac:chgData name="Palit, Tapti" userId="dec6fbcd-7598-406a-8cbf-504d4a3bac15" providerId="ADAL" clId="{ECD42228-5B96-4A72-B268-C46DF994E6B7}" dt="2024-01-23T02:57:46.559" v="15607" actId="1076"/>
          <ac:spMkLst>
            <pc:docMk/>
            <pc:sldMk cId="3976567652" sldId="887"/>
            <ac:spMk id="22" creationId="{A21DFF9E-CFF9-CF82-A9AC-63CC53F753AB}"/>
          </ac:spMkLst>
        </pc:spChg>
        <pc:spChg chg="add mod">
          <ac:chgData name="Palit, Tapti" userId="dec6fbcd-7598-406a-8cbf-504d4a3bac15" providerId="ADAL" clId="{ECD42228-5B96-4A72-B268-C46DF994E6B7}" dt="2024-01-23T02:58:25.606" v="15609" actId="1076"/>
          <ac:spMkLst>
            <pc:docMk/>
            <pc:sldMk cId="3976567652" sldId="887"/>
            <ac:spMk id="23" creationId="{62D4A6D7-C435-AD42-8BE1-9EAB73CCA6ED}"/>
          </ac:spMkLst>
        </pc:spChg>
        <pc:spChg chg="del">
          <ac:chgData name="Palit, Tapti" userId="dec6fbcd-7598-406a-8cbf-504d4a3bac15" providerId="ADAL" clId="{ECD42228-5B96-4A72-B268-C46DF994E6B7}" dt="2024-01-25T03:39:21.248" v="49088" actId="478"/>
          <ac:spMkLst>
            <pc:docMk/>
            <pc:sldMk cId="3976567652" sldId="887"/>
            <ac:spMk id="24" creationId="{7883669F-6042-66F8-9051-62C8F06473DE}"/>
          </ac:spMkLst>
        </pc:spChg>
        <pc:spChg chg="del">
          <ac:chgData name="Palit, Tapti" userId="dec6fbcd-7598-406a-8cbf-504d4a3bac15" providerId="ADAL" clId="{ECD42228-5B96-4A72-B268-C46DF994E6B7}" dt="2024-01-25T03:39:28.547" v="49090" actId="478"/>
          <ac:spMkLst>
            <pc:docMk/>
            <pc:sldMk cId="3976567652" sldId="887"/>
            <ac:spMk id="28" creationId="{E2C8C09F-A457-5E84-0292-CBB73474F96A}"/>
          </ac:spMkLst>
        </pc:spChg>
        <pc:spChg chg="del mod">
          <ac:chgData name="Palit, Tapti" userId="dec6fbcd-7598-406a-8cbf-504d4a3bac15" providerId="ADAL" clId="{ECD42228-5B96-4A72-B268-C46DF994E6B7}" dt="2024-01-25T03:39:21.248" v="49088" actId="478"/>
          <ac:spMkLst>
            <pc:docMk/>
            <pc:sldMk cId="3976567652" sldId="887"/>
            <ac:spMk id="29" creationId="{EF3D68C7-703A-C586-D52A-D25955DBFDCA}"/>
          </ac:spMkLst>
        </pc:spChg>
        <pc:spChg chg="del mod">
          <ac:chgData name="Palit, Tapti" userId="dec6fbcd-7598-406a-8cbf-504d4a3bac15" providerId="ADAL" clId="{ECD42228-5B96-4A72-B268-C46DF994E6B7}" dt="2024-01-25T03:39:21.248" v="49088" actId="478"/>
          <ac:spMkLst>
            <pc:docMk/>
            <pc:sldMk cId="3976567652" sldId="887"/>
            <ac:spMk id="30" creationId="{F35980AB-E1C1-CF21-8901-C2B1BE4C3E5E}"/>
          </ac:spMkLst>
        </pc:spChg>
        <pc:spChg chg="del">
          <ac:chgData name="Palit, Tapti" userId="dec6fbcd-7598-406a-8cbf-504d4a3bac15" providerId="ADAL" clId="{ECD42228-5B96-4A72-B268-C46DF994E6B7}" dt="2024-01-25T03:51:27.750" v="49434" actId="478"/>
          <ac:spMkLst>
            <pc:docMk/>
            <pc:sldMk cId="3976567652" sldId="887"/>
            <ac:spMk id="34" creationId="{337688A2-C1F0-0967-CEF4-B0179A62746A}"/>
          </ac:spMkLst>
        </pc:spChg>
        <pc:grpChg chg="del">
          <ac:chgData name="Palit, Tapti" userId="dec6fbcd-7598-406a-8cbf-504d4a3bac15" providerId="ADAL" clId="{ECD42228-5B96-4A72-B268-C46DF994E6B7}" dt="2024-01-25T03:39:21.248" v="49088" actId="478"/>
          <ac:grpSpMkLst>
            <pc:docMk/>
            <pc:sldMk cId="3976567652" sldId="887"/>
            <ac:grpSpMk id="19" creationId="{99C10DDE-C4D3-B2D7-873D-5089259C72ED}"/>
          </ac:grpSpMkLst>
        </pc:grpChg>
        <pc:graphicFrameChg chg="add mod modGraphic">
          <ac:chgData name="Palit, Tapti" userId="dec6fbcd-7598-406a-8cbf-504d4a3bac15" providerId="ADAL" clId="{ECD42228-5B96-4A72-B268-C46DF994E6B7}" dt="2024-01-25T03:48:52.675" v="49413" actId="20577"/>
          <ac:graphicFrameMkLst>
            <pc:docMk/>
            <pc:sldMk cId="3976567652" sldId="887"/>
            <ac:graphicFrameMk id="12" creationId="{ACF69396-1115-0103-FBDD-196ABEA621B6}"/>
          </ac:graphicFrameMkLst>
        </pc:graphicFrameChg>
        <pc:graphicFrameChg chg="add mod modGraphic">
          <ac:chgData name="Palit, Tapti" userId="dec6fbcd-7598-406a-8cbf-504d4a3bac15" providerId="ADAL" clId="{ECD42228-5B96-4A72-B268-C46DF994E6B7}" dt="2024-01-23T02:47:30.325" v="14800" actId="20577"/>
          <ac:graphicFrameMkLst>
            <pc:docMk/>
            <pc:sldMk cId="3976567652" sldId="887"/>
            <ac:graphicFrameMk id="14" creationId="{47782D33-9D3B-4C31-1D10-C9D686012854}"/>
          </ac:graphicFrameMkLst>
        </pc:graphicFrameChg>
        <pc:cxnChg chg="add mod">
          <ac:chgData name="Palit, Tapti" userId="dec6fbcd-7598-406a-8cbf-504d4a3bac15" providerId="ADAL" clId="{ECD42228-5B96-4A72-B268-C46DF994E6B7}" dt="2024-01-25T03:46:21.375" v="49354" actId="13822"/>
          <ac:cxnSpMkLst>
            <pc:docMk/>
            <pc:sldMk cId="3976567652" sldId="887"/>
            <ac:cxnSpMk id="6" creationId="{88F42F2E-8831-6EB5-EE0D-4CB1D8DC1470}"/>
          </ac:cxnSpMkLst>
        </pc:cxnChg>
        <pc:cxnChg chg="add mod">
          <ac:chgData name="Palit, Tapti" userId="dec6fbcd-7598-406a-8cbf-504d4a3bac15" providerId="ADAL" clId="{ECD42228-5B96-4A72-B268-C46DF994E6B7}" dt="2024-01-25T04:28:12.685" v="50067" actId="14100"/>
          <ac:cxnSpMkLst>
            <pc:docMk/>
            <pc:sldMk cId="3976567652" sldId="887"/>
            <ac:cxnSpMk id="7" creationId="{188FC76F-D918-6DAE-9C87-BC62BB4C17B3}"/>
          </ac:cxnSpMkLst>
        </pc:cxnChg>
        <pc:cxnChg chg="add mod">
          <ac:chgData name="Palit, Tapti" userId="dec6fbcd-7598-406a-8cbf-504d4a3bac15" providerId="ADAL" clId="{ECD42228-5B96-4A72-B268-C46DF994E6B7}" dt="2024-01-23T02:47:53.653" v="14809" actId="1037"/>
          <ac:cxnSpMkLst>
            <pc:docMk/>
            <pc:sldMk cId="3976567652" sldId="887"/>
            <ac:cxnSpMk id="16" creationId="{BAFAA1AF-F0A5-DCB5-D35C-BDB01BD8D844}"/>
          </ac:cxnSpMkLst>
        </pc:cxnChg>
        <pc:cxnChg chg="add mod">
          <ac:chgData name="Palit, Tapti" userId="dec6fbcd-7598-406a-8cbf-504d4a3bac15" providerId="ADAL" clId="{ECD42228-5B96-4A72-B268-C46DF994E6B7}" dt="2024-01-23T02:48:02.953" v="14815" actId="1037"/>
          <ac:cxnSpMkLst>
            <pc:docMk/>
            <pc:sldMk cId="3976567652" sldId="887"/>
            <ac:cxnSpMk id="17" creationId="{F5A9ADBF-BCC8-3622-88B5-E8D0755ECFC9}"/>
          </ac:cxnSpMkLst>
        </pc:cxnChg>
        <pc:cxnChg chg="del mod">
          <ac:chgData name="Palit, Tapti" userId="dec6fbcd-7598-406a-8cbf-504d4a3bac15" providerId="ADAL" clId="{ECD42228-5B96-4A72-B268-C46DF994E6B7}" dt="2024-01-25T03:39:23.523" v="49089" actId="478"/>
          <ac:cxnSpMkLst>
            <pc:docMk/>
            <pc:sldMk cId="3976567652" sldId="887"/>
            <ac:cxnSpMk id="25" creationId="{8A4C34E4-54AE-509A-9399-E1FB9D5774DB}"/>
          </ac:cxnSpMkLst>
        </pc:cxnChg>
      </pc:sldChg>
      <pc:sldChg chg="add del mod modShow">
        <pc:chgData name="Palit, Tapti" userId="dec6fbcd-7598-406a-8cbf-504d4a3bac15" providerId="ADAL" clId="{ECD42228-5B96-4A72-B268-C46DF994E6B7}" dt="2024-01-28T03:44:01.241" v="67437" actId="47"/>
        <pc:sldMkLst>
          <pc:docMk/>
          <pc:sldMk cId="3301180924" sldId="888"/>
        </pc:sldMkLst>
      </pc:sldChg>
      <pc:sldChg chg="addSp delSp modSp new del mod modClrScheme addCm delCm chgLayout modNotesTx">
        <pc:chgData name="Palit, Tapti" userId="dec6fbcd-7598-406a-8cbf-504d4a3bac15" providerId="ADAL" clId="{ECD42228-5B96-4A72-B268-C46DF994E6B7}" dt="2024-01-26T21:23:29.494" v="61897" actId="2696"/>
        <pc:sldMkLst>
          <pc:docMk/>
          <pc:sldMk cId="4097136951" sldId="888"/>
        </pc:sldMkLst>
        <pc:spChg chg="del mod ord">
          <ac:chgData name="Palit, Tapti" userId="dec6fbcd-7598-406a-8cbf-504d4a3bac15" providerId="ADAL" clId="{ECD42228-5B96-4A72-B268-C46DF994E6B7}" dt="2024-01-23T02:51:44.259" v="15069" actId="700"/>
          <ac:spMkLst>
            <pc:docMk/>
            <pc:sldMk cId="4097136951" sldId="888"/>
            <ac:spMk id="2" creationId="{AF33C272-0AF0-A52E-C96E-C481EE365187}"/>
          </ac:spMkLst>
        </pc:spChg>
        <pc:spChg chg="add del mod">
          <ac:chgData name="Palit, Tapti" userId="dec6fbcd-7598-406a-8cbf-504d4a3bac15" providerId="ADAL" clId="{ECD42228-5B96-4A72-B268-C46DF994E6B7}" dt="2024-01-25T02:59:20.143" v="47566" actId="6264"/>
          <ac:spMkLst>
            <pc:docMk/>
            <pc:sldMk cId="4097136951" sldId="888"/>
            <ac:spMk id="2" creationId="{DC27260E-2464-6B7D-3F2E-2B879FEEB426}"/>
          </ac:spMkLst>
        </pc:spChg>
        <pc:spChg chg="mod ord">
          <ac:chgData name="Palit, Tapti" userId="dec6fbcd-7598-406a-8cbf-504d4a3bac15" providerId="ADAL" clId="{ECD42228-5B96-4A72-B268-C46DF994E6B7}" dt="2024-01-25T06:23:58.309" v="54090" actId="700"/>
          <ac:spMkLst>
            <pc:docMk/>
            <pc:sldMk cId="4097136951" sldId="888"/>
            <ac:spMk id="3" creationId="{8236E983-A1AB-BAEC-070D-E86B081F7A76}"/>
          </ac:spMkLst>
        </pc:spChg>
        <pc:spChg chg="mod ord">
          <ac:chgData name="Palit, Tapti" userId="dec6fbcd-7598-406a-8cbf-504d4a3bac15" providerId="ADAL" clId="{ECD42228-5B96-4A72-B268-C46DF994E6B7}" dt="2024-01-25T06:23:58.309" v="54090" actId="700"/>
          <ac:spMkLst>
            <pc:docMk/>
            <pc:sldMk cId="4097136951" sldId="888"/>
            <ac:spMk id="4" creationId="{24032CC4-89BF-2BA1-5023-32FEBF023274}"/>
          </ac:spMkLst>
        </pc:spChg>
        <pc:spChg chg="add del mod">
          <ac:chgData name="Palit, Tapti" userId="dec6fbcd-7598-406a-8cbf-504d4a3bac15" providerId="ADAL" clId="{ECD42228-5B96-4A72-B268-C46DF994E6B7}" dt="2024-01-25T02:59:20.143" v="47566" actId="6264"/>
          <ac:spMkLst>
            <pc:docMk/>
            <pc:sldMk cId="4097136951" sldId="888"/>
            <ac:spMk id="5" creationId="{8787F401-AB4A-D85E-D7DD-6AEAF1F8787B}"/>
          </ac:spMkLst>
        </pc:spChg>
        <pc:spChg chg="del mod ord">
          <ac:chgData name="Palit, Tapti" userId="dec6fbcd-7598-406a-8cbf-504d4a3bac15" providerId="ADAL" clId="{ECD42228-5B96-4A72-B268-C46DF994E6B7}" dt="2024-01-23T02:51:44.259" v="15069" actId="700"/>
          <ac:spMkLst>
            <pc:docMk/>
            <pc:sldMk cId="4097136951" sldId="888"/>
            <ac:spMk id="5" creationId="{A7080B14-99C6-CBAA-FF48-660276001363}"/>
          </ac:spMkLst>
        </pc:spChg>
        <pc:spChg chg="add del mod">
          <ac:chgData name="Palit, Tapti" userId="dec6fbcd-7598-406a-8cbf-504d4a3bac15" providerId="ADAL" clId="{ECD42228-5B96-4A72-B268-C46DF994E6B7}" dt="2024-01-25T02:59:20.143" v="47566" actId="6264"/>
          <ac:spMkLst>
            <pc:docMk/>
            <pc:sldMk cId="4097136951" sldId="888"/>
            <ac:spMk id="6" creationId="{ED2C20F3-1735-EAEF-09EE-8F782EAA158C}"/>
          </ac:spMkLst>
        </pc:spChg>
        <pc:spChg chg="add del mod ord">
          <ac:chgData name="Palit, Tapti" userId="dec6fbcd-7598-406a-8cbf-504d4a3bac15" providerId="ADAL" clId="{ECD42228-5B96-4A72-B268-C46DF994E6B7}" dt="2024-01-23T15:06:36.761" v="27122" actId="478"/>
          <ac:spMkLst>
            <pc:docMk/>
            <pc:sldMk cId="4097136951" sldId="888"/>
            <ac:spMk id="6" creationId="{F5885755-88D6-7285-95BB-B89888EE0B71}"/>
          </ac:spMkLst>
        </pc:spChg>
        <pc:spChg chg="add mod ord">
          <ac:chgData name="Palit, Tapti" userId="dec6fbcd-7598-406a-8cbf-504d4a3bac15" providerId="ADAL" clId="{ECD42228-5B96-4A72-B268-C46DF994E6B7}" dt="2024-01-25T06:24:04.431" v="54108" actId="20577"/>
          <ac:spMkLst>
            <pc:docMk/>
            <pc:sldMk cId="4097136951" sldId="888"/>
            <ac:spMk id="7" creationId="{05B2C013-A15C-AAB6-5070-049E85709C45}"/>
          </ac:spMkLst>
        </pc:spChg>
        <pc:spChg chg="add del mod ord">
          <ac:chgData name="Palit, Tapti" userId="dec6fbcd-7598-406a-8cbf-504d4a3bac15" providerId="ADAL" clId="{ECD42228-5B96-4A72-B268-C46DF994E6B7}" dt="2024-01-23T15:06:36.761" v="27122" actId="478"/>
          <ac:spMkLst>
            <pc:docMk/>
            <pc:sldMk cId="4097136951" sldId="888"/>
            <ac:spMk id="7" creationId="{C434EA30-A10A-4A5E-9276-AD6DE6C0B594}"/>
          </ac:spMkLst>
        </pc:spChg>
        <pc:spChg chg="add del mod">
          <ac:chgData name="Palit, Tapti" userId="dec6fbcd-7598-406a-8cbf-504d4a3bac15" providerId="ADAL" clId="{ECD42228-5B96-4A72-B268-C46DF994E6B7}" dt="2024-01-23T15:06:41.193" v="27123" actId="700"/>
          <ac:spMkLst>
            <pc:docMk/>
            <pc:sldMk cId="4097136951" sldId="888"/>
            <ac:spMk id="9" creationId="{296FAEA8-C2E1-6139-F64C-FD76DA3D464C}"/>
          </ac:spMkLst>
        </pc:spChg>
        <pc:spChg chg="add del mod ord">
          <ac:chgData name="Palit, Tapti" userId="dec6fbcd-7598-406a-8cbf-504d4a3bac15" providerId="ADAL" clId="{ECD42228-5B96-4A72-B268-C46DF994E6B7}" dt="2024-01-23T15:06:41.193" v="27123" actId="700"/>
          <ac:spMkLst>
            <pc:docMk/>
            <pc:sldMk cId="4097136951" sldId="888"/>
            <ac:spMk id="11" creationId="{05FB061B-857A-6952-A61A-4778C18E97F0}"/>
          </ac:spMkLst>
        </pc:spChg>
        <pc:spChg chg="add mod ord">
          <ac:chgData name="Palit, Tapti" userId="dec6fbcd-7598-406a-8cbf-504d4a3bac15" providerId="ADAL" clId="{ECD42228-5B96-4A72-B268-C46DF994E6B7}" dt="2024-01-25T13:35:09.104" v="58443" actId="20577"/>
          <ac:spMkLst>
            <pc:docMk/>
            <pc:sldMk cId="4097136951" sldId="888"/>
            <ac:spMk id="12" creationId="{498AE73A-CEAA-1376-AD9C-8110A90B14BF}"/>
          </ac:spMkLst>
        </pc:spChg>
        <pc:picChg chg="add del mod">
          <ac:chgData name="Palit, Tapti" userId="dec6fbcd-7598-406a-8cbf-504d4a3bac15" providerId="ADAL" clId="{ECD42228-5B96-4A72-B268-C46DF994E6B7}" dt="2024-01-25T03:30:44.482" v="48740" actId="478"/>
          <ac:picMkLst>
            <pc:docMk/>
            <pc:sldMk cId="4097136951" sldId="888"/>
            <ac:picMk id="3074" creationId="{C746B16F-1F15-561E-6450-FFEE628133E5}"/>
          </ac:picMkLst>
        </pc:picChg>
        <pc:picChg chg="add del mod">
          <ac:chgData name="Palit, Tapti" userId="dec6fbcd-7598-406a-8cbf-504d4a3bac15" providerId="ADAL" clId="{ECD42228-5B96-4A72-B268-C46DF994E6B7}" dt="2024-01-25T13:35:57.623" v="58446" actId="478"/>
          <ac:picMkLst>
            <pc:docMk/>
            <pc:sldMk cId="4097136951" sldId="888"/>
            <ac:picMk id="3076" creationId="{26E16DAD-48E1-CD95-693A-FD190AF70FC1}"/>
          </ac:picMkLst>
        </pc:picChg>
        <pc:picChg chg="add mod">
          <ac:chgData name="Palit, Tapti" userId="dec6fbcd-7598-406a-8cbf-504d4a3bac15" providerId="ADAL" clId="{ECD42228-5B96-4A72-B268-C46DF994E6B7}" dt="2024-01-25T03:32:11.653" v="48869" actId="1076"/>
          <ac:picMkLst>
            <pc:docMk/>
            <pc:sldMk cId="4097136951" sldId="888"/>
            <ac:picMk id="3078" creationId="{E7B4BB44-207D-AF75-B605-841BD4E59D8A}"/>
          </ac:picMkLst>
        </pc:picChg>
        <pc:picChg chg="add mod">
          <ac:chgData name="Palit, Tapti" userId="dec6fbcd-7598-406a-8cbf-504d4a3bac15" providerId="ADAL" clId="{ECD42228-5B96-4A72-B268-C46DF994E6B7}" dt="2024-01-25T03:34:06.133" v="48935" actId="1076"/>
          <ac:picMkLst>
            <pc:docMk/>
            <pc:sldMk cId="4097136951" sldId="888"/>
            <ac:picMk id="3080" creationId="{68567777-1E75-80A0-2589-2E2BA7DE8F73}"/>
          </ac:picMkLst>
        </pc:picChg>
        <pc:picChg chg="add">
          <ac:chgData name="Palit, Tapti" userId="dec6fbcd-7598-406a-8cbf-504d4a3bac15" providerId="ADAL" clId="{ECD42228-5B96-4A72-B268-C46DF994E6B7}" dt="2024-01-25T13:35:55.303" v="58445"/>
          <ac:picMkLst>
            <pc:docMk/>
            <pc:sldMk cId="4097136951" sldId="888"/>
            <ac:picMk id="6146" creationId="{7060EE0B-517F-A170-C34A-85F742A331A3}"/>
          </ac:picMkLst>
        </pc:picChg>
        <pc:extLst>
          <p:ext xmlns:p="http://schemas.openxmlformats.org/presentationml/2006/main" uri="{D6D511B9-2390-475A-947B-AFAB55BFBCF1}">
            <pc226:cmChg xmlns:pc226="http://schemas.microsoft.com/office/powerpoint/2022/06/main/command" chg="add del">
              <pc226:chgData name="Palit, Tapti" userId="dec6fbcd-7598-406a-8cbf-504d4a3bac15" providerId="ADAL" clId="{ECD42228-5B96-4A72-B268-C46DF994E6B7}" dt="2024-01-25T13:36:08.249" v="58447"/>
              <pc2:cmMkLst xmlns:pc2="http://schemas.microsoft.com/office/powerpoint/2019/9/main/command">
                <pc:docMk/>
                <pc:sldMk cId="4097136951" sldId="888"/>
                <pc2:cmMk id="{227BAD21-1704-4EBC-9B06-0B4E2DC36488}"/>
              </pc2:cmMkLst>
            </pc226:cmChg>
            <pc226:cmChg xmlns:pc226="http://schemas.microsoft.com/office/powerpoint/2022/06/main/command" chg="add">
              <pc226:chgData name="Palit, Tapti" userId="dec6fbcd-7598-406a-8cbf-504d4a3bac15" providerId="ADAL" clId="{ECD42228-5B96-4A72-B268-C46DF994E6B7}" dt="2024-01-25T13:49:47.720" v="58999"/>
              <pc2:cmMkLst xmlns:pc2="http://schemas.microsoft.com/office/powerpoint/2019/9/main/command">
                <pc:docMk/>
                <pc:sldMk cId="4097136951" sldId="888"/>
                <pc2:cmMk id="{2F6B944E-8A4D-41C4-B829-D7CCA2F91A36}"/>
              </pc2:cmMkLst>
            </pc226:cmChg>
          </p:ext>
        </pc:extLst>
      </pc:sldChg>
      <pc:sldChg chg="addSp delSp modSp add mod modAnim modNotesTx">
        <pc:chgData name="Palit, Tapti" userId="dec6fbcd-7598-406a-8cbf-504d4a3bac15" providerId="ADAL" clId="{ECD42228-5B96-4A72-B268-C46DF994E6B7}" dt="2024-01-23T03:13:59.113" v="16827" actId="20577"/>
        <pc:sldMkLst>
          <pc:docMk/>
          <pc:sldMk cId="1537709732" sldId="889"/>
        </pc:sldMkLst>
        <pc:spChg chg="add mod">
          <ac:chgData name="Palit, Tapti" userId="dec6fbcd-7598-406a-8cbf-504d4a3bac15" providerId="ADAL" clId="{ECD42228-5B96-4A72-B268-C46DF994E6B7}" dt="2024-01-23T03:02:07.180" v="15834"/>
          <ac:spMkLst>
            <pc:docMk/>
            <pc:sldMk cId="1537709732" sldId="889"/>
            <ac:spMk id="2" creationId="{687A758A-1265-EFFD-FFFA-DC4D80BD6E44}"/>
          </ac:spMkLst>
        </pc:spChg>
        <pc:spChg chg="mod">
          <ac:chgData name="Palit, Tapti" userId="dec6fbcd-7598-406a-8cbf-504d4a3bac15" providerId="ADAL" clId="{ECD42228-5B96-4A72-B268-C46DF994E6B7}" dt="2024-01-23T03:08:32.320" v="16295" actId="20577"/>
          <ac:spMkLst>
            <pc:docMk/>
            <pc:sldMk cId="1537709732" sldId="889"/>
            <ac:spMk id="3" creationId="{C2AC3463-E898-8385-593F-593DA4125E40}"/>
          </ac:spMkLst>
        </pc:spChg>
        <pc:spChg chg="add mod">
          <ac:chgData name="Palit, Tapti" userId="dec6fbcd-7598-406a-8cbf-504d4a3bac15" providerId="ADAL" clId="{ECD42228-5B96-4A72-B268-C46DF994E6B7}" dt="2024-01-23T03:04:01.125" v="16019" actId="14100"/>
          <ac:spMkLst>
            <pc:docMk/>
            <pc:sldMk cId="1537709732" sldId="889"/>
            <ac:spMk id="5" creationId="{214FB112-4A6D-3DF7-D43C-6A2E9A83B42C}"/>
          </ac:spMkLst>
        </pc:spChg>
        <pc:spChg chg="mod">
          <ac:chgData name="Palit, Tapti" userId="dec6fbcd-7598-406a-8cbf-504d4a3bac15" providerId="ADAL" clId="{ECD42228-5B96-4A72-B268-C46DF994E6B7}" dt="2024-01-23T03:13:59.113" v="16827" actId="20577"/>
          <ac:spMkLst>
            <pc:docMk/>
            <pc:sldMk cId="1537709732" sldId="889"/>
            <ac:spMk id="10" creationId="{EEA573DB-F656-4DB1-2FEF-7880B86E2669}"/>
          </ac:spMkLst>
        </pc:spChg>
        <pc:spChg chg="add del mod">
          <ac:chgData name="Palit, Tapti" userId="dec6fbcd-7598-406a-8cbf-504d4a3bac15" providerId="ADAL" clId="{ECD42228-5B96-4A72-B268-C46DF994E6B7}" dt="2024-01-23T03:02:11.805" v="15835" actId="1076"/>
          <ac:spMkLst>
            <pc:docMk/>
            <pc:sldMk cId="1537709732" sldId="889"/>
            <ac:spMk id="21" creationId="{C803BF47-1D0F-9C45-2B64-D2DD49D48835}"/>
          </ac:spMkLst>
        </pc:spChg>
        <pc:spChg chg="add del">
          <ac:chgData name="Palit, Tapti" userId="dec6fbcd-7598-406a-8cbf-504d4a3bac15" providerId="ADAL" clId="{ECD42228-5B96-4A72-B268-C46DF994E6B7}" dt="2024-01-23T03:02:05.042" v="15833" actId="478"/>
          <ac:spMkLst>
            <pc:docMk/>
            <pc:sldMk cId="1537709732" sldId="889"/>
            <ac:spMk id="22" creationId="{A21DFF9E-CFF9-CF82-A9AC-63CC53F753AB}"/>
          </ac:spMkLst>
        </pc:spChg>
      </pc:sldChg>
      <pc:sldChg chg="modSp add mod modNotesTx">
        <pc:chgData name="Palit, Tapti" userId="dec6fbcd-7598-406a-8cbf-504d4a3bac15" providerId="ADAL" clId="{ECD42228-5B96-4A72-B268-C46DF994E6B7}" dt="2024-01-23T15:09:42.488" v="27500" actId="20577"/>
        <pc:sldMkLst>
          <pc:docMk/>
          <pc:sldMk cId="491903529" sldId="890"/>
        </pc:sldMkLst>
        <pc:spChg chg="mod">
          <ac:chgData name="Palit, Tapti" userId="dec6fbcd-7598-406a-8cbf-504d4a3bac15" providerId="ADAL" clId="{ECD42228-5B96-4A72-B268-C46DF994E6B7}" dt="2024-01-23T03:08:39.193" v="16311" actId="20577"/>
          <ac:spMkLst>
            <pc:docMk/>
            <pc:sldMk cId="491903529" sldId="890"/>
            <ac:spMk id="3" creationId="{C2AC3463-E898-8385-593F-593DA4125E40}"/>
          </ac:spMkLst>
        </pc:spChg>
        <pc:spChg chg="mod">
          <ac:chgData name="Palit, Tapti" userId="dec6fbcd-7598-406a-8cbf-504d4a3bac15" providerId="ADAL" clId="{ECD42228-5B96-4A72-B268-C46DF994E6B7}" dt="2024-01-23T03:07:58.597" v="16226" actId="1076"/>
          <ac:spMkLst>
            <pc:docMk/>
            <pc:sldMk cId="491903529" sldId="890"/>
            <ac:spMk id="5" creationId="{214FB112-4A6D-3DF7-D43C-6A2E9A83B42C}"/>
          </ac:spMkLst>
        </pc:spChg>
        <pc:spChg chg="mod">
          <ac:chgData name="Palit, Tapti" userId="dec6fbcd-7598-406a-8cbf-504d4a3bac15" providerId="ADAL" clId="{ECD42228-5B96-4A72-B268-C46DF994E6B7}" dt="2024-01-23T03:14:03.738" v="16828" actId="20577"/>
          <ac:spMkLst>
            <pc:docMk/>
            <pc:sldMk cId="491903529" sldId="890"/>
            <ac:spMk id="10" creationId="{EEA573DB-F656-4DB1-2FEF-7880B86E2669}"/>
          </ac:spMkLst>
        </pc:spChg>
        <pc:spChg chg="mod">
          <ac:chgData name="Palit, Tapti" userId="dec6fbcd-7598-406a-8cbf-504d4a3bac15" providerId="ADAL" clId="{ECD42228-5B96-4A72-B268-C46DF994E6B7}" dt="2024-01-23T03:07:58.597" v="16226" actId="1076"/>
          <ac:spMkLst>
            <pc:docMk/>
            <pc:sldMk cId="491903529" sldId="890"/>
            <ac:spMk id="21" creationId="{C803BF47-1D0F-9C45-2B64-D2DD49D48835}"/>
          </ac:spMkLst>
        </pc:spChg>
      </pc:sldChg>
      <pc:sldChg chg="addSp delSp modSp add mod modClrScheme delAnim modAnim chgLayout modNotesTx">
        <pc:chgData name="Palit, Tapti" userId="dec6fbcd-7598-406a-8cbf-504d4a3bac15" providerId="ADAL" clId="{ECD42228-5B96-4A72-B268-C46DF994E6B7}" dt="2024-01-23T15:10:05.825" v="27539" actId="20577"/>
        <pc:sldMkLst>
          <pc:docMk/>
          <pc:sldMk cId="809891943" sldId="891"/>
        </pc:sldMkLst>
        <pc:spChg chg="add mod">
          <ac:chgData name="Palit, Tapti" userId="dec6fbcd-7598-406a-8cbf-504d4a3bac15" providerId="ADAL" clId="{ECD42228-5B96-4A72-B268-C46DF994E6B7}" dt="2024-01-23T03:12:17.356" v="16779" actId="14100"/>
          <ac:spMkLst>
            <pc:docMk/>
            <pc:sldMk cId="809891943" sldId="891"/>
            <ac:spMk id="2" creationId="{97F222EE-10BB-5BF5-7D56-35951A11B61F}"/>
          </ac:spMkLst>
        </pc:spChg>
        <pc:spChg chg="mod ord">
          <ac:chgData name="Palit, Tapti" userId="dec6fbcd-7598-406a-8cbf-504d4a3bac15" providerId="ADAL" clId="{ECD42228-5B96-4A72-B268-C46DF994E6B7}" dt="2024-01-23T03:19:42.501" v="17231" actId="700"/>
          <ac:spMkLst>
            <pc:docMk/>
            <pc:sldMk cId="809891943" sldId="891"/>
            <ac:spMk id="3" creationId="{C2AC3463-E898-8385-593F-593DA4125E40}"/>
          </ac:spMkLst>
        </pc:spChg>
        <pc:spChg chg="mod ord">
          <ac:chgData name="Palit, Tapti" userId="dec6fbcd-7598-406a-8cbf-504d4a3bac15" providerId="ADAL" clId="{ECD42228-5B96-4A72-B268-C46DF994E6B7}" dt="2024-01-23T03:19:42.501" v="17231" actId="700"/>
          <ac:spMkLst>
            <pc:docMk/>
            <pc:sldMk cId="809891943" sldId="891"/>
            <ac:spMk id="4" creationId="{7309343E-9268-AC9B-BD89-8BFF30271D67}"/>
          </ac:spMkLst>
        </pc:spChg>
        <pc:spChg chg="del">
          <ac:chgData name="Palit, Tapti" userId="dec6fbcd-7598-406a-8cbf-504d4a3bac15" providerId="ADAL" clId="{ECD42228-5B96-4A72-B268-C46DF994E6B7}" dt="2024-01-23T03:10:45.776" v="16603" actId="478"/>
          <ac:spMkLst>
            <pc:docMk/>
            <pc:sldMk cId="809891943" sldId="891"/>
            <ac:spMk id="5" creationId="{214FB112-4A6D-3DF7-D43C-6A2E9A83B42C}"/>
          </ac:spMkLst>
        </pc:spChg>
        <pc:spChg chg="add mod">
          <ac:chgData name="Palit, Tapti" userId="dec6fbcd-7598-406a-8cbf-504d4a3bac15" providerId="ADAL" clId="{ECD42228-5B96-4A72-B268-C46DF994E6B7}" dt="2024-01-23T03:15:41.285" v="17028" actId="1076"/>
          <ac:spMkLst>
            <pc:docMk/>
            <pc:sldMk cId="809891943" sldId="891"/>
            <ac:spMk id="6" creationId="{720DF1AF-4A15-908F-5F01-97CDBA9ED66E}"/>
          </ac:spMkLst>
        </pc:spChg>
        <pc:spChg chg="add mod">
          <ac:chgData name="Palit, Tapti" userId="dec6fbcd-7598-406a-8cbf-504d4a3bac15" providerId="ADAL" clId="{ECD42228-5B96-4A72-B268-C46DF994E6B7}" dt="2024-01-23T03:16:01.177" v="17077" actId="1076"/>
          <ac:spMkLst>
            <pc:docMk/>
            <pc:sldMk cId="809891943" sldId="891"/>
            <ac:spMk id="7" creationId="{D28C5FC1-2886-BDA8-55C4-3926BA509E46}"/>
          </ac:spMkLst>
        </pc:spChg>
        <pc:spChg chg="add mod">
          <ac:chgData name="Palit, Tapti" userId="dec6fbcd-7598-406a-8cbf-504d4a3bac15" providerId="ADAL" clId="{ECD42228-5B96-4A72-B268-C46DF994E6B7}" dt="2024-01-23T03:16:32.117" v="17127" actId="1076"/>
          <ac:spMkLst>
            <pc:docMk/>
            <pc:sldMk cId="809891943" sldId="891"/>
            <ac:spMk id="8" creationId="{62071499-E1F0-CD2D-7726-1F30EDE73651}"/>
          </ac:spMkLst>
        </pc:spChg>
        <pc:spChg chg="add mod">
          <ac:chgData name="Palit, Tapti" userId="dec6fbcd-7598-406a-8cbf-504d4a3bac15" providerId="ADAL" clId="{ECD42228-5B96-4A72-B268-C46DF994E6B7}" dt="2024-01-23T03:18:10.003" v="17221" actId="20577"/>
          <ac:spMkLst>
            <pc:docMk/>
            <pc:sldMk cId="809891943" sldId="891"/>
            <ac:spMk id="9" creationId="{D3E7932B-706A-592D-994C-89A9AA00CC26}"/>
          </ac:spMkLst>
        </pc:spChg>
        <pc:spChg chg="mod">
          <ac:chgData name="Palit, Tapti" userId="dec6fbcd-7598-406a-8cbf-504d4a3bac15" providerId="ADAL" clId="{ECD42228-5B96-4A72-B268-C46DF994E6B7}" dt="2024-01-23T03:14:08.276" v="16829" actId="20577"/>
          <ac:spMkLst>
            <pc:docMk/>
            <pc:sldMk cId="809891943" sldId="891"/>
            <ac:spMk id="10" creationId="{EEA573DB-F656-4DB1-2FEF-7880B86E2669}"/>
          </ac:spMkLst>
        </pc:spChg>
        <pc:spChg chg="add mod ord">
          <ac:chgData name="Palit, Tapti" userId="dec6fbcd-7598-406a-8cbf-504d4a3bac15" providerId="ADAL" clId="{ECD42228-5B96-4A72-B268-C46DF994E6B7}" dt="2024-01-23T03:19:58.882" v="17260" actId="122"/>
          <ac:spMkLst>
            <pc:docMk/>
            <pc:sldMk cId="809891943" sldId="891"/>
            <ac:spMk id="15" creationId="{3F0890A5-95AC-279E-B352-9138B8614E38}"/>
          </ac:spMkLst>
        </pc:spChg>
        <pc:spChg chg="del">
          <ac:chgData name="Palit, Tapti" userId="dec6fbcd-7598-406a-8cbf-504d4a3bac15" providerId="ADAL" clId="{ECD42228-5B96-4A72-B268-C46DF994E6B7}" dt="2024-01-23T03:10:47.841" v="16604" actId="478"/>
          <ac:spMkLst>
            <pc:docMk/>
            <pc:sldMk cId="809891943" sldId="891"/>
            <ac:spMk id="21" creationId="{C803BF47-1D0F-9C45-2B64-D2DD49D48835}"/>
          </ac:spMkLst>
        </pc:spChg>
      </pc:sldChg>
      <pc:sldChg chg="addSp delSp modSp add mod modClrScheme modAnim chgLayout modNotesTx">
        <pc:chgData name="Palit, Tapti" userId="dec6fbcd-7598-406a-8cbf-504d4a3bac15" providerId="ADAL" clId="{ECD42228-5B96-4A72-B268-C46DF994E6B7}" dt="2024-01-23T15:10:23.969" v="27573" actId="20577"/>
        <pc:sldMkLst>
          <pc:docMk/>
          <pc:sldMk cId="2693632428" sldId="892"/>
        </pc:sldMkLst>
        <pc:spChg chg="del">
          <ac:chgData name="Palit, Tapti" userId="dec6fbcd-7598-406a-8cbf-504d4a3bac15" providerId="ADAL" clId="{ECD42228-5B96-4A72-B268-C46DF994E6B7}" dt="2024-01-23T03:20:51.759" v="17310" actId="478"/>
          <ac:spMkLst>
            <pc:docMk/>
            <pc:sldMk cId="2693632428" sldId="892"/>
            <ac:spMk id="2" creationId="{97F222EE-10BB-5BF5-7D56-35951A11B61F}"/>
          </ac:spMkLst>
        </pc:spChg>
        <pc:spChg chg="mod ord">
          <ac:chgData name="Palit, Tapti" userId="dec6fbcd-7598-406a-8cbf-504d4a3bac15" providerId="ADAL" clId="{ECD42228-5B96-4A72-B268-C46DF994E6B7}" dt="2024-01-23T03:26:41.328" v="17383" actId="700"/>
          <ac:spMkLst>
            <pc:docMk/>
            <pc:sldMk cId="2693632428" sldId="892"/>
            <ac:spMk id="3" creationId="{C2AC3463-E898-8385-593F-593DA4125E40}"/>
          </ac:spMkLst>
        </pc:spChg>
        <pc:spChg chg="mod ord">
          <ac:chgData name="Palit, Tapti" userId="dec6fbcd-7598-406a-8cbf-504d4a3bac15" providerId="ADAL" clId="{ECD42228-5B96-4A72-B268-C46DF994E6B7}" dt="2024-01-23T03:26:41.328" v="17383" actId="700"/>
          <ac:spMkLst>
            <pc:docMk/>
            <pc:sldMk cId="2693632428" sldId="892"/>
            <ac:spMk id="4" creationId="{7309343E-9268-AC9B-BD89-8BFF30271D67}"/>
          </ac:spMkLst>
        </pc:spChg>
        <pc:spChg chg="add mod">
          <ac:chgData name="Palit, Tapti" userId="dec6fbcd-7598-406a-8cbf-504d4a3bac15" providerId="ADAL" clId="{ECD42228-5B96-4A72-B268-C46DF994E6B7}" dt="2024-01-23T03:21:40.548" v="17325" actId="1076"/>
          <ac:spMkLst>
            <pc:docMk/>
            <pc:sldMk cId="2693632428" sldId="892"/>
            <ac:spMk id="5" creationId="{BAE484D7-8B89-56C3-6ECC-47E24D20EC13}"/>
          </ac:spMkLst>
        </pc:spChg>
        <pc:spChg chg="del">
          <ac:chgData name="Palit, Tapti" userId="dec6fbcd-7598-406a-8cbf-504d4a3bac15" providerId="ADAL" clId="{ECD42228-5B96-4A72-B268-C46DF994E6B7}" dt="2024-01-23T03:20:38.405" v="17308" actId="478"/>
          <ac:spMkLst>
            <pc:docMk/>
            <pc:sldMk cId="2693632428" sldId="892"/>
            <ac:spMk id="6" creationId="{720DF1AF-4A15-908F-5F01-97CDBA9ED66E}"/>
          </ac:spMkLst>
        </pc:spChg>
        <pc:spChg chg="del mod">
          <ac:chgData name="Palit, Tapti" userId="dec6fbcd-7598-406a-8cbf-504d4a3bac15" providerId="ADAL" clId="{ECD42228-5B96-4A72-B268-C46DF994E6B7}" dt="2024-01-23T03:20:57.408" v="17312" actId="478"/>
          <ac:spMkLst>
            <pc:docMk/>
            <pc:sldMk cId="2693632428" sldId="892"/>
            <ac:spMk id="7" creationId="{D28C5FC1-2886-BDA8-55C4-3926BA509E46}"/>
          </ac:spMkLst>
        </pc:spChg>
        <pc:spChg chg="del">
          <ac:chgData name="Palit, Tapti" userId="dec6fbcd-7598-406a-8cbf-504d4a3bac15" providerId="ADAL" clId="{ECD42228-5B96-4A72-B268-C46DF994E6B7}" dt="2024-01-23T03:20:40.417" v="17309" actId="478"/>
          <ac:spMkLst>
            <pc:docMk/>
            <pc:sldMk cId="2693632428" sldId="892"/>
            <ac:spMk id="8" creationId="{62071499-E1F0-CD2D-7726-1F30EDE73651}"/>
          </ac:spMkLst>
        </pc:spChg>
        <pc:spChg chg="del">
          <ac:chgData name="Palit, Tapti" userId="dec6fbcd-7598-406a-8cbf-504d4a3bac15" providerId="ADAL" clId="{ECD42228-5B96-4A72-B268-C46DF994E6B7}" dt="2024-01-23T03:21:05.271" v="17313" actId="478"/>
          <ac:spMkLst>
            <pc:docMk/>
            <pc:sldMk cId="2693632428" sldId="892"/>
            <ac:spMk id="9" creationId="{D3E7932B-706A-592D-994C-89A9AA00CC26}"/>
          </ac:spMkLst>
        </pc:spChg>
        <pc:spChg chg="mod">
          <ac:chgData name="Palit, Tapti" userId="dec6fbcd-7598-406a-8cbf-504d4a3bac15" providerId="ADAL" clId="{ECD42228-5B96-4A72-B268-C46DF994E6B7}" dt="2024-01-23T03:22:02.686" v="17332" actId="20577"/>
          <ac:spMkLst>
            <pc:docMk/>
            <pc:sldMk cId="2693632428" sldId="892"/>
            <ac:spMk id="11" creationId="{E5E969E0-3A17-659B-64C3-EB6001F90104}"/>
          </ac:spMkLst>
        </pc:spChg>
        <pc:spChg chg="mod">
          <ac:chgData name="Palit, Tapti" userId="dec6fbcd-7598-406a-8cbf-504d4a3bac15" providerId="ADAL" clId="{ECD42228-5B96-4A72-B268-C46DF994E6B7}" dt="2024-01-23T03:21:41.476" v="17326" actId="20577"/>
          <ac:spMkLst>
            <pc:docMk/>
            <pc:sldMk cId="2693632428" sldId="892"/>
            <ac:spMk id="12" creationId="{18B490F0-B8D0-84DB-04DD-EC2F0F476633}"/>
          </ac:spMkLst>
        </pc:spChg>
        <pc:spChg chg="mod ord">
          <ac:chgData name="Palit, Tapti" userId="dec6fbcd-7598-406a-8cbf-504d4a3bac15" providerId="ADAL" clId="{ECD42228-5B96-4A72-B268-C46DF994E6B7}" dt="2024-01-23T03:26:41.328" v="17383" actId="700"/>
          <ac:spMkLst>
            <pc:docMk/>
            <pc:sldMk cId="2693632428" sldId="892"/>
            <ac:spMk id="15" creationId="{3F0890A5-95AC-279E-B352-9138B8614E38}"/>
          </ac:spMkLst>
        </pc:spChg>
        <pc:spChg chg="del">
          <ac:chgData name="Palit, Tapti" userId="dec6fbcd-7598-406a-8cbf-504d4a3bac15" providerId="ADAL" clId="{ECD42228-5B96-4A72-B268-C46DF994E6B7}" dt="2024-01-23T03:22:53.695" v="17338" actId="478"/>
          <ac:spMkLst>
            <pc:docMk/>
            <pc:sldMk cId="2693632428" sldId="892"/>
            <ac:spMk id="20" creationId="{67DB1604-5770-BF45-6E88-ABB286747E63}"/>
          </ac:spMkLst>
        </pc:spChg>
        <pc:spChg chg="del">
          <ac:chgData name="Palit, Tapti" userId="dec6fbcd-7598-406a-8cbf-504d4a3bac15" providerId="ADAL" clId="{ECD42228-5B96-4A72-B268-C46DF994E6B7}" dt="2024-01-23T03:22:57.373" v="17339" actId="478"/>
          <ac:spMkLst>
            <pc:docMk/>
            <pc:sldMk cId="2693632428" sldId="892"/>
            <ac:spMk id="23" creationId="{62D4A6D7-C435-AD42-8BE1-9EAB73CCA6ED}"/>
          </ac:spMkLst>
        </pc:spChg>
        <pc:spChg chg="add mod">
          <ac:chgData name="Palit, Tapti" userId="dec6fbcd-7598-406a-8cbf-504d4a3bac15" providerId="ADAL" clId="{ECD42228-5B96-4A72-B268-C46DF994E6B7}" dt="2024-01-23T03:22:26.243" v="17336" actId="20577"/>
          <ac:spMkLst>
            <pc:docMk/>
            <pc:sldMk cId="2693632428" sldId="892"/>
            <ac:spMk id="24" creationId="{A040C2B0-063E-29D1-EFE2-E2C6158EE5D3}"/>
          </ac:spMkLst>
        </pc:spChg>
        <pc:spChg chg="add mod">
          <ac:chgData name="Palit, Tapti" userId="dec6fbcd-7598-406a-8cbf-504d4a3bac15" providerId="ADAL" clId="{ECD42228-5B96-4A72-B268-C46DF994E6B7}" dt="2024-01-23T03:42:14.333" v="18114" actId="1076"/>
          <ac:spMkLst>
            <pc:docMk/>
            <pc:sldMk cId="2693632428" sldId="892"/>
            <ac:spMk id="25" creationId="{A1606480-3FDE-F7F1-1F56-AC0A64886FE8}"/>
          </ac:spMkLst>
        </pc:spChg>
        <pc:spChg chg="add mod">
          <ac:chgData name="Palit, Tapti" userId="dec6fbcd-7598-406a-8cbf-504d4a3bac15" providerId="ADAL" clId="{ECD42228-5B96-4A72-B268-C46DF994E6B7}" dt="2024-01-23T03:42:14.333" v="18114" actId="1076"/>
          <ac:spMkLst>
            <pc:docMk/>
            <pc:sldMk cId="2693632428" sldId="892"/>
            <ac:spMk id="26" creationId="{155DD7E7-4F44-C620-CF29-3E93163242CE}"/>
          </ac:spMkLst>
        </pc:spChg>
        <pc:spChg chg="add mod">
          <ac:chgData name="Palit, Tapti" userId="dec6fbcd-7598-406a-8cbf-504d4a3bac15" providerId="ADAL" clId="{ECD42228-5B96-4A72-B268-C46DF994E6B7}" dt="2024-01-23T03:42:14.333" v="18114" actId="1076"/>
          <ac:spMkLst>
            <pc:docMk/>
            <pc:sldMk cId="2693632428" sldId="892"/>
            <ac:spMk id="27" creationId="{EA75441B-37AC-9318-974F-6A0ACB44BECC}"/>
          </ac:spMkLst>
        </pc:spChg>
        <pc:spChg chg="add mod">
          <ac:chgData name="Palit, Tapti" userId="dec6fbcd-7598-406a-8cbf-504d4a3bac15" providerId="ADAL" clId="{ECD42228-5B96-4A72-B268-C46DF994E6B7}" dt="2024-01-23T03:42:14.333" v="18114" actId="1076"/>
          <ac:spMkLst>
            <pc:docMk/>
            <pc:sldMk cId="2693632428" sldId="892"/>
            <ac:spMk id="28" creationId="{AA7CFD24-FF2B-1C8F-2A92-3A0B1E71D592}"/>
          </ac:spMkLst>
        </pc:spChg>
        <pc:spChg chg="add del mod ord">
          <ac:chgData name="Palit, Tapti" userId="dec6fbcd-7598-406a-8cbf-504d4a3bac15" providerId="ADAL" clId="{ECD42228-5B96-4A72-B268-C46DF994E6B7}" dt="2024-01-23T03:26:43.715" v="17384"/>
          <ac:spMkLst>
            <pc:docMk/>
            <pc:sldMk cId="2693632428" sldId="892"/>
            <ac:spMk id="29" creationId="{DE9555C7-9E06-2EFF-58E2-796EF103C9B3}"/>
          </ac:spMkLst>
        </pc:spChg>
        <pc:spChg chg="add mod">
          <ac:chgData name="Palit, Tapti" userId="dec6fbcd-7598-406a-8cbf-504d4a3bac15" providerId="ADAL" clId="{ECD42228-5B96-4A72-B268-C46DF994E6B7}" dt="2024-01-23T03:26:43.715" v="17384"/>
          <ac:spMkLst>
            <pc:docMk/>
            <pc:sldMk cId="2693632428" sldId="892"/>
            <ac:spMk id="30" creationId="{163A725C-EE09-3F02-F9E0-DF053864AF61}"/>
          </ac:spMkLst>
        </pc:spChg>
        <pc:spChg chg="add mod">
          <ac:chgData name="Palit, Tapti" userId="dec6fbcd-7598-406a-8cbf-504d4a3bac15" providerId="ADAL" clId="{ECD42228-5B96-4A72-B268-C46DF994E6B7}" dt="2024-01-23T03:27:32.325" v="17426" actId="1076"/>
          <ac:spMkLst>
            <pc:docMk/>
            <pc:sldMk cId="2693632428" sldId="892"/>
            <ac:spMk id="31" creationId="{20F3CB22-17E4-98F6-CD39-BE5A9F806F9D}"/>
          </ac:spMkLst>
        </pc:spChg>
        <pc:graphicFrameChg chg="mod modGraphic">
          <ac:chgData name="Palit, Tapti" userId="dec6fbcd-7598-406a-8cbf-504d4a3bac15" providerId="ADAL" clId="{ECD42228-5B96-4A72-B268-C46DF994E6B7}" dt="2024-01-23T03:42:14.333" v="18114" actId="1076"/>
          <ac:graphicFrameMkLst>
            <pc:docMk/>
            <pc:sldMk cId="2693632428" sldId="892"/>
            <ac:graphicFrameMk id="14" creationId="{47782D33-9D3B-4C31-1D10-C9D686012854}"/>
          </ac:graphicFrameMkLst>
        </pc:graphicFrameChg>
        <pc:cxnChg chg="mod">
          <ac:chgData name="Palit, Tapti" userId="dec6fbcd-7598-406a-8cbf-504d4a3bac15" providerId="ADAL" clId="{ECD42228-5B96-4A72-B268-C46DF994E6B7}" dt="2024-01-23T03:21:51.229" v="17327" actId="1076"/>
          <ac:cxnSpMkLst>
            <pc:docMk/>
            <pc:sldMk cId="2693632428" sldId="892"/>
            <ac:cxnSpMk id="16" creationId="{BAFAA1AF-F0A5-DCB5-D35C-BDB01BD8D844}"/>
          </ac:cxnSpMkLst>
        </pc:cxnChg>
        <pc:cxnChg chg="mod">
          <ac:chgData name="Palit, Tapti" userId="dec6fbcd-7598-406a-8cbf-504d4a3bac15" providerId="ADAL" clId="{ECD42228-5B96-4A72-B268-C46DF994E6B7}" dt="2024-01-23T03:21:39.940" v="17324" actId="14100"/>
          <ac:cxnSpMkLst>
            <pc:docMk/>
            <pc:sldMk cId="2693632428" sldId="892"/>
            <ac:cxnSpMk id="17" creationId="{F5A9ADBF-BCC8-3622-88B5-E8D0755ECFC9}"/>
          </ac:cxnSpMkLst>
        </pc:cxnChg>
      </pc:sldChg>
      <pc:sldChg chg="modSp add del">
        <pc:chgData name="Palit, Tapti" userId="dec6fbcd-7598-406a-8cbf-504d4a3bac15" providerId="ADAL" clId="{ECD42228-5B96-4A72-B268-C46DF994E6B7}" dt="2024-01-23T03:20:04.046" v="17261" actId="47"/>
        <pc:sldMkLst>
          <pc:docMk/>
          <pc:sldMk cId="3070822536" sldId="892"/>
        </pc:sldMkLst>
        <pc:spChg chg="mod">
          <ac:chgData name="Palit, Tapti" userId="dec6fbcd-7598-406a-8cbf-504d4a3bac15" providerId="ADAL" clId="{ECD42228-5B96-4A72-B268-C46DF994E6B7}" dt="2024-01-23T03:19:25.198" v="17230" actId="20577"/>
          <ac:spMkLst>
            <pc:docMk/>
            <pc:sldMk cId="3070822536" sldId="892"/>
            <ac:spMk id="3" creationId="{C2AC3463-E898-8385-593F-593DA4125E40}"/>
          </ac:spMkLst>
        </pc:spChg>
      </pc:sldChg>
      <pc:sldChg chg="addSp delSp modSp new del mod modClrScheme addAnim delAnim modAnim addCm chgLayout modNotesTx">
        <pc:chgData name="Palit, Tapti" userId="dec6fbcd-7598-406a-8cbf-504d4a3bac15" providerId="ADAL" clId="{ECD42228-5B96-4A72-B268-C46DF994E6B7}" dt="2024-01-25T03:49:27.863" v="49415" actId="2696"/>
        <pc:sldMkLst>
          <pc:docMk/>
          <pc:sldMk cId="3356010725" sldId="893"/>
        </pc:sldMkLst>
        <pc:spChg chg="mod ord">
          <ac:chgData name="Palit, Tapti" userId="dec6fbcd-7598-406a-8cbf-504d4a3bac15" providerId="ADAL" clId="{ECD42228-5B96-4A72-B268-C46DF994E6B7}" dt="2024-01-25T03:47:34.774" v="49406" actId="6549"/>
          <ac:spMkLst>
            <pc:docMk/>
            <pc:sldMk cId="3356010725" sldId="893"/>
            <ac:spMk id="2" creationId="{78ADB5FF-CFA4-7564-97E6-5A49C2EBB235}"/>
          </ac:spMkLst>
        </pc:spChg>
        <pc:spChg chg="mod ord">
          <ac:chgData name="Palit, Tapti" userId="dec6fbcd-7598-406a-8cbf-504d4a3bac15" providerId="ADAL" clId="{ECD42228-5B96-4A72-B268-C46DF994E6B7}" dt="2024-01-25T03:47:31.222" v="49405" actId="20577"/>
          <ac:spMkLst>
            <pc:docMk/>
            <pc:sldMk cId="3356010725" sldId="893"/>
            <ac:spMk id="3" creationId="{5FE2BFFF-7C0B-8516-60E0-B77A6D70F108}"/>
          </ac:spMkLst>
        </pc:spChg>
        <pc:spChg chg="mod ord">
          <ac:chgData name="Palit, Tapti" userId="dec6fbcd-7598-406a-8cbf-504d4a3bac15" providerId="ADAL" clId="{ECD42228-5B96-4A72-B268-C46DF994E6B7}" dt="2024-01-23T03:34:56.776" v="17707" actId="700"/>
          <ac:spMkLst>
            <pc:docMk/>
            <pc:sldMk cId="3356010725" sldId="893"/>
            <ac:spMk id="4" creationId="{CA26C6D6-FCC7-5F40-D15B-ED0E5977695B}"/>
          </ac:spMkLst>
        </pc:spChg>
        <pc:spChg chg="del mod">
          <ac:chgData name="Palit, Tapti" userId="dec6fbcd-7598-406a-8cbf-504d4a3bac15" providerId="ADAL" clId="{ECD42228-5B96-4A72-B268-C46DF994E6B7}" dt="2024-01-23T03:34:52.570" v="17706" actId="478"/>
          <ac:spMkLst>
            <pc:docMk/>
            <pc:sldMk cId="3356010725" sldId="893"/>
            <ac:spMk id="5" creationId="{5284EC5C-EB35-9247-C376-71D3A71A6DE3}"/>
          </ac:spMkLst>
        </pc:spChg>
        <pc:spChg chg="add mod">
          <ac:chgData name="Palit, Tapti" userId="dec6fbcd-7598-406a-8cbf-504d4a3bac15" providerId="ADAL" clId="{ECD42228-5B96-4A72-B268-C46DF994E6B7}" dt="2024-01-23T03:33:20.855" v="17638" actId="1076"/>
          <ac:spMkLst>
            <pc:docMk/>
            <pc:sldMk cId="3356010725" sldId="893"/>
            <ac:spMk id="6" creationId="{4419A68E-2AD6-8E5B-47D1-A9B8CD834906}"/>
          </ac:spMkLst>
        </pc:spChg>
        <pc:spChg chg="add mod">
          <ac:chgData name="Palit, Tapti" userId="dec6fbcd-7598-406a-8cbf-504d4a3bac15" providerId="ADAL" clId="{ECD42228-5B96-4A72-B268-C46DF994E6B7}" dt="2024-01-23T03:33:20.855" v="17638" actId="1076"/>
          <ac:spMkLst>
            <pc:docMk/>
            <pc:sldMk cId="3356010725" sldId="893"/>
            <ac:spMk id="7" creationId="{A196A5EA-CF60-FC0A-0B81-B69B06138ABF}"/>
          </ac:spMkLst>
        </pc:spChg>
        <pc:spChg chg="add mod">
          <ac:chgData name="Palit, Tapti" userId="dec6fbcd-7598-406a-8cbf-504d4a3bac15" providerId="ADAL" clId="{ECD42228-5B96-4A72-B268-C46DF994E6B7}" dt="2024-01-23T03:33:20.855" v="17638" actId="1076"/>
          <ac:spMkLst>
            <pc:docMk/>
            <pc:sldMk cId="3356010725" sldId="893"/>
            <ac:spMk id="8" creationId="{3938D7B5-F57A-096C-ECE0-A5E1B9FAA446}"/>
          </ac:spMkLst>
        </pc:spChg>
        <pc:spChg chg="add del mod">
          <ac:chgData name="Palit, Tapti" userId="dec6fbcd-7598-406a-8cbf-504d4a3bac15" providerId="ADAL" clId="{ECD42228-5B96-4A72-B268-C46DF994E6B7}" dt="2024-01-23T03:33:20.855" v="17638" actId="1076"/>
          <ac:spMkLst>
            <pc:docMk/>
            <pc:sldMk cId="3356010725" sldId="893"/>
            <ac:spMk id="9" creationId="{733BFF08-0FF8-B61B-88F5-45B4DBC85C91}"/>
          </ac:spMkLst>
        </pc:spChg>
        <pc:spChg chg="add mod">
          <ac:chgData name="Palit, Tapti" userId="dec6fbcd-7598-406a-8cbf-504d4a3bac15" providerId="ADAL" clId="{ECD42228-5B96-4A72-B268-C46DF994E6B7}" dt="2024-01-23T03:33:20.855" v="17638" actId="1076"/>
          <ac:spMkLst>
            <pc:docMk/>
            <pc:sldMk cId="3356010725" sldId="893"/>
            <ac:spMk id="10" creationId="{0BAEBBC9-32D5-CB07-3DAE-43C5D6E8F4DD}"/>
          </ac:spMkLst>
        </pc:spChg>
        <pc:spChg chg="add mod">
          <ac:chgData name="Palit, Tapti" userId="dec6fbcd-7598-406a-8cbf-504d4a3bac15" providerId="ADAL" clId="{ECD42228-5B96-4A72-B268-C46DF994E6B7}" dt="2024-01-23T03:33:20.855" v="17638" actId="1076"/>
          <ac:spMkLst>
            <pc:docMk/>
            <pc:sldMk cId="3356010725" sldId="893"/>
            <ac:spMk id="11" creationId="{A96009CE-EC1A-5847-5D69-604392CC0421}"/>
          </ac:spMkLst>
        </pc:spChg>
        <pc:spChg chg="add mod">
          <ac:chgData name="Palit, Tapti" userId="dec6fbcd-7598-406a-8cbf-504d4a3bac15" providerId="ADAL" clId="{ECD42228-5B96-4A72-B268-C46DF994E6B7}" dt="2024-01-23T03:33:20.855" v="17638" actId="1076"/>
          <ac:spMkLst>
            <pc:docMk/>
            <pc:sldMk cId="3356010725" sldId="893"/>
            <ac:spMk id="12" creationId="{8972A315-A179-F955-E9B5-4D88018F6679}"/>
          </ac:spMkLst>
        </pc:spChg>
        <pc:spChg chg="add mod">
          <ac:chgData name="Palit, Tapti" userId="dec6fbcd-7598-406a-8cbf-504d4a3bac15" providerId="ADAL" clId="{ECD42228-5B96-4A72-B268-C46DF994E6B7}" dt="2024-01-23T03:33:20.855" v="17638" actId="1076"/>
          <ac:spMkLst>
            <pc:docMk/>
            <pc:sldMk cId="3356010725" sldId="893"/>
            <ac:spMk id="13" creationId="{C25C473C-38E3-1E2F-26BE-C407684C6240}"/>
          </ac:spMkLst>
        </pc:spChg>
        <pc:spChg chg="add mod">
          <ac:chgData name="Palit, Tapti" userId="dec6fbcd-7598-406a-8cbf-504d4a3bac15" providerId="ADAL" clId="{ECD42228-5B96-4A72-B268-C46DF994E6B7}" dt="2024-01-23T03:33:39.959" v="17651" actId="14100"/>
          <ac:spMkLst>
            <pc:docMk/>
            <pc:sldMk cId="3356010725" sldId="893"/>
            <ac:spMk id="37" creationId="{C5BF83D3-5627-A8A0-0FD6-1FCFC87F5F92}"/>
          </ac:spMkLst>
        </pc:spChg>
        <pc:spChg chg="add mod">
          <ac:chgData name="Palit, Tapti" userId="dec6fbcd-7598-406a-8cbf-504d4a3bac15" providerId="ADAL" clId="{ECD42228-5B96-4A72-B268-C46DF994E6B7}" dt="2024-01-23T03:33:45.057" v="17653" actId="1076"/>
          <ac:spMkLst>
            <pc:docMk/>
            <pc:sldMk cId="3356010725" sldId="893"/>
            <ac:spMk id="38" creationId="{B081AC17-5BE7-7EB5-5832-020C31E0F728}"/>
          </ac:spMkLst>
        </pc:spChg>
        <pc:spChg chg="add del mod">
          <ac:chgData name="Palit, Tapti" userId="dec6fbcd-7598-406a-8cbf-504d4a3bac15" providerId="ADAL" clId="{ECD42228-5B96-4A72-B268-C46DF994E6B7}" dt="2024-01-23T03:34:56.776" v="17707" actId="700"/>
          <ac:spMkLst>
            <pc:docMk/>
            <pc:sldMk cId="3356010725" sldId="893"/>
            <ac:spMk id="40" creationId="{B0C4B2B5-1CD8-8301-7B24-5001AE8F9744}"/>
          </ac:spMkLst>
        </pc:spChg>
        <pc:spChg chg="add del mod">
          <ac:chgData name="Palit, Tapti" userId="dec6fbcd-7598-406a-8cbf-504d4a3bac15" providerId="ADAL" clId="{ECD42228-5B96-4A72-B268-C46DF994E6B7}" dt="2024-01-23T03:37:38.510" v="17946" actId="14100"/>
          <ac:spMkLst>
            <pc:docMk/>
            <pc:sldMk cId="3356010725" sldId="893"/>
            <ac:spMk id="42" creationId="{8E53E54D-1229-D392-3261-73886DC90D1B}"/>
          </ac:spMkLst>
        </pc:spChg>
        <pc:spChg chg="add mod">
          <ac:chgData name="Palit, Tapti" userId="dec6fbcd-7598-406a-8cbf-504d4a3bac15" providerId="ADAL" clId="{ECD42228-5B96-4A72-B268-C46DF994E6B7}" dt="2024-01-23T15:14:00.529" v="28032" actId="207"/>
          <ac:spMkLst>
            <pc:docMk/>
            <pc:sldMk cId="3356010725" sldId="893"/>
            <ac:spMk id="43" creationId="{2466F079-067A-2107-28AD-A38BB4C0E50D}"/>
          </ac:spMkLst>
        </pc:spChg>
        <pc:graphicFrameChg chg="add mod modGraphic">
          <ac:chgData name="Palit, Tapti" userId="dec6fbcd-7598-406a-8cbf-504d4a3bac15" providerId="ADAL" clId="{ECD42228-5B96-4A72-B268-C46DF994E6B7}" dt="2024-01-23T03:35:56.286" v="17738" actId="1076"/>
          <ac:graphicFrameMkLst>
            <pc:docMk/>
            <pc:sldMk cId="3356010725" sldId="893"/>
            <ac:graphicFrameMk id="41" creationId="{329C10E1-9B28-397E-2437-9A93E825EEED}"/>
          </ac:graphicFrameMkLst>
        </pc:graphicFrameChg>
        <pc:cxnChg chg="add mod">
          <ac:chgData name="Palit, Tapti" userId="dec6fbcd-7598-406a-8cbf-504d4a3bac15" providerId="ADAL" clId="{ECD42228-5B96-4A72-B268-C46DF994E6B7}" dt="2024-01-23T03:33:20.855" v="17638" actId="1076"/>
          <ac:cxnSpMkLst>
            <pc:docMk/>
            <pc:sldMk cId="3356010725" sldId="893"/>
            <ac:cxnSpMk id="15" creationId="{04D2C7C3-CCA4-33CD-A88D-5C7AA8DEC47B}"/>
          </ac:cxnSpMkLst>
        </pc:cxnChg>
        <pc:cxnChg chg="add mod">
          <ac:chgData name="Palit, Tapti" userId="dec6fbcd-7598-406a-8cbf-504d4a3bac15" providerId="ADAL" clId="{ECD42228-5B96-4A72-B268-C46DF994E6B7}" dt="2024-01-23T03:33:20.855" v="17638" actId="1076"/>
          <ac:cxnSpMkLst>
            <pc:docMk/>
            <pc:sldMk cId="3356010725" sldId="893"/>
            <ac:cxnSpMk id="16" creationId="{47CE0419-3B53-C4DC-F2AC-E7617695D07A}"/>
          </ac:cxnSpMkLst>
        </pc:cxnChg>
        <pc:cxnChg chg="add mod">
          <ac:chgData name="Palit, Tapti" userId="dec6fbcd-7598-406a-8cbf-504d4a3bac15" providerId="ADAL" clId="{ECD42228-5B96-4A72-B268-C46DF994E6B7}" dt="2024-01-23T03:33:20.855" v="17638" actId="1076"/>
          <ac:cxnSpMkLst>
            <pc:docMk/>
            <pc:sldMk cId="3356010725" sldId="893"/>
            <ac:cxnSpMk id="19" creationId="{793EDDD2-B890-ACF0-F1FC-461BAEFC460D}"/>
          </ac:cxnSpMkLst>
        </pc:cxnChg>
        <pc:cxnChg chg="add mod">
          <ac:chgData name="Palit, Tapti" userId="dec6fbcd-7598-406a-8cbf-504d4a3bac15" providerId="ADAL" clId="{ECD42228-5B96-4A72-B268-C46DF994E6B7}" dt="2024-01-23T03:33:20.855" v="17638" actId="1076"/>
          <ac:cxnSpMkLst>
            <pc:docMk/>
            <pc:sldMk cId="3356010725" sldId="893"/>
            <ac:cxnSpMk id="22" creationId="{CA8F21FB-E8CC-6374-0CC4-1841D5AE80BE}"/>
          </ac:cxnSpMkLst>
        </pc:cxnChg>
        <pc:cxnChg chg="add mod">
          <ac:chgData name="Palit, Tapti" userId="dec6fbcd-7598-406a-8cbf-504d4a3bac15" providerId="ADAL" clId="{ECD42228-5B96-4A72-B268-C46DF994E6B7}" dt="2024-01-23T03:33:20.855" v="17638" actId="1076"/>
          <ac:cxnSpMkLst>
            <pc:docMk/>
            <pc:sldMk cId="3356010725" sldId="893"/>
            <ac:cxnSpMk id="25" creationId="{2085C473-5C1F-90ED-F8E0-5387BA3AAAA8}"/>
          </ac:cxnSpMkLst>
        </pc:cxnChg>
        <pc:cxnChg chg="add mod">
          <ac:chgData name="Palit, Tapti" userId="dec6fbcd-7598-406a-8cbf-504d4a3bac15" providerId="ADAL" clId="{ECD42228-5B96-4A72-B268-C46DF994E6B7}" dt="2024-01-23T03:33:20.855" v="17638" actId="1076"/>
          <ac:cxnSpMkLst>
            <pc:docMk/>
            <pc:sldMk cId="3356010725" sldId="893"/>
            <ac:cxnSpMk id="28" creationId="{5FA85DDD-B162-7047-D5FB-1E648EEE98E1}"/>
          </ac:cxnSpMkLst>
        </pc:cxnChg>
        <pc:cxnChg chg="add mod">
          <ac:chgData name="Palit, Tapti" userId="dec6fbcd-7598-406a-8cbf-504d4a3bac15" providerId="ADAL" clId="{ECD42228-5B96-4A72-B268-C46DF994E6B7}" dt="2024-01-23T03:33:20.855" v="17638" actId="1076"/>
          <ac:cxnSpMkLst>
            <pc:docMk/>
            <pc:sldMk cId="3356010725" sldId="893"/>
            <ac:cxnSpMk id="33" creationId="{1923E23B-4A0C-F3A0-81F7-59CE0D5922EB}"/>
          </ac:cxnSpMkLst>
        </pc:cxn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25T03:45:28.785" v="49349"/>
              <pc2:cmMkLst xmlns:pc2="http://schemas.microsoft.com/office/powerpoint/2019/9/main/command">
                <pc:docMk/>
                <pc:sldMk cId="3356010725" sldId="893"/>
                <pc2:cmMk id="{A544D478-39C5-40B2-89FA-5B7991CF41B1}"/>
              </pc2:cmMkLst>
            </pc226:cmChg>
          </p:ext>
        </pc:extLst>
      </pc:sldChg>
      <pc:sldChg chg="add del mod modShow">
        <pc:chgData name="Palit, Tapti" userId="dec6fbcd-7598-406a-8cbf-504d4a3bac15" providerId="ADAL" clId="{ECD42228-5B96-4A72-B268-C46DF994E6B7}" dt="2024-01-28T03:44:01.241" v="67437" actId="47"/>
        <pc:sldMkLst>
          <pc:docMk/>
          <pc:sldMk cId="3588372583" sldId="893"/>
        </pc:sldMkLst>
      </pc:sldChg>
      <pc:sldChg chg="addSp delSp modSp add mod modClrScheme addAnim delAnim chgLayout modNotesTx">
        <pc:chgData name="Palit, Tapti" userId="dec6fbcd-7598-406a-8cbf-504d4a3bac15" providerId="ADAL" clId="{ECD42228-5B96-4A72-B268-C46DF994E6B7}" dt="2024-01-23T15:16:13.544" v="28416" actId="20577"/>
        <pc:sldMkLst>
          <pc:docMk/>
          <pc:sldMk cId="446520717" sldId="894"/>
        </pc:sldMkLst>
        <pc:spChg chg="mod ord">
          <ac:chgData name="Palit, Tapti" userId="dec6fbcd-7598-406a-8cbf-504d4a3bac15" providerId="ADAL" clId="{ECD42228-5B96-4A72-B268-C46DF994E6B7}" dt="2024-01-23T03:40:31.980" v="18043" actId="700"/>
          <ac:spMkLst>
            <pc:docMk/>
            <pc:sldMk cId="446520717" sldId="894"/>
            <ac:spMk id="2" creationId="{78ADB5FF-CFA4-7564-97E6-5A49C2EBB235}"/>
          </ac:spMkLst>
        </pc:spChg>
        <pc:spChg chg="mod ord">
          <ac:chgData name="Palit, Tapti" userId="dec6fbcd-7598-406a-8cbf-504d4a3bac15" providerId="ADAL" clId="{ECD42228-5B96-4A72-B268-C46DF994E6B7}" dt="2024-01-23T03:40:31.980" v="18043" actId="700"/>
          <ac:spMkLst>
            <pc:docMk/>
            <pc:sldMk cId="446520717" sldId="894"/>
            <ac:spMk id="3" creationId="{5FE2BFFF-7C0B-8516-60E0-B77A6D70F108}"/>
          </ac:spMkLst>
        </pc:spChg>
        <pc:spChg chg="mod ord">
          <ac:chgData name="Palit, Tapti" userId="dec6fbcd-7598-406a-8cbf-504d4a3bac15" providerId="ADAL" clId="{ECD42228-5B96-4A72-B268-C46DF994E6B7}" dt="2024-01-23T03:40:31.980" v="18043" actId="700"/>
          <ac:spMkLst>
            <pc:docMk/>
            <pc:sldMk cId="446520717" sldId="894"/>
            <ac:spMk id="4" creationId="{CA26C6D6-FCC7-5F40-D15B-ED0E5977695B}"/>
          </ac:spMkLst>
        </pc:spChg>
        <pc:spChg chg="add mod">
          <ac:chgData name="Palit, Tapti" userId="dec6fbcd-7598-406a-8cbf-504d4a3bac15" providerId="ADAL" clId="{ECD42228-5B96-4A72-B268-C46DF994E6B7}" dt="2024-01-23T03:39:24.167" v="17976" actId="14100"/>
          <ac:spMkLst>
            <pc:docMk/>
            <pc:sldMk cId="446520717" sldId="894"/>
            <ac:spMk id="5" creationId="{216161A1-FCA0-722B-223D-5E20E486221B}"/>
          </ac:spMkLst>
        </pc:spChg>
        <pc:spChg chg="add mod">
          <ac:chgData name="Palit, Tapti" userId="dec6fbcd-7598-406a-8cbf-504d4a3bac15" providerId="ADAL" clId="{ECD42228-5B96-4A72-B268-C46DF994E6B7}" dt="2024-01-23T03:39:29.855" v="17978" actId="14100"/>
          <ac:spMkLst>
            <pc:docMk/>
            <pc:sldMk cId="446520717" sldId="894"/>
            <ac:spMk id="14" creationId="{E89912FF-3FA7-B0E6-792C-2FA8F72D3210}"/>
          </ac:spMkLst>
        </pc:spChg>
        <pc:spChg chg="add mod">
          <ac:chgData name="Palit, Tapti" userId="dec6fbcd-7598-406a-8cbf-504d4a3bac15" providerId="ADAL" clId="{ECD42228-5B96-4A72-B268-C46DF994E6B7}" dt="2024-01-23T03:39:48.088" v="18003" actId="20577"/>
          <ac:spMkLst>
            <pc:docMk/>
            <pc:sldMk cId="446520717" sldId="894"/>
            <ac:spMk id="17" creationId="{7866402A-E1E1-151B-EE7D-B95E963DD0D9}"/>
          </ac:spMkLst>
        </pc:spChg>
        <pc:spChg chg="add mod">
          <ac:chgData name="Palit, Tapti" userId="dec6fbcd-7598-406a-8cbf-504d4a3bac15" providerId="ADAL" clId="{ECD42228-5B96-4A72-B268-C46DF994E6B7}" dt="2024-01-23T03:39:55.978" v="18005" actId="1076"/>
          <ac:spMkLst>
            <pc:docMk/>
            <pc:sldMk cId="446520717" sldId="894"/>
            <ac:spMk id="18" creationId="{2C9803B4-02F5-9A71-6D29-9A796AD54C49}"/>
          </ac:spMkLst>
        </pc:spChg>
        <pc:spChg chg="add mod ord">
          <ac:chgData name="Palit, Tapti" userId="dec6fbcd-7598-406a-8cbf-504d4a3bac15" providerId="ADAL" clId="{ECD42228-5B96-4A72-B268-C46DF994E6B7}" dt="2024-01-23T03:41:54.407" v="18111" actId="20577"/>
          <ac:spMkLst>
            <pc:docMk/>
            <pc:sldMk cId="446520717" sldId="894"/>
            <ac:spMk id="20" creationId="{6B4FDC04-4B21-832F-6768-53A45EFA8022}"/>
          </ac:spMkLst>
        </pc:spChg>
        <pc:spChg chg="del mod">
          <ac:chgData name="Palit, Tapti" userId="dec6fbcd-7598-406a-8cbf-504d4a3bac15" providerId="ADAL" clId="{ECD42228-5B96-4A72-B268-C46DF994E6B7}" dt="2024-01-23T15:16:04.655" v="28394" actId="478"/>
          <ac:spMkLst>
            <pc:docMk/>
            <pc:sldMk cId="446520717" sldId="894"/>
            <ac:spMk id="42" creationId="{8E53E54D-1229-D392-3261-73886DC90D1B}"/>
          </ac:spMkLst>
        </pc:spChg>
        <pc:graphicFrameChg chg="del modGraphic">
          <ac:chgData name="Palit, Tapti" userId="dec6fbcd-7598-406a-8cbf-504d4a3bac15" providerId="ADAL" clId="{ECD42228-5B96-4A72-B268-C46DF994E6B7}" dt="2024-01-23T15:15:51.108" v="28391" actId="478"/>
          <ac:graphicFrameMkLst>
            <pc:docMk/>
            <pc:sldMk cId="446520717" sldId="894"/>
            <ac:graphicFrameMk id="41" creationId="{329C10E1-9B28-397E-2437-9A93E825EEED}"/>
          </ac:graphicFrameMkLst>
        </pc:graphicFrameChg>
      </pc:sldChg>
      <pc:sldChg chg="del">
        <pc:chgData name="Palit, Tapti" userId="dec6fbcd-7598-406a-8cbf-504d4a3bac15" providerId="ADAL" clId="{ECD42228-5B96-4A72-B268-C46DF994E6B7}" dt="2024-01-28T03:44:01.241" v="67437" actId="47"/>
        <pc:sldMkLst>
          <pc:docMk/>
          <pc:sldMk cId="673836833" sldId="894"/>
        </pc:sldMkLst>
      </pc:sldChg>
      <pc:sldChg chg="add del mod modShow">
        <pc:chgData name="Palit, Tapti" userId="dec6fbcd-7598-406a-8cbf-504d4a3bac15" providerId="ADAL" clId="{ECD42228-5B96-4A72-B268-C46DF994E6B7}" dt="2024-01-25T04:03:36.851" v="49714" actId="2696"/>
        <pc:sldMkLst>
          <pc:docMk/>
          <pc:sldMk cId="12876535" sldId="895"/>
        </pc:sldMkLst>
      </pc:sldChg>
      <pc:sldChg chg="add del mod modShow">
        <pc:chgData name="Palit, Tapti" userId="dec6fbcd-7598-406a-8cbf-504d4a3bac15" providerId="ADAL" clId="{ECD42228-5B96-4A72-B268-C46DF994E6B7}" dt="2024-01-28T03:44:01.241" v="67437" actId="47"/>
        <pc:sldMkLst>
          <pc:docMk/>
          <pc:sldMk cId="3786403291" sldId="895"/>
        </pc:sldMkLst>
      </pc:sldChg>
      <pc:sldChg chg="addSp modSp new del mod modNotesTx">
        <pc:chgData name="Palit, Tapti" userId="dec6fbcd-7598-406a-8cbf-504d4a3bac15" providerId="ADAL" clId="{ECD42228-5B96-4A72-B268-C46DF994E6B7}" dt="2024-01-25T01:33:10.127" v="45385" actId="2696"/>
        <pc:sldMkLst>
          <pc:docMk/>
          <pc:sldMk cId="3016067875" sldId="896"/>
        </pc:sldMkLst>
        <pc:spChg chg="mod">
          <ac:chgData name="Palit, Tapti" userId="dec6fbcd-7598-406a-8cbf-504d4a3bac15" providerId="ADAL" clId="{ECD42228-5B96-4A72-B268-C46DF994E6B7}" dt="2024-01-23T14:12:46.275" v="22275" actId="20577"/>
          <ac:spMkLst>
            <pc:docMk/>
            <pc:sldMk cId="3016067875" sldId="896"/>
            <ac:spMk id="3" creationId="{A4C0A7BC-96B3-016A-EF1E-1BB574E997A8}"/>
          </ac:spMkLst>
        </pc:spChg>
        <pc:spChg chg="mod">
          <ac:chgData name="Palit, Tapti" userId="dec6fbcd-7598-406a-8cbf-504d4a3bac15" providerId="ADAL" clId="{ECD42228-5B96-4A72-B268-C46DF994E6B7}" dt="2024-01-23T14:14:49.619" v="22452" actId="6549"/>
          <ac:spMkLst>
            <pc:docMk/>
            <pc:sldMk cId="3016067875" sldId="896"/>
            <ac:spMk id="5" creationId="{07DF0264-4A72-F287-14BF-5D3849078F0B}"/>
          </ac:spMkLst>
        </pc:spChg>
        <pc:spChg chg="add mod">
          <ac:chgData name="Palit, Tapti" userId="dec6fbcd-7598-406a-8cbf-504d4a3bac15" providerId="ADAL" clId="{ECD42228-5B96-4A72-B268-C46DF994E6B7}" dt="2024-01-23T14:12:29.387" v="22254" actId="114"/>
          <ac:spMkLst>
            <pc:docMk/>
            <pc:sldMk cId="3016067875" sldId="896"/>
            <ac:spMk id="6" creationId="{4805BF06-C6EC-5D6A-683D-654C10F8219A}"/>
          </ac:spMkLst>
        </pc:spChg>
        <pc:spChg chg="add mod">
          <ac:chgData name="Palit, Tapti" userId="dec6fbcd-7598-406a-8cbf-504d4a3bac15" providerId="ADAL" clId="{ECD42228-5B96-4A72-B268-C46DF994E6B7}" dt="2024-01-23T14:13:26.161" v="22297" actId="1076"/>
          <ac:spMkLst>
            <pc:docMk/>
            <pc:sldMk cId="3016067875" sldId="896"/>
            <ac:spMk id="7" creationId="{2BF704A8-07AA-B161-D295-E317718839CE}"/>
          </ac:spMkLst>
        </pc:spChg>
        <pc:cxnChg chg="add mod">
          <ac:chgData name="Palit, Tapti" userId="dec6fbcd-7598-406a-8cbf-504d4a3bac15" providerId="ADAL" clId="{ECD42228-5B96-4A72-B268-C46DF994E6B7}" dt="2024-01-23T14:13:43.842" v="22309" actId="692"/>
          <ac:cxnSpMkLst>
            <pc:docMk/>
            <pc:sldMk cId="3016067875" sldId="896"/>
            <ac:cxnSpMk id="9" creationId="{9304A622-C768-DA70-CB98-834B36CBFA9F}"/>
          </ac:cxnSpMkLst>
        </pc:cxnChg>
      </pc:sldChg>
      <pc:sldChg chg="add del mod modShow">
        <pc:chgData name="Palit, Tapti" userId="dec6fbcd-7598-406a-8cbf-504d4a3bac15" providerId="ADAL" clId="{ECD42228-5B96-4A72-B268-C46DF994E6B7}" dt="2024-01-28T03:44:01.241" v="67437" actId="47"/>
        <pc:sldMkLst>
          <pc:docMk/>
          <pc:sldMk cId="3532612406" sldId="896"/>
        </pc:sldMkLst>
      </pc:sldChg>
      <pc:sldChg chg="add del mod modShow">
        <pc:chgData name="Palit, Tapti" userId="dec6fbcd-7598-406a-8cbf-504d4a3bac15" providerId="ADAL" clId="{ECD42228-5B96-4A72-B268-C46DF994E6B7}" dt="2024-01-28T03:44:01.241" v="67437" actId="47"/>
        <pc:sldMkLst>
          <pc:docMk/>
          <pc:sldMk cId="193132535" sldId="897"/>
        </pc:sldMkLst>
      </pc:sldChg>
      <pc:sldChg chg="modSp add del mod modNotesTx">
        <pc:chgData name="Palit, Tapti" userId="dec6fbcd-7598-406a-8cbf-504d4a3bac15" providerId="ADAL" clId="{ECD42228-5B96-4A72-B268-C46DF994E6B7}" dt="2024-01-25T01:33:10.127" v="45385" actId="2696"/>
        <pc:sldMkLst>
          <pc:docMk/>
          <pc:sldMk cId="2395173797" sldId="897"/>
        </pc:sldMkLst>
        <pc:spChg chg="mod">
          <ac:chgData name="Palit, Tapti" userId="dec6fbcd-7598-406a-8cbf-504d4a3bac15" providerId="ADAL" clId="{ECD42228-5B96-4A72-B268-C46DF994E6B7}" dt="2024-01-23T14:14:05.569" v="22322" actId="207"/>
          <ac:spMkLst>
            <pc:docMk/>
            <pc:sldMk cId="2395173797" sldId="897"/>
            <ac:spMk id="6" creationId="{4805BF06-C6EC-5D6A-683D-654C10F8219A}"/>
          </ac:spMkLst>
        </pc:spChg>
        <pc:spChg chg="mod">
          <ac:chgData name="Palit, Tapti" userId="dec6fbcd-7598-406a-8cbf-504d4a3bac15" providerId="ADAL" clId="{ECD42228-5B96-4A72-B268-C46DF994E6B7}" dt="2024-01-23T14:13:59.421" v="22321" actId="20577"/>
          <ac:spMkLst>
            <pc:docMk/>
            <pc:sldMk cId="2395173797" sldId="897"/>
            <ac:spMk id="7" creationId="{2BF704A8-07AA-B161-D295-E317718839CE}"/>
          </ac:spMkLst>
        </pc:spChg>
      </pc:sldChg>
      <pc:sldChg chg="addSp delSp modSp new del mod modClrScheme chgLayout">
        <pc:chgData name="Palit, Tapti" userId="dec6fbcd-7598-406a-8cbf-504d4a3bac15" providerId="ADAL" clId="{ECD42228-5B96-4A72-B268-C46DF994E6B7}" dt="2024-01-25T01:33:10.127" v="45385" actId="2696"/>
        <pc:sldMkLst>
          <pc:docMk/>
          <pc:sldMk cId="1004076281" sldId="898"/>
        </pc:sldMkLst>
        <pc:spChg chg="del">
          <ac:chgData name="Palit, Tapti" userId="dec6fbcd-7598-406a-8cbf-504d4a3bac15" providerId="ADAL" clId="{ECD42228-5B96-4A72-B268-C46DF994E6B7}" dt="2024-01-23T14:24:33.832" v="23862" actId="700"/>
          <ac:spMkLst>
            <pc:docMk/>
            <pc:sldMk cId="1004076281" sldId="898"/>
            <ac:spMk id="2" creationId="{FE49A4E4-F3A2-B3D7-7D8E-BD333474DAC6}"/>
          </ac:spMkLst>
        </pc:spChg>
        <pc:spChg chg="del mod ord">
          <ac:chgData name="Palit, Tapti" userId="dec6fbcd-7598-406a-8cbf-504d4a3bac15" providerId="ADAL" clId="{ECD42228-5B96-4A72-B268-C46DF994E6B7}" dt="2024-01-23T14:24:33.832" v="23862" actId="700"/>
          <ac:spMkLst>
            <pc:docMk/>
            <pc:sldMk cId="1004076281" sldId="898"/>
            <ac:spMk id="3" creationId="{3C77456A-6D9E-45BB-7913-DF6CA91EBE66}"/>
          </ac:spMkLst>
        </pc:spChg>
        <pc:spChg chg="mod ord">
          <ac:chgData name="Palit, Tapti" userId="dec6fbcd-7598-406a-8cbf-504d4a3bac15" providerId="ADAL" clId="{ECD42228-5B96-4A72-B268-C46DF994E6B7}" dt="2024-01-23T14:24:33.832" v="23862" actId="700"/>
          <ac:spMkLst>
            <pc:docMk/>
            <pc:sldMk cId="1004076281" sldId="898"/>
            <ac:spMk id="4" creationId="{495AA26E-70EF-860F-A62A-1360FB875A74}"/>
          </ac:spMkLst>
        </pc:spChg>
        <pc:spChg chg="del">
          <ac:chgData name="Palit, Tapti" userId="dec6fbcd-7598-406a-8cbf-504d4a3bac15" providerId="ADAL" clId="{ECD42228-5B96-4A72-B268-C46DF994E6B7}" dt="2024-01-23T14:24:33.832" v="23862" actId="700"/>
          <ac:spMkLst>
            <pc:docMk/>
            <pc:sldMk cId="1004076281" sldId="898"/>
            <ac:spMk id="5" creationId="{8B35B851-1360-5F3F-0F25-1C893C7DD2D1}"/>
          </ac:spMkLst>
        </pc:spChg>
        <pc:spChg chg="add mod ord">
          <ac:chgData name="Palit, Tapti" userId="dec6fbcd-7598-406a-8cbf-504d4a3bac15" providerId="ADAL" clId="{ECD42228-5B96-4A72-B268-C46DF994E6B7}" dt="2024-01-23T14:24:55.242" v="23924" actId="20577"/>
          <ac:spMkLst>
            <pc:docMk/>
            <pc:sldMk cId="1004076281" sldId="898"/>
            <ac:spMk id="6" creationId="{B07B1BC1-459F-0676-FD5F-7CC45E91E3B6}"/>
          </ac:spMkLst>
        </pc:spChg>
      </pc:sldChg>
      <pc:sldChg chg="add del mod modShow">
        <pc:chgData name="Palit, Tapti" userId="dec6fbcd-7598-406a-8cbf-504d4a3bac15" providerId="ADAL" clId="{ECD42228-5B96-4A72-B268-C46DF994E6B7}" dt="2024-01-28T03:44:01.241" v="67437" actId="47"/>
        <pc:sldMkLst>
          <pc:docMk/>
          <pc:sldMk cId="2929667294" sldId="898"/>
        </pc:sldMkLst>
      </pc:sldChg>
      <pc:sldChg chg="delSp modSp add mod modNotesTx">
        <pc:chgData name="Palit, Tapti" userId="dec6fbcd-7598-406a-8cbf-504d4a3bac15" providerId="ADAL" clId="{ECD42228-5B96-4A72-B268-C46DF994E6B7}" dt="2024-01-23T15:18:52.676" v="28937" actId="20577"/>
        <pc:sldMkLst>
          <pc:docMk/>
          <pc:sldMk cId="942153341" sldId="899"/>
        </pc:sldMkLst>
        <pc:spChg chg="mod">
          <ac:chgData name="Palit, Tapti" userId="dec6fbcd-7598-406a-8cbf-504d4a3bac15" providerId="ADAL" clId="{ECD42228-5B96-4A72-B268-C46DF994E6B7}" dt="2024-01-23T15:16:41.611" v="28422" actId="1076"/>
          <ac:spMkLst>
            <pc:docMk/>
            <pc:sldMk cId="942153341" sldId="899"/>
            <ac:spMk id="6" creationId="{4419A68E-2AD6-8E5B-47D1-A9B8CD834906}"/>
          </ac:spMkLst>
        </pc:spChg>
        <pc:spChg chg="ord">
          <ac:chgData name="Palit, Tapti" userId="dec6fbcd-7598-406a-8cbf-504d4a3bac15" providerId="ADAL" clId="{ECD42228-5B96-4A72-B268-C46DF994E6B7}" dt="2024-01-23T15:16:31.138" v="28419" actId="167"/>
          <ac:spMkLst>
            <pc:docMk/>
            <pc:sldMk cId="942153341" sldId="899"/>
            <ac:spMk id="18" creationId="{2C9803B4-02F5-9A71-6D29-9A796AD54C49}"/>
          </ac:spMkLst>
        </pc:spChg>
        <pc:spChg chg="mod">
          <ac:chgData name="Palit, Tapti" userId="dec6fbcd-7598-406a-8cbf-504d4a3bac15" providerId="ADAL" clId="{ECD42228-5B96-4A72-B268-C46DF994E6B7}" dt="2024-01-23T15:16:18.682" v="28417" actId="1076"/>
          <ac:spMkLst>
            <pc:docMk/>
            <pc:sldMk cId="942153341" sldId="899"/>
            <ac:spMk id="37" creationId="{C5BF83D3-5627-A8A0-0FD6-1FCFC87F5F92}"/>
          </ac:spMkLst>
        </pc:spChg>
        <pc:cxnChg chg="del mod">
          <ac:chgData name="Palit, Tapti" userId="dec6fbcd-7598-406a-8cbf-504d4a3bac15" providerId="ADAL" clId="{ECD42228-5B96-4A72-B268-C46DF994E6B7}" dt="2024-01-23T15:15:56.546" v="28392" actId="478"/>
          <ac:cxnSpMkLst>
            <pc:docMk/>
            <pc:sldMk cId="942153341" sldId="899"/>
            <ac:cxnSpMk id="15" creationId="{04D2C7C3-CCA4-33CD-A88D-5C7AA8DEC47B}"/>
          </ac:cxnSpMkLst>
        </pc:cxnChg>
        <pc:cxnChg chg="mod">
          <ac:chgData name="Palit, Tapti" userId="dec6fbcd-7598-406a-8cbf-504d4a3bac15" providerId="ADAL" clId="{ECD42228-5B96-4A72-B268-C46DF994E6B7}" dt="2024-01-23T15:16:41.611" v="28422" actId="1076"/>
          <ac:cxnSpMkLst>
            <pc:docMk/>
            <pc:sldMk cId="942153341" sldId="899"/>
            <ac:cxnSpMk id="16" creationId="{47CE0419-3B53-C4DC-F2AC-E7617695D07A}"/>
          </ac:cxnSpMkLst>
        </pc:cxnChg>
        <pc:cxnChg chg="del mod">
          <ac:chgData name="Palit, Tapti" userId="dec6fbcd-7598-406a-8cbf-504d4a3bac15" providerId="ADAL" clId="{ECD42228-5B96-4A72-B268-C46DF994E6B7}" dt="2024-01-23T15:15:56.546" v="28392" actId="478"/>
          <ac:cxnSpMkLst>
            <pc:docMk/>
            <pc:sldMk cId="942153341" sldId="899"/>
            <ac:cxnSpMk id="19" creationId="{793EDDD2-B890-ACF0-F1FC-461BAEFC460D}"/>
          </ac:cxnSpMkLst>
        </pc:cxnChg>
        <pc:cxnChg chg="del mod">
          <ac:chgData name="Palit, Tapti" userId="dec6fbcd-7598-406a-8cbf-504d4a3bac15" providerId="ADAL" clId="{ECD42228-5B96-4A72-B268-C46DF994E6B7}" dt="2024-01-23T15:16:21.752" v="28418" actId="478"/>
          <ac:cxnSpMkLst>
            <pc:docMk/>
            <pc:sldMk cId="942153341" sldId="899"/>
            <ac:cxnSpMk id="22" creationId="{CA8F21FB-E8CC-6374-0CC4-1841D5AE80BE}"/>
          </ac:cxnSpMkLst>
        </pc:cxnChg>
        <pc:cxnChg chg="del mod">
          <ac:chgData name="Palit, Tapti" userId="dec6fbcd-7598-406a-8cbf-504d4a3bac15" providerId="ADAL" clId="{ECD42228-5B96-4A72-B268-C46DF994E6B7}" dt="2024-01-23T15:16:21.752" v="28418" actId="478"/>
          <ac:cxnSpMkLst>
            <pc:docMk/>
            <pc:sldMk cId="942153341" sldId="899"/>
            <ac:cxnSpMk id="25" creationId="{2085C473-5C1F-90ED-F8E0-5387BA3AAAA8}"/>
          </ac:cxnSpMkLst>
        </pc:cxnChg>
        <pc:cxnChg chg="mod">
          <ac:chgData name="Palit, Tapti" userId="dec6fbcd-7598-406a-8cbf-504d4a3bac15" providerId="ADAL" clId="{ECD42228-5B96-4A72-B268-C46DF994E6B7}" dt="2024-01-23T15:16:37.826" v="28421" actId="14100"/>
          <ac:cxnSpMkLst>
            <pc:docMk/>
            <pc:sldMk cId="942153341" sldId="899"/>
            <ac:cxnSpMk id="28" creationId="{5FA85DDD-B162-7047-D5FB-1E648EEE98E1}"/>
          </ac:cxnSpMkLst>
        </pc:cxnChg>
        <pc:cxnChg chg="del mod">
          <ac:chgData name="Palit, Tapti" userId="dec6fbcd-7598-406a-8cbf-504d4a3bac15" providerId="ADAL" clId="{ECD42228-5B96-4A72-B268-C46DF994E6B7}" dt="2024-01-23T15:16:32.817" v="28420" actId="478"/>
          <ac:cxnSpMkLst>
            <pc:docMk/>
            <pc:sldMk cId="942153341" sldId="899"/>
            <ac:cxnSpMk id="33" creationId="{1923E23B-4A0C-F3A0-81F7-59CE0D5922EB}"/>
          </ac:cxnSpMkLst>
        </pc:cxnChg>
      </pc:sldChg>
      <pc:sldChg chg="del">
        <pc:chgData name="Palit, Tapti" userId="dec6fbcd-7598-406a-8cbf-504d4a3bac15" providerId="ADAL" clId="{ECD42228-5B96-4A72-B268-C46DF994E6B7}" dt="2024-01-28T03:44:01.241" v="67437" actId="47"/>
        <pc:sldMkLst>
          <pc:docMk/>
          <pc:sldMk cId="1038896666" sldId="899"/>
        </pc:sldMkLst>
      </pc:sldChg>
      <pc:sldChg chg="new del">
        <pc:chgData name="Palit, Tapti" userId="dec6fbcd-7598-406a-8cbf-504d4a3bac15" providerId="ADAL" clId="{ECD42228-5B96-4A72-B268-C46DF994E6B7}" dt="2024-01-23T17:50:29.606" v="32747" actId="680"/>
        <pc:sldMkLst>
          <pc:docMk/>
          <pc:sldMk cId="1305544863" sldId="900"/>
        </pc:sldMkLst>
      </pc:sldChg>
      <pc:sldChg chg="add del mod modShow">
        <pc:chgData name="Palit, Tapti" userId="dec6fbcd-7598-406a-8cbf-504d4a3bac15" providerId="ADAL" clId="{ECD42228-5B96-4A72-B268-C46DF994E6B7}" dt="2024-01-28T03:44:01.241" v="67437" actId="47"/>
        <pc:sldMkLst>
          <pc:docMk/>
          <pc:sldMk cId="2475954036" sldId="900"/>
        </pc:sldMkLst>
      </pc:sldChg>
      <pc:sldChg chg="add del">
        <pc:chgData name="Palit, Tapti" userId="dec6fbcd-7598-406a-8cbf-504d4a3bac15" providerId="ADAL" clId="{ECD42228-5B96-4A72-B268-C46DF994E6B7}" dt="2024-01-23T19:45:14.107" v="33068" actId="2696"/>
        <pc:sldMkLst>
          <pc:docMk/>
          <pc:sldMk cId="3813748572" sldId="900"/>
        </pc:sldMkLst>
      </pc:sldChg>
      <pc:sldChg chg="add del mod modShow">
        <pc:chgData name="Palit, Tapti" userId="dec6fbcd-7598-406a-8cbf-504d4a3bac15" providerId="ADAL" clId="{ECD42228-5B96-4A72-B268-C46DF994E6B7}" dt="2024-01-28T03:44:01.241" v="67437" actId="47"/>
        <pc:sldMkLst>
          <pc:docMk/>
          <pc:sldMk cId="1350213612" sldId="901"/>
        </pc:sldMkLst>
      </pc:sldChg>
      <pc:sldChg chg="addSp delSp modSp add del mod modClrScheme delAnim modAnim chgLayout modNotesTx">
        <pc:chgData name="Palit, Tapti" userId="dec6fbcd-7598-406a-8cbf-504d4a3bac15" providerId="ADAL" clId="{ECD42228-5B96-4A72-B268-C46DF994E6B7}" dt="2024-01-25T04:48:53.113" v="50545" actId="2696"/>
        <pc:sldMkLst>
          <pc:docMk/>
          <pc:sldMk cId="2357037310" sldId="901"/>
        </pc:sldMkLst>
        <pc:spChg chg="add mod">
          <ac:chgData name="Palit, Tapti" userId="dec6fbcd-7598-406a-8cbf-504d4a3bac15" providerId="ADAL" clId="{ECD42228-5B96-4A72-B268-C46DF994E6B7}" dt="2024-01-23T20:25:17.922" v="33355" actId="1076"/>
          <ac:spMkLst>
            <pc:docMk/>
            <pc:sldMk cId="2357037310" sldId="901"/>
            <ac:spMk id="2" creationId="{700288A5-0850-1218-F348-E30C3B4E8E23}"/>
          </ac:spMkLst>
        </pc:spChg>
        <pc:spChg chg="add mod">
          <ac:chgData name="Palit, Tapti" userId="dec6fbcd-7598-406a-8cbf-504d4a3bac15" providerId="ADAL" clId="{ECD42228-5B96-4A72-B268-C46DF994E6B7}" dt="2024-01-23T20:12:50.380" v="33304" actId="1076"/>
          <ac:spMkLst>
            <pc:docMk/>
            <pc:sldMk cId="2357037310" sldId="901"/>
            <ac:spMk id="3" creationId="{15DC95A4-D943-A26C-55CB-383A3E6F3BD5}"/>
          </ac:spMkLst>
        </pc:spChg>
        <pc:spChg chg="mod ord">
          <ac:chgData name="Palit, Tapti" userId="dec6fbcd-7598-406a-8cbf-504d4a3bac15" providerId="ADAL" clId="{ECD42228-5B96-4A72-B268-C46DF994E6B7}" dt="2024-01-24T01:49:15.751" v="34284" actId="700"/>
          <ac:spMkLst>
            <pc:docMk/>
            <pc:sldMk cId="2357037310" sldId="901"/>
            <ac:spMk id="4" creationId="{412865EC-C32C-1309-28F3-89F38691C5DA}"/>
          </ac:spMkLst>
        </pc:spChg>
        <pc:spChg chg="mod ord">
          <ac:chgData name="Palit, Tapti" userId="dec6fbcd-7598-406a-8cbf-504d4a3bac15" providerId="ADAL" clId="{ECD42228-5B96-4A72-B268-C46DF994E6B7}" dt="2024-01-24T01:49:15.751" v="34284" actId="700"/>
          <ac:spMkLst>
            <pc:docMk/>
            <pc:sldMk cId="2357037310" sldId="901"/>
            <ac:spMk id="5" creationId="{A5C03726-C797-7BB6-252B-7E78B26463A4}"/>
          </ac:spMkLst>
        </pc:spChg>
        <pc:spChg chg="add mod">
          <ac:chgData name="Palit, Tapti" userId="dec6fbcd-7598-406a-8cbf-504d4a3bac15" providerId="ADAL" clId="{ECD42228-5B96-4A72-B268-C46DF994E6B7}" dt="2024-01-23T20:26:36.443" v="33364" actId="1076"/>
          <ac:spMkLst>
            <pc:docMk/>
            <pc:sldMk cId="2357037310" sldId="901"/>
            <ac:spMk id="11" creationId="{7223FC8D-9ED5-6650-40CF-FC60E9959981}"/>
          </ac:spMkLst>
        </pc:spChg>
        <pc:spChg chg="add del mod">
          <ac:chgData name="Palit, Tapti" userId="dec6fbcd-7598-406a-8cbf-504d4a3bac15" providerId="ADAL" clId="{ECD42228-5B96-4A72-B268-C46DF994E6B7}" dt="2024-01-23T21:05:30.250" v="33800" actId="478"/>
          <ac:spMkLst>
            <pc:docMk/>
            <pc:sldMk cId="2357037310" sldId="901"/>
            <ac:spMk id="12" creationId="{84AB4855-602C-D5C6-F362-0478C1E2A568}"/>
          </ac:spMkLst>
        </pc:spChg>
        <pc:spChg chg="add del mod">
          <ac:chgData name="Palit, Tapti" userId="dec6fbcd-7598-406a-8cbf-504d4a3bac15" providerId="ADAL" clId="{ECD42228-5B96-4A72-B268-C46DF994E6B7}" dt="2024-01-23T21:31:55.273" v="33878" actId="478"/>
          <ac:spMkLst>
            <pc:docMk/>
            <pc:sldMk cId="2357037310" sldId="901"/>
            <ac:spMk id="14" creationId="{C7AAAE70-E042-449C-3E15-BC6013C16D5F}"/>
          </ac:spMkLst>
        </pc:spChg>
        <pc:spChg chg="add del mod ord">
          <ac:chgData name="Palit, Tapti" userId="dec6fbcd-7598-406a-8cbf-504d4a3bac15" providerId="ADAL" clId="{ECD42228-5B96-4A72-B268-C46DF994E6B7}" dt="2024-01-23T21:32:29.006" v="33882" actId="700"/>
          <ac:spMkLst>
            <pc:docMk/>
            <pc:sldMk cId="2357037310" sldId="901"/>
            <ac:spMk id="15" creationId="{6E19144B-4A19-6F9B-C10F-098F66AD1CC0}"/>
          </ac:spMkLst>
        </pc:spChg>
        <pc:spChg chg="add del mod ord">
          <ac:chgData name="Palit, Tapti" userId="dec6fbcd-7598-406a-8cbf-504d4a3bac15" providerId="ADAL" clId="{ECD42228-5B96-4A72-B268-C46DF994E6B7}" dt="2024-01-23T21:32:44.584" v="33885" actId="478"/>
          <ac:spMkLst>
            <pc:docMk/>
            <pc:sldMk cId="2357037310" sldId="901"/>
            <ac:spMk id="16" creationId="{046E9E1A-69F2-3694-4ABC-6755E621964F}"/>
          </ac:spMkLst>
        </pc:spChg>
        <pc:spChg chg="add del mod ord">
          <ac:chgData name="Palit, Tapti" userId="dec6fbcd-7598-406a-8cbf-504d4a3bac15" providerId="ADAL" clId="{ECD42228-5B96-4A72-B268-C46DF994E6B7}" dt="2024-01-23T21:32:49.808" v="33886" actId="478"/>
          <ac:spMkLst>
            <pc:docMk/>
            <pc:sldMk cId="2357037310" sldId="901"/>
            <ac:spMk id="17" creationId="{0576800F-F296-EA51-67AE-BC1B2EA79FBA}"/>
          </ac:spMkLst>
        </pc:spChg>
        <pc:spChg chg="add del mod ord">
          <ac:chgData name="Palit, Tapti" userId="dec6fbcd-7598-406a-8cbf-504d4a3bac15" providerId="ADAL" clId="{ECD42228-5B96-4A72-B268-C46DF994E6B7}" dt="2024-01-23T21:33:21.676" v="33890" actId="478"/>
          <ac:spMkLst>
            <pc:docMk/>
            <pc:sldMk cId="2357037310" sldId="901"/>
            <ac:spMk id="18" creationId="{A4F84114-08BF-92E2-5EF0-E8C04228C9F4}"/>
          </ac:spMkLst>
        </pc:spChg>
        <pc:spChg chg="add del mod ord">
          <ac:chgData name="Palit, Tapti" userId="dec6fbcd-7598-406a-8cbf-504d4a3bac15" providerId="ADAL" clId="{ECD42228-5B96-4A72-B268-C46DF994E6B7}" dt="2024-01-23T21:33:18.687" v="33889" actId="478"/>
          <ac:spMkLst>
            <pc:docMk/>
            <pc:sldMk cId="2357037310" sldId="901"/>
            <ac:spMk id="19" creationId="{994FE904-A62E-E596-6CA6-E4B3EE4969D2}"/>
          </ac:spMkLst>
        </pc:spChg>
        <pc:spChg chg="add del mod ord">
          <ac:chgData name="Palit, Tapti" userId="dec6fbcd-7598-406a-8cbf-504d4a3bac15" providerId="ADAL" clId="{ECD42228-5B96-4A72-B268-C46DF994E6B7}" dt="2024-01-24T01:49:15.751" v="34284" actId="700"/>
          <ac:spMkLst>
            <pc:docMk/>
            <pc:sldMk cId="2357037310" sldId="901"/>
            <ac:spMk id="20" creationId="{FFB71976-E38C-5D69-8CB8-6D9C1B110290}"/>
          </ac:spMkLst>
        </pc:spChg>
        <pc:spChg chg="add mod">
          <ac:chgData name="Palit, Tapti" userId="dec6fbcd-7598-406a-8cbf-504d4a3bac15" providerId="ADAL" clId="{ECD42228-5B96-4A72-B268-C46DF994E6B7}" dt="2024-01-24T01:48:52.724" v="34283"/>
          <ac:spMkLst>
            <pc:docMk/>
            <pc:sldMk cId="2357037310" sldId="901"/>
            <ac:spMk id="21" creationId="{189AB983-49A8-77BE-6162-D33A6158414B}"/>
          </ac:spMkLst>
        </pc:spChg>
        <pc:spChg chg="add mod ord">
          <ac:chgData name="Palit, Tapti" userId="dec6fbcd-7598-406a-8cbf-504d4a3bac15" providerId="ADAL" clId="{ECD42228-5B96-4A72-B268-C46DF994E6B7}" dt="2024-01-24T02:35:55.915" v="35584" actId="20577"/>
          <ac:spMkLst>
            <pc:docMk/>
            <pc:sldMk cId="2357037310" sldId="901"/>
            <ac:spMk id="22" creationId="{FE02C250-4CDB-4D0D-AB89-C5865608681F}"/>
          </ac:spMkLst>
        </pc:spChg>
        <pc:spChg chg="mod">
          <ac:chgData name="Palit, Tapti" userId="dec6fbcd-7598-406a-8cbf-504d4a3bac15" providerId="ADAL" clId="{ECD42228-5B96-4A72-B268-C46DF994E6B7}" dt="2024-01-24T01:51:01.410" v="34345" actId="255"/>
          <ac:spMkLst>
            <pc:docMk/>
            <pc:sldMk cId="2357037310" sldId="901"/>
            <ac:spMk id="67" creationId="{31EEE484-1DEE-4801-9CE4-3C988681C4F5}"/>
          </ac:spMkLst>
        </pc:spChg>
        <pc:spChg chg="mod">
          <ac:chgData name="Palit, Tapti" userId="dec6fbcd-7598-406a-8cbf-504d4a3bac15" providerId="ADAL" clId="{ECD42228-5B96-4A72-B268-C46DF994E6B7}" dt="2024-01-24T01:50:53.951" v="34344" actId="255"/>
          <ac:spMkLst>
            <pc:docMk/>
            <pc:sldMk cId="2357037310" sldId="901"/>
            <ac:spMk id="69" creationId="{DB787AB7-43CC-88D9-ED31-450C5598C18E}"/>
          </ac:spMkLst>
        </pc:spChg>
        <pc:spChg chg="mod">
          <ac:chgData name="Palit, Tapti" userId="dec6fbcd-7598-406a-8cbf-504d4a3bac15" providerId="ADAL" clId="{ECD42228-5B96-4A72-B268-C46DF994E6B7}" dt="2024-01-24T01:51:06.118" v="34346" actId="255"/>
          <ac:spMkLst>
            <pc:docMk/>
            <pc:sldMk cId="2357037310" sldId="901"/>
            <ac:spMk id="71" creationId="{4896E55E-5BFA-835A-ACAA-3D1D8D88CF9A}"/>
          </ac:spMkLst>
        </pc:spChg>
        <pc:spChg chg="del mod ord">
          <ac:chgData name="Palit, Tapti" userId="dec6fbcd-7598-406a-8cbf-504d4a3bac15" providerId="ADAL" clId="{ECD42228-5B96-4A72-B268-C46DF994E6B7}" dt="2024-01-23T21:32:38.528" v="33884" actId="700"/>
          <ac:spMkLst>
            <pc:docMk/>
            <pc:sldMk cId="2357037310" sldId="901"/>
            <ac:spMk id="157" creationId="{9C7ADE2A-7C72-02EC-95CE-5B0F6C2505ED}"/>
          </ac:spMkLst>
        </pc:spChg>
        <pc:spChg chg="del">
          <ac:chgData name="Palit, Tapti" userId="dec6fbcd-7598-406a-8cbf-504d4a3bac15" providerId="ADAL" clId="{ECD42228-5B96-4A72-B268-C46DF994E6B7}" dt="2024-01-23T20:26:13.032" v="33358" actId="478"/>
          <ac:spMkLst>
            <pc:docMk/>
            <pc:sldMk cId="2357037310" sldId="901"/>
            <ac:spMk id="159" creationId="{412ACD73-0DA5-464C-9D5B-3E9A88D8A9D4}"/>
          </ac:spMkLst>
        </pc:spChg>
        <pc:spChg chg="del">
          <ac:chgData name="Palit, Tapti" userId="dec6fbcd-7598-406a-8cbf-504d4a3bac15" providerId="ADAL" clId="{ECD42228-5B96-4A72-B268-C46DF994E6B7}" dt="2024-01-23T20:26:10.026" v="33357" actId="478"/>
          <ac:spMkLst>
            <pc:docMk/>
            <pc:sldMk cId="2357037310" sldId="901"/>
            <ac:spMk id="160" creationId="{02DFF774-09A7-F347-48FE-FBD5736470F8}"/>
          </ac:spMkLst>
        </pc:spChg>
        <pc:cxnChg chg="add mod">
          <ac:chgData name="Palit, Tapti" userId="dec6fbcd-7598-406a-8cbf-504d4a3bac15" providerId="ADAL" clId="{ECD42228-5B96-4A72-B268-C46DF994E6B7}" dt="2024-01-23T20:16:41.171" v="33347" actId="14100"/>
          <ac:cxnSpMkLst>
            <pc:docMk/>
            <pc:sldMk cId="2357037310" sldId="901"/>
            <ac:cxnSpMk id="6" creationId="{551BDA0E-3F71-21F6-E775-853A18FBE04E}"/>
          </ac:cxnSpMkLst>
        </pc:cxnChg>
        <pc:cxnChg chg="del mod">
          <ac:chgData name="Palit, Tapti" userId="dec6fbcd-7598-406a-8cbf-504d4a3bac15" providerId="ADAL" clId="{ECD42228-5B96-4A72-B268-C46DF994E6B7}" dt="2024-01-23T20:10:34.473" v="33296" actId="478"/>
          <ac:cxnSpMkLst>
            <pc:docMk/>
            <pc:sldMk cId="2357037310" sldId="901"/>
            <ac:cxnSpMk id="388" creationId="{DE924A48-EA8E-F11A-2424-C808FE0B1FB1}"/>
          </ac:cxnSpMkLst>
        </pc:cxnChg>
      </pc:sldChg>
      <pc:sldChg chg="addSp delSp modSp new del mod modClrScheme chgLayout">
        <pc:chgData name="Palit, Tapti" userId="dec6fbcd-7598-406a-8cbf-504d4a3bac15" providerId="ADAL" clId="{ECD42228-5B96-4A72-B268-C46DF994E6B7}" dt="2024-01-23T20:10:01.931" v="33293" actId="47"/>
        <pc:sldMkLst>
          <pc:docMk/>
          <pc:sldMk cId="3546374010" sldId="901"/>
        </pc:sldMkLst>
        <pc:spChg chg="del mod ord">
          <ac:chgData name="Palit, Tapti" userId="dec6fbcd-7598-406a-8cbf-504d4a3bac15" providerId="ADAL" clId="{ECD42228-5B96-4A72-B268-C46DF994E6B7}" dt="2024-01-23T20:09:44.856" v="33292" actId="700"/>
          <ac:spMkLst>
            <pc:docMk/>
            <pc:sldMk cId="3546374010" sldId="901"/>
            <ac:spMk id="2" creationId="{812F7C33-58C2-A2B7-1215-8EA5EB9A48CB}"/>
          </ac:spMkLst>
        </pc:spChg>
        <pc:spChg chg="del mod ord">
          <ac:chgData name="Palit, Tapti" userId="dec6fbcd-7598-406a-8cbf-504d4a3bac15" providerId="ADAL" clId="{ECD42228-5B96-4A72-B268-C46DF994E6B7}" dt="2024-01-23T20:09:44.856" v="33292" actId="700"/>
          <ac:spMkLst>
            <pc:docMk/>
            <pc:sldMk cId="3546374010" sldId="901"/>
            <ac:spMk id="3" creationId="{84FB92BD-6DA4-4D03-9115-368EA1AFC381}"/>
          </ac:spMkLst>
        </pc:spChg>
        <pc:spChg chg="mod ord">
          <ac:chgData name="Palit, Tapti" userId="dec6fbcd-7598-406a-8cbf-504d4a3bac15" providerId="ADAL" clId="{ECD42228-5B96-4A72-B268-C46DF994E6B7}" dt="2024-01-23T20:09:44.856" v="33292" actId="700"/>
          <ac:spMkLst>
            <pc:docMk/>
            <pc:sldMk cId="3546374010" sldId="901"/>
            <ac:spMk id="4" creationId="{D3FA1F12-F1A7-FD07-46F9-32808BC3F683}"/>
          </ac:spMkLst>
        </pc:spChg>
        <pc:spChg chg="del">
          <ac:chgData name="Palit, Tapti" userId="dec6fbcd-7598-406a-8cbf-504d4a3bac15" providerId="ADAL" clId="{ECD42228-5B96-4A72-B268-C46DF994E6B7}" dt="2024-01-23T20:09:44.856" v="33292" actId="700"/>
          <ac:spMkLst>
            <pc:docMk/>
            <pc:sldMk cId="3546374010" sldId="901"/>
            <ac:spMk id="5" creationId="{0D751FE8-14EE-1A88-569F-07A9013F9439}"/>
          </ac:spMkLst>
        </pc:spChg>
        <pc:spChg chg="del">
          <ac:chgData name="Palit, Tapti" userId="dec6fbcd-7598-406a-8cbf-504d4a3bac15" providerId="ADAL" clId="{ECD42228-5B96-4A72-B268-C46DF994E6B7}" dt="2024-01-23T20:09:44.856" v="33292" actId="700"/>
          <ac:spMkLst>
            <pc:docMk/>
            <pc:sldMk cId="3546374010" sldId="901"/>
            <ac:spMk id="6" creationId="{83710C7B-B7AF-76AF-8B73-225340845149}"/>
          </ac:spMkLst>
        </pc:spChg>
        <pc:spChg chg="add mod ord">
          <ac:chgData name="Palit, Tapti" userId="dec6fbcd-7598-406a-8cbf-504d4a3bac15" providerId="ADAL" clId="{ECD42228-5B96-4A72-B268-C46DF994E6B7}" dt="2024-01-23T20:09:44.856" v="33292" actId="700"/>
          <ac:spMkLst>
            <pc:docMk/>
            <pc:sldMk cId="3546374010" sldId="901"/>
            <ac:spMk id="7" creationId="{9D9FD77B-3933-BD57-A532-B066509BF73B}"/>
          </ac:spMkLst>
        </pc:spChg>
        <pc:spChg chg="add mod ord">
          <ac:chgData name="Palit, Tapti" userId="dec6fbcd-7598-406a-8cbf-504d4a3bac15" providerId="ADAL" clId="{ECD42228-5B96-4A72-B268-C46DF994E6B7}" dt="2024-01-23T20:09:44.856" v="33292" actId="700"/>
          <ac:spMkLst>
            <pc:docMk/>
            <pc:sldMk cId="3546374010" sldId="901"/>
            <ac:spMk id="8" creationId="{746C6278-BC65-F2DE-0852-6D13C39D5F53}"/>
          </ac:spMkLst>
        </pc:spChg>
      </pc:sldChg>
      <pc:sldChg chg="add del modAnim">
        <pc:chgData name="Palit, Tapti" userId="dec6fbcd-7598-406a-8cbf-504d4a3bac15" providerId="ADAL" clId="{ECD42228-5B96-4A72-B268-C46DF994E6B7}" dt="2024-01-23T19:54:29.554" v="33102" actId="47"/>
        <pc:sldMkLst>
          <pc:docMk/>
          <pc:sldMk cId="4084192297" sldId="901"/>
        </pc:sldMkLst>
      </pc:sldChg>
      <pc:sldChg chg="new del">
        <pc:chgData name="Palit, Tapti" userId="dec6fbcd-7598-406a-8cbf-504d4a3bac15" providerId="ADAL" clId="{ECD42228-5B96-4A72-B268-C46DF994E6B7}" dt="2024-01-23T20:05:11.065" v="33272" actId="2696"/>
        <pc:sldMkLst>
          <pc:docMk/>
          <pc:sldMk cId="4225260811" sldId="901"/>
        </pc:sldMkLst>
      </pc:sldChg>
      <pc:sldChg chg="addSp delSp modSp new del mod modClrScheme chgLayout">
        <pc:chgData name="Palit, Tapti" userId="dec6fbcd-7598-406a-8cbf-504d4a3bac15" providerId="ADAL" clId="{ECD42228-5B96-4A72-B268-C46DF994E6B7}" dt="2024-01-23T22:10:41.287" v="33914" actId="47"/>
        <pc:sldMkLst>
          <pc:docMk/>
          <pc:sldMk cId="345436450" sldId="902"/>
        </pc:sldMkLst>
        <pc:spChg chg="del">
          <ac:chgData name="Palit, Tapti" userId="dec6fbcd-7598-406a-8cbf-504d4a3bac15" providerId="ADAL" clId="{ECD42228-5B96-4A72-B268-C46DF994E6B7}" dt="2024-01-23T20:27:28.089" v="33412" actId="700"/>
          <ac:spMkLst>
            <pc:docMk/>
            <pc:sldMk cId="345436450" sldId="902"/>
            <ac:spMk id="2" creationId="{0C47748F-2A51-667B-3F54-73A3779F99C8}"/>
          </ac:spMkLst>
        </pc:spChg>
        <pc:spChg chg="del mod ord">
          <ac:chgData name="Palit, Tapti" userId="dec6fbcd-7598-406a-8cbf-504d4a3bac15" providerId="ADAL" clId="{ECD42228-5B96-4A72-B268-C46DF994E6B7}" dt="2024-01-23T20:27:28.089" v="33412" actId="700"/>
          <ac:spMkLst>
            <pc:docMk/>
            <pc:sldMk cId="345436450" sldId="902"/>
            <ac:spMk id="3" creationId="{8D92321E-E707-E2FC-6040-39B3A28B8AEF}"/>
          </ac:spMkLst>
        </pc:spChg>
        <pc:spChg chg="mod ord">
          <ac:chgData name="Palit, Tapti" userId="dec6fbcd-7598-406a-8cbf-504d4a3bac15" providerId="ADAL" clId="{ECD42228-5B96-4A72-B268-C46DF994E6B7}" dt="2024-01-23T20:27:28.089" v="33412" actId="700"/>
          <ac:spMkLst>
            <pc:docMk/>
            <pc:sldMk cId="345436450" sldId="902"/>
            <ac:spMk id="4" creationId="{5AAD0093-18B9-4E43-B273-EF0E007CB66F}"/>
          </ac:spMkLst>
        </pc:spChg>
        <pc:spChg chg="del">
          <ac:chgData name="Palit, Tapti" userId="dec6fbcd-7598-406a-8cbf-504d4a3bac15" providerId="ADAL" clId="{ECD42228-5B96-4A72-B268-C46DF994E6B7}" dt="2024-01-23T20:27:28.089" v="33412" actId="700"/>
          <ac:spMkLst>
            <pc:docMk/>
            <pc:sldMk cId="345436450" sldId="902"/>
            <ac:spMk id="5" creationId="{A0E1F8DA-A6FE-BA2A-659E-F3204459FF84}"/>
          </ac:spMkLst>
        </pc:spChg>
        <pc:spChg chg="del">
          <ac:chgData name="Palit, Tapti" userId="dec6fbcd-7598-406a-8cbf-504d4a3bac15" providerId="ADAL" clId="{ECD42228-5B96-4A72-B268-C46DF994E6B7}" dt="2024-01-23T20:27:28.089" v="33412" actId="700"/>
          <ac:spMkLst>
            <pc:docMk/>
            <pc:sldMk cId="345436450" sldId="902"/>
            <ac:spMk id="6" creationId="{C7DB87A6-168C-1170-0339-E0479FC6BDCA}"/>
          </ac:spMkLst>
        </pc:spChg>
        <pc:spChg chg="add mod ord">
          <ac:chgData name="Palit, Tapti" userId="dec6fbcd-7598-406a-8cbf-504d4a3bac15" providerId="ADAL" clId="{ECD42228-5B96-4A72-B268-C46DF994E6B7}" dt="2024-01-23T22:10:38.793" v="33913" actId="20577"/>
          <ac:spMkLst>
            <pc:docMk/>
            <pc:sldMk cId="345436450" sldId="902"/>
            <ac:spMk id="7" creationId="{9496A527-5424-1DA8-53B6-79F845B8191D}"/>
          </ac:spMkLst>
        </pc:spChg>
      </pc:sldChg>
      <pc:sldChg chg="add del mod modShow">
        <pc:chgData name="Palit, Tapti" userId="dec6fbcd-7598-406a-8cbf-504d4a3bac15" providerId="ADAL" clId="{ECD42228-5B96-4A72-B268-C46DF994E6B7}" dt="2024-01-28T03:44:01.241" v="67437" actId="47"/>
        <pc:sldMkLst>
          <pc:docMk/>
          <pc:sldMk cId="93506832" sldId="903"/>
        </pc:sldMkLst>
      </pc:sldChg>
      <pc:sldChg chg="add del">
        <pc:chgData name="Palit, Tapti" userId="dec6fbcd-7598-406a-8cbf-504d4a3bac15" providerId="ADAL" clId="{ECD42228-5B96-4A72-B268-C46DF994E6B7}" dt="2024-01-24T04:11:54.463" v="39807" actId="2696"/>
        <pc:sldMkLst>
          <pc:docMk/>
          <pc:sldMk cId="386325408" sldId="903"/>
        </pc:sldMkLst>
      </pc:sldChg>
      <pc:sldChg chg="new del">
        <pc:chgData name="Palit, Tapti" userId="dec6fbcd-7598-406a-8cbf-504d4a3bac15" providerId="ADAL" clId="{ECD42228-5B96-4A72-B268-C46DF994E6B7}" dt="2024-01-23T23:54:54.103" v="33918" actId="47"/>
        <pc:sldMkLst>
          <pc:docMk/>
          <pc:sldMk cId="273979742" sldId="904"/>
        </pc:sldMkLst>
      </pc:sldChg>
      <pc:sldChg chg="modSp add del">
        <pc:chgData name="Palit, Tapti" userId="dec6fbcd-7598-406a-8cbf-504d4a3bac15" providerId="ADAL" clId="{ECD42228-5B96-4A72-B268-C46DF994E6B7}" dt="2024-01-23T21:04:41.806" v="33771" actId="47"/>
        <pc:sldMkLst>
          <pc:docMk/>
          <pc:sldMk cId="1717087563" sldId="904"/>
        </pc:sldMkLst>
        <pc:spChg chg="mod">
          <ac:chgData name="Palit, Tapti" userId="dec6fbcd-7598-406a-8cbf-504d4a3bac15" providerId="ADAL" clId="{ECD42228-5B96-4A72-B268-C46DF994E6B7}" dt="2024-01-23T21:01:50.622" v="33769" actId="20577"/>
          <ac:spMkLst>
            <pc:docMk/>
            <pc:sldMk cId="1717087563" sldId="904"/>
            <ac:spMk id="5" creationId="{A5C03726-C797-7BB6-252B-7E78B26463A4}"/>
          </ac:spMkLst>
        </pc:spChg>
      </pc:sldChg>
      <pc:sldChg chg="modSp add del mod">
        <pc:chgData name="Palit, Tapti" userId="dec6fbcd-7598-406a-8cbf-504d4a3bac15" providerId="ADAL" clId="{ECD42228-5B96-4A72-B268-C46DF994E6B7}" dt="2024-01-23T21:33:07.172" v="33887" actId="47"/>
        <pc:sldMkLst>
          <pc:docMk/>
          <pc:sldMk cId="1950628838" sldId="904"/>
        </pc:sldMkLst>
        <pc:spChg chg="mod">
          <ac:chgData name="Palit, Tapti" userId="dec6fbcd-7598-406a-8cbf-504d4a3bac15" providerId="ADAL" clId="{ECD42228-5B96-4A72-B268-C46DF994E6B7}" dt="2024-01-23T21:06:08.330" v="33841" actId="20577"/>
          <ac:spMkLst>
            <pc:docMk/>
            <pc:sldMk cId="1950628838" sldId="904"/>
            <ac:spMk id="5" creationId="{A5C03726-C797-7BB6-252B-7E78B26463A4}"/>
          </ac:spMkLst>
        </pc:spChg>
      </pc:sldChg>
      <pc:sldChg chg="new del">
        <pc:chgData name="Palit, Tapti" userId="dec6fbcd-7598-406a-8cbf-504d4a3bac15" providerId="ADAL" clId="{ECD42228-5B96-4A72-B268-C46DF994E6B7}" dt="2024-01-23T21:05:48.254" v="33824" actId="47"/>
        <pc:sldMkLst>
          <pc:docMk/>
          <pc:sldMk cId="2032323445" sldId="904"/>
        </pc:sldMkLst>
      </pc:sldChg>
      <pc:sldChg chg="addSp delSp modSp new mod modClrScheme chgLayout">
        <pc:chgData name="Palit, Tapti" userId="dec6fbcd-7598-406a-8cbf-504d4a3bac15" providerId="ADAL" clId="{ECD42228-5B96-4A72-B268-C46DF994E6B7}" dt="2024-01-24T03:58:32.205" v="39213" actId="20577"/>
        <pc:sldMkLst>
          <pc:docMk/>
          <pc:sldMk cId="3857679886" sldId="904"/>
        </pc:sldMkLst>
        <pc:spChg chg="add del mod">
          <ac:chgData name="Palit, Tapti" userId="dec6fbcd-7598-406a-8cbf-504d4a3bac15" providerId="ADAL" clId="{ECD42228-5B96-4A72-B268-C46DF994E6B7}" dt="2024-01-24T03:50:08.030" v="38937" actId="6264"/>
          <ac:spMkLst>
            <pc:docMk/>
            <pc:sldMk cId="3857679886" sldId="904"/>
            <ac:spMk id="2" creationId="{106ADF00-3902-8322-CC63-7143876C8AE8}"/>
          </ac:spMkLst>
        </pc:spChg>
        <pc:spChg chg="del">
          <ac:chgData name="Palit, Tapti" userId="dec6fbcd-7598-406a-8cbf-504d4a3bac15" providerId="ADAL" clId="{ECD42228-5B96-4A72-B268-C46DF994E6B7}" dt="2024-01-24T01:25:11.803" v="33920" actId="700"/>
          <ac:spMkLst>
            <pc:docMk/>
            <pc:sldMk cId="3857679886" sldId="904"/>
            <ac:spMk id="2" creationId="{CD182F18-2A29-B735-FB66-BBE14B367374}"/>
          </ac:spMkLst>
        </pc:spChg>
        <pc:spChg chg="del mod ord">
          <ac:chgData name="Palit, Tapti" userId="dec6fbcd-7598-406a-8cbf-504d4a3bac15" providerId="ADAL" clId="{ECD42228-5B96-4A72-B268-C46DF994E6B7}" dt="2024-01-24T01:25:11.803" v="33920" actId="700"/>
          <ac:spMkLst>
            <pc:docMk/>
            <pc:sldMk cId="3857679886" sldId="904"/>
            <ac:spMk id="3" creationId="{5078DB66-166D-822D-9CB6-BE648861D938}"/>
          </ac:spMkLst>
        </pc:spChg>
        <pc:spChg chg="add del mod">
          <ac:chgData name="Palit, Tapti" userId="dec6fbcd-7598-406a-8cbf-504d4a3bac15" providerId="ADAL" clId="{ECD42228-5B96-4A72-B268-C46DF994E6B7}" dt="2024-01-24T03:50:08.030" v="38937" actId="6264"/>
          <ac:spMkLst>
            <pc:docMk/>
            <pc:sldMk cId="3857679886" sldId="904"/>
            <ac:spMk id="3" creationId="{B2E05B63-DEDB-34F7-089B-CEA1980CFBBC}"/>
          </ac:spMkLst>
        </pc:spChg>
        <pc:spChg chg="mod ord">
          <ac:chgData name="Palit, Tapti" userId="dec6fbcd-7598-406a-8cbf-504d4a3bac15" providerId="ADAL" clId="{ECD42228-5B96-4A72-B268-C46DF994E6B7}" dt="2024-01-24T03:50:08.030" v="38937" actId="6264"/>
          <ac:spMkLst>
            <pc:docMk/>
            <pc:sldMk cId="3857679886" sldId="904"/>
            <ac:spMk id="4" creationId="{7E7FC306-F332-320E-ACB0-2DE876BC4033}"/>
          </ac:spMkLst>
        </pc:spChg>
        <pc:spChg chg="del">
          <ac:chgData name="Palit, Tapti" userId="dec6fbcd-7598-406a-8cbf-504d4a3bac15" providerId="ADAL" clId="{ECD42228-5B96-4A72-B268-C46DF994E6B7}" dt="2024-01-24T01:25:11.803" v="33920" actId="700"/>
          <ac:spMkLst>
            <pc:docMk/>
            <pc:sldMk cId="3857679886" sldId="904"/>
            <ac:spMk id="5" creationId="{5C8DC3D4-3932-3EF3-40B2-FF645AD58573}"/>
          </ac:spMkLst>
        </pc:spChg>
        <pc:spChg chg="del">
          <ac:chgData name="Palit, Tapti" userId="dec6fbcd-7598-406a-8cbf-504d4a3bac15" providerId="ADAL" clId="{ECD42228-5B96-4A72-B268-C46DF994E6B7}" dt="2024-01-24T01:25:11.803" v="33920" actId="700"/>
          <ac:spMkLst>
            <pc:docMk/>
            <pc:sldMk cId="3857679886" sldId="904"/>
            <ac:spMk id="6" creationId="{5798CAB4-6E7A-57D6-B8D7-068E284207CB}"/>
          </ac:spMkLst>
        </pc:spChg>
        <pc:spChg chg="add mod ord">
          <ac:chgData name="Palit, Tapti" userId="dec6fbcd-7598-406a-8cbf-504d4a3bac15" providerId="ADAL" clId="{ECD42228-5B96-4A72-B268-C46DF994E6B7}" dt="2024-01-24T03:58:32.205" v="39213" actId="20577"/>
          <ac:spMkLst>
            <pc:docMk/>
            <pc:sldMk cId="3857679886" sldId="904"/>
            <ac:spMk id="7" creationId="{D1FB46FA-914A-0991-8274-7742EBADDCDE}"/>
          </ac:spMkLst>
        </pc:spChg>
      </pc:sldChg>
      <pc:sldChg chg="addSp delSp modSp add del mod modAnim">
        <pc:chgData name="Palit, Tapti" userId="dec6fbcd-7598-406a-8cbf-504d4a3bac15" providerId="ADAL" clId="{ECD42228-5B96-4A72-B268-C46DF994E6B7}" dt="2024-01-24T01:44:01.644" v="34215" actId="47"/>
        <pc:sldMkLst>
          <pc:docMk/>
          <pc:sldMk cId="828641435" sldId="905"/>
        </pc:sldMkLst>
        <pc:spChg chg="mod">
          <ac:chgData name="Palit, Tapti" userId="dec6fbcd-7598-406a-8cbf-504d4a3bac15" providerId="ADAL" clId="{ECD42228-5B96-4A72-B268-C46DF994E6B7}" dt="2024-01-24T01:30:05.560" v="34045" actId="1076"/>
          <ac:spMkLst>
            <pc:docMk/>
            <pc:sldMk cId="828641435" sldId="905"/>
            <ac:spMk id="2" creationId="{700288A5-0850-1218-F348-E30C3B4E8E23}"/>
          </ac:spMkLst>
        </pc:spChg>
        <pc:spChg chg="mod">
          <ac:chgData name="Palit, Tapti" userId="dec6fbcd-7598-406a-8cbf-504d4a3bac15" providerId="ADAL" clId="{ECD42228-5B96-4A72-B268-C46DF994E6B7}" dt="2024-01-24T01:31:05.848" v="34049" actId="1076"/>
          <ac:spMkLst>
            <pc:docMk/>
            <pc:sldMk cId="828641435" sldId="905"/>
            <ac:spMk id="3" creationId="{15DC95A4-D943-A26C-55CB-383A3E6F3BD5}"/>
          </ac:spMkLst>
        </pc:spChg>
        <pc:spChg chg="mod">
          <ac:chgData name="Palit, Tapti" userId="dec6fbcd-7598-406a-8cbf-504d4a3bac15" providerId="ADAL" clId="{ECD42228-5B96-4A72-B268-C46DF994E6B7}" dt="2024-01-24T01:35:09.869" v="34114" actId="20577"/>
          <ac:spMkLst>
            <pc:docMk/>
            <pc:sldMk cId="828641435" sldId="905"/>
            <ac:spMk id="5" creationId="{A5C03726-C797-7BB6-252B-7E78B26463A4}"/>
          </ac:spMkLst>
        </pc:spChg>
        <pc:spChg chg="add del">
          <ac:chgData name="Palit, Tapti" userId="dec6fbcd-7598-406a-8cbf-504d4a3bac15" providerId="ADAL" clId="{ECD42228-5B96-4A72-B268-C46DF994E6B7}" dt="2024-01-24T01:31:12.030" v="34051" actId="478"/>
          <ac:spMkLst>
            <pc:docMk/>
            <pc:sldMk cId="828641435" sldId="905"/>
            <ac:spMk id="217" creationId="{DE6CB6CB-DA11-FC10-E22D-BD9BF3034520}"/>
          </ac:spMkLst>
        </pc:spChg>
        <pc:cxnChg chg="mod">
          <ac:chgData name="Palit, Tapti" userId="dec6fbcd-7598-406a-8cbf-504d4a3bac15" providerId="ADAL" clId="{ECD42228-5B96-4A72-B268-C46DF994E6B7}" dt="2024-01-24T01:34:34.308" v="34099" actId="692"/>
          <ac:cxnSpMkLst>
            <pc:docMk/>
            <pc:sldMk cId="828641435" sldId="905"/>
            <ac:cxnSpMk id="6" creationId="{551BDA0E-3F71-21F6-E775-853A18FBE04E}"/>
          </ac:cxnSpMkLst>
        </pc:cxnChg>
        <pc:cxnChg chg="mod">
          <ac:chgData name="Palit, Tapti" userId="dec6fbcd-7598-406a-8cbf-504d4a3bac15" providerId="ADAL" clId="{ECD42228-5B96-4A72-B268-C46DF994E6B7}" dt="2024-01-24T01:30:01.642" v="34044" actId="692"/>
          <ac:cxnSpMkLst>
            <pc:docMk/>
            <pc:sldMk cId="828641435" sldId="905"/>
            <ac:cxnSpMk id="339" creationId="{0152FD3E-0853-2118-07D4-9342E0D19EB6}"/>
          </ac:cxnSpMkLst>
        </pc:cxnChg>
        <pc:cxnChg chg="mod">
          <ac:chgData name="Palit, Tapti" userId="dec6fbcd-7598-406a-8cbf-504d4a3bac15" providerId="ADAL" clId="{ECD42228-5B96-4A72-B268-C46DF994E6B7}" dt="2024-01-24T01:34:34.308" v="34099" actId="692"/>
          <ac:cxnSpMkLst>
            <pc:docMk/>
            <pc:sldMk cId="828641435" sldId="905"/>
            <ac:cxnSpMk id="356" creationId="{7D7A0695-15EC-8841-3632-AD71C5649FE5}"/>
          </ac:cxnSpMkLst>
        </pc:cxnChg>
        <pc:cxnChg chg="mod">
          <ac:chgData name="Palit, Tapti" userId="dec6fbcd-7598-406a-8cbf-504d4a3bac15" providerId="ADAL" clId="{ECD42228-5B96-4A72-B268-C46DF994E6B7}" dt="2024-01-24T01:34:34.308" v="34099" actId="692"/>
          <ac:cxnSpMkLst>
            <pc:docMk/>
            <pc:sldMk cId="828641435" sldId="905"/>
            <ac:cxnSpMk id="359" creationId="{129A9EFB-DBB0-9C6B-F109-2A731D17FEA9}"/>
          </ac:cxnSpMkLst>
        </pc:cxnChg>
        <pc:cxnChg chg="mod">
          <ac:chgData name="Palit, Tapti" userId="dec6fbcd-7598-406a-8cbf-504d4a3bac15" providerId="ADAL" clId="{ECD42228-5B96-4A72-B268-C46DF994E6B7}" dt="2024-01-24T01:34:34.308" v="34099" actId="692"/>
          <ac:cxnSpMkLst>
            <pc:docMk/>
            <pc:sldMk cId="828641435" sldId="905"/>
            <ac:cxnSpMk id="362" creationId="{2A8DCB66-1AB1-7C0F-FF2E-8823A63BC0A5}"/>
          </ac:cxnSpMkLst>
        </pc:cxnChg>
        <pc:cxnChg chg="mod">
          <ac:chgData name="Palit, Tapti" userId="dec6fbcd-7598-406a-8cbf-504d4a3bac15" providerId="ADAL" clId="{ECD42228-5B96-4A72-B268-C46DF994E6B7}" dt="2024-01-24T01:34:34.308" v="34099" actId="692"/>
          <ac:cxnSpMkLst>
            <pc:docMk/>
            <pc:sldMk cId="828641435" sldId="905"/>
            <ac:cxnSpMk id="365" creationId="{CD233F9D-9625-2E4B-2073-70E9239E4EF8}"/>
          </ac:cxnSpMkLst>
        </pc:cxnChg>
        <pc:cxnChg chg="mod">
          <ac:chgData name="Palit, Tapti" userId="dec6fbcd-7598-406a-8cbf-504d4a3bac15" providerId="ADAL" clId="{ECD42228-5B96-4A72-B268-C46DF994E6B7}" dt="2024-01-24T01:30:49.452" v="34047" actId="692"/>
          <ac:cxnSpMkLst>
            <pc:docMk/>
            <pc:sldMk cId="828641435" sldId="905"/>
            <ac:cxnSpMk id="369" creationId="{39FF2DA0-EBBE-0DF7-B8F2-9A3F42DDA3C5}"/>
          </ac:cxnSpMkLst>
        </pc:cxnChg>
        <pc:cxnChg chg="mod">
          <ac:chgData name="Palit, Tapti" userId="dec6fbcd-7598-406a-8cbf-504d4a3bac15" providerId="ADAL" clId="{ECD42228-5B96-4A72-B268-C46DF994E6B7}" dt="2024-01-24T01:34:34.308" v="34099" actId="692"/>
          <ac:cxnSpMkLst>
            <pc:docMk/>
            <pc:sldMk cId="828641435" sldId="905"/>
            <ac:cxnSpMk id="372" creationId="{E8A7DBD7-1ED8-8E63-AC93-2304460736F9}"/>
          </ac:cxnSpMkLst>
        </pc:cxnChg>
        <pc:cxnChg chg="mod">
          <ac:chgData name="Palit, Tapti" userId="dec6fbcd-7598-406a-8cbf-504d4a3bac15" providerId="ADAL" clId="{ECD42228-5B96-4A72-B268-C46DF994E6B7}" dt="2024-01-24T01:34:34.308" v="34099" actId="692"/>
          <ac:cxnSpMkLst>
            <pc:docMk/>
            <pc:sldMk cId="828641435" sldId="905"/>
            <ac:cxnSpMk id="376" creationId="{59238C89-7739-0AC6-AF73-FD57ECADCA38}"/>
          </ac:cxnSpMkLst>
        </pc:cxnChg>
        <pc:cxnChg chg="mod">
          <ac:chgData name="Palit, Tapti" userId="dec6fbcd-7598-406a-8cbf-504d4a3bac15" providerId="ADAL" clId="{ECD42228-5B96-4A72-B268-C46DF994E6B7}" dt="2024-01-24T01:34:34.308" v="34099" actId="692"/>
          <ac:cxnSpMkLst>
            <pc:docMk/>
            <pc:sldMk cId="828641435" sldId="905"/>
            <ac:cxnSpMk id="379" creationId="{698EAC26-E655-3017-B3E0-1D104CDAD401}"/>
          </ac:cxnSpMkLst>
        </pc:cxnChg>
        <pc:cxnChg chg="mod">
          <ac:chgData name="Palit, Tapti" userId="dec6fbcd-7598-406a-8cbf-504d4a3bac15" providerId="ADAL" clId="{ECD42228-5B96-4A72-B268-C46DF994E6B7}" dt="2024-01-24T01:34:34.308" v="34099" actId="692"/>
          <ac:cxnSpMkLst>
            <pc:docMk/>
            <pc:sldMk cId="828641435" sldId="905"/>
            <ac:cxnSpMk id="382" creationId="{EB50346A-F7EA-C08B-E4DA-D1A1922FB98F}"/>
          </ac:cxnSpMkLst>
        </pc:cxnChg>
        <pc:cxnChg chg="mod">
          <ac:chgData name="Palit, Tapti" userId="dec6fbcd-7598-406a-8cbf-504d4a3bac15" providerId="ADAL" clId="{ECD42228-5B96-4A72-B268-C46DF994E6B7}" dt="2024-01-24T01:34:34.308" v="34099" actId="692"/>
          <ac:cxnSpMkLst>
            <pc:docMk/>
            <pc:sldMk cId="828641435" sldId="905"/>
            <ac:cxnSpMk id="385" creationId="{1EFCB220-2EB8-22B9-7CB7-D4E312CF3246}"/>
          </ac:cxnSpMkLst>
        </pc:cxnChg>
      </pc:sldChg>
      <pc:sldChg chg="add del mod modShow">
        <pc:chgData name="Palit, Tapti" userId="dec6fbcd-7598-406a-8cbf-504d4a3bac15" providerId="ADAL" clId="{ECD42228-5B96-4A72-B268-C46DF994E6B7}" dt="2024-01-28T03:44:01.241" v="67437" actId="47"/>
        <pc:sldMkLst>
          <pc:docMk/>
          <pc:sldMk cId="411177303" sldId="906"/>
        </pc:sldMkLst>
      </pc:sldChg>
      <pc:sldChg chg="addSp delSp modSp add del mod addAnim delAnim modAnim modNotesTx">
        <pc:chgData name="Palit, Tapti" userId="dec6fbcd-7598-406a-8cbf-504d4a3bac15" providerId="ADAL" clId="{ECD42228-5B96-4A72-B268-C46DF994E6B7}" dt="2024-01-25T04:48:53.113" v="50545" actId="2696"/>
        <pc:sldMkLst>
          <pc:docMk/>
          <pc:sldMk cId="1077630109" sldId="906"/>
        </pc:sldMkLst>
        <pc:spChg chg="ord">
          <ac:chgData name="Palit, Tapti" userId="dec6fbcd-7598-406a-8cbf-504d4a3bac15" providerId="ADAL" clId="{ECD42228-5B96-4A72-B268-C46DF994E6B7}" dt="2024-01-24T01:40:30.702" v="34158" actId="167"/>
          <ac:spMkLst>
            <pc:docMk/>
            <pc:sldMk cId="1077630109" sldId="906"/>
            <ac:spMk id="2" creationId="{700288A5-0850-1218-F348-E30C3B4E8E23}"/>
          </ac:spMkLst>
        </pc:spChg>
        <pc:spChg chg="add del ord">
          <ac:chgData name="Palit, Tapti" userId="dec6fbcd-7598-406a-8cbf-504d4a3bac15" providerId="ADAL" clId="{ECD42228-5B96-4A72-B268-C46DF994E6B7}" dt="2024-01-24T02:35:01.690" v="35561" actId="167"/>
          <ac:spMkLst>
            <pc:docMk/>
            <pc:sldMk cId="1077630109" sldId="906"/>
            <ac:spMk id="3" creationId="{15DC95A4-D943-A26C-55CB-383A3E6F3BD5}"/>
          </ac:spMkLst>
        </pc:spChg>
        <pc:spChg chg="mod">
          <ac:chgData name="Palit, Tapti" userId="dec6fbcd-7598-406a-8cbf-504d4a3bac15" providerId="ADAL" clId="{ECD42228-5B96-4A72-B268-C46DF994E6B7}" dt="2024-01-24T01:36:44.002" v="34150" actId="20577"/>
          <ac:spMkLst>
            <pc:docMk/>
            <pc:sldMk cId="1077630109" sldId="906"/>
            <ac:spMk id="5" creationId="{A5C03726-C797-7BB6-252B-7E78B26463A4}"/>
          </ac:spMkLst>
        </pc:spChg>
        <pc:spChg chg="add mod ord">
          <ac:chgData name="Palit, Tapti" userId="dec6fbcd-7598-406a-8cbf-504d4a3bac15" providerId="ADAL" clId="{ECD42228-5B96-4A72-B268-C46DF994E6B7}" dt="2024-01-24T02:34:53.438" v="35560" actId="167"/>
          <ac:spMkLst>
            <pc:docMk/>
            <pc:sldMk cId="1077630109" sldId="906"/>
            <ac:spMk id="7" creationId="{05B7E98C-2F67-CE84-0B0B-DC7C7D7354C8}"/>
          </ac:spMkLst>
        </pc:spChg>
        <pc:spChg chg="add del mod">
          <ac:chgData name="Palit, Tapti" userId="dec6fbcd-7598-406a-8cbf-504d4a3bac15" providerId="ADAL" clId="{ECD42228-5B96-4A72-B268-C46DF994E6B7}" dt="2024-01-24T02:48:21.716" v="35919" actId="21"/>
          <ac:spMkLst>
            <pc:docMk/>
            <pc:sldMk cId="1077630109" sldId="906"/>
            <ac:spMk id="10" creationId="{EEBD84B5-1350-637E-21C0-D5972C3F88A5}"/>
          </ac:spMkLst>
        </pc:spChg>
        <pc:spChg chg="mod">
          <ac:chgData name="Palit, Tapti" userId="dec6fbcd-7598-406a-8cbf-504d4a3bac15" providerId="ADAL" clId="{ECD42228-5B96-4A72-B268-C46DF994E6B7}" dt="2024-01-24T03:13:55.250" v="36910" actId="20577"/>
          <ac:spMkLst>
            <pc:docMk/>
            <pc:sldMk cId="1077630109" sldId="906"/>
            <ac:spMk id="20" creationId="{FFB71976-E38C-5D69-8CB8-6D9C1B110290}"/>
          </ac:spMkLst>
        </pc:spChg>
        <pc:spChg chg="mod">
          <ac:chgData name="Palit, Tapti" userId="dec6fbcd-7598-406a-8cbf-504d4a3bac15" providerId="ADAL" clId="{ECD42228-5B96-4A72-B268-C46DF994E6B7}" dt="2024-01-24T01:51:17.056" v="34348" actId="255"/>
          <ac:spMkLst>
            <pc:docMk/>
            <pc:sldMk cId="1077630109" sldId="906"/>
            <ac:spMk id="67" creationId="{31EEE484-1DEE-4801-9CE4-3C988681C4F5}"/>
          </ac:spMkLst>
        </pc:spChg>
        <pc:spChg chg="mod">
          <ac:chgData name="Palit, Tapti" userId="dec6fbcd-7598-406a-8cbf-504d4a3bac15" providerId="ADAL" clId="{ECD42228-5B96-4A72-B268-C46DF994E6B7}" dt="2024-01-24T01:51:13.415" v="34347" actId="255"/>
          <ac:spMkLst>
            <pc:docMk/>
            <pc:sldMk cId="1077630109" sldId="906"/>
            <ac:spMk id="69" creationId="{DB787AB7-43CC-88D9-ED31-450C5598C18E}"/>
          </ac:spMkLst>
        </pc:spChg>
        <pc:spChg chg="mod">
          <ac:chgData name="Palit, Tapti" userId="dec6fbcd-7598-406a-8cbf-504d4a3bac15" providerId="ADAL" clId="{ECD42228-5B96-4A72-B268-C46DF994E6B7}" dt="2024-01-24T01:51:20.663" v="34349" actId="255"/>
          <ac:spMkLst>
            <pc:docMk/>
            <pc:sldMk cId="1077630109" sldId="906"/>
            <ac:spMk id="71" creationId="{4896E55E-5BFA-835A-ACAA-3D1D8D88CF9A}"/>
          </ac:spMkLst>
        </pc:spChg>
        <pc:spChg chg="del">
          <ac:chgData name="Palit, Tapti" userId="dec6fbcd-7598-406a-8cbf-504d4a3bac15" providerId="ADAL" clId="{ECD42228-5B96-4A72-B268-C46DF994E6B7}" dt="2024-01-24T01:41:26.505" v="34168" actId="478"/>
          <ac:spMkLst>
            <pc:docMk/>
            <pc:sldMk cId="1077630109" sldId="906"/>
            <ac:spMk id="217" creationId="{DE6CB6CB-DA11-FC10-E22D-BD9BF3034520}"/>
          </ac:spMkLst>
        </pc:spChg>
        <pc:cxnChg chg="del mod">
          <ac:chgData name="Palit, Tapti" userId="dec6fbcd-7598-406a-8cbf-504d4a3bac15" providerId="ADAL" clId="{ECD42228-5B96-4A72-B268-C46DF994E6B7}" dt="2024-01-24T01:37:16.684" v="34155" actId="478"/>
          <ac:cxnSpMkLst>
            <pc:docMk/>
            <pc:sldMk cId="1077630109" sldId="906"/>
            <ac:cxnSpMk id="6" creationId="{551BDA0E-3F71-21F6-E775-853A18FBE04E}"/>
          </ac:cxnSpMkLst>
        </pc:cxnChg>
        <pc:cxnChg chg="add mod">
          <ac:chgData name="Palit, Tapti" userId="dec6fbcd-7598-406a-8cbf-504d4a3bac15" providerId="ADAL" clId="{ECD42228-5B96-4A72-B268-C46DF994E6B7}" dt="2024-01-24T02:39:47.861" v="35820"/>
          <ac:cxnSpMkLst>
            <pc:docMk/>
            <pc:sldMk cId="1077630109" sldId="906"/>
            <ac:cxnSpMk id="6" creationId="{9B0CBE40-EC94-3D19-3272-5AB08E87CDBA}"/>
          </ac:cxnSpMkLst>
        </pc:cxnChg>
        <pc:cxnChg chg="add del mod">
          <ac:chgData name="Palit, Tapti" userId="dec6fbcd-7598-406a-8cbf-504d4a3bac15" providerId="ADAL" clId="{ECD42228-5B96-4A72-B268-C46DF994E6B7}" dt="2024-01-24T01:41:39.394" v="34170" actId="692"/>
          <ac:cxnSpMkLst>
            <pc:docMk/>
            <pc:sldMk cId="1077630109" sldId="906"/>
            <ac:cxnSpMk id="339" creationId="{0152FD3E-0853-2118-07D4-9342E0D19EB6}"/>
          </ac:cxnSpMkLst>
        </pc:cxnChg>
        <pc:cxnChg chg="del mod">
          <ac:chgData name="Palit, Tapti" userId="dec6fbcd-7598-406a-8cbf-504d4a3bac15" providerId="ADAL" clId="{ECD42228-5B96-4A72-B268-C46DF994E6B7}" dt="2024-01-24T01:37:14.544" v="34154" actId="478"/>
          <ac:cxnSpMkLst>
            <pc:docMk/>
            <pc:sldMk cId="1077630109" sldId="906"/>
            <ac:cxnSpMk id="356" creationId="{7D7A0695-15EC-8841-3632-AD71C5649FE5}"/>
          </ac:cxnSpMkLst>
        </pc:cxnChg>
        <pc:cxnChg chg="del mod">
          <ac:chgData name="Palit, Tapti" userId="dec6fbcd-7598-406a-8cbf-504d4a3bac15" providerId="ADAL" clId="{ECD42228-5B96-4A72-B268-C46DF994E6B7}" dt="2024-01-24T01:40:21.286" v="34157" actId="478"/>
          <ac:cxnSpMkLst>
            <pc:docMk/>
            <pc:sldMk cId="1077630109" sldId="906"/>
            <ac:cxnSpMk id="359" creationId="{129A9EFB-DBB0-9C6B-F109-2A731D17FEA9}"/>
          </ac:cxnSpMkLst>
        </pc:cxnChg>
        <pc:cxnChg chg="del mod">
          <ac:chgData name="Palit, Tapti" userId="dec6fbcd-7598-406a-8cbf-504d4a3bac15" providerId="ADAL" clId="{ECD42228-5B96-4A72-B268-C46DF994E6B7}" dt="2024-01-24T01:37:05.332" v="34151" actId="478"/>
          <ac:cxnSpMkLst>
            <pc:docMk/>
            <pc:sldMk cId="1077630109" sldId="906"/>
            <ac:cxnSpMk id="362" creationId="{2A8DCB66-1AB1-7C0F-FF2E-8823A63BC0A5}"/>
          </ac:cxnSpMkLst>
        </pc:cxnChg>
        <pc:cxnChg chg="del mod">
          <ac:chgData name="Palit, Tapti" userId="dec6fbcd-7598-406a-8cbf-504d4a3bac15" providerId="ADAL" clId="{ECD42228-5B96-4A72-B268-C46DF994E6B7}" dt="2024-01-24T01:40:16.898" v="34156" actId="478"/>
          <ac:cxnSpMkLst>
            <pc:docMk/>
            <pc:sldMk cId="1077630109" sldId="906"/>
            <ac:cxnSpMk id="365" creationId="{CD233F9D-9625-2E4B-2073-70E9239E4EF8}"/>
          </ac:cxnSpMkLst>
        </pc:cxnChg>
        <pc:cxnChg chg="del mod">
          <ac:chgData name="Palit, Tapti" userId="dec6fbcd-7598-406a-8cbf-504d4a3bac15" providerId="ADAL" clId="{ECD42228-5B96-4A72-B268-C46DF994E6B7}" dt="2024-01-24T01:37:05.332" v="34151" actId="478"/>
          <ac:cxnSpMkLst>
            <pc:docMk/>
            <pc:sldMk cId="1077630109" sldId="906"/>
            <ac:cxnSpMk id="369" creationId="{39FF2DA0-EBBE-0DF7-B8F2-9A3F42DDA3C5}"/>
          </ac:cxnSpMkLst>
        </pc:cxnChg>
        <pc:cxnChg chg="del mod">
          <ac:chgData name="Palit, Tapti" userId="dec6fbcd-7598-406a-8cbf-504d4a3bac15" providerId="ADAL" clId="{ECD42228-5B96-4A72-B268-C46DF994E6B7}" dt="2024-01-24T01:37:10.625" v="34153" actId="478"/>
          <ac:cxnSpMkLst>
            <pc:docMk/>
            <pc:sldMk cId="1077630109" sldId="906"/>
            <ac:cxnSpMk id="372" creationId="{E8A7DBD7-1ED8-8E63-AC93-2304460736F9}"/>
          </ac:cxnSpMkLst>
        </pc:cxnChg>
        <pc:cxnChg chg="del mod">
          <ac:chgData name="Palit, Tapti" userId="dec6fbcd-7598-406a-8cbf-504d4a3bac15" providerId="ADAL" clId="{ECD42228-5B96-4A72-B268-C46DF994E6B7}" dt="2024-01-24T01:37:08.115" v="34152" actId="478"/>
          <ac:cxnSpMkLst>
            <pc:docMk/>
            <pc:sldMk cId="1077630109" sldId="906"/>
            <ac:cxnSpMk id="376" creationId="{59238C89-7739-0AC6-AF73-FD57ECADCA38}"/>
          </ac:cxnSpMkLst>
        </pc:cxnChg>
        <pc:cxnChg chg="del mod">
          <ac:chgData name="Palit, Tapti" userId="dec6fbcd-7598-406a-8cbf-504d4a3bac15" providerId="ADAL" clId="{ECD42228-5B96-4A72-B268-C46DF994E6B7}" dt="2024-01-24T01:40:16.898" v="34156" actId="478"/>
          <ac:cxnSpMkLst>
            <pc:docMk/>
            <pc:sldMk cId="1077630109" sldId="906"/>
            <ac:cxnSpMk id="379" creationId="{698EAC26-E655-3017-B3E0-1D104CDAD401}"/>
          </ac:cxnSpMkLst>
        </pc:cxnChg>
        <pc:cxnChg chg="del mod">
          <ac:chgData name="Palit, Tapti" userId="dec6fbcd-7598-406a-8cbf-504d4a3bac15" providerId="ADAL" clId="{ECD42228-5B96-4A72-B268-C46DF994E6B7}" dt="2024-01-24T01:40:16.898" v="34156" actId="478"/>
          <ac:cxnSpMkLst>
            <pc:docMk/>
            <pc:sldMk cId="1077630109" sldId="906"/>
            <ac:cxnSpMk id="382" creationId="{EB50346A-F7EA-C08B-E4DA-D1A1922FB98F}"/>
          </ac:cxnSpMkLst>
        </pc:cxnChg>
        <pc:cxnChg chg="del mod">
          <ac:chgData name="Palit, Tapti" userId="dec6fbcd-7598-406a-8cbf-504d4a3bac15" providerId="ADAL" clId="{ECD42228-5B96-4A72-B268-C46DF994E6B7}" dt="2024-01-24T01:37:05.332" v="34151" actId="478"/>
          <ac:cxnSpMkLst>
            <pc:docMk/>
            <pc:sldMk cId="1077630109" sldId="906"/>
            <ac:cxnSpMk id="385" creationId="{1EFCB220-2EB8-22B9-7CB7-D4E312CF3246}"/>
          </ac:cxnSpMkLst>
        </pc:cxnChg>
      </pc:sldChg>
      <pc:sldChg chg="addSp delSp modSp new del mod modClrScheme chgLayout">
        <pc:chgData name="Palit, Tapti" userId="dec6fbcd-7598-406a-8cbf-504d4a3bac15" providerId="ADAL" clId="{ECD42228-5B96-4A72-B268-C46DF994E6B7}" dt="2024-01-24T01:36:21.292" v="34128" actId="47"/>
        <pc:sldMkLst>
          <pc:docMk/>
          <pc:sldMk cId="2553723943" sldId="906"/>
        </pc:sldMkLst>
        <pc:spChg chg="del mod ord">
          <ac:chgData name="Palit, Tapti" userId="dec6fbcd-7598-406a-8cbf-504d4a3bac15" providerId="ADAL" clId="{ECD42228-5B96-4A72-B268-C46DF994E6B7}" dt="2024-01-24T01:35:46.651" v="34116" actId="700"/>
          <ac:spMkLst>
            <pc:docMk/>
            <pc:sldMk cId="2553723943" sldId="906"/>
            <ac:spMk id="2" creationId="{9D432868-7E2E-DCC5-DFC6-CF5438F3BA51}"/>
          </ac:spMkLst>
        </pc:spChg>
        <pc:spChg chg="del mod ord">
          <ac:chgData name="Palit, Tapti" userId="dec6fbcd-7598-406a-8cbf-504d4a3bac15" providerId="ADAL" clId="{ECD42228-5B96-4A72-B268-C46DF994E6B7}" dt="2024-01-24T01:35:46.651" v="34116" actId="700"/>
          <ac:spMkLst>
            <pc:docMk/>
            <pc:sldMk cId="2553723943" sldId="906"/>
            <ac:spMk id="3" creationId="{21FEC641-F711-F7C6-3012-D809492979E7}"/>
          </ac:spMkLst>
        </pc:spChg>
        <pc:spChg chg="mod ord">
          <ac:chgData name="Palit, Tapti" userId="dec6fbcd-7598-406a-8cbf-504d4a3bac15" providerId="ADAL" clId="{ECD42228-5B96-4A72-B268-C46DF994E6B7}" dt="2024-01-24T01:35:46.651" v="34116" actId="700"/>
          <ac:spMkLst>
            <pc:docMk/>
            <pc:sldMk cId="2553723943" sldId="906"/>
            <ac:spMk id="4" creationId="{2A7D9466-8FB7-E43A-3A1C-40D18D4999B7}"/>
          </ac:spMkLst>
        </pc:spChg>
        <pc:spChg chg="del">
          <ac:chgData name="Palit, Tapti" userId="dec6fbcd-7598-406a-8cbf-504d4a3bac15" providerId="ADAL" clId="{ECD42228-5B96-4A72-B268-C46DF994E6B7}" dt="2024-01-24T01:35:46.651" v="34116" actId="700"/>
          <ac:spMkLst>
            <pc:docMk/>
            <pc:sldMk cId="2553723943" sldId="906"/>
            <ac:spMk id="5" creationId="{25A07EF6-CAEE-C289-40A7-28A4D301D5BE}"/>
          </ac:spMkLst>
        </pc:spChg>
        <pc:spChg chg="del">
          <ac:chgData name="Palit, Tapti" userId="dec6fbcd-7598-406a-8cbf-504d4a3bac15" providerId="ADAL" clId="{ECD42228-5B96-4A72-B268-C46DF994E6B7}" dt="2024-01-24T01:35:46.651" v="34116" actId="700"/>
          <ac:spMkLst>
            <pc:docMk/>
            <pc:sldMk cId="2553723943" sldId="906"/>
            <ac:spMk id="6" creationId="{45357725-6DB0-C501-3672-C93213699370}"/>
          </ac:spMkLst>
        </pc:spChg>
        <pc:spChg chg="add mod ord">
          <ac:chgData name="Palit, Tapti" userId="dec6fbcd-7598-406a-8cbf-504d4a3bac15" providerId="ADAL" clId="{ECD42228-5B96-4A72-B268-C46DF994E6B7}" dt="2024-01-24T01:35:50.986" v="34127" actId="20577"/>
          <ac:spMkLst>
            <pc:docMk/>
            <pc:sldMk cId="2553723943" sldId="906"/>
            <ac:spMk id="7" creationId="{56A00D49-D942-A2A2-DB0F-9713D395EF73}"/>
          </ac:spMkLst>
        </pc:spChg>
        <pc:spChg chg="add mod ord">
          <ac:chgData name="Palit, Tapti" userId="dec6fbcd-7598-406a-8cbf-504d4a3bac15" providerId="ADAL" clId="{ECD42228-5B96-4A72-B268-C46DF994E6B7}" dt="2024-01-24T01:35:46.651" v="34116" actId="700"/>
          <ac:spMkLst>
            <pc:docMk/>
            <pc:sldMk cId="2553723943" sldId="906"/>
            <ac:spMk id="8" creationId="{EB5D4C44-0A51-8EBA-06DE-1DAB37E532C5}"/>
          </ac:spMkLst>
        </pc:spChg>
      </pc:sldChg>
      <pc:sldChg chg="modSp new mod">
        <pc:chgData name="Palit, Tapti" userId="dec6fbcd-7598-406a-8cbf-504d4a3bac15" providerId="ADAL" clId="{ECD42228-5B96-4A72-B268-C46DF994E6B7}" dt="2024-01-24T01:46:08.882" v="34242" actId="20577"/>
        <pc:sldMkLst>
          <pc:docMk/>
          <pc:sldMk cId="4262168973" sldId="907"/>
        </pc:sldMkLst>
        <pc:spChg chg="mod">
          <ac:chgData name="Palit, Tapti" userId="dec6fbcd-7598-406a-8cbf-504d4a3bac15" providerId="ADAL" clId="{ECD42228-5B96-4A72-B268-C46DF994E6B7}" dt="2024-01-24T01:46:08.882" v="34242" actId="20577"/>
          <ac:spMkLst>
            <pc:docMk/>
            <pc:sldMk cId="4262168973" sldId="907"/>
            <ac:spMk id="3" creationId="{52000219-C771-E29D-E126-40B5BF54EC25}"/>
          </ac:spMkLst>
        </pc:spChg>
      </pc:sldChg>
      <pc:sldChg chg="addSp delSp modSp new del mod modNotesTx">
        <pc:chgData name="Palit, Tapti" userId="dec6fbcd-7598-406a-8cbf-504d4a3bac15" providerId="ADAL" clId="{ECD42228-5B96-4A72-B268-C46DF994E6B7}" dt="2024-01-25T04:48:53.113" v="50545" actId="2696"/>
        <pc:sldMkLst>
          <pc:docMk/>
          <pc:sldMk cId="451653202" sldId="908"/>
        </pc:sldMkLst>
        <pc:spChg chg="del">
          <ac:chgData name="Palit, Tapti" userId="dec6fbcd-7598-406a-8cbf-504d4a3bac15" providerId="ADAL" clId="{ECD42228-5B96-4A72-B268-C46DF994E6B7}" dt="2024-01-24T01:56:57.395" v="34767" actId="478"/>
          <ac:spMkLst>
            <pc:docMk/>
            <pc:sldMk cId="451653202" sldId="908"/>
            <ac:spMk id="2" creationId="{08D6043F-436D-DACB-ED59-97EA55DF3F24}"/>
          </ac:spMkLst>
        </pc:spChg>
        <pc:spChg chg="mod">
          <ac:chgData name="Palit, Tapti" userId="dec6fbcd-7598-406a-8cbf-504d4a3bac15" providerId="ADAL" clId="{ECD42228-5B96-4A72-B268-C46DF994E6B7}" dt="2024-01-24T01:56:26.576" v="34722" actId="20577"/>
          <ac:spMkLst>
            <pc:docMk/>
            <pc:sldMk cId="451653202" sldId="908"/>
            <ac:spMk id="3" creationId="{2712F33D-AE7B-D89A-8E52-A0CDF202C0DB}"/>
          </ac:spMkLst>
        </pc:spChg>
        <pc:spChg chg="del">
          <ac:chgData name="Palit, Tapti" userId="dec6fbcd-7598-406a-8cbf-504d4a3bac15" providerId="ADAL" clId="{ECD42228-5B96-4A72-B268-C46DF994E6B7}" dt="2024-01-24T01:56:54.166" v="34766" actId="478"/>
          <ac:spMkLst>
            <pc:docMk/>
            <pc:sldMk cId="451653202" sldId="908"/>
            <ac:spMk id="5" creationId="{9FB46B90-7606-DF1D-566F-6749F2FB450B}"/>
          </ac:spMkLst>
        </pc:spChg>
        <pc:spChg chg="add del mod">
          <ac:chgData name="Palit, Tapti" userId="dec6fbcd-7598-406a-8cbf-504d4a3bac15" providerId="ADAL" clId="{ECD42228-5B96-4A72-B268-C46DF994E6B7}" dt="2024-01-24T02:15:23.164" v="35097" actId="478"/>
          <ac:spMkLst>
            <pc:docMk/>
            <pc:sldMk cId="451653202" sldId="908"/>
            <ac:spMk id="7" creationId="{04520DF3-BA96-33C4-1AF7-D33C0781BD61}"/>
          </ac:spMkLst>
        </pc:spChg>
        <pc:spChg chg="add del mod">
          <ac:chgData name="Palit, Tapti" userId="dec6fbcd-7598-406a-8cbf-504d4a3bac15" providerId="ADAL" clId="{ECD42228-5B96-4A72-B268-C46DF994E6B7}" dt="2024-01-24T02:15:23.164" v="35097" actId="478"/>
          <ac:spMkLst>
            <pc:docMk/>
            <pc:sldMk cId="451653202" sldId="908"/>
            <ac:spMk id="8" creationId="{86D1A792-1D8D-8C62-0D2F-CD05B9C95543}"/>
          </ac:spMkLst>
        </pc:spChg>
        <pc:spChg chg="add mod">
          <ac:chgData name="Palit, Tapti" userId="dec6fbcd-7598-406a-8cbf-504d4a3bac15" providerId="ADAL" clId="{ECD42228-5B96-4A72-B268-C46DF994E6B7}" dt="2024-01-24T03:10:36.313" v="36796" actId="1076"/>
          <ac:spMkLst>
            <pc:docMk/>
            <pc:sldMk cId="451653202" sldId="908"/>
            <ac:spMk id="9" creationId="{FA65D7BD-2299-D65A-0A8A-D752F503FE89}"/>
          </ac:spMkLst>
        </pc:spChg>
        <pc:spChg chg="add mod">
          <ac:chgData name="Palit, Tapti" userId="dec6fbcd-7598-406a-8cbf-504d4a3bac15" providerId="ADAL" clId="{ECD42228-5B96-4A72-B268-C46DF994E6B7}" dt="2024-01-24T03:10:49.026" v="36799" actId="1035"/>
          <ac:spMkLst>
            <pc:docMk/>
            <pc:sldMk cId="451653202" sldId="908"/>
            <ac:spMk id="10" creationId="{9767292F-F995-2891-5AC6-F1BAB539EF7C}"/>
          </ac:spMkLst>
        </pc:spChg>
        <pc:spChg chg="add mod">
          <ac:chgData name="Palit, Tapti" userId="dec6fbcd-7598-406a-8cbf-504d4a3bac15" providerId="ADAL" clId="{ECD42228-5B96-4A72-B268-C46DF994E6B7}" dt="2024-01-24T02:22:03.560" v="35145" actId="14100"/>
          <ac:spMkLst>
            <pc:docMk/>
            <pc:sldMk cId="451653202" sldId="908"/>
            <ac:spMk id="14" creationId="{AE4FB2D9-7B61-6319-F911-A28ECE59DAC1}"/>
          </ac:spMkLst>
        </pc:spChg>
        <pc:spChg chg="add mod">
          <ac:chgData name="Palit, Tapti" userId="dec6fbcd-7598-406a-8cbf-504d4a3bac15" providerId="ADAL" clId="{ECD42228-5B96-4A72-B268-C46DF994E6B7}" dt="2024-01-24T02:33:27.440" v="35517" actId="14100"/>
          <ac:spMkLst>
            <pc:docMk/>
            <pc:sldMk cId="451653202" sldId="908"/>
            <ac:spMk id="15" creationId="{30E9CCF6-C0BA-B0F9-FD48-0BF4C0791D20}"/>
          </ac:spMkLst>
        </pc:spChg>
        <pc:picChg chg="add mod">
          <ac:chgData name="Palit, Tapti" userId="dec6fbcd-7598-406a-8cbf-504d4a3bac15" providerId="ADAL" clId="{ECD42228-5B96-4A72-B268-C46DF994E6B7}" dt="2024-01-24T02:19:35.050" v="35100" actId="1076"/>
          <ac:picMkLst>
            <pc:docMk/>
            <pc:sldMk cId="451653202" sldId="908"/>
            <ac:picMk id="12" creationId="{1543CB99-5B51-AB2D-26DB-DA55551595EB}"/>
          </ac:picMkLst>
        </pc:picChg>
        <pc:picChg chg="add mod">
          <ac:chgData name="Palit, Tapti" userId="dec6fbcd-7598-406a-8cbf-504d4a3bac15" providerId="ADAL" clId="{ECD42228-5B96-4A72-B268-C46DF994E6B7}" dt="2024-01-24T03:10:52.075" v="36802" actId="1036"/>
          <ac:picMkLst>
            <pc:docMk/>
            <pc:sldMk cId="451653202" sldId="908"/>
            <ac:picMk id="17" creationId="{6134159E-1707-AE53-0F86-7838397A8209}"/>
          </ac:picMkLst>
        </pc:picChg>
        <pc:cxnChg chg="add mod">
          <ac:chgData name="Palit, Tapti" userId="dec6fbcd-7598-406a-8cbf-504d4a3bac15" providerId="ADAL" clId="{ECD42228-5B96-4A72-B268-C46DF994E6B7}" dt="2024-01-24T03:10:52.075" v="36802" actId="1036"/>
          <ac:cxnSpMkLst>
            <pc:docMk/>
            <pc:sldMk cId="451653202" sldId="908"/>
            <ac:cxnSpMk id="2" creationId="{49CF8573-829F-6D6D-4621-9A8FBD097048}"/>
          </ac:cxnSpMkLst>
        </pc:cxnChg>
        <pc:cxnChg chg="add mod">
          <ac:chgData name="Palit, Tapti" userId="dec6fbcd-7598-406a-8cbf-504d4a3bac15" providerId="ADAL" clId="{ECD42228-5B96-4A72-B268-C46DF994E6B7}" dt="2024-01-24T03:10:49.026" v="36799" actId="1035"/>
          <ac:cxnSpMkLst>
            <pc:docMk/>
            <pc:sldMk cId="451653202" sldId="908"/>
            <ac:cxnSpMk id="11" creationId="{063406EF-7FE0-4444-14BB-E719EBA63F57}"/>
          </ac:cxnSpMkLst>
        </pc:cxnChg>
        <pc:cxnChg chg="add mod">
          <ac:chgData name="Palit, Tapti" userId="dec6fbcd-7598-406a-8cbf-504d4a3bac15" providerId="ADAL" clId="{ECD42228-5B96-4A72-B268-C46DF994E6B7}" dt="2024-01-24T03:10:36.313" v="36796" actId="1076"/>
          <ac:cxnSpMkLst>
            <pc:docMk/>
            <pc:sldMk cId="451653202" sldId="908"/>
            <ac:cxnSpMk id="13" creationId="{A2F689EA-EE0A-4829-E31A-995BB4D840DF}"/>
          </ac:cxnSpMkLst>
        </pc:cxnChg>
      </pc:sldChg>
      <pc:sldChg chg="add del mod modShow">
        <pc:chgData name="Palit, Tapti" userId="dec6fbcd-7598-406a-8cbf-504d4a3bac15" providerId="ADAL" clId="{ECD42228-5B96-4A72-B268-C46DF994E6B7}" dt="2024-01-28T03:44:01.241" v="67437" actId="47"/>
        <pc:sldMkLst>
          <pc:docMk/>
          <pc:sldMk cId="2540125158" sldId="908"/>
        </pc:sldMkLst>
      </pc:sldChg>
      <pc:sldChg chg="addSp delSp modSp new del mod modClrScheme chgLayout">
        <pc:chgData name="Palit, Tapti" userId="dec6fbcd-7598-406a-8cbf-504d4a3bac15" providerId="ADAL" clId="{ECD42228-5B96-4A72-B268-C46DF994E6B7}" dt="2024-01-24T01:53:19.646" v="34418" actId="47"/>
        <pc:sldMkLst>
          <pc:docMk/>
          <pc:sldMk cId="2473825006" sldId="909"/>
        </pc:sldMkLst>
        <pc:spChg chg="del">
          <ac:chgData name="Palit, Tapti" userId="dec6fbcd-7598-406a-8cbf-504d4a3bac15" providerId="ADAL" clId="{ECD42228-5B96-4A72-B268-C46DF994E6B7}" dt="2024-01-24T01:51:55.723" v="34351" actId="700"/>
          <ac:spMkLst>
            <pc:docMk/>
            <pc:sldMk cId="2473825006" sldId="909"/>
            <ac:spMk id="2" creationId="{987A2E84-E723-F936-F1B9-25A7CC839F22}"/>
          </ac:spMkLst>
        </pc:spChg>
        <pc:spChg chg="del mod ord">
          <ac:chgData name="Palit, Tapti" userId="dec6fbcd-7598-406a-8cbf-504d4a3bac15" providerId="ADAL" clId="{ECD42228-5B96-4A72-B268-C46DF994E6B7}" dt="2024-01-24T01:51:55.723" v="34351" actId="700"/>
          <ac:spMkLst>
            <pc:docMk/>
            <pc:sldMk cId="2473825006" sldId="909"/>
            <ac:spMk id="3" creationId="{12E19C1A-D136-4492-4E9B-107207C9009A}"/>
          </ac:spMkLst>
        </pc:spChg>
        <pc:spChg chg="mod ord">
          <ac:chgData name="Palit, Tapti" userId="dec6fbcd-7598-406a-8cbf-504d4a3bac15" providerId="ADAL" clId="{ECD42228-5B96-4A72-B268-C46DF994E6B7}" dt="2024-01-24T01:51:55.723" v="34351" actId="700"/>
          <ac:spMkLst>
            <pc:docMk/>
            <pc:sldMk cId="2473825006" sldId="909"/>
            <ac:spMk id="4" creationId="{1FD549FD-0E96-9A9A-1FDA-E15765F6888F}"/>
          </ac:spMkLst>
        </pc:spChg>
        <pc:spChg chg="del">
          <ac:chgData name="Palit, Tapti" userId="dec6fbcd-7598-406a-8cbf-504d4a3bac15" providerId="ADAL" clId="{ECD42228-5B96-4A72-B268-C46DF994E6B7}" dt="2024-01-24T01:51:55.723" v="34351" actId="700"/>
          <ac:spMkLst>
            <pc:docMk/>
            <pc:sldMk cId="2473825006" sldId="909"/>
            <ac:spMk id="5" creationId="{FEA7FDF2-FA08-D9F0-FFD8-A651642AD49E}"/>
          </ac:spMkLst>
        </pc:spChg>
        <pc:spChg chg="del">
          <ac:chgData name="Palit, Tapti" userId="dec6fbcd-7598-406a-8cbf-504d4a3bac15" providerId="ADAL" clId="{ECD42228-5B96-4A72-B268-C46DF994E6B7}" dt="2024-01-24T01:51:55.723" v="34351" actId="700"/>
          <ac:spMkLst>
            <pc:docMk/>
            <pc:sldMk cId="2473825006" sldId="909"/>
            <ac:spMk id="6" creationId="{975CF75A-E54F-1C7C-BAF4-D68675FEF3F0}"/>
          </ac:spMkLst>
        </pc:spChg>
        <pc:spChg chg="add mod ord">
          <ac:chgData name="Palit, Tapti" userId="dec6fbcd-7598-406a-8cbf-504d4a3bac15" providerId="ADAL" clId="{ECD42228-5B96-4A72-B268-C46DF994E6B7}" dt="2024-01-24T01:52:10.119" v="34417" actId="20577"/>
          <ac:spMkLst>
            <pc:docMk/>
            <pc:sldMk cId="2473825006" sldId="909"/>
            <ac:spMk id="7" creationId="{D9CC35A3-3DA6-82DA-3182-4900132EAD34}"/>
          </ac:spMkLst>
        </pc:spChg>
      </pc:sldChg>
      <pc:sldChg chg="addSp delSp modSp add del mod modClrScheme modAnim chgLayout modNotesTx">
        <pc:chgData name="Palit, Tapti" userId="dec6fbcd-7598-406a-8cbf-504d4a3bac15" providerId="ADAL" clId="{ECD42228-5B96-4A72-B268-C46DF994E6B7}" dt="2024-01-25T04:48:53.113" v="50545" actId="2696"/>
        <pc:sldMkLst>
          <pc:docMk/>
          <pc:sldMk cId="3860485384" sldId="909"/>
        </pc:sldMkLst>
        <pc:spChg chg="mod ord">
          <ac:chgData name="Palit, Tapti" userId="dec6fbcd-7598-406a-8cbf-504d4a3bac15" providerId="ADAL" clId="{ECD42228-5B96-4A72-B268-C46DF994E6B7}" dt="2024-01-24T02:24:36.340" v="35298" actId="700"/>
          <ac:spMkLst>
            <pc:docMk/>
            <pc:sldMk cId="3860485384" sldId="909"/>
            <ac:spMk id="3" creationId="{2712F33D-AE7B-D89A-8E52-A0CDF202C0DB}"/>
          </ac:spMkLst>
        </pc:spChg>
        <pc:spChg chg="mod ord">
          <ac:chgData name="Palit, Tapti" userId="dec6fbcd-7598-406a-8cbf-504d4a3bac15" providerId="ADAL" clId="{ECD42228-5B96-4A72-B268-C46DF994E6B7}" dt="2024-01-24T02:24:36.340" v="35298" actId="700"/>
          <ac:spMkLst>
            <pc:docMk/>
            <pc:sldMk cId="3860485384" sldId="909"/>
            <ac:spMk id="4" creationId="{E28BF4AD-8F4F-1876-D520-F456FB07EBE8}"/>
          </ac:spMkLst>
        </pc:spChg>
        <pc:spChg chg="add mod">
          <ac:chgData name="Palit, Tapti" userId="dec6fbcd-7598-406a-8cbf-504d4a3bac15" providerId="ADAL" clId="{ECD42228-5B96-4A72-B268-C46DF994E6B7}" dt="2024-01-24T02:24:49.985" v="35300" actId="207"/>
          <ac:spMkLst>
            <pc:docMk/>
            <pc:sldMk cId="3860485384" sldId="909"/>
            <ac:spMk id="5" creationId="{DC8D10EC-70BF-388B-DA34-2E4FCFDA2376}"/>
          </ac:spMkLst>
        </pc:spChg>
        <pc:spChg chg="del mod ord">
          <ac:chgData name="Palit, Tapti" userId="dec6fbcd-7598-406a-8cbf-504d4a3bac15" providerId="ADAL" clId="{ECD42228-5B96-4A72-B268-C46DF994E6B7}" dt="2024-01-24T02:24:36.340" v="35298" actId="700"/>
          <ac:spMkLst>
            <pc:docMk/>
            <pc:sldMk cId="3860485384" sldId="909"/>
            <ac:spMk id="6" creationId="{FAD5AB90-66DD-753E-5460-D7F435C445B7}"/>
          </ac:spMkLst>
        </pc:spChg>
        <pc:spChg chg="add mod ord">
          <ac:chgData name="Palit, Tapti" userId="dec6fbcd-7598-406a-8cbf-504d4a3bac15" providerId="ADAL" clId="{ECD42228-5B96-4A72-B268-C46DF994E6B7}" dt="2024-01-24T02:24:36.340" v="35298" actId="700"/>
          <ac:spMkLst>
            <pc:docMk/>
            <pc:sldMk cId="3860485384" sldId="909"/>
            <ac:spMk id="7" creationId="{E64EFD2C-6B33-0663-AF25-9AD54C718620}"/>
          </ac:spMkLst>
        </pc:spChg>
        <pc:spChg chg="add mod">
          <ac:chgData name="Palit, Tapti" userId="dec6fbcd-7598-406a-8cbf-504d4a3bac15" providerId="ADAL" clId="{ECD42228-5B96-4A72-B268-C46DF994E6B7}" dt="2024-01-24T02:26:48.498" v="35306" actId="1076"/>
          <ac:spMkLst>
            <pc:docMk/>
            <pc:sldMk cId="3860485384" sldId="909"/>
            <ac:spMk id="8" creationId="{762464C1-A6F9-B412-81E2-6E877CE3913C}"/>
          </ac:spMkLst>
        </pc:spChg>
        <pc:spChg chg="mod">
          <ac:chgData name="Palit, Tapti" userId="dec6fbcd-7598-406a-8cbf-504d4a3bac15" providerId="ADAL" clId="{ECD42228-5B96-4A72-B268-C46DF994E6B7}" dt="2024-01-24T03:11:26.669" v="36841" actId="1035"/>
          <ac:spMkLst>
            <pc:docMk/>
            <pc:sldMk cId="3860485384" sldId="909"/>
            <ac:spMk id="9" creationId="{FA65D7BD-2299-D65A-0A8A-D752F503FE89}"/>
          </ac:spMkLst>
        </pc:spChg>
        <pc:spChg chg="mod">
          <ac:chgData name="Palit, Tapti" userId="dec6fbcd-7598-406a-8cbf-504d4a3bac15" providerId="ADAL" clId="{ECD42228-5B96-4A72-B268-C46DF994E6B7}" dt="2024-01-24T03:11:31.134" v="36842" actId="1035"/>
          <ac:spMkLst>
            <pc:docMk/>
            <pc:sldMk cId="3860485384" sldId="909"/>
            <ac:spMk id="10" creationId="{9767292F-F995-2891-5AC6-F1BAB539EF7C}"/>
          </ac:spMkLst>
        </pc:spChg>
        <pc:spChg chg="mod">
          <ac:chgData name="Palit, Tapti" userId="dec6fbcd-7598-406a-8cbf-504d4a3bac15" providerId="ADAL" clId="{ECD42228-5B96-4A72-B268-C46DF994E6B7}" dt="2024-01-24T02:38:57.800" v="35819" actId="20577"/>
          <ac:spMkLst>
            <pc:docMk/>
            <pc:sldMk cId="3860485384" sldId="909"/>
            <ac:spMk id="15" creationId="{30E9CCF6-C0BA-B0F9-FD48-0BF4C0791D20}"/>
          </ac:spMkLst>
        </pc:spChg>
        <pc:picChg chg="mod">
          <ac:chgData name="Palit, Tapti" userId="dec6fbcd-7598-406a-8cbf-504d4a3bac15" providerId="ADAL" clId="{ECD42228-5B96-4A72-B268-C46DF994E6B7}" dt="2024-01-24T03:11:34.215" v="36843" actId="1035"/>
          <ac:picMkLst>
            <pc:docMk/>
            <pc:sldMk cId="3860485384" sldId="909"/>
            <ac:picMk id="17" creationId="{6134159E-1707-AE53-0F86-7838397A8209}"/>
          </ac:picMkLst>
        </pc:picChg>
        <pc:cxnChg chg="mod">
          <ac:chgData name="Palit, Tapti" userId="dec6fbcd-7598-406a-8cbf-504d4a3bac15" providerId="ADAL" clId="{ECD42228-5B96-4A72-B268-C46DF994E6B7}" dt="2024-01-24T03:11:34.215" v="36843" actId="1035"/>
          <ac:cxnSpMkLst>
            <pc:docMk/>
            <pc:sldMk cId="3860485384" sldId="909"/>
            <ac:cxnSpMk id="2" creationId="{49CF8573-829F-6D6D-4621-9A8FBD097048}"/>
          </ac:cxnSpMkLst>
        </pc:cxnChg>
        <pc:cxnChg chg="mod">
          <ac:chgData name="Palit, Tapti" userId="dec6fbcd-7598-406a-8cbf-504d4a3bac15" providerId="ADAL" clId="{ECD42228-5B96-4A72-B268-C46DF994E6B7}" dt="2024-01-24T03:11:31.134" v="36842" actId="1035"/>
          <ac:cxnSpMkLst>
            <pc:docMk/>
            <pc:sldMk cId="3860485384" sldId="909"/>
            <ac:cxnSpMk id="11" creationId="{063406EF-7FE0-4444-14BB-E719EBA63F57}"/>
          </ac:cxnSpMkLst>
        </pc:cxnChg>
        <pc:cxnChg chg="mod">
          <ac:chgData name="Palit, Tapti" userId="dec6fbcd-7598-406a-8cbf-504d4a3bac15" providerId="ADAL" clId="{ECD42228-5B96-4A72-B268-C46DF994E6B7}" dt="2024-01-24T03:11:26.669" v="36841" actId="1035"/>
          <ac:cxnSpMkLst>
            <pc:docMk/>
            <pc:sldMk cId="3860485384" sldId="909"/>
            <ac:cxnSpMk id="13" creationId="{A2F689EA-EE0A-4829-E31A-995BB4D840DF}"/>
          </ac:cxnSpMkLst>
        </pc:cxnChg>
      </pc:sldChg>
      <pc:sldChg chg="add del mod modShow">
        <pc:chgData name="Palit, Tapti" userId="dec6fbcd-7598-406a-8cbf-504d4a3bac15" providerId="ADAL" clId="{ECD42228-5B96-4A72-B268-C46DF994E6B7}" dt="2024-01-28T03:44:01.241" v="67437" actId="47"/>
        <pc:sldMkLst>
          <pc:docMk/>
          <pc:sldMk cId="3876581121" sldId="909"/>
        </pc:sldMkLst>
      </pc:sldChg>
      <pc:sldChg chg="add del mod modShow">
        <pc:chgData name="Palit, Tapti" userId="dec6fbcd-7598-406a-8cbf-504d4a3bac15" providerId="ADAL" clId="{ECD42228-5B96-4A72-B268-C46DF994E6B7}" dt="2024-01-28T03:44:01.241" v="67437" actId="47"/>
        <pc:sldMkLst>
          <pc:docMk/>
          <pc:sldMk cId="1700005522" sldId="910"/>
        </pc:sldMkLst>
      </pc:sldChg>
      <pc:sldChg chg="addSp delSp modSp add del mod delAnim addCm modNotesTx">
        <pc:chgData name="Palit, Tapti" userId="dec6fbcd-7598-406a-8cbf-504d4a3bac15" providerId="ADAL" clId="{ECD42228-5B96-4A72-B268-C46DF994E6B7}" dt="2024-01-25T04:48:53.113" v="50545" actId="2696"/>
        <pc:sldMkLst>
          <pc:docMk/>
          <pc:sldMk cId="3430816932" sldId="910"/>
        </pc:sldMkLst>
        <pc:spChg chg="mod">
          <ac:chgData name="Palit, Tapti" userId="dec6fbcd-7598-406a-8cbf-504d4a3bac15" providerId="ADAL" clId="{ECD42228-5B96-4A72-B268-C46DF994E6B7}" dt="2024-01-24T02:36:47.395" v="35637" actId="20577"/>
          <ac:spMkLst>
            <pc:docMk/>
            <pc:sldMk cId="3430816932" sldId="910"/>
            <ac:spMk id="3" creationId="{2712F33D-AE7B-D89A-8E52-A0CDF202C0DB}"/>
          </ac:spMkLst>
        </pc:spChg>
        <pc:spChg chg="del">
          <ac:chgData name="Palit, Tapti" userId="dec6fbcd-7598-406a-8cbf-504d4a3bac15" providerId="ADAL" clId="{ECD42228-5B96-4A72-B268-C46DF994E6B7}" dt="2024-01-24T02:28:53.568" v="35319" actId="478"/>
          <ac:spMkLst>
            <pc:docMk/>
            <pc:sldMk cId="3430816932" sldId="910"/>
            <ac:spMk id="5" creationId="{DC8D10EC-70BF-388B-DA34-2E4FCFDA2376}"/>
          </ac:spMkLst>
        </pc:spChg>
        <pc:spChg chg="add mod">
          <ac:chgData name="Palit, Tapti" userId="dec6fbcd-7598-406a-8cbf-504d4a3bac15" providerId="ADAL" clId="{ECD42228-5B96-4A72-B268-C46DF994E6B7}" dt="2024-01-24T02:37:54.937" v="35794" actId="20577"/>
          <ac:spMkLst>
            <pc:docMk/>
            <pc:sldMk cId="3430816932" sldId="910"/>
            <ac:spMk id="5" creationId="{FCE4DF27-D25A-9871-DADC-CDC2E2ED7529}"/>
          </ac:spMkLst>
        </pc:spChg>
        <pc:spChg chg="add mod">
          <ac:chgData name="Palit, Tapti" userId="dec6fbcd-7598-406a-8cbf-504d4a3bac15" providerId="ADAL" clId="{ECD42228-5B96-4A72-B268-C46DF994E6B7}" dt="2024-01-24T02:30:16.716" v="35370"/>
          <ac:spMkLst>
            <pc:docMk/>
            <pc:sldMk cId="3430816932" sldId="910"/>
            <ac:spMk id="6" creationId="{7AB01450-1357-FFE4-FEA4-024508AC6AE4}"/>
          </ac:spMkLst>
        </pc:spChg>
        <pc:spChg chg="del">
          <ac:chgData name="Palit, Tapti" userId="dec6fbcd-7598-406a-8cbf-504d4a3bac15" providerId="ADAL" clId="{ECD42228-5B96-4A72-B268-C46DF994E6B7}" dt="2024-01-24T03:16:33.779" v="37074" actId="478"/>
          <ac:spMkLst>
            <pc:docMk/>
            <pc:sldMk cId="3430816932" sldId="910"/>
            <ac:spMk id="7" creationId="{E64EFD2C-6B33-0663-AF25-9AD54C718620}"/>
          </ac:spMkLst>
        </pc:spChg>
        <pc:spChg chg="del">
          <ac:chgData name="Palit, Tapti" userId="dec6fbcd-7598-406a-8cbf-504d4a3bac15" providerId="ADAL" clId="{ECD42228-5B96-4A72-B268-C46DF994E6B7}" dt="2024-01-24T02:28:53.568" v="35319" actId="478"/>
          <ac:spMkLst>
            <pc:docMk/>
            <pc:sldMk cId="3430816932" sldId="910"/>
            <ac:spMk id="8" creationId="{762464C1-A6F9-B412-81E2-6E877CE3913C}"/>
          </ac:spMkLst>
        </pc:spChg>
        <pc:spChg chg="mod">
          <ac:chgData name="Palit, Tapti" userId="dec6fbcd-7598-406a-8cbf-504d4a3bac15" providerId="ADAL" clId="{ECD42228-5B96-4A72-B268-C46DF994E6B7}" dt="2024-01-24T03:12:09.922" v="36860" actId="1035"/>
          <ac:spMkLst>
            <pc:docMk/>
            <pc:sldMk cId="3430816932" sldId="910"/>
            <ac:spMk id="9" creationId="{FA65D7BD-2299-D65A-0A8A-D752F503FE89}"/>
          </ac:spMkLst>
        </pc:spChg>
        <pc:spChg chg="mod">
          <ac:chgData name="Palit, Tapti" userId="dec6fbcd-7598-406a-8cbf-504d4a3bac15" providerId="ADAL" clId="{ECD42228-5B96-4A72-B268-C46DF994E6B7}" dt="2024-01-24T03:12:23.370" v="36886" actId="1035"/>
          <ac:spMkLst>
            <pc:docMk/>
            <pc:sldMk cId="3430816932" sldId="910"/>
            <ac:spMk id="10" creationId="{9767292F-F995-2891-5AC6-F1BAB539EF7C}"/>
          </ac:spMkLst>
        </pc:spChg>
        <pc:spChg chg="del">
          <ac:chgData name="Palit, Tapti" userId="dec6fbcd-7598-406a-8cbf-504d4a3bac15" providerId="ADAL" clId="{ECD42228-5B96-4A72-B268-C46DF994E6B7}" dt="2024-01-24T02:30:10.627" v="35369" actId="478"/>
          <ac:spMkLst>
            <pc:docMk/>
            <pc:sldMk cId="3430816932" sldId="910"/>
            <ac:spMk id="14" creationId="{AE4FB2D9-7B61-6319-F911-A28ECE59DAC1}"/>
          </ac:spMkLst>
        </pc:spChg>
        <pc:spChg chg="del mod">
          <ac:chgData name="Palit, Tapti" userId="dec6fbcd-7598-406a-8cbf-504d4a3bac15" providerId="ADAL" clId="{ECD42228-5B96-4A72-B268-C46DF994E6B7}" dt="2024-01-24T02:30:07.559" v="35368" actId="478"/>
          <ac:spMkLst>
            <pc:docMk/>
            <pc:sldMk cId="3430816932" sldId="910"/>
            <ac:spMk id="15" creationId="{30E9CCF6-C0BA-B0F9-FD48-0BF4C0791D20}"/>
          </ac:spMkLst>
        </pc:spChg>
        <pc:spChg chg="add mod">
          <ac:chgData name="Palit, Tapti" userId="dec6fbcd-7598-406a-8cbf-504d4a3bac15" providerId="ADAL" clId="{ECD42228-5B96-4A72-B268-C46DF994E6B7}" dt="2024-01-24T02:37:48.322" v="35770" actId="20577"/>
          <ac:spMkLst>
            <pc:docMk/>
            <pc:sldMk cId="3430816932" sldId="910"/>
            <ac:spMk id="16" creationId="{45599644-6CDD-546D-E568-D7DF000D9CDF}"/>
          </ac:spMkLst>
        </pc:spChg>
        <pc:spChg chg="add mod">
          <ac:chgData name="Palit, Tapti" userId="dec6fbcd-7598-406a-8cbf-504d4a3bac15" providerId="ADAL" clId="{ECD42228-5B96-4A72-B268-C46DF994E6B7}" dt="2024-01-24T03:12:49.213" v="36890" actId="14100"/>
          <ac:spMkLst>
            <pc:docMk/>
            <pc:sldMk cId="3430816932" sldId="910"/>
            <ac:spMk id="18" creationId="{5C456D00-926C-72D7-854B-6182ACB33EB7}"/>
          </ac:spMkLst>
        </pc:spChg>
        <pc:spChg chg="add mod">
          <ac:chgData name="Palit, Tapti" userId="dec6fbcd-7598-406a-8cbf-504d4a3bac15" providerId="ADAL" clId="{ECD42228-5B96-4A72-B268-C46DF994E6B7}" dt="2024-01-24T03:13:01.457" v="36900" actId="1035"/>
          <ac:spMkLst>
            <pc:docMk/>
            <pc:sldMk cId="3430816932" sldId="910"/>
            <ac:spMk id="19" creationId="{8FE2189E-861F-0117-0F14-C410C4E7AD17}"/>
          </ac:spMkLst>
        </pc:spChg>
        <pc:picChg chg="mod">
          <ac:chgData name="Palit, Tapti" userId="dec6fbcd-7598-406a-8cbf-504d4a3bac15" providerId="ADAL" clId="{ECD42228-5B96-4A72-B268-C46DF994E6B7}" dt="2024-01-24T02:55:51.777" v="36373" actId="1076"/>
          <ac:picMkLst>
            <pc:docMk/>
            <pc:sldMk cId="3430816932" sldId="910"/>
            <ac:picMk id="17" creationId="{6134159E-1707-AE53-0F86-7838397A8209}"/>
          </ac:picMkLst>
        </pc:picChg>
        <pc:picChg chg="add mod">
          <ac:chgData name="Palit, Tapti" userId="dec6fbcd-7598-406a-8cbf-504d4a3bac15" providerId="ADAL" clId="{ECD42228-5B96-4A72-B268-C46DF994E6B7}" dt="2024-01-24T03:13:06.227" v="36901" actId="1076"/>
          <ac:picMkLst>
            <pc:docMk/>
            <pc:sldMk cId="3430816932" sldId="910"/>
            <ac:picMk id="24" creationId="{15ADB422-0CF4-74C3-91B1-46B9B246166A}"/>
          </ac:picMkLst>
        </pc:picChg>
        <pc:cxnChg chg="mod">
          <ac:chgData name="Palit, Tapti" userId="dec6fbcd-7598-406a-8cbf-504d4a3bac15" providerId="ADAL" clId="{ECD42228-5B96-4A72-B268-C46DF994E6B7}" dt="2024-01-24T03:12:23.370" v="36886" actId="1035"/>
          <ac:cxnSpMkLst>
            <pc:docMk/>
            <pc:sldMk cId="3430816932" sldId="910"/>
            <ac:cxnSpMk id="2" creationId="{49CF8573-829F-6D6D-4621-9A8FBD097048}"/>
          </ac:cxnSpMkLst>
        </pc:cxnChg>
        <pc:cxnChg chg="mod">
          <ac:chgData name="Palit, Tapti" userId="dec6fbcd-7598-406a-8cbf-504d4a3bac15" providerId="ADAL" clId="{ECD42228-5B96-4A72-B268-C46DF994E6B7}" dt="2024-01-24T03:12:23.370" v="36886" actId="1035"/>
          <ac:cxnSpMkLst>
            <pc:docMk/>
            <pc:sldMk cId="3430816932" sldId="910"/>
            <ac:cxnSpMk id="11" creationId="{063406EF-7FE0-4444-14BB-E719EBA63F57}"/>
          </ac:cxnSpMkLst>
        </pc:cxnChg>
        <pc:cxnChg chg="mod">
          <ac:chgData name="Palit, Tapti" userId="dec6fbcd-7598-406a-8cbf-504d4a3bac15" providerId="ADAL" clId="{ECD42228-5B96-4A72-B268-C46DF994E6B7}" dt="2024-01-24T03:12:09.922" v="36860" actId="1035"/>
          <ac:cxnSpMkLst>
            <pc:docMk/>
            <pc:sldMk cId="3430816932" sldId="910"/>
            <ac:cxnSpMk id="13" creationId="{A2F689EA-EE0A-4829-E31A-995BB4D840DF}"/>
          </ac:cxnSpMkLst>
        </pc:cxnChg>
        <pc:cxnChg chg="add mod">
          <ac:chgData name="Palit, Tapti" userId="dec6fbcd-7598-406a-8cbf-504d4a3bac15" providerId="ADAL" clId="{ECD42228-5B96-4A72-B268-C46DF994E6B7}" dt="2024-01-24T03:12:49.213" v="36890" actId="14100"/>
          <ac:cxnSpMkLst>
            <pc:docMk/>
            <pc:sldMk cId="3430816932" sldId="910"/>
            <ac:cxnSpMk id="14" creationId="{ABE0F8A8-B2C4-0DB8-6A38-49E30571CE3B}"/>
          </ac:cxnSpMkLst>
        </pc:cxnChg>
        <pc:cxnChg chg="add mod">
          <ac:chgData name="Palit, Tapti" userId="dec6fbcd-7598-406a-8cbf-504d4a3bac15" providerId="ADAL" clId="{ECD42228-5B96-4A72-B268-C46DF994E6B7}" dt="2024-01-24T03:13:01.457" v="36900" actId="1035"/>
          <ac:cxnSpMkLst>
            <pc:docMk/>
            <pc:sldMk cId="3430816932" sldId="910"/>
            <ac:cxnSpMk id="20" creationId="{C1E8F081-834F-20EC-FE77-03D02FCA4588}"/>
          </ac:cxnSpMkLst>
        </pc:cxnChg>
        <pc:cxnChg chg="add mod">
          <ac:chgData name="Palit, Tapti" userId="dec6fbcd-7598-406a-8cbf-504d4a3bac15" providerId="ADAL" clId="{ECD42228-5B96-4A72-B268-C46DF994E6B7}" dt="2024-01-24T03:13:06.227" v="36901" actId="1076"/>
          <ac:cxnSpMkLst>
            <pc:docMk/>
            <pc:sldMk cId="3430816932" sldId="910"/>
            <ac:cxnSpMk id="21" creationId="{BA285874-5332-9F6E-8335-EAB7343662E0}"/>
          </ac:cxnSpMkLst>
        </pc:cxn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24T02:53:50.705" v="36363"/>
              <pc2:cmMkLst xmlns:pc2="http://schemas.microsoft.com/office/powerpoint/2019/9/main/command">
                <pc:docMk/>
                <pc:sldMk cId="3430816932" sldId="910"/>
                <pc2:cmMk id="{499A5583-E752-4A62-BF5A-4A0065E6AED7}"/>
              </pc2:cmMkLst>
            </pc226:cmChg>
          </p:ext>
        </pc:extLst>
      </pc:sldChg>
      <pc:sldChg chg="add del mod modShow">
        <pc:chgData name="Palit, Tapti" userId="dec6fbcd-7598-406a-8cbf-504d4a3bac15" providerId="ADAL" clId="{ECD42228-5B96-4A72-B268-C46DF994E6B7}" dt="2024-01-28T03:44:01.241" v="67437" actId="47"/>
        <pc:sldMkLst>
          <pc:docMk/>
          <pc:sldMk cId="1567735828" sldId="911"/>
        </pc:sldMkLst>
      </pc:sldChg>
      <pc:sldChg chg="addSp modSp add del mod modAnim modNotesTx">
        <pc:chgData name="Palit, Tapti" userId="dec6fbcd-7598-406a-8cbf-504d4a3bac15" providerId="ADAL" clId="{ECD42228-5B96-4A72-B268-C46DF994E6B7}" dt="2024-01-25T04:48:53.113" v="50545" actId="2696"/>
        <pc:sldMkLst>
          <pc:docMk/>
          <pc:sldMk cId="2331828216" sldId="911"/>
        </pc:sldMkLst>
        <pc:spChg chg="mod">
          <ac:chgData name="Palit, Tapti" userId="dec6fbcd-7598-406a-8cbf-504d4a3bac15" providerId="ADAL" clId="{ECD42228-5B96-4A72-B268-C46DF994E6B7}" dt="2024-01-24T02:36:24.227" v="35610" actId="20577"/>
          <ac:spMkLst>
            <pc:docMk/>
            <pc:sldMk cId="2331828216" sldId="911"/>
            <ac:spMk id="5" creationId="{A5C03726-C797-7BB6-252B-7E78B26463A4}"/>
          </ac:spMkLst>
        </pc:spChg>
        <pc:spChg chg="mod">
          <ac:chgData name="Palit, Tapti" userId="dec6fbcd-7598-406a-8cbf-504d4a3bac15" providerId="ADAL" clId="{ECD42228-5B96-4A72-B268-C46DF994E6B7}" dt="2024-01-24T02:41:43.714" v="35837" actId="20577"/>
          <ac:spMkLst>
            <pc:docMk/>
            <pc:sldMk cId="2331828216" sldId="911"/>
            <ac:spMk id="7" creationId="{05B7E98C-2F67-CE84-0B0B-DC7C7D7354C8}"/>
          </ac:spMkLst>
        </pc:spChg>
        <pc:spChg chg="mod">
          <ac:chgData name="Palit, Tapti" userId="dec6fbcd-7598-406a-8cbf-504d4a3bac15" providerId="ADAL" clId="{ECD42228-5B96-4A72-B268-C46DF994E6B7}" dt="2024-01-24T03:13:59.928" v="36911" actId="6549"/>
          <ac:spMkLst>
            <pc:docMk/>
            <pc:sldMk cId="2331828216" sldId="911"/>
            <ac:spMk id="20" creationId="{FFB71976-E38C-5D69-8CB8-6D9C1B110290}"/>
          </ac:spMkLst>
        </pc:spChg>
        <pc:spChg chg="add mod">
          <ac:chgData name="Palit, Tapti" userId="dec6fbcd-7598-406a-8cbf-504d4a3bac15" providerId="ADAL" clId="{ECD42228-5B96-4A72-B268-C46DF994E6B7}" dt="2024-01-24T02:48:31.855" v="35923" actId="14100"/>
          <ac:spMkLst>
            <pc:docMk/>
            <pc:sldMk cId="2331828216" sldId="911"/>
            <ac:spMk id="23" creationId="{EEBD84B5-1350-637E-21C0-D5972C3F88A5}"/>
          </ac:spMkLst>
        </pc:spChg>
        <pc:spChg chg="add mod">
          <ac:chgData name="Palit, Tapti" userId="dec6fbcd-7598-406a-8cbf-504d4a3bac15" providerId="ADAL" clId="{ECD42228-5B96-4A72-B268-C46DF994E6B7}" dt="2024-01-24T19:39:29.976" v="41306"/>
          <ac:spMkLst>
            <pc:docMk/>
            <pc:sldMk cId="2331828216" sldId="911"/>
            <ac:spMk id="24" creationId="{12F5A6D5-A3DB-0259-38A4-BE86181342D4}"/>
          </ac:spMkLst>
        </pc:spChg>
        <pc:cxnChg chg="add mod">
          <ac:chgData name="Palit, Tapti" userId="dec6fbcd-7598-406a-8cbf-504d4a3bac15" providerId="ADAL" clId="{ECD42228-5B96-4A72-B268-C46DF994E6B7}" dt="2024-01-24T02:39:55.888" v="35821"/>
          <ac:cxnSpMkLst>
            <pc:docMk/>
            <pc:sldMk cId="2331828216" sldId="911"/>
            <ac:cxnSpMk id="6" creationId="{85065DAE-029C-7193-15B2-A8165CF1694C}"/>
          </ac:cxnSpMkLst>
        </pc:cxnChg>
        <pc:cxnChg chg="add mod">
          <ac:chgData name="Palit, Tapti" userId="dec6fbcd-7598-406a-8cbf-504d4a3bac15" providerId="ADAL" clId="{ECD42228-5B96-4A72-B268-C46DF994E6B7}" dt="2024-01-24T02:42:39.102" v="35847" actId="692"/>
          <ac:cxnSpMkLst>
            <pc:docMk/>
            <pc:sldMk cId="2331828216" sldId="911"/>
            <ac:cxnSpMk id="10" creationId="{B8647F1F-1E86-751C-3975-410683DCD1F0}"/>
          </ac:cxnSpMkLst>
        </pc:cxnChg>
        <pc:cxnChg chg="add mod">
          <ac:chgData name="Palit, Tapti" userId="dec6fbcd-7598-406a-8cbf-504d4a3bac15" providerId="ADAL" clId="{ECD42228-5B96-4A72-B268-C46DF994E6B7}" dt="2024-01-24T02:42:39.102" v="35847" actId="692"/>
          <ac:cxnSpMkLst>
            <pc:docMk/>
            <pc:sldMk cId="2331828216" sldId="911"/>
            <ac:cxnSpMk id="12" creationId="{FB2DB138-B1B5-60DE-48CF-D8B71B92978E}"/>
          </ac:cxnSpMkLst>
        </pc:cxnChg>
        <pc:cxnChg chg="add mod">
          <ac:chgData name="Palit, Tapti" userId="dec6fbcd-7598-406a-8cbf-504d4a3bac15" providerId="ADAL" clId="{ECD42228-5B96-4A72-B268-C46DF994E6B7}" dt="2024-01-24T02:42:39.102" v="35847" actId="692"/>
          <ac:cxnSpMkLst>
            <pc:docMk/>
            <pc:sldMk cId="2331828216" sldId="911"/>
            <ac:cxnSpMk id="14" creationId="{FD163F1E-9E26-2CD9-FD43-959296474CFF}"/>
          </ac:cxnSpMkLst>
        </pc:cxnChg>
        <pc:cxnChg chg="add mod">
          <ac:chgData name="Palit, Tapti" userId="dec6fbcd-7598-406a-8cbf-504d4a3bac15" providerId="ADAL" clId="{ECD42228-5B96-4A72-B268-C46DF994E6B7}" dt="2024-01-24T02:42:39.102" v="35847" actId="692"/>
          <ac:cxnSpMkLst>
            <pc:docMk/>
            <pc:sldMk cId="2331828216" sldId="911"/>
            <ac:cxnSpMk id="15" creationId="{F89A670D-479D-525E-60C7-561714F592EB}"/>
          </ac:cxnSpMkLst>
        </pc:cxnChg>
        <pc:cxnChg chg="add mod">
          <ac:chgData name="Palit, Tapti" userId="dec6fbcd-7598-406a-8cbf-504d4a3bac15" providerId="ADAL" clId="{ECD42228-5B96-4A72-B268-C46DF994E6B7}" dt="2024-01-24T02:42:39.102" v="35847" actId="692"/>
          <ac:cxnSpMkLst>
            <pc:docMk/>
            <pc:sldMk cId="2331828216" sldId="911"/>
            <ac:cxnSpMk id="16" creationId="{87AC1E60-B4E4-23CB-6644-167E06BB637E}"/>
          </ac:cxnSpMkLst>
        </pc:cxnChg>
        <pc:cxnChg chg="add mod">
          <ac:chgData name="Palit, Tapti" userId="dec6fbcd-7598-406a-8cbf-504d4a3bac15" providerId="ADAL" clId="{ECD42228-5B96-4A72-B268-C46DF994E6B7}" dt="2024-01-24T02:42:39.102" v="35847" actId="692"/>
          <ac:cxnSpMkLst>
            <pc:docMk/>
            <pc:sldMk cId="2331828216" sldId="911"/>
            <ac:cxnSpMk id="17" creationId="{C9C0918F-E7D2-4367-6EE5-8E2383313CE2}"/>
          </ac:cxnSpMkLst>
        </pc:cxnChg>
        <pc:cxnChg chg="add mod">
          <ac:chgData name="Palit, Tapti" userId="dec6fbcd-7598-406a-8cbf-504d4a3bac15" providerId="ADAL" clId="{ECD42228-5B96-4A72-B268-C46DF994E6B7}" dt="2024-01-24T02:42:39.102" v="35847" actId="692"/>
          <ac:cxnSpMkLst>
            <pc:docMk/>
            <pc:sldMk cId="2331828216" sldId="911"/>
            <ac:cxnSpMk id="18" creationId="{E3CBF07C-EA42-61EC-8ECA-7F3E86291ECE}"/>
          </ac:cxnSpMkLst>
        </pc:cxnChg>
        <pc:cxnChg chg="add mod">
          <ac:chgData name="Palit, Tapti" userId="dec6fbcd-7598-406a-8cbf-504d4a3bac15" providerId="ADAL" clId="{ECD42228-5B96-4A72-B268-C46DF994E6B7}" dt="2024-01-24T02:42:39.102" v="35847" actId="692"/>
          <ac:cxnSpMkLst>
            <pc:docMk/>
            <pc:sldMk cId="2331828216" sldId="911"/>
            <ac:cxnSpMk id="19" creationId="{AD880DBC-E04F-1AD0-45E7-CD7700ADDA44}"/>
          </ac:cxnSpMkLst>
        </pc:cxnChg>
        <pc:cxnChg chg="add mod">
          <ac:chgData name="Palit, Tapti" userId="dec6fbcd-7598-406a-8cbf-504d4a3bac15" providerId="ADAL" clId="{ECD42228-5B96-4A72-B268-C46DF994E6B7}" dt="2024-01-24T02:42:39.102" v="35847" actId="692"/>
          <ac:cxnSpMkLst>
            <pc:docMk/>
            <pc:sldMk cId="2331828216" sldId="911"/>
            <ac:cxnSpMk id="21" creationId="{9AE85AA4-1193-4C03-85DF-B5A6D89CEE6A}"/>
          </ac:cxnSpMkLst>
        </pc:cxnChg>
        <pc:cxnChg chg="add mod">
          <ac:chgData name="Palit, Tapti" userId="dec6fbcd-7598-406a-8cbf-504d4a3bac15" providerId="ADAL" clId="{ECD42228-5B96-4A72-B268-C46DF994E6B7}" dt="2024-01-24T02:42:39.102" v="35847" actId="692"/>
          <ac:cxnSpMkLst>
            <pc:docMk/>
            <pc:sldMk cId="2331828216" sldId="911"/>
            <ac:cxnSpMk id="22" creationId="{901F8FF7-9A72-BDC2-D466-050DC59EE221}"/>
          </ac:cxnSpMkLst>
        </pc:cxnChg>
      </pc:sldChg>
      <pc:sldChg chg="modSp add del mod">
        <pc:chgData name="Palit, Tapti" userId="dec6fbcd-7598-406a-8cbf-504d4a3bac15" providerId="ADAL" clId="{ECD42228-5B96-4A72-B268-C46DF994E6B7}" dt="2024-01-24T02:55:34.165" v="36372" actId="47"/>
        <pc:sldMkLst>
          <pc:docMk/>
          <pc:sldMk cId="2452082756" sldId="912"/>
        </pc:sldMkLst>
        <pc:spChg chg="mod">
          <ac:chgData name="Palit, Tapti" userId="dec6fbcd-7598-406a-8cbf-504d4a3bac15" providerId="ADAL" clId="{ECD42228-5B96-4A72-B268-C46DF994E6B7}" dt="2024-01-24T02:37:05.825" v="35679" actId="20577"/>
          <ac:spMkLst>
            <pc:docMk/>
            <pc:sldMk cId="2452082756" sldId="912"/>
            <ac:spMk id="3" creationId="{2712F33D-AE7B-D89A-8E52-A0CDF202C0DB}"/>
          </ac:spMkLst>
        </pc:spChg>
      </pc:sldChg>
      <pc:sldChg chg="new del">
        <pc:chgData name="Palit, Tapti" userId="dec6fbcd-7598-406a-8cbf-504d4a3bac15" providerId="ADAL" clId="{ECD42228-5B96-4A72-B268-C46DF994E6B7}" dt="2024-01-24T02:36:53.028" v="35639" actId="47"/>
        <pc:sldMkLst>
          <pc:docMk/>
          <pc:sldMk cId="3570320072" sldId="912"/>
        </pc:sldMkLst>
      </pc:sldChg>
      <pc:sldChg chg="add del mod modShow">
        <pc:chgData name="Palit, Tapti" userId="dec6fbcd-7598-406a-8cbf-504d4a3bac15" providerId="ADAL" clId="{ECD42228-5B96-4A72-B268-C46DF994E6B7}" dt="2024-01-28T03:44:01.241" v="67437" actId="47"/>
        <pc:sldMkLst>
          <pc:docMk/>
          <pc:sldMk cId="979253625" sldId="913"/>
        </pc:sldMkLst>
      </pc:sldChg>
      <pc:sldChg chg="addSp delSp modSp new del mod modClrScheme modAnim chgLayout modNotesTx">
        <pc:chgData name="Palit, Tapti" userId="dec6fbcd-7598-406a-8cbf-504d4a3bac15" providerId="ADAL" clId="{ECD42228-5B96-4A72-B268-C46DF994E6B7}" dt="2024-01-25T04:48:53.113" v="50545" actId="2696"/>
        <pc:sldMkLst>
          <pc:docMk/>
          <pc:sldMk cId="2719217279" sldId="913"/>
        </pc:sldMkLst>
        <pc:spChg chg="del mod ord">
          <ac:chgData name="Palit, Tapti" userId="dec6fbcd-7598-406a-8cbf-504d4a3bac15" providerId="ADAL" clId="{ECD42228-5B96-4A72-B268-C46DF994E6B7}" dt="2024-01-24T02:49:14.549" v="35974" actId="700"/>
          <ac:spMkLst>
            <pc:docMk/>
            <pc:sldMk cId="2719217279" sldId="913"/>
            <ac:spMk id="2" creationId="{D981D89A-0270-763F-6E98-EEB33142534C}"/>
          </ac:spMkLst>
        </pc:spChg>
        <pc:spChg chg="del mod ord">
          <ac:chgData name="Palit, Tapti" userId="dec6fbcd-7598-406a-8cbf-504d4a3bac15" providerId="ADAL" clId="{ECD42228-5B96-4A72-B268-C46DF994E6B7}" dt="2024-01-24T02:49:14.549" v="35974" actId="700"/>
          <ac:spMkLst>
            <pc:docMk/>
            <pc:sldMk cId="2719217279" sldId="913"/>
            <ac:spMk id="3" creationId="{10944A8A-BCD3-BB74-9647-8E4C683C22CD}"/>
          </ac:spMkLst>
        </pc:spChg>
        <pc:spChg chg="mod ord">
          <ac:chgData name="Palit, Tapti" userId="dec6fbcd-7598-406a-8cbf-504d4a3bac15" providerId="ADAL" clId="{ECD42228-5B96-4A72-B268-C46DF994E6B7}" dt="2024-01-24T02:49:14.549" v="35974" actId="700"/>
          <ac:spMkLst>
            <pc:docMk/>
            <pc:sldMk cId="2719217279" sldId="913"/>
            <ac:spMk id="4" creationId="{4E809B5D-01D9-3C3E-76CD-68F5CDCC0C28}"/>
          </ac:spMkLst>
        </pc:spChg>
        <pc:spChg chg="del">
          <ac:chgData name="Palit, Tapti" userId="dec6fbcd-7598-406a-8cbf-504d4a3bac15" providerId="ADAL" clId="{ECD42228-5B96-4A72-B268-C46DF994E6B7}" dt="2024-01-24T02:49:14.549" v="35974" actId="700"/>
          <ac:spMkLst>
            <pc:docMk/>
            <pc:sldMk cId="2719217279" sldId="913"/>
            <ac:spMk id="5" creationId="{75870D0E-B58A-9261-2A7A-5E1886E07818}"/>
          </ac:spMkLst>
        </pc:spChg>
        <pc:spChg chg="del">
          <ac:chgData name="Palit, Tapti" userId="dec6fbcd-7598-406a-8cbf-504d4a3bac15" providerId="ADAL" clId="{ECD42228-5B96-4A72-B268-C46DF994E6B7}" dt="2024-01-24T02:49:14.549" v="35974" actId="700"/>
          <ac:spMkLst>
            <pc:docMk/>
            <pc:sldMk cId="2719217279" sldId="913"/>
            <ac:spMk id="6" creationId="{2C8E49A6-D277-9FE9-5924-79A3F9326FB4}"/>
          </ac:spMkLst>
        </pc:spChg>
        <pc:spChg chg="add mod ord">
          <ac:chgData name="Palit, Tapti" userId="dec6fbcd-7598-406a-8cbf-504d4a3bac15" providerId="ADAL" clId="{ECD42228-5B96-4A72-B268-C46DF994E6B7}" dt="2024-01-24T02:49:19.444" v="35988" actId="20577"/>
          <ac:spMkLst>
            <pc:docMk/>
            <pc:sldMk cId="2719217279" sldId="913"/>
            <ac:spMk id="7" creationId="{147022E7-D73D-46F6-6EA9-5983764ED9E1}"/>
          </ac:spMkLst>
        </pc:spChg>
        <pc:spChg chg="add mod ord">
          <ac:chgData name="Palit, Tapti" userId="dec6fbcd-7598-406a-8cbf-504d4a3bac15" providerId="ADAL" clId="{ECD42228-5B96-4A72-B268-C46DF994E6B7}" dt="2024-01-24T03:27:02.265" v="37389" actId="27636"/>
          <ac:spMkLst>
            <pc:docMk/>
            <pc:sldMk cId="2719217279" sldId="913"/>
            <ac:spMk id="8" creationId="{2AC6FC9D-E989-7321-4022-67A5252A1DA1}"/>
          </ac:spMkLst>
        </pc:spChg>
        <pc:spChg chg="add mod">
          <ac:chgData name="Palit, Tapti" userId="dec6fbcd-7598-406a-8cbf-504d4a3bac15" providerId="ADAL" clId="{ECD42228-5B96-4A72-B268-C46DF994E6B7}" dt="2024-01-24T03:29:12.707" v="37575" actId="14100"/>
          <ac:spMkLst>
            <pc:docMk/>
            <pc:sldMk cId="2719217279" sldId="913"/>
            <ac:spMk id="9" creationId="{CA31204F-C38D-43F8-022E-EC897070E34D}"/>
          </ac:spMkLst>
        </pc:spChg>
        <pc:spChg chg="add mod">
          <ac:chgData name="Palit, Tapti" userId="dec6fbcd-7598-406a-8cbf-504d4a3bac15" providerId="ADAL" clId="{ECD42228-5B96-4A72-B268-C46DF994E6B7}" dt="2024-01-24T03:27:13.055" v="37393"/>
          <ac:spMkLst>
            <pc:docMk/>
            <pc:sldMk cId="2719217279" sldId="913"/>
            <ac:spMk id="10" creationId="{9E646F96-646D-CB65-D05D-F457B1AB275D}"/>
          </ac:spMkLst>
        </pc:spChg>
      </pc:sldChg>
      <pc:sldChg chg="add del">
        <pc:chgData name="Palit, Tapti" userId="dec6fbcd-7598-406a-8cbf-504d4a3bac15" providerId="ADAL" clId="{ECD42228-5B96-4A72-B268-C46DF994E6B7}" dt="2024-01-24T02:48:17.699" v="35917"/>
        <pc:sldMkLst>
          <pc:docMk/>
          <pc:sldMk cId="4127212759" sldId="913"/>
        </pc:sldMkLst>
      </pc:sldChg>
      <pc:sldChg chg="add del mod modShow">
        <pc:chgData name="Palit, Tapti" userId="dec6fbcd-7598-406a-8cbf-504d4a3bac15" providerId="ADAL" clId="{ECD42228-5B96-4A72-B268-C46DF994E6B7}" dt="2024-01-28T03:44:01.241" v="67437" actId="47"/>
        <pc:sldMkLst>
          <pc:docMk/>
          <pc:sldMk cId="711769095" sldId="914"/>
        </pc:sldMkLst>
      </pc:sldChg>
      <pc:sldChg chg="addSp delSp modSp add del mod modAnim modNotesTx">
        <pc:chgData name="Palit, Tapti" userId="dec6fbcd-7598-406a-8cbf-504d4a3bac15" providerId="ADAL" clId="{ECD42228-5B96-4A72-B268-C46DF994E6B7}" dt="2024-01-25T04:48:53.113" v="50545" actId="2696"/>
        <pc:sldMkLst>
          <pc:docMk/>
          <pc:sldMk cId="1131942099" sldId="914"/>
        </pc:sldMkLst>
        <pc:spChg chg="mod">
          <ac:chgData name="Palit, Tapti" userId="dec6fbcd-7598-406a-8cbf-504d4a3bac15" providerId="ADAL" clId="{ECD42228-5B96-4A72-B268-C46DF994E6B7}" dt="2024-01-24T03:47:10.055" v="38690" actId="20577"/>
          <ac:spMkLst>
            <pc:docMk/>
            <pc:sldMk cId="1131942099" sldId="914"/>
            <ac:spMk id="3" creationId="{2712F33D-AE7B-D89A-8E52-A0CDF202C0DB}"/>
          </ac:spMkLst>
        </pc:spChg>
        <pc:spChg chg="del mod">
          <ac:chgData name="Palit, Tapti" userId="dec6fbcd-7598-406a-8cbf-504d4a3bac15" providerId="ADAL" clId="{ECD42228-5B96-4A72-B268-C46DF994E6B7}" dt="2024-01-24T03:15:10.532" v="36917" actId="478"/>
          <ac:spMkLst>
            <pc:docMk/>
            <pc:sldMk cId="1131942099" sldId="914"/>
            <ac:spMk id="5" creationId="{FCE4DF27-D25A-9871-DADC-CDC2E2ED7529}"/>
          </ac:spMkLst>
        </pc:spChg>
        <pc:spChg chg="del">
          <ac:chgData name="Palit, Tapti" userId="dec6fbcd-7598-406a-8cbf-504d4a3bac15" providerId="ADAL" clId="{ECD42228-5B96-4A72-B268-C46DF994E6B7}" dt="2024-01-24T03:07:17.650" v="36780" actId="478"/>
          <ac:spMkLst>
            <pc:docMk/>
            <pc:sldMk cId="1131942099" sldId="914"/>
            <ac:spMk id="6" creationId="{7AB01450-1357-FFE4-FEA4-024508AC6AE4}"/>
          </ac:spMkLst>
        </pc:spChg>
        <pc:spChg chg="del">
          <ac:chgData name="Palit, Tapti" userId="dec6fbcd-7598-406a-8cbf-504d4a3bac15" providerId="ADAL" clId="{ECD42228-5B96-4A72-B268-C46DF994E6B7}" dt="2024-01-24T03:03:48.971" v="36677" actId="478"/>
          <ac:spMkLst>
            <pc:docMk/>
            <pc:sldMk cId="1131942099" sldId="914"/>
            <ac:spMk id="7" creationId="{E64EFD2C-6B33-0663-AF25-9AD54C718620}"/>
          </ac:spMkLst>
        </pc:spChg>
        <pc:spChg chg="del mod">
          <ac:chgData name="Palit, Tapti" userId="dec6fbcd-7598-406a-8cbf-504d4a3bac15" providerId="ADAL" clId="{ECD42228-5B96-4A72-B268-C46DF994E6B7}" dt="2024-01-24T03:07:14.443" v="36779" actId="478"/>
          <ac:spMkLst>
            <pc:docMk/>
            <pc:sldMk cId="1131942099" sldId="914"/>
            <ac:spMk id="9" creationId="{FA65D7BD-2299-D65A-0A8A-D752F503FE89}"/>
          </ac:spMkLst>
        </pc:spChg>
        <pc:spChg chg="del mod">
          <ac:chgData name="Palit, Tapti" userId="dec6fbcd-7598-406a-8cbf-504d4a3bac15" providerId="ADAL" clId="{ECD42228-5B96-4A72-B268-C46DF994E6B7}" dt="2024-01-24T03:07:14.443" v="36779" actId="478"/>
          <ac:spMkLst>
            <pc:docMk/>
            <pc:sldMk cId="1131942099" sldId="914"/>
            <ac:spMk id="10" creationId="{9767292F-F995-2891-5AC6-F1BAB539EF7C}"/>
          </ac:spMkLst>
        </pc:spChg>
        <pc:spChg chg="del mod">
          <ac:chgData name="Palit, Tapti" userId="dec6fbcd-7598-406a-8cbf-504d4a3bac15" providerId="ADAL" clId="{ECD42228-5B96-4A72-B268-C46DF994E6B7}" dt="2024-01-24T03:15:10.532" v="36917" actId="478"/>
          <ac:spMkLst>
            <pc:docMk/>
            <pc:sldMk cId="1131942099" sldId="914"/>
            <ac:spMk id="16" creationId="{45599644-6CDD-546D-E568-D7DF000D9CDF}"/>
          </ac:spMkLst>
        </pc:spChg>
        <pc:spChg chg="del mod">
          <ac:chgData name="Palit, Tapti" userId="dec6fbcd-7598-406a-8cbf-504d4a3bac15" providerId="ADAL" clId="{ECD42228-5B96-4A72-B268-C46DF994E6B7}" dt="2024-01-24T03:07:14.443" v="36779" actId="478"/>
          <ac:spMkLst>
            <pc:docMk/>
            <pc:sldMk cId="1131942099" sldId="914"/>
            <ac:spMk id="18" creationId="{5C456D00-926C-72D7-854B-6182ACB33EB7}"/>
          </ac:spMkLst>
        </pc:spChg>
        <pc:spChg chg="del mod">
          <ac:chgData name="Palit, Tapti" userId="dec6fbcd-7598-406a-8cbf-504d4a3bac15" providerId="ADAL" clId="{ECD42228-5B96-4A72-B268-C46DF994E6B7}" dt="2024-01-24T03:07:14.443" v="36779" actId="478"/>
          <ac:spMkLst>
            <pc:docMk/>
            <pc:sldMk cId="1131942099" sldId="914"/>
            <ac:spMk id="19" creationId="{8FE2189E-861F-0117-0F14-C410C4E7AD17}"/>
          </ac:spMkLst>
        </pc:spChg>
        <pc:spChg chg="add del mod">
          <ac:chgData name="Palit, Tapti" userId="dec6fbcd-7598-406a-8cbf-504d4a3bac15" providerId="ADAL" clId="{ECD42228-5B96-4A72-B268-C46DF994E6B7}" dt="2024-01-24T03:01:46.809" v="36618" actId="478"/>
          <ac:spMkLst>
            <pc:docMk/>
            <pc:sldMk cId="1131942099" sldId="914"/>
            <ac:spMk id="29" creationId="{393CC9B1-7ED2-80E3-BFD0-8A077B819778}"/>
          </ac:spMkLst>
        </pc:spChg>
        <pc:spChg chg="add del mod">
          <ac:chgData name="Palit, Tapti" userId="dec6fbcd-7598-406a-8cbf-504d4a3bac15" providerId="ADAL" clId="{ECD42228-5B96-4A72-B268-C46DF994E6B7}" dt="2024-01-24T03:15:10.532" v="36917" actId="478"/>
          <ac:spMkLst>
            <pc:docMk/>
            <pc:sldMk cId="1131942099" sldId="914"/>
            <ac:spMk id="33" creationId="{F71F90B1-3306-7486-0A42-D6B4BA8CCA8A}"/>
          </ac:spMkLst>
        </pc:spChg>
        <pc:spChg chg="add del mod">
          <ac:chgData name="Palit, Tapti" userId="dec6fbcd-7598-406a-8cbf-504d4a3bac15" providerId="ADAL" clId="{ECD42228-5B96-4A72-B268-C46DF994E6B7}" dt="2024-01-24T03:15:10.532" v="36917" actId="478"/>
          <ac:spMkLst>
            <pc:docMk/>
            <pc:sldMk cId="1131942099" sldId="914"/>
            <ac:spMk id="60" creationId="{42719933-17E4-7106-F876-154D89458D60}"/>
          </ac:spMkLst>
        </pc:spChg>
        <pc:spChg chg="add mod">
          <ac:chgData name="Palit, Tapti" userId="dec6fbcd-7598-406a-8cbf-504d4a3bac15" providerId="ADAL" clId="{ECD42228-5B96-4A72-B268-C46DF994E6B7}" dt="2024-01-24T03:16:41.038" v="37075"/>
          <ac:spMkLst>
            <pc:docMk/>
            <pc:sldMk cId="1131942099" sldId="914"/>
            <ac:spMk id="70" creationId="{CD00A437-68EF-1B25-F5B1-DF06FFE94634}"/>
          </ac:spMkLst>
        </pc:spChg>
        <pc:spChg chg="add mod">
          <ac:chgData name="Palit, Tapti" userId="dec6fbcd-7598-406a-8cbf-504d4a3bac15" providerId="ADAL" clId="{ECD42228-5B96-4A72-B268-C46DF994E6B7}" dt="2024-01-24T03:17:42.344" v="37110" actId="1076"/>
          <ac:spMkLst>
            <pc:docMk/>
            <pc:sldMk cId="1131942099" sldId="914"/>
            <ac:spMk id="71" creationId="{BA6A94CA-97D8-6673-AD21-84C3FFCCC999}"/>
          </ac:spMkLst>
        </pc:spChg>
        <pc:spChg chg="add mod">
          <ac:chgData name="Palit, Tapti" userId="dec6fbcd-7598-406a-8cbf-504d4a3bac15" providerId="ADAL" clId="{ECD42228-5B96-4A72-B268-C46DF994E6B7}" dt="2024-01-24T03:18:05.616" v="37115" actId="1076"/>
          <ac:spMkLst>
            <pc:docMk/>
            <pc:sldMk cId="1131942099" sldId="914"/>
            <ac:spMk id="72" creationId="{D98FBBDC-674B-C412-C969-7AFAD9B88225}"/>
          </ac:spMkLst>
        </pc:spChg>
        <pc:spChg chg="add mod">
          <ac:chgData name="Palit, Tapti" userId="dec6fbcd-7598-406a-8cbf-504d4a3bac15" providerId="ADAL" clId="{ECD42228-5B96-4A72-B268-C46DF994E6B7}" dt="2024-01-24T03:16:41.038" v="37075"/>
          <ac:spMkLst>
            <pc:docMk/>
            <pc:sldMk cId="1131942099" sldId="914"/>
            <ac:spMk id="78" creationId="{D37C3D55-53DD-6444-C288-526CAB733A46}"/>
          </ac:spMkLst>
        </pc:spChg>
        <pc:spChg chg="add mod">
          <ac:chgData name="Palit, Tapti" userId="dec6fbcd-7598-406a-8cbf-504d4a3bac15" providerId="ADAL" clId="{ECD42228-5B96-4A72-B268-C46DF994E6B7}" dt="2024-01-24T03:17:48.786" v="37111" actId="1076"/>
          <ac:spMkLst>
            <pc:docMk/>
            <pc:sldMk cId="1131942099" sldId="914"/>
            <ac:spMk id="79" creationId="{C78466AA-774C-B760-F64F-A426D0F10E69}"/>
          </ac:spMkLst>
        </pc:spChg>
        <pc:spChg chg="add mod">
          <ac:chgData name="Palit, Tapti" userId="dec6fbcd-7598-406a-8cbf-504d4a3bac15" providerId="ADAL" clId="{ECD42228-5B96-4A72-B268-C46DF994E6B7}" dt="2024-01-24T03:18:01.054" v="37114" actId="1076"/>
          <ac:spMkLst>
            <pc:docMk/>
            <pc:sldMk cId="1131942099" sldId="914"/>
            <ac:spMk id="80" creationId="{9E9B536B-6543-FC56-6C91-D83CB77F3172}"/>
          </ac:spMkLst>
        </pc:spChg>
        <pc:spChg chg="add mod">
          <ac:chgData name="Palit, Tapti" userId="dec6fbcd-7598-406a-8cbf-504d4a3bac15" providerId="ADAL" clId="{ECD42228-5B96-4A72-B268-C46DF994E6B7}" dt="2024-01-24T03:16:41.038" v="37075"/>
          <ac:spMkLst>
            <pc:docMk/>
            <pc:sldMk cId="1131942099" sldId="914"/>
            <ac:spMk id="84" creationId="{CCC267FC-4E78-2C7C-82CC-2EB0EDE20D30}"/>
          </ac:spMkLst>
        </pc:spChg>
        <pc:spChg chg="add mod">
          <ac:chgData name="Palit, Tapti" userId="dec6fbcd-7598-406a-8cbf-504d4a3bac15" providerId="ADAL" clId="{ECD42228-5B96-4A72-B268-C46DF994E6B7}" dt="2024-01-24T03:18:45.985" v="37122" actId="692"/>
          <ac:spMkLst>
            <pc:docMk/>
            <pc:sldMk cId="1131942099" sldId="914"/>
            <ac:spMk id="88" creationId="{C0A1E9C0-CD0F-C27E-8792-33D785FC938C}"/>
          </ac:spMkLst>
        </pc:spChg>
        <pc:spChg chg="add mod">
          <ac:chgData name="Palit, Tapti" userId="dec6fbcd-7598-406a-8cbf-504d4a3bac15" providerId="ADAL" clId="{ECD42228-5B96-4A72-B268-C46DF994E6B7}" dt="2024-01-24T03:22:22.962" v="37236" actId="1076"/>
          <ac:spMkLst>
            <pc:docMk/>
            <pc:sldMk cId="1131942099" sldId="914"/>
            <ac:spMk id="109" creationId="{18E2F442-EAB1-F9E8-1F98-1CEF3BCC1863}"/>
          </ac:spMkLst>
        </pc:spChg>
        <pc:spChg chg="add mod">
          <ac:chgData name="Palit, Tapti" userId="dec6fbcd-7598-406a-8cbf-504d4a3bac15" providerId="ADAL" clId="{ECD42228-5B96-4A72-B268-C46DF994E6B7}" dt="2024-01-24T03:25:00.432" v="37266" actId="14100"/>
          <ac:spMkLst>
            <pc:docMk/>
            <pc:sldMk cId="1131942099" sldId="914"/>
            <ac:spMk id="110" creationId="{EF5D5E1C-9B52-7EBA-1E50-09DB1C890D0C}"/>
          </ac:spMkLst>
        </pc:spChg>
        <pc:picChg chg="del">
          <ac:chgData name="Palit, Tapti" userId="dec6fbcd-7598-406a-8cbf-504d4a3bac15" providerId="ADAL" clId="{ECD42228-5B96-4A72-B268-C46DF994E6B7}" dt="2024-01-24T03:07:14.443" v="36779" actId="478"/>
          <ac:picMkLst>
            <pc:docMk/>
            <pc:sldMk cId="1131942099" sldId="914"/>
            <ac:picMk id="12" creationId="{1543CB99-5B51-AB2D-26DB-DA55551595EB}"/>
          </ac:picMkLst>
        </pc:picChg>
        <pc:picChg chg="del mod">
          <ac:chgData name="Palit, Tapti" userId="dec6fbcd-7598-406a-8cbf-504d4a3bac15" providerId="ADAL" clId="{ECD42228-5B96-4A72-B268-C46DF994E6B7}" dt="2024-01-24T03:15:10.532" v="36917" actId="478"/>
          <ac:picMkLst>
            <pc:docMk/>
            <pc:sldMk cId="1131942099" sldId="914"/>
            <ac:picMk id="17" creationId="{6134159E-1707-AE53-0F86-7838397A8209}"/>
          </ac:picMkLst>
        </pc:picChg>
        <pc:picChg chg="del mod">
          <ac:chgData name="Palit, Tapti" userId="dec6fbcd-7598-406a-8cbf-504d4a3bac15" providerId="ADAL" clId="{ECD42228-5B96-4A72-B268-C46DF994E6B7}" dt="2024-01-24T03:15:10.532" v="36917" actId="478"/>
          <ac:picMkLst>
            <pc:docMk/>
            <pc:sldMk cId="1131942099" sldId="914"/>
            <ac:picMk id="24" creationId="{15ADB422-0CF4-74C3-91B1-46B9B246166A}"/>
          </ac:picMkLst>
        </pc:picChg>
        <pc:picChg chg="add del mod">
          <ac:chgData name="Palit, Tapti" userId="dec6fbcd-7598-406a-8cbf-504d4a3bac15" providerId="ADAL" clId="{ECD42228-5B96-4A72-B268-C46DF994E6B7}" dt="2024-01-24T03:15:10.532" v="36917" actId="478"/>
          <ac:picMkLst>
            <pc:docMk/>
            <pc:sldMk cId="1131942099" sldId="914"/>
            <ac:picMk id="32" creationId="{FBC272C8-5E07-D788-54A0-9F79B3D8626B}"/>
          </ac:picMkLst>
        </pc:picChg>
        <pc:picChg chg="add mod">
          <ac:chgData name="Palit, Tapti" userId="dec6fbcd-7598-406a-8cbf-504d4a3bac15" providerId="ADAL" clId="{ECD42228-5B96-4A72-B268-C46DF994E6B7}" dt="2024-01-24T03:17:26.898" v="37107" actId="1076"/>
          <ac:picMkLst>
            <pc:docMk/>
            <pc:sldMk cId="1131942099" sldId="914"/>
            <ac:picMk id="74" creationId="{1BDFAF10-B3F9-B160-70DC-F6A3303FD263}"/>
          </ac:picMkLst>
        </pc:picChg>
        <pc:picChg chg="add mod">
          <ac:chgData name="Palit, Tapti" userId="dec6fbcd-7598-406a-8cbf-504d4a3bac15" providerId="ADAL" clId="{ECD42228-5B96-4A72-B268-C46DF994E6B7}" dt="2024-01-24T03:19:04.080" v="37126" actId="1076"/>
          <ac:picMkLst>
            <pc:docMk/>
            <pc:sldMk cId="1131942099" sldId="914"/>
            <ac:picMk id="76" creationId="{CE67E0ED-520E-9458-AE69-5DFE8B288F6B}"/>
          </ac:picMkLst>
        </pc:picChg>
        <pc:picChg chg="add mod">
          <ac:chgData name="Palit, Tapti" userId="dec6fbcd-7598-406a-8cbf-504d4a3bac15" providerId="ADAL" clId="{ECD42228-5B96-4A72-B268-C46DF994E6B7}" dt="2024-01-24T03:16:41.038" v="37075"/>
          <ac:picMkLst>
            <pc:docMk/>
            <pc:sldMk cId="1131942099" sldId="914"/>
            <ac:picMk id="83" creationId="{557E236D-1477-12FE-F697-F21B7D2CA192}"/>
          </ac:picMkLst>
        </pc:picChg>
        <pc:cxnChg chg="del mod">
          <ac:chgData name="Palit, Tapti" userId="dec6fbcd-7598-406a-8cbf-504d4a3bac15" providerId="ADAL" clId="{ECD42228-5B96-4A72-B268-C46DF994E6B7}" dt="2024-01-24T03:07:20.576" v="36781" actId="478"/>
          <ac:cxnSpMkLst>
            <pc:docMk/>
            <pc:sldMk cId="1131942099" sldId="914"/>
            <ac:cxnSpMk id="2" creationId="{49CF8573-829F-6D6D-4621-9A8FBD097048}"/>
          </ac:cxnSpMkLst>
        </pc:cxnChg>
        <pc:cxnChg chg="del mod">
          <ac:chgData name="Palit, Tapti" userId="dec6fbcd-7598-406a-8cbf-504d4a3bac15" providerId="ADAL" clId="{ECD42228-5B96-4A72-B268-C46DF994E6B7}" dt="2024-01-24T03:07:14.443" v="36779" actId="478"/>
          <ac:cxnSpMkLst>
            <pc:docMk/>
            <pc:sldMk cId="1131942099" sldId="914"/>
            <ac:cxnSpMk id="11" creationId="{063406EF-7FE0-4444-14BB-E719EBA63F57}"/>
          </ac:cxnSpMkLst>
        </pc:cxnChg>
        <pc:cxnChg chg="del mod">
          <ac:chgData name="Palit, Tapti" userId="dec6fbcd-7598-406a-8cbf-504d4a3bac15" providerId="ADAL" clId="{ECD42228-5B96-4A72-B268-C46DF994E6B7}" dt="2024-01-24T03:07:14.443" v="36779" actId="478"/>
          <ac:cxnSpMkLst>
            <pc:docMk/>
            <pc:sldMk cId="1131942099" sldId="914"/>
            <ac:cxnSpMk id="13" creationId="{A2F689EA-EE0A-4829-E31A-995BB4D840DF}"/>
          </ac:cxnSpMkLst>
        </pc:cxnChg>
        <pc:cxnChg chg="del mod">
          <ac:chgData name="Palit, Tapti" userId="dec6fbcd-7598-406a-8cbf-504d4a3bac15" providerId="ADAL" clId="{ECD42228-5B96-4A72-B268-C46DF994E6B7}" dt="2024-01-24T03:07:14.443" v="36779" actId="478"/>
          <ac:cxnSpMkLst>
            <pc:docMk/>
            <pc:sldMk cId="1131942099" sldId="914"/>
            <ac:cxnSpMk id="14" creationId="{ABE0F8A8-B2C4-0DB8-6A38-49E30571CE3B}"/>
          </ac:cxnSpMkLst>
        </pc:cxnChg>
        <pc:cxnChg chg="del mod">
          <ac:chgData name="Palit, Tapti" userId="dec6fbcd-7598-406a-8cbf-504d4a3bac15" providerId="ADAL" clId="{ECD42228-5B96-4A72-B268-C46DF994E6B7}" dt="2024-01-24T03:07:14.443" v="36779" actId="478"/>
          <ac:cxnSpMkLst>
            <pc:docMk/>
            <pc:sldMk cId="1131942099" sldId="914"/>
            <ac:cxnSpMk id="20" creationId="{C1E8F081-834F-20EC-FE77-03D02FCA4588}"/>
          </ac:cxnSpMkLst>
        </pc:cxnChg>
        <pc:cxnChg chg="del mod">
          <ac:chgData name="Palit, Tapti" userId="dec6fbcd-7598-406a-8cbf-504d4a3bac15" providerId="ADAL" clId="{ECD42228-5B96-4A72-B268-C46DF994E6B7}" dt="2024-01-24T03:07:20.576" v="36781" actId="478"/>
          <ac:cxnSpMkLst>
            <pc:docMk/>
            <pc:sldMk cId="1131942099" sldId="914"/>
            <ac:cxnSpMk id="21" creationId="{BA285874-5332-9F6E-8335-EAB7343662E0}"/>
          </ac:cxnSpMkLst>
        </pc:cxnChg>
        <pc:cxnChg chg="add del mod">
          <ac:chgData name="Palit, Tapti" userId="dec6fbcd-7598-406a-8cbf-504d4a3bac15" providerId="ADAL" clId="{ECD42228-5B96-4A72-B268-C46DF994E6B7}" dt="2024-01-24T03:15:10.532" v="36917" actId="478"/>
          <ac:cxnSpMkLst>
            <pc:docMk/>
            <pc:sldMk cId="1131942099" sldId="914"/>
            <ac:cxnSpMk id="30" creationId="{E9A570B0-FFAD-7F1A-995F-5EF7388939FE}"/>
          </ac:cxnSpMkLst>
        </pc:cxnChg>
        <pc:cxnChg chg="add del mod">
          <ac:chgData name="Palit, Tapti" userId="dec6fbcd-7598-406a-8cbf-504d4a3bac15" providerId="ADAL" clId="{ECD42228-5B96-4A72-B268-C46DF994E6B7}" dt="2024-01-24T03:06:33.130" v="36773" actId="478"/>
          <ac:cxnSpMkLst>
            <pc:docMk/>
            <pc:sldMk cId="1131942099" sldId="914"/>
            <ac:cxnSpMk id="64" creationId="{5783D380-5D75-576A-4395-5D827997B6DC}"/>
          </ac:cxnSpMkLst>
        </pc:cxnChg>
        <pc:cxnChg chg="add del mod">
          <ac:chgData name="Palit, Tapti" userId="dec6fbcd-7598-406a-8cbf-504d4a3bac15" providerId="ADAL" clId="{ECD42228-5B96-4A72-B268-C46DF994E6B7}" dt="2024-01-24T03:06:55.988" v="36776" actId="478"/>
          <ac:cxnSpMkLst>
            <pc:docMk/>
            <pc:sldMk cId="1131942099" sldId="914"/>
            <ac:cxnSpMk id="66" creationId="{61626CAD-2537-9294-E0EB-108297266A99}"/>
          </ac:cxnSpMkLst>
        </pc:cxnChg>
        <pc:cxnChg chg="add mod">
          <ac:chgData name="Palit, Tapti" userId="dec6fbcd-7598-406a-8cbf-504d4a3bac15" providerId="ADAL" clId="{ECD42228-5B96-4A72-B268-C46DF994E6B7}" dt="2024-01-24T03:06:50.129" v="36775"/>
          <ac:cxnSpMkLst>
            <pc:docMk/>
            <pc:sldMk cId="1131942099" sldId="914"/>
            <ac:cxnSpMk id="67" creationId="{7E58B0A9-8621-25C1-E69C-75A2108E656D}"/>
          </ac:cxnSpMkLst>
        </pc:cxnChg>
        <pc:cxnChg chg="add del mod">
          <ac:chgData name="Palit, Tapti" userId="dec6fbcd-7598-406a-8cbf-504d4a3bac15" providerId="ADAL" clId="{ECD42228-5B96-4A72-B268-C46DF994E6B7}" dt="2024-01-24T03:15:10.532" v="36917" actId="478"/>
          <ac:cxnSpMkLst>
            <pc:docMk/>
            <pc:sldMk cId="1131942099" sldId="914"/>
            <ac:cxnSpMk id="69" creationId="{D649766D-8EFE-0465-9F8F-81A2CAF3CB1C}"/>
          </ac:cxnSpMkLst>
        </pc:cxnChg>
        <pc:cxnChg chg="add mod">
          <ac:chgData name="Palit, Tapti" userId="dec6fbcd-7598-406a-8cbf-504d4a3bac15" providerId="ADAL" clId="{ECD42228-5B96-4A72-B268-C46DF994E6B7}" dt="2024-01-24T03:18:05.616" v="37115" actId="1076"/>
          <ac:cxnSpMkLst>
            <pc:docMk/>
            <pc:sldMk cId="1131942099" sldId="914"/>
            <ac:cxnSpMk id="73" creationId="{BC498AA5-D154-D34B-8592-44DDFAB85927}"/>
          </ac:cxnSpMkLst>
        </pc:cxnChg>
        <pc:cxnChg chg="add mod">
          <ac:chgData name="Palit, Tapti" userId="dec6fbcd-7598-406a-8cbf-504d4a3bac15" providerId="ADAL" clId="{ECD42228-5B96-4A72-B268-C46DF994E6B7}" dt="2024-01-24T03:17:42.344" v="37110" actId="1076"/>
          <ac:cxnSpMkLst>
            <pc:docMk/>
            <pc:sldMk cId="1131942099" sldId="914"/>
            <ac:cxnSpMk id="75" creationId="{FEFE404C-7812-B64C-86D9-F656B9F442A1}"/>
          </ac:cxnSpMkLst>
        </pc:cxnChg>
        <pc:cxnChg chg="add mod">
          <ac:chgData name="Palit, Tapti" userId="dec6fbcd-7598-406a-8cbf-504d4a3bac15" providerId="ADAL" clId="{ECD42228-5B96-4A72-B268-C46DF994E6B7}" dt="2024-01-24T03:18:24.247" v="37120" actId="1035"/>
          <ac:cxnSpMkLst>
            <pc:docMk/>
            <pc:sldMk cId="1131942099" sldId="914"/>
            <ac:cxnSpMk id="77" creationId="{045CF247-DBF5-7FEF-9BB5-CFE9AF59D3B5}"/>
          </ac:cxnSpMkLst>
        </pc:cxnChg>
        <pc:cxnChg chg="add mod">
          <ac:chgData name="Palit, Tapti" userId="dec6fbcd-7598-406a-8cbf-504d4a3bac15" providerId="ADAL" clId="{ECD42228-5B96-4A72-B268-C46DF994E6B7}" dt="2024-01-24T03:18:01.054" v="37114" actId="1076"/>
          <ac:cxnSpMkLst>
            <pc:docMk/>
            <pc:sldMk cId="1131942099" sldId="914"/>
            <ac:cxnSpMk id="81" creationId="{9F7F77CA-88B5-7B00-E89D-D50B243261AE}"/>
          </ac:cxnSpMkLst>
        </pc:cxnChg>
        <pc:cxnChg chg="add mod">
          <ac:chgData name="Palit, Tapti" userId="dec6fbcd-7598-406a-8cbf-504d4a3bac15" providerId="ADAL" clId="{ECD42228-5B96-4A72-B268-C46DF994E6B7}" dt="2024-01-24T03:18:01.054" v="37114" actId="1076"/>
          <ac:cxnSpMkLst>
            <pc:docMk/>
            <pc:sldMk cId="1131942099" sldId="914"/>
            <ac:cxnSpMk id="82" creationId="{1E523C5C-72ED-930A-80F6-28A057C9A12E}"/>
          </ac:cxnSpMkLst>
        </pc:cxnChg>
        <pc:cxnChg chg="add mod">
          <ac:chgData name="Palit, Tapti" userId="dec6fbcd-7598-406a-8cbf-504d4a3bac15" providerId="ADAL" clId="{ECD42228-5B96-4A72-B268-C46DF994E6B7}" dt="2024-01-24T03:17:53.114" v="37112" actId="14100"/>
          <ac:cxnSpMkLst>
            <pc:docMk/>
            <pc:sldMk cId="1131942099" sldId="914"/>
            <ac:cxnSpMk id="85" creationId="{841677C7-4C0A-8383-0B11-2050719F234B}"/>
          </ac:cxnSpMkLst>
        </pc:cxnChg>
        <pc:cxnChg chg="add mod">
          <ac:chgData name="Palit, Tapti" userId="dec6fbcd-7598-406a-8cbf-504d4a3bac15" providerId="ADAL" clId="{ECD42228-5B96-4A72-B268-C46DF994E6B7}" dt="2024-01-24T03:19:04.080" v="37126" actId="1076"/>
          <ac:cxnSpMkLst>
            <pc:docMk/>
            <pc:sldMk cId="1131942099" sldId="914"/>
            <ac:cxnSpMk id="105" creationId="{80A96861-7706-73E9-1137-77EC79069C25}"/>
          </ac:cxnSpMkLst>
        </pc:cxnChg>
      </pc:sldChg>
      <pc:sldChg chg="addSp modSp add del mod modAnim modNotesTx">
        <pc:chgData name="Palit, Tapti" userId="dec6fbcd-7598-406a-8cbf-504d4a3bac15" providerId="ADAL" clId="{ECD42228-5B96-4A72-B268-C46DF994E6B7}" dt="2024-01-24T03:14:45.034" v="36915" actId="47"/>
        <pc:sldMkLst>
          <pc:docMk/>
          <pc:sldMk cId="3847287394" sldId="915"/>
        </pc:sldMkLst>
        <pc:spChg chg="mod">
          <ac:chgData name="Palit, Tapti" userId="dec6fbcd-7598-406a-8cbf-504d4a3bac15" providerId="ADAL" clId="{ECD42228-5B96-4A72-B268-C46DF994E6B7}" dt="2024-01-24T02:56:48.485" v="36433" actId="20577"/>
          <ac:spMkLst>
            <pc:docMk/>
            <pc:sldMk cId="3847287394" sldId="915"/>
            <ac:spMk id="3" creationId="{2712F33D-AE7B-D89A-8E52-A0CDF202C0DB}"/>
          </ac:spMkLst>
        </pc:spChg>
        <pc:spChg chg="add mod">
          <ac:chgData name="Palit, Tapti" userId="dec6fbcd-7598-406a-8cbf-504d4a3bac15" providerId="ADAL" clId="{ECD42228-5B96-4A72-B268-C46DF994E6B7}" dt="2024-01-24T02:57:35.546" v="36470" actId="1076"/>
          <ac:spMkLst>
            <pc:docMk/>
            <pc:sldMk cId="3847287394" sldId="915"/>
            <ac:spMk id="8" creationId="{E6C61C5E-F732-F2AD-F6DA-80E84FA037E2}"/>
          </ac:spMkLst>
        </pc:spChg>
        <pc:spChg chg="mod">
          <ac:chgData name="Palit, Tapti" userId="dec6fbcd-7598-406a-8cbf-504d4a3bac15" providerId="ADAL" clId="{ECD42228-5B96-4A72-B268-C46DF994E6B7}" dt="2024-01-24T03:13:16.130" v="36902" actId="20577"/>
          <ac:spMkLst>
            <pc:docMk/>
            <pc:sldMk cId="3847287394" sldId="915"/>
            <ac:spMk id="9" creationId="{FA65D7BD-2299-D65A-0A8A-D752F503FE89}"/>
          </ac:spMkLst>
        </pc:spChg>
        <pc:spChg chg="add mod">
          <ac:chgData name="Palit, Tapti" userId="dec6fbcd-7598-406a-8cbf-504d4a3bac15" providerId="ADAL" clId="{ECD42228-5B96-4A72-B268-C46DF994E6B7}" dt="2024-01-24T02:57:39.418" v="36471" actId="1076"/>
          <ac:spMkLst>
            <pc:docMk/>
            <pc:sldMk cId="3847287394" sldId="915"/>
            <ac:spMk id="15" creationId="{889CF64F-A646-A061-6C6F-64064AC2E0E5}"/>
          </ac:spMkLst>
        </pc:spChg>
        <pc:spChg chg="mod">
          <ac:chgData name="Palit, Tapti" userId="dec6fbcd-7598-406a-8cbf-504d4a3bac15" providerId="ADAL" clId="{ECD42228-5B96-4A72-B268-C46DF994E6B7}" dt="2024-01-24T03:13:19.846" v="36903" actId="20577"/>
          <ac:spMkLst>
            <pc:docMk/>
            <pc:sldMk cId="3847287394" sldId="915"/>
            <ac:spMk id="18" creationId="{5C456D00-926C-72D7-854B-6182ACB33EB7}"/>
          </ac:spMkLst>
        </pc:spChg>
      </pc:sldChg>
      <pc:sldChg chg="add del mod modShow">
        <pc:chgData name="Palit, Tapti" userId="dec6fbcd-7598-406a-8cbf-504d4a3bac15" providerId="ADAL" clId="{ECD42228-5B96-4A72-B268-C46DF994E6B7}" dt="2024-01-28T03:44:01.241" v="67437" actId="47"/>
        <pc:sldMkLst>
          <pc:docMk/>
          <pc:sldMk cId="569003283" sldId="916"/>
        </pc:sldMkLst>
      </pc:sldChg>
      <pc:sldChg chg="addSp modSp add del mod modAnim modNotesTx">
        <pc:chgData name="Palit, Tapti" userId="dec6fbcd-7598-406a-8cbf-504d4a3bac15" providerId="ADAL" clId="{ECD42228-5B96-4A72-B268-C46DF994E6B7}" dt="2024-01-25T04:48:53.113" v="50545" actId="2696"/>
        <pc:sldMkLst>
          <pc:docMk/>
          <pc:sldMk cId="3886833233" sldId="916"/>
        </pc:sldMkLst>
        <pc:spChg chg="mod">
          <ac:chgData name="Palit, Tapti" userId="dec6fbcd-7598-406a-8cbf-504d4a3bac15" providerId="ADAL" clId="{ECD42228-5B96-4A72-B268-C46DF994E6B7}" dt="2024-01-24T19:46:06.871" v="41759" actId="20577"/>
          <ac:spMkLst>
            <pc:docMk/>
            <pc:sldMk cId="3886833233" sldId="916"/>
            <ac:spMk id="3" creationId="{2712F33D-AE7B-D89A-8E52-A0CDF202C0DB}"/>
          </ac:spMkLst>
        </pc:spChg>
        <pc:spChg chg="add mod">
          <ac:chgData name="Palit, Tapti" userId="dec6fbcd-7598-406a-8cbf-504d4a3bac15" providerId="ADAL" clId="{ECD42228-5B96-4A72-B268-C46DF994E6B7}" dt="2024-01-24T03:14:42.259" v="36914"/>
          <ac:spMkLst>
            <pc:docMk/>
            <pc:sldMk cId="3886833233" sldId="916"/>
            <ac:spMk id="8" creationId="{B2D14657-DD0F-CC01-FBEA-E9081DE4003A}"/>
          </ac:spMkLst>
        </pc:spChg>
        <pc:spChg chg="add mod">
          <ac:chgData name="Palit, Tapti" userId="dec6fbcd-7598-406a-8cbf-504d4a3bac15" providerId="ADAL" clId="{ECD42228-5B96-4A72-B268-C46DF994E6B7}" dt="2024-01-24T03:14:42.259" v="36914"/>
          <ac:spMkLst>
            <pc:docMk/>
            <pc:sldMk cId="3886833233" sldId="916"/>
            <ac:spMk id="15" creationId="{FCFC3ABF-3C67-22BA-29E0-08FE60CA7DD8}"/>
          </ac:spMkLst>
        </pc:spChg>
      </pc:sldChg>
      <pc:sldChg chg="addSp delSp modSp new del mod modAnim modNotesTx">
        <pc:chgData name="Palit, Tapti" userId="dec6fbcd-7598-406a-8cbf-504d4a3bac15" providerId="ADAL" clId="{ECD42228-5B96-4A72-B268-C46DF994E6B7}" dt="2024-01-25T04:48:53.113" v="50545" actId="2696"/>
        <pc:sldMkLst>
          <pc:docMk/>
          <pc:sldMk cId="1274437247" sldId="917"/>
        </pc:sldMkLst>
        <pc:spChg chg="del">
          <ac:chgData name="Palit, Tapti" userId="dec6fbcd-7598-406a-8cbf-504d4a3bac15" providerId="ADAL" clId="{ECD42228-5B96-4A72-B268-C46DF994E6B7}" dt="2024-01-24T03:33:58.088" v="38122" actId="478"/>
          <ac:spMkLst>
            <pc:docMk/>
            <pc:sldMk cId="1274437247" sldId="917"/>
            <ac:spMk id="2" creationId="{191F57FC-E970-0896-378F-D8A21BCDBE9D}"/>
          </ac:spMkLst>
        </pc:spChg>
        <pc:spChg chg="mod">
          <ac:chgData name="Palit, Tapti" userId="dec6fbcd-7598-406a-8cbf-504d4a3bac15" providerId="ADAL" clId="{ECD42228-5B96-4A72-B268-C46DF994E6B7}" dt="2024-01-24T04:03:29.192" v="39341" actId="20577"/>
          <ac:spMkLst>
            <pc:docMk/>
            <pc:sldMk cId="1274437247" sldId="917"/>
            <ac:spMk id="3" creationId="{756C24C4-5F15-E103-90D1-0E50620BE34F}"/>
          </ac:spMkLst>
        </pc:spChg>
        <pc:spChg chg="add del mod">
          <ac:chgData name="Palit, Tapti" userId="dec6fbcd-7598-406a-8cbf-504d4a3bac15" providerId="ADAL" clId="{ECD42228-5B96-4A72-B268-C46DF994E6B7}" dt="2024-01-24T03:54:54.281" v="39050" actId="478"/>
          <ac:spMkLst>
            <pc:docMk/>
            <pc:sldMk cId="1274437247" sldId="917"/>
            <ac:spMk id="6" creationId="{847E504B-9F53-6671-B9B7-82F6C80A77D3}"/>
          </ac:spMkLst>
        </pc:spChg>
        <pc:spChg chg="add mod">
          <ac:chgData name="Palit, Tapti" userId="dec6fbcd-7598-406a-8cbf-504d4a3bac15" providerId="ADAL" clId="{ECD42228-5B96-4A72-B268-C46DF994E6B7}" dt="2024-01-24T04:04:35.071" v="39388" actId="114"/>
          <ac:spMkLst>
            <pc:docMk/>
            <pc:sldMk cId="1274437247" sldId="917"/>
            <ac:spMk id="9" creationId="{57F87D2A-546F-2880-6A96-1D4321B6863E}"/>
          </ac:spMkLst>
        </pc:spChg>
        <pc:spChg chg="add mod">
          <ac:chgData name="Palit, Tapti" userId="dec6fbcd-7598-406a-8cbf-504d4a3bac15" providerId="ADAL" clId="{ECD42228-5B96-4A72-B268-C46DF994E6B7}" dt="2024-01-24T03:56:29.458" v="39135" actId="1076"/>
          <ac:spMkLst>
            <pc:docMk/>
            <pc:sldMk cId="1274437247" sldId="917"/>
            <ac:spMk id="10" creationId="{6DB448B8-6798-6DF2-5527-EEDD517D443A}"/>
          </ac:spMkLst>
        </pc:spChg>
        <pc:spChg chg="add mod">
          <ac:chgData name="Palit, Tapti" userId="dec6fbcd-7598-406a-8cbf-504d4a3bac15" providerId="ADAL" clId="{ECD42228-5B96-4A72-B268-C46DF994E6B7}" dt="2024-01-24T03:57:39.941" v="39193" actId="207"/>
          <ac:spMkLst>
            <pc:docMk/>
            <pc:sldMk cId="1274437247" sldId="917"/>
            <ac:spMk id="11" creationId="{EE440600-277D-9272-9D0E-5FE385E9C616}"/>
          </ac:spMkLst>
        </pc:spChg>
        <pc:spChg chg="add mod">
          <ac:chgData name="Palit, Tapti" userId="dec6fbcd-7598-406a-8cbf-504d4a3bac15" providerId="ADAL" clId="{ECD42228-5B96-4A72-B268-C46DF994E6B7}" dt="2024-01-24T04:00:11.675" v="39241" actId="20577"/>
          <ac:spMkLst>
            <pc:docMk/>
            <pc:sldMk cId="1274437247" sldId="917"/>
            <ac:spMk id="20" creationId="{17DACAE4-3CA9-8ACB-8014-A9F4CB61E6C1}"/>
          </ac:spMkLst>
        </pc:spChg>
        <pc:spChg chg="add mod">
          <ac:chgData name="Palit, Tapti" userId="dec6fbcd-7598-406a-8cbf-504d4a3bac15" providerId="ADAL" clId="{ECD42228-5B96-4A72-B268-C46DF994E6B7}" dt="2024-01-24T04:00:29.805" v="39253" actId="20577"/>
          <ac:spMkLst>
            <pc:docMk/>
            <pc:sldMk cId="1274437247" sldId="917"/>
            <ac:spMk id="24" creationId="{3F385FC7-C98B-583E-FE19-DEB236D93D16}"/>
          </ac:spMkLst>
        </pc:spChg>
        <pc:spChg chg="add mod">
          <ac:chgData name="Palit, Tapti" userId="dec6fbcd-7598-406a-8cbf-504d4a3bac15" providerId="ADAL" clId="{ECD42228-5B96-4A72-B268-C46DF994E6B7}" dt="2024-01-24T04:00:45.315" v="39273" actId="20577"/>
          <ac:spMkLst>
            <pc:docMk/>
            <pc:sldMk cId="1274437247" sldId="917"/>
            <ac:spMk id="27" creationId="{157E8B8B-3CCB-7FB7-1C1B-44F7238D84E0}"/>
          </ac:spMkLst>
        </pc:spChg>
        <pc:spChg chg="add mod">
          <ac:chgData name="Palit, Tapti" userId="dec6fbcd-7598-406a-8cbf-504d4a3bac15" providerId="ADAL" clId="{ECD42228-5B96-4A72-B268-C46DF994E6B7}" dt="2024-01-24T04:01:16.275" v="39282" actId="20577"/>
          <ac:spMkLst>
            <pc:docMk/>
            <pc:sldMk cId="1274437247" sldId="917"/>
            <ac:spMk id="31" creationId="{5D4B3437-8F6D-5595-36C8-182FCBDAF65C}"/>
          </ac:spMkLst>
        </pc:spChg>
        <pc:picChg chg="add del mod">
          <ac:chgData name="Palit, Tapti" userId="dec6fbcd-7598-406a-8cbf-504d4a3bac15" providerId="ADAL" clId="{ECD42228-5B96-4A72-B268-C46DF994E6B7}" dt="2024-01-24T03:54:54.281" v="39050" actId="478"/>
          <ac:picMkLst>
            <pc:docMk/>
            <pc:sldMk cId="1274437247" sldId="917"/>
            <ac:picMk id="5" creationId="{CB97E8CA-69D6-2F3B-EAE6-4E9F67B8FAF5}"/>
          </ac:picMkLst>
        </pc:picChg>
        <pc:cxnChg chg="add del mod">
          <ac:chgData name="Palit, Tapti" userId="dec6fbcd-7598-406a-8cbf-504d4a3bac15" providerId="ADAL" clId="{ECD42228-5B96-4A72-B268-C46DF994E6B7}" dt="2024-01-24T03:53:42.507" v="39014" actId="478"/>
          <ac:cxnSpMkLst>
            <pc:docMk/>
            <pc:sldMk cId="1274437247" sldId="917"/>
            <ac:cxnSpMk id="8" creationId="{D1E6FE2B-B40F-7E60-0ED6-9C2C70F8B404}"/>
          </ac:cxnSpMkLst>
        </pc:cxnChg>
        <pc:cxnChg chg="add mod">
          <ac:chgData name="Palit, Tapti" userId="dec6fbcd-7598-406a-8cbf-504d4a3bac15" providerId="ADAL" clId="{ECD42228-5B96-4A72-B268-C46DF994E6B7}" dt="2024-01-24T03:57:26.871" v="39191" actId="692"/>
          <ac:cxnSpMkLst>
            <pc:docMk/>
            <pc:sldMk cId="1274437247" sldId="917"/>
            <ac:cxnSpMk id="13" creationId="{B391B93D-EED4-81CB-4F22-3704FD361611}"/>
          </ac:cxnSpMkLst>
        </pc:cxnChg>
        <pc:cxnChg chg="add mod">
          <ac:chgData name="Palit, Tapti" userId="dec6fbcd-7598-406a-8cbf-504d4a3bac15" providerId="ADAL" clId="{ECD42228-5B96-4A72-B268-C46DF994E6B7}" dt="2024-01-24T03:58:50.721" v="39216" actId="14100"/>
          <ac:cxnSpMkLst>
            <pc:docMk/>
            <pc:sldMk cId="1274437247" sldId="917"/>
            <ac:cxnSpMk id="14" creationId="{5FCEB01A-0A6F-89D3-00B7-9C63BFA10923}"/>
          </ac:cxnSpMkLst>
        </pc:cxnChg>
        <pc:cxnChg chg="add mod">
          <ac:chgData name="Palit, Tapti" userId="dec6fbcd-7598-406a-8cbf-504d4a3bac15" providerId="ADAL" clId="{ECD42228-5B96-4A72-B268-C46DF994E6B7}" dt="2024-01-24T03:59:37.367" v="39227" actId="14100"/>
          <ac:cxnSpMkLst>
            <pc:docMk/>
            <pc:sldMk cId="1274437247" sldId="917"/>
            <ac:cxnSpMk id="18" creationId="{E094F057-DC70-E2A5-BF25-3C6C811B39F0}"/>
          </ac:cxnSpMkLst>
        </pc:cxnChg>
        <pc:cxnChg chg="add mod">
          <ac:chgData name="Palit, Tapti" userId="dec6fbcd-7598-406a-8cbf-504d4a3bac15" providerId="ADAL" clId="{ECD42228-5B96-4A72-B268-C46DF994E6B7}" dt="2024-01-24T04:00:26.232" v="39245" actId="1076"/>
          <ac:cxnSpMkLst>
            <pc:docMk/>
            <pc:sldMk cId="1274437247" sldId="917"/>
            <ac:cxnSpMk id="21" creationId="{3BFBFC2E-B425-5F96-6D7A-1D26C60647C8}"/>
          </ac:cxnSpMkLst>
        </pc:cxnChg>
        <pc:cxnChg chg="add mod">
          <ac:chgData name="Palit, Tapti" userId="dec6fbcd-7598-406a-8cbf-504d4a3bac15" providerId="ADAL" clId="{ECD42228-5B96-4A72-B268-C46DF994E6B7}" dt="2024-01-24T04:00:51.808" v="39276" actId="14100"/>
          <ac:cxnSpMkLst>
            <pc:docMk/>
            <pc:sldMk cId="1274437247" sldId="917"/>
            <ac:cxnSpMk id="28" creationId="{C470D0B3-9E05-3CEE-BB91-7DCCB6469D9A}"/>
          </ac:cxnSpMkLst>
        </pc:cxnChg>
      </pc:sldChg>
      <pc:sldChg chg="add del mod modShow">
        <pc:chgData name="Palit, Tapti" userId="dec6fbcd-7598-406a-8cbf-504d4a3bac15" providerId="ADAL" clId="{ECD42228-5B96-4A72-B268-C46DF994E6B7}" dt="2024-01-28T03:44:01.241" v="67437" actId="47"/>
        <pc:sldMkLst>
          <pc:docMk/>
          <pc:sldMk cId="1760318466" sldId="917"/>
        </pc:sldMkLst>
      </pc:sldChg>
      <pc:sldChg chg="add del mod modShow">
        <pc:chgData name="Palit, Tapti" userId="dec6fbcd-7598-406a-8cbf-504d4a3bac15" providerId="ADAL" clId="{ECD42228-5B96-4A72-B268-C46DF994E6B7}" dt="2024-01-28T03:44:01.241" v="67437" actId="47"/>
        <pc:sldMkLst>
          <pc:docMk/>
          <pc:sldMk cId="1091840994" sldId="918"/>
        </pc:sldMkLst>
      </pc:sldChg>
      <pc:sldChg chg="addSp delSp modSp new del mod modAnim chgLayout modNotesTx">
        <pc:chgData name="Palit, Tapti" userId="dec6fbcd-7598-406a-8cbf-504d4a3bac15" providerId="ADAL" clId="{ECD42228-5B96-4A72-B268-C46DF994E6B7}" dt="2024-01-25T04:48:53.113" v="50545" actId="2696"/>
        <pc:sldMkLst>
          <pc:docMk/>
          <pc:sldMk cId="1377784771" sldId="918"/>
        </pc:sldMkLst>
        <pc:spChg chg="del">
          <ac:chgData name="Palit, Tapti" userId="dec6fbcd-7598-406a-8cbf-504d4a3bac15" providerId="ADAL" clId="{ECD42228-5B96-4A72-B268-C46DF994E6B7}" dt="2024-01-24T04:03:54.921" v="39364" actId="478"/>
          <ac:spMkLst>
            <pc:docMk/>
            <pc:sldMk cId="1377784771" sldId="918"/>
            <ac:spMk id="2" creationId="{81420510-DB65-9297-969C-B8480E449B46}"/>
          </ac:spMkLst>
        </pc:spChg>
        <pc:spChg chg="mod ord">
          <ac:chgData name="Palit, Tapti" userId="dec6fbcd-7598-406a-8cbf-504d4a3bac15" providerId="ADAL" clId="{ECD42228-5B96-4A72-B268-C46DF994E6B7}" dt="2024-01-24T04:10:40.491" v="39729" actId="700"/>
          <ac:spMkLst>
            <pc:docMk/>
            <pc:sldMk cId="1377784771" sldId="918"/>
            <ac:spMk id="3" creationId="{F16E8B7F-E3BF-ABA0-2190-5A9F604B9C2B}"/>
          </ac:spMkLst>
        </pc:spChg>
        <pc:spChg chg="mod ord">
          <ac:chgData name="Palit, Tapti" userId="dec6fbcd-7598-406a-8cbf-504d4a3bac15" providerId="ADAL" clId="{ECD42228-5B96-4A72-B268-C46DF994E6B7}" dt="2024-01-24T04:10:40.491" v="39729" actId="700"/>
          <ac:spMkLst>
            <pc:docMk/>
            <pc:sldMk cId="1377784771" sldId="918"/>
            <ac:spMk id="4" creationId="{8D2E3572-9C87-4FE8-4B25-1090EF215CC0}"/>
          </ac:spMkLst>
        </pc:spChg>
        <pc:spChg chg="add mod">
          <ac:chgData name="Palit, Tapti" userId="dec6fbcd-7598-406a-8cbf-504d4a3bac15" providerId="ADAL" clId="{ECD42228-5B96-4A72-B268-C46DF994E6B7}" dt="2024-01-24T04:08:21.353" v="39464" actId="1076"/>
          <ac:spMkLst>
            <pc:docMk/>
            <pc:sldMk cId="1377784771" sldId="918"/>
            <ac:spMk id="5" creationId="{251B41E7-6079-0ED7-2A0C-70CB03E92A8F}"/>
          </ac:spMkLst>
        </pc:spChg>
        <pc:spChg chg="add mod">
          <ac:chgData name="Palit, Tapti" userId="dec6fbcd-7598-406a-8cbf-504d4a3bac15" providerId="ADAL" clId="{ECD42228-5B96-4A72-B268-C46DF994E6B7}" dt="2024-01-24T04:08:21.353" v="39464" actId="1076"/>
          <ac:spMkLst>
            <pc:docMk/>
            <pc:sldMk cId="1377784771" sldId="918"/>
            <ac:spMk id="6" creationId="{137639E6-AFBF-D524-90F3-31D2A7938282}"/>
          </ac:spMkLst>
        </pc:spChg>
        <pc:spChg chg="add mod">
          <ac:chgData name="Palit, Tapti" userId="dec6fbcd-7598-406a-8cbf-504d4a3bac15" providerId="ADAL" clId="{ECD42228-5B96-4A72-B268-C46DF994E6B7}" dt="2024-01-24T04:08:21.353" v="39464" actId="1076"/>
          <ac:spMkLst>
            <pc:docMk/>
            <pc:sldMk cId="1377784771" sldId="918"/>
            <ac:spMk id="14" creationId="{7C57C74F-BB5C-592A-0B19-3EB230DC071A}"/>
          </ac:spMkLst>
        </pc:spChg>
        <pc:spChg chg="add mod">
          <ac:chgData name="Palit, Tapti" userId="dec6fbcd-7598-406a-8cbf-504d4a3bac15" providerId="ADAL" clId="{ECD42228-5B96-4A72-B268-C46DF994E6B7}" dt="2024-01-24T04:08:32.218" v="39482" actId="14100"/>
          <ac:spMkLst>
            <pc:docMk/>
            <pc:sldMk cId="1377784771" sldId="918"/>
            <ac:spMk id="15" creationId="{28F489C0-D116-4B72-2939-9E46C2AA3C0F}"/>
          </ac:spMkLst>
        </pc:spChg>
        <pc:spChg chg="add mod">
          <ac:chgData name="Palit, Tapti" userId="dec6fbcd-7598-406a-8cbf-504d4a3bac15" providerId="ADAL" clId="{ECD42228-5B96-4A72-B268-C46DF994E6B7}" dt="2024-01-24T04:08:57.370" v="39510" actId="1076"/>
          <ac:spMkLst>
            <pc:docMk/>
            <pc:sldMk cId="1377784771" sldId="918"/>
            <ac:spMk id="21" creationId="{7EBD35A3-8552-D369-4873-72562D308A8F}"/>
          </ac:spMkLst>
        </pc:spChg>
        <pc:spChg chg="add mod">
          <ac:chgData name="Palit, Tapti" userId="dec6fbcd-7598-406a-8cbf-504d4a3bac15" providerId="ADAL" clId="{ECD42228-5B96-4A72-B268-C46DF994E6B7}" dt="2024-01-24T04:09:08.274" v="39521" actId="14100"/>
          <ac:spMkLst>
            <pc:docMk/>
            <pc:sldMk cId="1377784771" sldId="918"/>
            <ac:spMk id="22" creationId="{7F506BD2-8005-53A4-5669-7E4D688A3CE4}"/>
          </ac:spMkLst>
        </pc:spChg>
        <pc:spChg chg="add mod ord">
          <ac:chgData name="Palit, Tapti" userId="dec6fbcd-7598-406a-8cbf-504d4a3bac15" providerId="ADAL" clId="{ECD42228-5B96-4A72-B268-C46DF994E6B7}" dt="2024-01-24T04:11:03.587" v="39806" actId="122"/>
          <ac:spMkLst>
            <pc:docMk/>
            <pc:sldMk cId="1377784771" sldId="918"/>
            <ac:spMk id="23" creationId="{B6583EF3-C06E-148A-5B9F-04B2821F6D78}"/>
          </ac:spMkLst>
        </pc:spChg>
        <pc:cxnChg chg="add mod">
          <ac:chgData name="Palit, Tapti" userId="dec6fbcd-7598-406a-8cbf-504d4a3bac15" providerId="ADAL" clId="{ECD42228-5B96-4A72-B268-C46DF994E6B7}" dt="2024-01-24T04:08:21.353" v="39464" actId="1076"/>
          <ac:cxnSpMkLst>
            <pc:docMk/>
            <pc:sldMk cId="1377784771" sldId="918"/>
            <ac:cxnSpMk id="8" creationId="{20C8A393-9FD5-4BB6-2793-B7E784E074C3}"/>
          </ac:cxnSpMkLst>
        </pc:cxnChg>
        <pc:cxnChg chg="add mod">
          <ac:chgData name="Palit, Tapti" userId="dec6fbcd-7598-406a-8cbf-504d4a3bac15" providerId="ADAL" clId="{ECD42228-5B96-4A72-B268-C46DF994E6B7}" dt="2024-01-24T04:08:21.353" v="39464" actId="1076"/>
          <ac:cxnSpMkLst>
            <pc:docMk/>
            <pc:sldMk cId="1377784771" sldId="918"/>
            <ac:cxnSpMk id="10" creationId="{EB25A9B4-0AAC-3482-0118-BD616CFF1213}"/>
          </ac:cxnSpMkLst>
        </pc:cxnChg>
        <pc:cxnChg chg="add mod">
          <ac:chgData name="Palit, Tapti" userId="dec6fbcd-7598-406a-8cbf-504d4a3bac15" providerId="ADAL" clId="{ECD42228-5B96-4A72-B268-C46DF994E6B7}" dt="2024-01-24T04:08:32.218" v="39482" actId="14100"/>
          <ac:cxnSpMkLst>
            <pc:docMk/>
            <pc:sldMk cId="1377784771" sldId="918"/>
            <ac:cxnSpMk id="17" creationId="{4743F100-14CD-C71A-0CF5-CDE9E65A0ABA}"/>
          </ac:cxnSpMkLst>
        </pc:cxnChg>
      </pc:sldChg>
      <pc:sldChg chg="add del">
        <pc:chgData name="Palit, Tapti" userId="dec6fbcd-7598-406a-8cbf-504d4a3bac15" providerId="ADAL" clId="{ECD42228-5B96-4A72-B268-C46DF994E6B7}" dt="2024-01-24T03:43:41.657" v="38665" actId="2890"/>
        <pc:sldMkLst>
          <pc:docMk/>
          <pc:sldMk cId="2853562700" sldId="918"/>
        </pc:sldMkLst>
      </pc:sldChg>
      <pc:sldChg chg="modSp new del mod">
        <pc:chgData name="Palit, Tapti" userId="dec6fbcd-7598-406a-8cbf-504d4a3bac15" providerId="ADAL" clId="{ECD42228-5B96-4A72-B268-C46DF994E6B7}" dt="2024-01-25T06:36:32.061" v="54691" actId="47"/>
        <pc:sldMkLst>
          <pc:docMk/>
          <pc:sldMk cId="361816288" sldId="919"/>
        </pc:sldMkLst>
        <pc:spChg chg="mod">
          <ac:chgData name="Palit, Tapti" userId="dec6fbcd-7598-406a-8cbf-504d4a3bac15" providerId="ADAL" clId="{ECD42228-5B96-4A72-B268-C46DF994E6B7}" dt="2024-01-24T04:15:20.299" v="39964" actId="20577"/>
          <ac:spMkLst>
            <pc:docMk/>
            <pc:sldMk cId="361816288" sldId="919"/>
            <ac:spMk id="3" creationId="{C1A7F671-66F4-B709-0294-0E81640BD5AA}"/>
          </ac:spMkLst>
        </pc:spChg>
        <pc:graphicFrameChg chg="modGraphic">
          <ac:chgData name="Palit, Tapti" userId="dec6fbcd-7598-406a-8cbf-504d4a3bac15" providerId="ADAL" clId="{ECD42228-5B96-4A72-B268-C46DF994E6B7}" dt="2024-01-24T20:05:29.224" v="42622" actId="20577"/>
          <ac:graphicFrameMkLst>
            <pc:docMk/>
            <pc:sldMk cId="361816288" sldId="919"/>
            <ac:graphicFrameMk id="6" creationId="{47C49A32-2BF0-7D73-922D-6BD8D0FBF047}"/>
          </ac:graphicFrameMkLst>
        </pc:graphicFrameChg>
      </pc:sldChg>
      <pc:sldChg chg="modSp new del mod">
        <pc:chgData name="Palit, Tapti" userId="dec6fbcd-7598-406a-8cbf-504d4a3bac15" providerId="ADAL" clId="{ECD42228-5B96-4A72-B268-C46DF994E6B7}" dt="2024-01-24T04:15:31.354" v="39965" actId="47"/>
        <pc:sldMkLst>
          <pc:docMk/>
          <pc:sldMk cId="2689193570" sldId="920"/>
        </pc:sldMkLst>
        <pc:spChg chg="mod">
          <ac:chgData name="Palit, Tapti" userId="dec6fbcd-7598-406a-8cbf-504d4a3bac15" providerId="ADAL" clId="{ECD42228-5B96-4A72-B268-C46DF994E6B7}" dt="2024-01-24T04:13:15.701" v="39951" actId="20577"/>
          <ac:spMkLst>
            <pc:docMk/>
            <pc:sldMk cId="2689193570" sldId="920"/>
            <ac:spMk id="3" creationId="{8C548DE7-7FFB-8A49-0736-DB075A33A26C}"/>
          </ac:spMkLst>
        </pc:spChg>
      </pc:sldChg>
      <pc:sldChg chg="addSp delSp modSp add del mod delAnim modAnim modNotesTx">
        <pc:chgData name="Palit, Tapti" userId="dec6fbcd-7598-406a-8cbf-504d4a3bac15" providerId="ADAL" clId="{ECD42228-5B96-4A72-B268-C46DF994E6B7}" dt="2024-01-25T07:27:10.902" v="56233" actId="47"/>
        <pc:sldMkLst>
          <pc:docMk/>
          <pc:sldMk cId="3870454438" sldId="921"/>
        </pc:sldMkLst>
        <pc:spChg chg="mod">
          <ac:chgData name="Palit, Tapti" userId="dec6fbcd-7598-406a-8cbf-504d4a3bac15" providerId="ADAL" clId="{ECD42228-5B96-4A72-B268-C46DF994E6B7}" dt="2024-01-24T04:22:05.242" v="40057" actId="20577"/>
          <ac:spMkLst>
            <pc:docMk/>
            <pc:sldMk cId="3870454438" sldId="921"/>
            <ac:spMk id="5" creationId="{D70AD0AC-6796-42FB-01B4-AC6753FBDA98}"/>
          </ac:spMkLst>
        </pc:spChg>
        <pc:spChg chg="add del mod">
          <ac:chgData name="Palit, Tapti" userId="dec6fbcd-7598-406a-8cbf-504d4a3bac15" providerId="ADAL" clId="{ECD42228-5B96-4A72-B268-C46DF994E6B7}" dt="2024-01-24T04:13:46.417" v="39957" actId="478"/>
          <ac:spMkLst>
            <pc:docMk/>
            <pc:sldMk cId="3870454438" sldId="921"/>
            <ac:spMk id="7" creationId="{0A886C6B-9CA6-749E-CBA8-AE2EEE4F9216}"/>
          </ac:spMkLst>
        </pc:spChg>
        <pc:graphicFrameChg chg="mod">
          <ac:chgData name="Palit, Tapti" userId="dec6fbcd-7598-406a-8cbf-504d4a3bac15" providerId="ADAL" clId="{ECD42228-5B96-4A72-B268-C46DF994E6B7}" dt="2024-01-25T04:54:33.925" v="50619" actId="20577"/>
          <ac:graphicFrameMkLst>
            <pc:docMk/>
            <pc:sldMk cId="3870454438" sldId="921"/>
            <ac:graphicFrameMk id="6" creationId="{29DDF177-FB8C-28F0-7429-A32CAB798CE6}"/>
          </ac:graphicFrameMkLst>
        </pc:graphicFrameChg>
      </pc:sldChg>
      <pc:sldChg chg="addSp delSp modSp add del mod ord addCm chgLayout modNotesTx">
        <pc:chgData name="Palit, Tapti" userId="dec6fbcd-7598-406a-8cbf-504d4a3bac15" providerId="ADAL" clId="{ECD42228-5B96-4A72-B268-C46DF994E6B7}" dt="2024-01-29T02:13:30.727" v="73934" actId="47"/>
        <pc:sldMkLst>
          <pc:docMk/>
          <pc:sldMk cId="2631865131" sldId="922"/>
        </pc:sldMkLst>
        <pc:spChg chg="mod ord">
          <ac:chgData name="Palit, Tapti" userId="dec6fbcd-7598-406a-8cbf-504d4a3bac15" providerId="ADAL" clId="{ECD42228-5B96-4A72-B268-C46DF994E6B7}" dt="2024-01-29T02:06:15.860" v="73529" actId="20577"/>
          <ac:spMkLst>
            <pc:docMk/>
            <pc:sldMk cId="2631865131" sldId="922"/>
            <ac:spMk id="2" creationId="{59240995-ED89-086D-83DF-F01344A66D93}"/>
          </ac:spMkLst>
        </pc:spChg>
        <pc:spChg chg="del mod ord">
          <ac:chgData name="Palit, Tapti" userId="dec6fbcd-7598-406a-8cbf-504d4a3bac15" providerId="ADAL" clId="{ECD42228-5B96-4A72-B268-C46DF994E6B7}" dt="2024-01-29T01:43:38.987" v="72516" actId="6264"/>
          <ac:spMkLst>
            <pc:docMk/>
            <pc:sldMk cId="2631865131" sldId="922"/>
            <ac:spMk id="3" creationId="{8CD75A24-A922-707C-FFA9-97286CC05500}"/>
          </ac:spMkLst>
        </pc:spChg>
        <pc:spChg chg="mod ord">
          <ac:chgData name="Palit, Tapti" userId="dec6fbcd-7598-406a-8cbf-504d4a3bac15" providerId="ADAL" clId="{ECD42228-5B96-4A72-B268-C46DF994E6B7}" dt="2024-01-29T01:43:38.987" v="72516" actId="6264"/>
          <ac:spMkLst>
            <pc:docMk/>
            <pc:sldMk cId="2631865131" sldId="922"/>
            <ac:spMk id="4" creationId="{70ACB5D1-10EA-7E1E-6469-346D0A3410BD}"/>
          </ac:spMkLst>
        </pc:spChg>
        <pc:spChg chg="add del mod">
          <ac:chgData name="Palit, Tapti" userId="dec6fbcd-7598-406a-8cbf-504d4a3bac15" providerId="ADAL" clId="{ECD42228-5B96-4A72-B268-C46DF994E6B7}" dt="2024-01-29T01:43:38.987" v="72516" actId="6264"/>
          <ac:spMkLst>
            <pc:docMk/>
            <pc:sldMk cId="2631865131" sldId="922"/>
            <ac:spMk id="5" creationId="{6D15996C-F7A6-C3B4-5EB1-D825EC01A910}"/>
          </ac:spMkLst>
        </pc:spChg>
        <pc:spChg chg="add">
          <ac:chgData name="Palit, Tapti" userId="dec6fbcd-7598-406a-8cbf-504d4a3bac15" providerId="ADAL" clId="{ECD42228-5B96-4A72-B268-C46DF994E6B7}" dt="2024-01-24T04:31:26.918" v="40248"/>
          <ac:spMkLst>
            <pc:docMk/>
            <pc:sldMk cId="2631865131" sldId="922"/>
            <ac:spMk id="5" creationId="{E85258C0-8E07-E8B2-F537-4146548F085F}"/>
          </ac:spMkLst>
        </pc:spChg>
        <pc:spChg chg="add del mod">
          <ac:chgData name="Palit, Tapti" userId="dec6fbcd-7598-406a-8cbf-504d4a3bac15" providerId="ADAL" clId="{ECD42228-5B96-4A72-B268-C46DF994E6B7}" dt="2024-01-29T01:43:38.987" v="72516" actId="6264"/>
          <ac:spMkLst>
            <pc:docMk/>
            <pc:sldMk cId="2631865131" sldId="922"/>
            <ac:spMk id="6" creationId="{C029CDDA-F91C-3D82-132B-233CFD39D16D}"/>
          </ac:spMkLst>
        </pc:spChg>
        <pc:spChg chg="add mod ord">
          <ac:chgData name="Palit, Tapti" userId="dec6fbcd-7598-406a-8cbf-504d4a3bac15" providerId="ADAL" clId="{ECD42228-5B96-4A72-B268-C46DF994E6B7}" dt="2024-01-29T02:07:36.172" v="73758" actId="20577"/>
          <ac:spMkLst>
            <pc:docMk/>
            <pc:sldMk cId="2631865131" sldId="922"/>
            <ac:spMk id="7" creationId="{024CB2F1-CD0D-12B9-3EE9-43E37C2484DB}"/>
          </ac:spMkLst>
        </pc:spChg>
        <pc:spChg chg="del">
          <ac:chgData name="Palit, Tapti" userId="dec6fbcd-7598-406a-8cbf-504d4a3bac15" providerId="ADAL" clId="{ECD42228-5B96-4A72-B268-C46DF994E6B7}" dt="2024-01-25T07:59:47.401" v="58294" actId="478"/>
          <ac:spMkLst>
            <pc:docMk/>
            <pc:sldMk cId="2631865131" sldId="922"/>
            <ac:spMk id="7" creationId="{06294042-E080-E725-DC90-F949D77726A1}"/>
          </ac:spMkLst>
        </pc:spChg>
        <pc:spChg chg="del mod">
          <ac:chgData name="Palit, Tapti" userId="dec6fbcd-7598-406a-8cbf-504d4a3bac15" providerId="ADAL" clId="{ECD42228-5B96-4A72-B268-C46DF994E6B7}" dt="2024-01-25T07:59:51.205" v="58295" actId="478"/>
          <ac:spMkLst>
            <pc:docMk/>
            <pc:sldMk cId="2631865131" sldId="922"/>
            <ac:spMk id="8" creationId="{D55B951E-D8A5-5744-5EFC-96ECBBE58AC3}"/>
          </ac:spMkLst>
        </pc:spChg>
        <pc:spChg chg="add del mod">
          <ac:chgData name="Palit, Tapti" userId="dec6fbcd-7598-406a-8cbf-504d4a3bac15" providerId="ADAL" clId="{ECD42228-5B96-4A72-B268-C46DF994E6B7}" dt="2024-01-25T08:00:39.549" v="58302" actId="6264"/>
          <ac:spMkLst>
            <pc:docMk/>
            <pc:sldMk cId="2631865131" sldId="922"/>
            <ac:spMk id="11" creationId="{7D6BC489-D4D5-33B3-A273-CDA5C64115A6}"/>
          </ac:spMkLst>
        </pc:spChg>
        <pc:spChg chg="add mod">
          <ac:chgData name="Palit, Tapti" userId="dec6fbcd-7598-406a-8cbf-504d4a3bac15" providerId="ADAL" clId="{ECD42228-5B96-4A72-B268-C46DF994E6B7}" dt="2024-01-29T02:09:25.729" v="73786" actId="1076"/>
          <ac:spMkLst>
            <pc:docMk/>
            <pc:sldMk cId="2631865131" sldId="922"/>
            <ac:spMk id="12" creationId="{26AEDEB3-CA09-D2BC-7802-58530E22394C}"/>
          </ac:spMkLst>
        </pc:spChg>
        <pc:spChg chg="add del mod">
          <ac:chgData name="Palit, Tapti" userId="dec6fbcd-7598-406a-8cbf-504d4a3bac15" providerId="ADAL" clId="{ECD42228-5B96-4A72-B268-C46DF994E6B7}" dt="2024-01-25T08:00:39.549" v="58302" actId="6264"/>
          <ac:spMkLst>
            <pc:docMk/>
            <pc:sldMk cId="2631865131" sldId="922"/>
            <ac:spMk id="12" creationId="{AF88199C-E724-5CC2-09D7-4D5F7C67B3DC}"/>
          </ac:spMkLst>
        </pc:spChg>
        <pc:spChg chg="add del mod">
          <ac:chgData name="Palit, Tapti" userId="dec6fbcd-7598-406a-8cbf-504d4a3bac15" providerId="ADAL" clId="{ECD42228-5B96-4A72-B268-C46DF994E6B7}" dt="2024-01-25T08:00:39.549" v="58302" actId="6264"/>
          <ac:spMkLst>
            <pc:docMk/>
            <pc:sldMk cId="2631865131" sldId="922"/>
            <ac:spMk id="13" creationId="{A182C01E-7D6D-C637-6CB5-08E9C4CDA561}"/>
          </ac:spMkLst>
        </pc:spChg>
        <pc:spChg chg="add del mod">
          <ac:chgData name="Palit, Tapti" userId="dec6fbcd-7598-406a-8cbf-504d4a3bac15" providerId="ADAL" clId="{ECD42228-5B96-4A72-B268-C46DF994E6B7}" dt="2024-01-25T08:00:46.241" v="58304" actId="478"/>
          <ac:spMkLst>
            <pc:docMk/>
            <pc:sldMk cId="2631865131" sldId="922"/>
            <ac:spMk id="14" creationId="{6107D9E6-3E32-17F6-9CB3-A309D970FA3A}"/>
          </ac:spMkLst>
        </pc:spChg>
        <pc:picChg chg="del">
          <ac:chgData name="Palit, Tapti" userId="dec6fbcd-7598-406a-8cbf-504d4a3bac15" providerId="ADAL" clId="{ECD42228-5B96-4A72-B268-C46DF994E6B7}" dt="2024-01-24T04:31:11.578" v="40246" actId="478"/>
          <ac:picMkLst>
            <pc:docMk/>
            <pc:sldMk cId="2631865131" sldId="922"/>
            <ac:picMk id="11" creationId="{437F56BC-06BE-9E6A-5E2B-DC8A73616836}"/>
          </ac:picMkLst>
        </pc:picChg>
        <pc:picChg chg="del">
          <ac:chgData name="Palit, Tapti" userId="dec6fbcd-7598-406a-8cbf-504d4a3bac15" providerId="ADAL" clId="{ECD42228-5B96-4A72-B268-C46DF994E6B7}" dt="2024-01-24T04:31:13.535" v="40247" actId="478"/>
          <ac:picMkLst>
            <pc:docMk/>
            <pc:sldMk cId="2631865131" sldId="922"/>
            <ac:picMk id="17" creationId="{666CC23E-EB01-7C27-C9E7-CD09B5B84263}"/>
          </ac:picMkLst>
        </pc:picChg>
        <pc:picChg chg="add del mod">
          <ac:chgData name="Palit, Tapti" userId="dec6fbcd-7598-406a-8cbf-504d4a3bac15" providerId="ADAL" clId="{ECD42228-5B96-4A72-B268-C46DF994E6B7}" dt="2024-01-29T01:43:28.149" v="72513" actId="478"/>
          <ac:picMkLst>
            <pc:docMk/>
            <pc:sldMk cId="2631865131" sldId="922"/>
            <ac:picMk id="1028" creationId="{538B6674-D580-6357-DC72-C8510FC9A4BA}"/>
          </ac:picMkLst>
        </pc:picChg>
        <pc:picChg chg="add del mod">
          <ac:chgData name="Palit, Tapti" userId="dec6fbcd-7598-406a-8cbf-504d4a3bac15" providerId="ADAL" clId="{ECD42228-5B96-4A72-B268-C46DF994E6B7}" dt="2024-01-29T01:43:28.149" v="72513" actId="478"/>
          <ac:picMkLst>
            <pc:docMk/>
            <pc:sldMk cId="2631865131" sldId="922"/>
            <ac:picMk id="1030" creationId="{A9E7D014-E98D-D2F1-1693-4E3ED7199726}"/>
          </ac:picMkLst>
        </pc:picChg>
        <pc:picChg chg="add mod">
          <ac:chgData name="Palit, Tapti" userId="dec6fbcd-7598-406a-8cbf-504d4a3bac15" providerId="ADAL" clId="{ECD42228-5B96-4A72-B268-C46DF994E6B7}" dt="2024-01-29T02:09:25.729" v="73786" actId="1076"/>
          <ac:picMkLst>
            <pc:docMk/>
            <pc:sldMk cId="2631865131" sldId="922"/>
            <ac:picMk id="2050" creationId="{113A15BC-A19F-FE53-4589-F8B1CEAF9361}"/>
          </ac:picMkLst>
        </pc:picChg>
        <pc:picChg chg="add mod">
          <ac:chgData name="Palit, Tapti" userId="dec6fbcd-7598-406a-8cbf-504d4a3bac15" providerId="ADAL" clId="{ECD42228-5B96-4A72-B268-C46DF994E6B7}" dt="2024-01-29T02:09:25.729" v="73786" actId="1076"/>
          <ac:picMkLst>
            <pc:docMk/>
            <pc:sldMk cId="2631865131" sldId="922"/>
            <ac:picMk id="2052" creationId="{5C1655BB-8523-55E6-599D-69D4A4BD5305}"/>
          </ac:picMkLst>
        </pc:picChg>
        <pc:cxnChg chg="add mod">
          <ac:chgData name="Palit, Tapti" userId="dec6fbcd-7598-406a-8cbf-504d4a3bac15" providerId="ADAL" clId="{ECD42228-5B96-4A72-B268-C46DF994E6B7}" dt="2024-01-29T02:09:25.729" v="73786" actId="1076"/>
          <ac:cxnSpMkLst>
            <pc:docMk/>
            <pc:sldMk cId="2631865131" sldId="922"/>
            <ac:cxnSpMk id="8" creationId="{7F949424-BD4D-3C35-9061-DA6C4EBF2080}"/>
          </ac:cxnSpMkLst>
        </pc:cxnChg>
        <pc:cxnChg chg="add del mod">
          <ac:chgData name="Palit, Tapti" userId="dec6fbcd-7598-406a-8cbf-504d4a3bac15" providerId="ADAL" clId="{ECD42228-5B96-4A72-B268-C46DF994E6B7}" dt="2024-01-29T01:43:30.467" v="72514" actId="478"/>
          <ac:cxnSpMkLst>
            <pc:docMk/>
            <pc:sldMk cId="2631865131" sldId="922"/>
            <ac:cxnSpMk id="9" creationId="{BB3B8CB8-9ED4-1A74-44D0-0CA450238BA3}"/>
          </ac:cxnSpMkLst>
        </pc:cxn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25T14:31:15.915" v="60458"/>
              <pc2:cmMkLst xmlns:pc2="http://schemas.microsoft.com/office/powerpoint/2019/9/main/command">
                <pc:docMk/>
                <pc:sldMk cId="2631865131" sldId="922"/>
                <pc2:cmMk id="{2A34E115-B1DD-4A22-9A43-A23E6F8A233C}"/>
              </pc2:cmMkLst>
            </pc226:cmChg>
          </p:ext>
        </pc:extLst>
      </pc:sldChg>
      <pc:sldChg chg="modSp new mod">
        <pc:chgData name="Palit, Tapti" userId="dec6fbcd-7598-406a-8cbf-504d4a3bac15" providerId="ADAL" clId="{ECD42228-5B96-4A72-B268-C46DF994E6B7}" dt="2024-01-24T04:35:26.031" v="40399" actId="20577"/>
        <pc:sldMkLst>
          <pc:docMk/>
          <pc:sldMk cId="2320602695" sldId="923"/>
        </pc:sldMkLst>
        <pc:spChg chg="mod">
          <ac:chgData name="Palit, Tapti" userId="dec6fbcd-7598-406a-8cbf-504d4a3bac15" providerId="ADAL" clId="{ECD42228-5B96-4A72-B268-C46DF994E6B7}" dt="2024-01-24T04:35:26.031" v="40399" actId="20577"/>
          <ac:spMkLst>
            <pc:docMk/>
            <pc:sldMk cId="2320602695" sldId="923"/>
            <ac:spMk id="3" creationId="{8E111D6B-D177-8C8D-83C8-EC3623380C1B}"/>
          </ac:spMkLst>
        </pc:spChg>
      </pc:sldChg>
      <pc:sldChg chg="del">
        <pc:chgData name="Palit, Tapti" userId="dec6fbcd-7598-406a-8cbf-504d4a3bac15" providerId="ADAL" clId="{ECD42228-5B96-4A72-B268-C46DF994E6B7}" dt="2024-01-28T03:44:01.241" v="67437" actId="47"/>
        <pc:sldMkLst>
          <pc:docMk/>
          <pc:sldMk cId="4008811220" sldId="924"/>
        </pc:sldMkLst>
      </pc:sldChg>
      <pc:sldChg chg="add del mod modShow">
        <pc:chgData name="Palit, Tapti" userId="dec6fbcd-7598-406a-8cbf-504d4a3bac15" providerId="ADAL" clId="{ECD42228-5B96-4A72-B268-C46DF994E6B7}" dt="2024-01-28T03:44:01.241" v="67437" actId="47"/>
        <pc:sldMkLst>
          <pc:docMk/>
          <pc:sldMk cId="538126845" sldId="925"/>
        </pc:sldMkLst>
      </pc:sldChg>
      <pc:sldChg chg="del modNotesTx">
        <pc:chgData name="Palit, Tapti" userId="dec6fbcd-7598-406a-8cbf-504d4a3bac15" providerId="ADAL" clId="{ECD42228-5B96-4A72-B268-C46DF994E6B7}" dt="2024-01-25T04:48:53.113" v="50545" actId="2696"/>
        <pc:sldMkLst>
          <pc:docMk/>
          <pc:sldMk cId="2504179833" sldId="925"/>
        </pc:sldMkLst>
      </pc:sldChg>
      <pc:sldChg chg="add del mod modShow">
        <pc:chgData name="Palit, Tapti" userId="dec6fbcd-7598-406a-8cbf-504d4a3bac15" providerId="ADAL" clId="{ECD42228-5B96-4A72-B268-C46DF994E6B7}" dt="2024-01-28T03:44:01.241" v="67437" actId="47"/>
        <pc:sldMkLst>
          <pc:docMk/>
          <pc:sldMk cId="43235235" sldId="926"/>
        </pc:sldMkLst>
      </pc:sldChg>
      <pc:sldChg chg="del modNotesTx">
        <pc:chgData name="Palit, Tapti" userId="dec6fbcd-7598-406a-8cbf-504d4a3bac15" providerId="ADAL" clId="{ECD42228-5B96-4A72-B268-C46DF994E6B7}" dt="2024-01-25T04:48:53.113" v="50545" actId="2696"/>
        <pc:sldMkLst>
          <pc:docMk/>
          <pc:sldMk cId="2747043516" sldId="926"/>
        </pc:sldMkLst>
      </pc:sldChg>
      <pc:sldChg chg="del">
        <pc:chgData name="Palit, Tapti" userId="dec6fbcd-7598-406a-8cbf-504d4a3bac15" providerId="ADAL" clId="{ECD42228-5B96-4A72-B268-C46DF994E6B7}" dt="2024-01-25T04:48:53.113" v="50545" actId="2696"/>
        <pc:sldMkLst>
          <pc:docMk/>
          <pc:sldMk cId="3655101576" sldId="927"/>
        </pc:sldMkLst>
      </pc:sldChg>
      <pc:sldChg chg="add del mod modShow">
        <pc:chgData name="Palit, Tapti" userId="dec6fbcd-7598-406a-8cbf-504d4a3bac15" providerId="ADAL" clId="{ECD42228-5B96-4A72-B268-C46DF994E6B7}" dt="2024-01-28T03:44:01.241" v="67437" actId="47"/>
        <pc:sldMkLst>
          <pc:docMk/>
          <pc:sldMk cId="4071065580" sldId="927"/>
        </pc:sldMkLst>
      </pc:sldChg>
      <pc:sldChg chg="add del mod modShow">
        <pc:chgData name="Palit, Tapti" userId="dec6fbcd-7598-406a-8cbf-504d4a3bac15" providerId="ADAL" clId="{ECD42228-5B96-4A72-B268-C46DF994E6B7}" dt="2024-01-28T03:44:01.241" v="67437" actId="47"/>
        <pc:sldMkLst>
          <pc:docMk/>
          <pc:sldMk cId="1495997526" sldId="928"/>
        </pc:sldMkLst>
      </pc:sldChg>
      <pc:sldChg chg="del modNotesTx">
        <pc:chgData name="Palit, Tapti" userId="dec6fbcd-7598-406a-8cbf-504d4a3bac15" providerId="ADAL" clId="{ECD42228-5B96-4A72-B268-C46DF994E6B7}" dt="2024-01-25T04:48:53.113" v="50545" actId="2696"/>
        <pc:sldMkLst>
          <pc:docMk/>
          <pc:sldMk cId="2796756906" sldId="928"/>
        </pc:sldMkLst>
      </pc:sldChg>
      <pc:sldChg chg="addSp delSp modSp del mod modClrScheme chgLayout">
        <pc:chgData name="Palit, Tapti" userId="dec6fbcd-7598-406a-8cbf-504d4a3bac15" providerId="ADAL" clId="{ECD42228-5B96-4A72-B268-C46DF994E6B7}" dt="2024-01-28T23:37:19.840" v="70915" actId="47"/>
        <pc:sldMkLst>
          <pc:docMk/>
          <pc:sldMk cId="3451207649" sldId="929"/>
        </pc:sldMkLst>
        <pc:spChg chg="mod ord">
          <ac:chgData name="Palit, Tapti" userId="dec6fbcd-7598-406a-8cbf-504d4a3bac15" providerId="ADAL" clId="{ECD42228-5B96-4A72-B268-C46DF994E6B7}" dt="2024-01-25T07:01:18.346" v="55948" actId="20577"/>
          <ac:spMkLst>
            <pc:docMk/>
            <pc:sldMk cId="3451207649" sldId="929"/>
            <ac:spMk id="2" creationId="{72255B09-C652-86B4-3A5C-C987FF2F36D4}"/>
          </ac:spMkLst>
        </pc:spChg>
        <pc:spChg chg="mod ord">
          <ac:chgData name="Palit, Tapti" userId="dec6fbcd-7598-406a-8cbf-504d4a3bac15" providerId="ADAL" clId="{ECD42228-5B96-4A72-B268-C46DF994E6B7}" dt="2024-01-25T05:02:28.806" v="50686" actId="700"/>
          <ac:spMkLst>
            <pc:docMk/>
            <pc:sldMk cId="3451207649" sldId="929"/>
            <ac:spMk id="3" creationId="{323C4707-8358-58C6-2162-E4F42AA7F78D}"/>
          </ac:spMkLst>
        </pc:spChg>
        <pc:spChg chg="mod ord">
          <ac:chgData name="Palit, Tapti" userId="dec6fbcd-7598-406a-8cbf-504d4a3bac15" providerId="ADAL" clId="{ECD42228-5B96-4A72-B268-C46DF994E6B7}" dt="2024-01-25T05:02:28.806" v="50686" actId="700"/>
          <ac:spMkLst>
            <pc:docMk/>
            <pc:sldMk cId="3451207649" sldId="929"/>
            <ac:spMk id="4" creationId="{C1583B93-49CE-B036-ACEE-6DBFC8368B24}"/>
          </ac:spMkLst>
        </pc:spChg>
        <pc:spChg chg="add del mod ord">
          <ac:chgData name="Palit, Tapti" userId="dec6fbcd-7598-406a-8cbf-504d4a3bac15" providerId="ADAL" clId="{ECD42228-5B96-4A72-B268-C46DF994E6B7}" dt="2024-01-25T07:13:23.955" v="56113" actId="478"/>
          <ac:spMkLst>
            <pc:docMk/>
            <pc:sldMk cId="3451207649" sldId="929"/>
            <ac:spMk id="7" creationId="{AF7427A1-5D36-9E42-BA21-9515E426D40A}"/>
          </ac:spMkLst>
        </pc:spChg>
        <pc:spChg chg="add del mod ord">
          <ac:chgData name="Palit, Tapti" userId="dec6fbcd-7598-406a-8cbf-504d4a3bac15" providerId="ADAL" clId="{ECD42228-5B96-4A72-B268-C46DF994E6B7}" dt="2024-01-25T05:02:44.028" v="50690" actId="478"/>
          <ac:spMkLst>
            <pc:docMk/>
            <pc:sldMk cId="3451207649" sldId="929"/>
            <ac:spMk id="8" creationId="{36298AC7-2DDC-B136-E2E7-1158227CC1D9}"/>
          </ac:spMkLst>
        </pc:spChg>
        <pc:spChg chg="add del mod">
          <ac:chgData name="Palit, Tapti" userId="dec6fbcd-7598-406a-8cbf-504d4a3bac15" providerId="ADAL" clId="{ECD42228-5B96-4A72-B268-C46DF994E6B7}" dt="2024-01-25T05:02:25.583" v="50685" actId="6264"/>
          <ac:spMkLst>
            <pc:docMk/>
            <pc:sldMk cId="3451207649" sldId="929"/>
            <ac:spMk id="9" creationId="{0F450421-2A21-DC92-E8DD-9A1D84BF5D86}"/>
          </ac:spMkLst>
        </pc:spChg>
        <pc:spChg chg="add del mod">
          <ac:chgData name="Palit, Tapti" userId="dec6fbcd-7598-406a-8cbf-504d4a3bac15" providerId="ADAL" clId="{ECD42228-5B96-4A72-B268-C46DF994E6B7}" dt="2024-01-25T05:02:25.583" v="50685" actId="6264"/>
          <ac:spMkLst>
            <pc:docMk/>
            <pc:sldMk cId="3451207649" sldId="929"/>
            <ac:spMk id="10" creationId="{DF59315C-A7CD-E67A-BD4F-699A7A4EF95E}"/>
          </ac:spMkLst>
        </pc:spChg>
        <pc:spChg chg="add del mod">
          <ac:chgData name="Palit, Tapti" userId="dec6fbcd-7598-406a-8cbf-504d4a3bac15" providerId="ADAL" clId="{ECD42228-5B96-4A72-B268-C46DF994E6B7}" dt="2024-01-25T05:02:25.583" v="50685" actId="6264"/>
          <ac:spMkLst>
            <pc:docMk/>
            <pc:sldMk cId="3451207649" sldId="929"/>
            <ac:spMk id="11" creationId="{E6C6F6B2-67F0-E8AC-A040-E9EE84AE9DAE}"/>
          </ac:spMkLst>
        </pc:spChg>
        <pc:spChg chg="add del mod">
          <ac:chgData name="Palit, Tapti" userId="dec6fbcd-7598-406a-8cbf-504d4a3bac15" providerId="ADAL" clId="{ECD42228-5B96-4A72-B268-C46DF994E6B7}" dt="2024-01-25T05:02:25.583" v="50685" actId="6264"/>
          <ac:spMkLst>
            <pc:docMk/>
            <pc:sldMk cId="3451207649" sldId="929"/>
            <ac:spMk id="12" creationId="{2908D0B7-6C94-E94F-C8E8-221A20C00EF9}"/>
          </ac:spMkLst>
        </pc:spChg>
        <pc:spChg chg="add del mod">
          <ac:chgData name="Palit, Tapti" userId="dec6fbcd-7598-406a-8cbf-504d4a3bac15" providerId="ADAL" clId="{ECD42228-5B96-4A72-B268-C46DF994E6B7}" dt="2024-01-25T05:02:25.583" v="50685" actId="6264"/>
          <ac:spMkLst>
            <pc:docMk/>
            <pc:sldMk cId="3451207649" sldId="929"/>
            <ac:spMk id="13" creationId="{02EDD503-4973-1518-C5EB-7805AB04DB04}"/>
          </ac:spMkLst>
        </pc:spChg>
        <pc:picChg chg="add del mod">
          <ac:chgData name="Palit, Tapti" userId="dec6fbcd-7598-406a-8cbf-504d4a3bac15" providerId="ADAL" clId="{ECD42228-5B96-4A72-B268-C46DF994E6B7}" dt="2024-01-25T05:02:56.972" v="50699" actId="478"/>
          <ac:picMkLst>
            <pc:docMk/>
            <pc:sldMk cId="3451207649" sldId="929"/>
            <ac:picMk id="5" creationId="{C45799CD-765E-4800-5F29-30621C864A0D}"/>
          </ac:picMkLst>
        </pc:picChg>
        <pc:picChg chg="add del mod">
          <ac:chgData name="Palit, Tapti" userId="dec6fbcd-7598-406a-8cbf-504d4a3bac15" providerId="ADAL" clId="{ECD42228-5B96-4A72-B268-C46DF994E6B7}" dt="2024-01-25T05:02:56.972" v="50699" actId="478"/>
          <ac:picMkLst>
            <pc:docMk/>
            <pc:sldMk cId="3451207649" sldId="929"/>
            <ac:picMk id="6" creationId="{12F2CAC8-C4BD-23C8-A94C-22754013FDDA}"/>
          </ac:picMkLst>
        </pc:picChg>
      </pc:sldChg>
      <pc:sldChg chg="del">
        <pc:chgData name="Palit, Tapti" userId="dec6fbcd-7598-406a-8cbf-504d4a3bac15" providerId="ADAL" clId="{ECD42228-5B96-4A72-B268-C46DF994E6B7}" dt="2024-01-28T03:44:01.241" v="67437" actId="47"/>
        <pc:sldMkLst>
          <pc:docMk/>
          <pc:sldMk cId="3932546374" sldId="930"/>
        </pc:sldMkLst>
      </pc:sldChg>
      <pc:sldChg chg="del">
        <pc:chgData name="Palit, Tapti" userId="dec6fbcd-7598-406a-8cbf-504d4a3bac15" providerId="ADAL" clId="{ECD42228-5B96-4A72-B268-C46DF994E6B7}" dt="2024-01-28T03:44:01.241" v="67437" actId="47"/>
        <pc:sldMkLst>
          <pc:docMk/>
          <pc:sldMk cId="4149935990" sldId="931"/>
        </pc:sldMkLst>
      </pc:sldChg>
      <pc:sldChg chg="del">
        <pc:chgData name="Palit, Tapti" userId="dec6fbcd-7598-406a-8cbf-504d4a3bac15" providerId="ADAL" clId="{ECD42228-5B96-4A72-B268-C46DF994E6B7}" dt="2024-01-28T03:44:01.241" v="67437" actId="47"/>
        <pc:sldMkLst>
          <pc:docMk/>
          <pc:sldMk cId="242395351" sldId="932"/>
        </pc:sldMkLst>
      </pc:sldChg>
      <pc:sldChg chg="del">
        <pc:chgData name="Palit, Tapti" userId="dec6fbcd-7598-406a-8cbf-504d4a3bac15" providerId="ADAL" clId="{ECD42228-5B96-4A72-B268-C46DF994E6B7}" dt="2024-01-28T03:44:01.241" v="67437" actId="47"/>
        <pc:sldMkLst>
          <pc:docMk/>
          <pc:sldMk cId="1139379618" sldId="933"/>
        </pc:sldMkLst>
      </pc:sldChg>
      <pc:sldChg chg="del">
        <pc:chgData name="Palit, Tapti" userId="dec6fbcd-7598-406a-8cbf-504d4a3bac15" providerId="ADAL" clId="{ECD42228-5B96-4A72-B268-C46DF994E6B7}" dt="2024-01-28T03:44:01.241" v="67437" actId="47"/>
        <pc:sldMkLst>
          <pc:docMk/>
          <pc:sldMk cId="2636027419" sldId="934"/>
        </pc:sldMkLst>
      </pc:sldChg>
      <pc:sldChg chg="del">
        <pc:chgData name="Palit, Tapti" userId="dec6fbcd-7598-406a-8cbf-504d4a3bac15" providerId="ADAL" clId="{ECD42228-5B96-4A72-B268-C46DF994E6B7}" dt="2024-01-28T03:44:01.241" v="67437" actId="47"/>
        <pc:sldMkLst>
          <pc:docMk/>
          <pc:sldMk cId="2455690404" sldId="935"/>
        </pc:sldMkLst>
      </pc:sldChg>
      <pc:sldChg chg="del">
        <pc:chgData name="Palit, Tapti" userId="dec6fbcd-7598-406a-8cbf-504d4a3bac15" providerId="ADAL" clId="{ECD42228-5B96-4A72-B268-C46DF994E6B7}" dt="2024-01-28T03:44:01.241" v="67437" actId="47"/>
        <pc:sldMkLst>
          <pc:docMk/>
          <pc:sldMk cId="3562435918" sldId="936"/>
        </pc:sldMkLst>
      </pc:sldChg>
      <pc:sldChg chg="del">
        <pc:chgData name="Palit, Tapti" userId="dec6fbcd-7598-406a-8cbf-504d4a3bac15" providerId="ADAL" clId="{ECD42228-5B96-4A72-B268-C46DF994E6B7}" dt="2024-01-28T03:44:01.241" v="67437" actId="47"/>
        <pc:sldMkLst>
          <pc:docMk/>
          <pc:sldMk cId="447750180" sldId="937"/>
        </pc:sldMkLst>
      </pc:sldChg>
      <pc:sldChg chg="del">
        <pc:chgData name="Palit, Tapti" userId="dec6fbcd-7598-406a-8cbf-504d4a3bac15" providerId="ADAL" clId="{ECD42228-5B96-4A72-B268-C46DF994E6B7}" dt="2024-01-28T03:44:01.241" v="67437" actId="47"/>
        <pc:sldMkLst>
          <pc:docMk/>
          <pc:sldMk cId="3066965801" sldId="938"/>
        </pc:sldMkLst>
      </pc:sldChg>
      <pc:sldChg chg="addSp delSp modSp del mod delAnim modAnim modNotesTx">
        <pc:chgData name="Palit, Tapti" userId="dec6fbcd-7598-406a-8cbf-504d4a3bac15" providerId="ADAL" clId="{ECD42228-5B96-4A72-B268-C46DF994E6B7}" dt="2024-01-25T04:48:53.113" v="50545" actId="2696"/>
        <pc:sldMkLst>
          <pc:docMk/>
          <pc:sldMk cId="1043800535" sldId="939"/>
        </pc:sldMkLst>
        <pc:spChg chg="add mod">
          <ac:chgData name="Palit, Tapti" userId="dec6fbcd-7598-406a-8cbf-504d4a3bac15" providerId="ADAL" clId="{ECD42228-5B96-4A72-B268-C46DF994E6B7}" dt="2024-01-24T19:39:18.147" v="41304"/>
          <ac:spMkLst>
            <pc:docMk/>
            <pc:sldMk cId="1043800535" sldId="939"/>
            <ac:spMk id="7" creationId="{BC5EB154-C78C-A743-BAEB-C354207508A3}"/>
          </ac:spMkLst>
        </pc:spChg>
        <pc:spChg chg="del">
          <ac:chgData name="Palit, Tapti" userId="dec6fbcd-7598-406a-8cbf-504d4a3bac15" providerId="ADAL" clId="{ECD42228-5B96-4A72-B268-C46DF994E6B7}" dt="2024-01-24T19:34:54.380" v="40913" actId="478"/>
          <ac:spMkLst>
            <pc:docMk/>
            <pc:sldMk cId="1043800535" sldId="939"/>
            <ac:spMk id="217" creationId="{DE6CB6CB-DA11-FC10-E22D-BD9BF3034520}"/>
          </ac:spMkLst>
        </pc:spChg>
      </pc:sldChg>
      <pc:sldChg chg="add del mod modShow">
        <pc:chgData name="Palit, Tapti" userId="dec6fbcd-7598-406a-8cbf-504d4a3bac15" providerId="ADAL" clId="{ECD42228-5B96-4A72-B268-C46DF994E6B7}" dt="2024-01-28T03:44:01.241" v="67437" actId="47"/>
        <pc:sldMkLst>
          <pc:docMk/>
          <pc:sldMk cId="1635176695" sldId="939"/>
        </pc:sldMkLst>
      </pc:sldChg>
      <pc:sldChg chg="addSp delSp modSp new del mod delAnim modAnim addCm modNotesTx">
        <pc:chgData name="Palit, Tapti" userId="dec6fbcd-7598-406a-8cbf-504d4a3bac15" providerId="ADAL" clId="{ECD42228-5B96-4A72-B268-C46DF994E6B7}" dt="2024-01-28T02:28:18.853" v="67398" actId="2696"/>
        <pc:sldMkLst>
          <pc:docMk/>
          <pc:sldMk cId="1035773078" sldId="940"/>
        </pc:sldMkLst>
        <pc:spChg chg="del">
          <ac:chgData name="Palit, Tapti" userId="dec6fbcd-7598-406a-8cbf-504d4a3bac15" providerId="ADAL" clId="{ECD42228-5B96-4A72-B268-C46DF994E6B7}" dt="2024-01-25T00:38:58.682" v="43471" actId="478"/>
          <ac:spMkLst>
            <pc:docMk/>
            <pc:sldMk cId="1035773078" sldId="940"/>
            <ac:spMk id="2" creationId="{C1A9AA82-2163-48F3-4808-EB89E397D4C6}"/>
          </ac:spMkLst>
        </pc:spChg>
        <pc:spChg chg="mod">
          <ac:chgData name="Palit, Tapti" userId="dec6fbcd-7598-406a-8cbf-504d4a3bac15" providerId="ADAL" clId="{ECD42228-5B96-4A72-B268-C46DF994E6B7}" dt="2024-01-28T01:06:45.371" v="67305" actId="20577"/>
          <ac:spMkLst>
            <pc:docMk/>
            <pc:sldMk cId="1035773078" sldId="940"/>
            <ac:spMk id="3" creationId="{276F285D-E79C-3957-9EEA-1A08D81DC183}"/>
          </ac:spMkLst>
        </pc:spChg>
        <pc:picChg chg="add del ord">
          <ac:chgData name="Palit, Tapti" userId="dec6fbcd-7598-406a-8cbf-504d4a3bac15" providerId="ADAL" clId="{ECD42228-5B96-4A72-B268-C46DF994E6B7}" dt="2024-01-28T01:03:56.603" v="67226" actId="478"/>
          <ac:picMkLst>
            <pc:docMk/>
            <pc:sldMk cId="1035773078" sldId="940"/>
            <ac:picMk id="5" creationId="{F59E0D9B-43A9-F0CE-F3CB-34C8FC9DB918}"/>
          </ac:picMkLst>
        </pc:picChg>
        <pc:picChg chg="add del mod">
          <ac:chgData name="Palit, Tapti" userId="dec6fbcd-7598-406a-8cbf-504d4a3bac15" providerId="ADAL" clId="{ECD42228-5B96-4A72-B268-C46DF994E6B7}" dt="2024-01-25T00:22:02.061" v="43133" actId="478"/>
          <ac:picMkLst>
            <pc:docMk/>
            <pc:sldMk cId="1035773078" sldId="940"/>
            <ac:picMk id="5" creationId="{FD08A317-ECC6-AC91-413B-E58635FF4377}"/>
          </ac:picMkLst>
        </pc:picChg>
        <pc:picChg chg="add mod">
          <ac:chgData name="Palit, Tapti" userId="dec6fbcd-7598-406a-8cbf-504d4a3bac15" providerId="ADAL" clId="{ECD42228-5B96-4A72-B268-C46DF994E6B7}" dt="2024-01-28T01:35:02.650" v="67339" actId="1076"/>
          <ac:picMkLst>
            <pc:docMk/>
            <pc:sldMk cId="1035773078" sldId="940"/>
            <ac:picMk id="6" creationId="{A70DC3D1-33CE-0FFB-A174-5084D75B244E}"/>
          </ac:picMkLst>
        </pc:picChg>
        <pc:picChg chg="add del mod">
          <ac:chgData name="Palit, Tapti" userId="dec6fbcd-7598-406a-8cbf-504d4a3bac15" providerId="ADAL" clId="{ECD42228-5B96-4A72-B268-C46DF994E6B7}" dt="2024-01-25T00:22:02.061" v="43133" actId="478"/>
          <ac:picMkLst>
            <pc:docMk/>
            <pc:sldMk cId="1035773078" sldId="940"/>
            <ac:picMk id="6" creationId="{C84880B0-397E-743C-1FEF-E3A3538EB50A}"/>
          </ac:picMkLst>
        </pc:picChg>
        <pc:picChg chg="add del mod">
          <ac:chgData name="Palit, Tapti" userId="dec6fbcd-7598-406a-8cbf-504d4a3bac15" providerId="ADAL" clId="{ECD42228-5B96-4A72-B268-C46DF994E6B7}" dt="2024-01-25T00:22:03.749" v="43134" actId="478"/>
          <ac:picMkLst>
            <pc:docMk/>
            <pc:sldMk cId="1035773078" sldId="940"/>
            <ac:picMk id="7" creationId="{4DD27E14-6B2E-1B5D-E063-F51C6B3404A3}"/>
          </ac:picMkLst>
        </pc:picChg>
        <pc:picChg chg="add mod ord">
          <ac:chgData name="Palit, Tapti" userId="dec6fbcd-7598-406a-8cbf-504d4a3bac15" providerId="ADAL" clId="{ECD42228-5B96-4A72-B268-C46DF994E6B7}" dt="2024-01-28T01:09:42.296" v="67331" actId="14100"/>
          <ac:picMkLst>
            <pc:docMk/>
            <pc:sldMk cId="1035773078" sldId="940"/>
            <ac:picMk id="8" creationId="{D9DB1330-F8D9-95CA-AA53-306F8999791B}"/>
          </ac:picMkLst>
        </pc:picChg>
        <pc:picChg chg="add del mod">
          <ac:chgData name="Palit, Tapti" userId="dec6fbcd-7598-406a-8cbf-504d4a3bac15" providerId="ADAL" clId="{ECD42228-5B96-4A72-B268-C46DF994E6B7}" dt="2024-01-25T00:23:13.553" v="43187" actId="478"/>
          <ac:picMkLst>
            <pc:docMk/>
            <pc:sldMk cId="1035773078" sldId="940"/>
            <ac:picMk id="9" creationId="{73FD35CC-428D-E3C9-03C6-9BE01C78A27F}"/>
          </ac:picMkLst>
        </pc:picChg>
        <pc:picChg chg="add mod ord">
          <ac:chgData name="Palit, Tapti" userId="dec6fbcd-7598-406a-8cbf-504d4a3bac15" providerId="ADAL" clId="{ECD42228-5B96-4A72-B268-C46DF994E6B7}" dt="2024-01-28T01:34:55.466" v="67337" actId="1076"/>
          <ac:picMkLst>
            <pc:docMk/>
            <pc:sldMk cId="1035773078" sldId="940"/>
            <ac:picMk id="10" creationId="{BFAA6451-7FA7-B886-283A-36AA6C586A90}"/>
          </ac:picMkLst>
        </pc:picChg>
        <pc:picChg chg="add del mod ord">
          <ac:chgData name="Palit, Tapti" userId="dec6fbcd-7598-406a-8cbf-504d4a3bac15" providerId="ADAL" clId="{ECD42228-5B96-4A72-B268-C46DF994E6B7}" dt="2024-01-25T00:25:19.378" v="43196" actId="478"/>
          <ac:picMkLst>
            <pc:docMk/>
            <pc:sldMk cId="1035773078" sldId="940"/>
            <ac:picMk id="11" creationId="{94475976-EBF4-3110-F40C-3A56D3ADF7F5}"/>
          </ac:picMkLst>
        </pc:picChg>
        <pc:picChg chg="add mod ord">
          <ac:chgData name="Palit, Tapti" userId="dec6fbcd-7598-406a-8cbf-504d4a3bac15" providerId="ADAL" clId="{ECD42228-5B96-4A72-B268-C46DF994E6B7}" dt="2024-01-28T01:34:57.809" v="67338" actId="1076"/>
          <ac:picMkLst>
            <pc:docMk/>
            <pc:sldMk cId="1035773078" sldId="940"/>
            <ac:picMk id="12" creationId="{D93E7980-C2A3-368E-681B-3501B8295B1F}"/>
          </ac:picMkLst>
        </pc:picChg>
        <pc:picChg chg="add del mod">
          <ac:chgData name="Palit, Tapti" userId="dec6fbcd-7598-406a-8cbf-504d4a3bac15" providerId="ADAL" clId="{ECD42228-5B96-4A72-B268-C46DF994E6B7}" dt="2024-01-25T00:25:17.801" v="43195" actId="478"/>
          <ac:picMkLst>
            <pc:docMk/>
            <pc:sldMk cId="1035773078" sldId="940"/>
            <ac:picMk id="13" creationId="{F1DD5C42-3C6E-5587-5F91-9415DBE09E9C}"/>
          </ac:picMkLst>
        </pc:picChg>
        <pc:picChg chg="add mod">
          <ac:chgData name="Palit, Tapti" userId="dec6fbcd-7598-406a-8cbf-504d4a3bac15" providerId="ADAL" clId="{ECD42228-5B96-4A72-B268-C46DF994E6B7}" dt="2024-01-28T01:38:07.009" v="67342" actId="1076"/>
          <ac:picMkLst>
            <pc:docMk/>
            <pc:sldMk cId="1035773078" sldId="940"/>
            <ac:picMk id="14" creationId="{6497D371-BEB6-7ECD-2B4F-2F8800C79BA3}"/>
          </ac:picMkLst>
        </pc:picChg>
        <pc:picChg chg="add del mod ord">
          <ac:chgData name="Palit, Tapti" userId="dec6fbcd-7598-406a-8cbf-504d4a3bac15" providerId="ADAL" clId="{ECD42228-5B96-4A72-B268-C46DF994E6B7}" dt="2024-01-25T00:32:07.198" v="43207" actId="478"/>
          <ac:picMkLst>
            <pc:docMk/>
            <pc:sldMk cId="1035773078" sldId="940"/>
            <ac:picMk id="15" creationId="{E19076B2-BBE1-A420-C3EC-62813DCB2C80}"/>
          </ac:picMkLst>
        </pc:picChg>
        <pc:picChg chg="add del mod">
          <ac:chgData name="Palit, Tapti" userId="dec6fbcd-7598-406a-8cbf-504d4a3bac15" providerId="ADAL" clId="{ECD42228-5B96-4A72-B268-C46DF994E6B7}" dt="2024-01-25T07:21:44.169" v="56140" actId="478"/>
          <ac:picMkLst>
            <pc:docMk/>
            <pc:sldMk cId="1035773078" sldId="940"/>
            <ac:picMk id="17" creationId="{F3422EA7-2B5B-57D8-E6F1-9BDDF2942365}"/>
          </ac:picMkLst>
        </pc:picChg>
        <pc:picChg chg="add del mod">
          <ac:chgData name="Palit, Tapti" userId="dec6fbcd-7598-406a-8cbf-504d4a3bac15" providerId="ADAL" clId="{ECD42228-5B96-4A72-B268-C46DF994E6B7}" dt="2024-01-25T00:32:25.756" v="43213" actId="478"/>
          <ac:picMkLst>
            <pc:docMk/>
            <pc:sldMk cId="1035773078" sldId="940"/>
            <ac:picMk id="19" creationId="{8940B172-8963-3191-6DB4-BDBECD7B5C44}"/>
          </ac:picMkLst>
        </pc:picChg>
        <pc:picChg chg="add del mod ord">
          <ac:chgData name="Palit, Tapti" userId="dec6fbcd-7598-406a-8cbf-504d4a3bac15" providerId="ADAL" clId="{ECD42228-5B96-4A72-B268-C46DF994E6B7}" dt="2024-01-28T01:03:53.560" v="67224" actId="478"/>
          <ac:picMkLst>
            <pc:docMk/>
            <pc:sldMk cId="1035773078" sldId="940"/>
            <ac:picMk id="21" creationId="{5CEB3178-BFA7-C403-8A9D-49205791A6CC}"/>
          </ac:picMkLst>
        </pc:picChg>
        <pc:picChg chg="add del mod">
          <ac:chgData name="Palit, Tapti" userId="dec6fbcd-7598-406a-8cbf-504d4a3bac15" providerId="ADAL" clId="{ECD42228-5B96-4A72-B268-C46DF994E6B7}" dt="2024-01-28T01:03:58.257" v="67227" actId="478"/>
          <ac:picMkLst>
            <pc:docMk/>
            <pc:sldMk cId="1035773078" sldId="940"/>
            <ac:picMk id="23" creationId="{2F8A5E38-D6E1-9CC3-4210-81A55A66E0E2}"/>
          </ac:picMkLst>
        </pc:picChg>
        <pc:picChg chg="add del mod">
          <ac:chgData name="Palit, Tapti" userId="dec6fbcd-7598-406a-8cbf-504d4a3bac15" providerId="ADAL" clId="{ECD42228-5B96-4A72-B268-C46DF994E6B7}" dt="2024-01-25T01:55:17.918" v="46409" actId="478"/>
          <ac:picMkLst>
            <pc:docMk/>
            <pc:sldMk cId="1035773078" sldId="940"/>
            <ac:picMk id="25" creationId="{1C7837B0-1E0C-D591-3526-FD1B545C5AB2}"/>
          </ac:picMkLst>
        </pc:picChg>
        <pc:picChg chg="add del mod ord">
          <ac:chgData name="Palit, Tapti" userId="dec6fbcd-7598-406a-8cbf-504d4a3bac15" providerId="ADAL" clId="{ECD42228-5B96-4A72-B268-C46DF994E6B7}" dt="2024-01-28T01:03:51.798" v="67223" actId="478"/>
          <ac:picMkLst>
            <pc:docMk/>
            <pc:sldMk cId="1035773078" sldId="940"/>
            <ac:picMk id="27" creationId="{C69BECBB-C4C6-40BE-B78A-A0B8E75A9ADC}"/>
          </ac:picMkLst>
        </pc:picChg>
        <pc:picChg chg="add del mod">
          <ac:chgData name="Palit, Tapti" userId="dec6fbcd-7598-406a-8cbf-504d4a3bac15" providerId="ADAL" clId="{ECD42228-5B96-4A72-B268-C46DF994E6B7}" dt="2024-01-28T01:03:55.038" v="67225" actId="478"/>
          <ac:picMkLst>
            <pc:docMk/>
            <pc:sldMk cId="1035773078" sldId="940"/>
            <ac:picMk id="29" creationId="{65BE0358-D892-0E18-A2B5-0DD4F131233B}"/>
          </ac:picMkLst>
        </pc:pic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28T02:28:06.866" v="67397"/>
              <pc2:cmMkLst xmlns:pc2="http://schemas.microsoft.com/office/powerpoint/2019/9/main/command">
                <pc:docMk/>
                <pc:sldMk cId="1035773078" sldId="940"/>
                <pc2:cmMk id="{30483F6B-4BC7-41B6-A1D0-1E80904C98B2}"/>
              </pc2:cmMkLst>
            </pc226:cmChg>
          </p:ext>
        </pc:extLst>
      </pc:sldChg>
      <pc:sldChg chg="add del mod modShow">
        <pc:chgData name="Palit, Tapti" userId="dec6fbcd-7598-406a-8cbf-504d4a3bac15" providerId="ADAL" clId="{ECD42228-5B96-4A72-B268-C46DF994E6B7}" dt="2024-01-28T03:44:01.241" v="67437" actId="47"/>
        <pc:sldMkLst>
          <pc:docMk/>
          <pc:sldMk cId="1978614666" sldId="940"/>
        </pc:sldMkLst>
      </pc:sldChg>
      <pc:sldChg chg="addSp delSp modSp new mod modAnim modNotesTx">
        <pc:chgData name="Palit, Tapti" userId="dec6fbcd-7598-406a-8cbf-504d4a3bac15" providerId="ADAL" clId="{ECD42228-5B96-4A72-B268-C46DF994E6B7}" dt="2024-01-25T00:58:09.327" v="43982" actId="20577"/>
        <pc:sldMkLst>
          <pc:docMk/>
          <pc:sldMk cId="979678000" sldId="941"/>
        </pc:sldMkLst>
        <pc:spChg chg="mod">
          <ac:chgData name="Palit, Tapti" userId="dec6fbcd-7598-406a-8cbf-504d4a3bac15" providerId="ADAL" clId="{ECD42228-5B96-4A72-B268-C46DF994E6B7}" dt="2024-01-25T00:54:57.770" v="43780" actId="20577"/>
          <ac:spMkLst>
            <pc:docMk/>
            <pc:sldMk cId="979678000" sldId="941"/>
            <ac:spMk id="3" creationId="{49CD06EF-E98B-EE57-9C8F-2100457DB51D}"/>
          </ac:spMkLst>
        </pc:spChg>
        <pc:picChg chg="add del mod">
          <ac:chgData name="Palit, Tapti" userId="dec6fbcd-7598-406a-8cbf-504d4a3bac15" providerId="ADAL" clId="{ECD42228-5B96-4A72-B268-C46DF994E6B7}" dt="2024-01-25T00:37:26.132" v="43462" actId="478"/>
          <ac:picMkLst>
            <pc:docMk/>
            <pc:sldMk cId="979678000" sldId="941"/>
            <ac:picMk id="5" creationId="{4A1368AA-59C5-F274-7E4C-582EBD920861}"/>
          </ac:picMkLst>
        </pc:picChg>
        <pc:picChg chg="add mod">
          <ac:chgData name="Palit, Tapti" userId="dec6fbcd-7598-406a-8cbf-504d4a3bac15" providerId="ADAL" clId="{ECD42228-5B96-4A72-B268-C46DF994E6B7}" dt="2024-01-25T00:37:30.196" v="43464" actId="1076"/>
          <ac:picMkLst>
            <pc:docMk/>
            <pc:sldMk cId="979678000" sldId="941"/>
            <ac:picMk id="7" creationId="{536E11DA-3237-75B1-C610-F4E982BF69F3}"/>
          </ac:picMkLst>
        </pc:picChg>
        <pc:picChg chg="add mod">
          <ac:chgData name="Palit, Tapti" userId="dec6fbcd-7598-406a-8cbf-504d4a3bac15" providerId="ADAL" clId="{ECD42228-5B96-4A72-B268-C46DF994E6B7}" dt="2024-01-25T00:46:01.516" v="43482" actId="1076"/>
          <ac:picMkLst>
            <pc:docMk/>
            <pc:sldMk cId="979678000" sldId="941"/>
            <ac:picMk id="9" creationId="{1A0A1FDA-B7A2-7A4A-ED42-76F9B513878A}"/>
          </ac:picMkLst>
        </pc:picChg>
        <pc:picChg chg="add mod">
          <ac:chgData name="Palit, Tapti" userId="dec6fbcd-7598-406a-8cbf-504d4a3bac15" providerId="ADAL" clId="{ECD42228-5B96-4A72-B268-C46DF994E6B7}" dt="2024-01-25T00:48:12.957" v="43554" actId="1076"/>
          <ac:picMkLst>
            <pc:docMk/>
            <pc:sldMk cId="979678000" sldId="941"/>
            <ac:picMk id="11" creationId="{FC12EF14-081A-114B-2680-1EF9F31AE656}"/>
          </ac:picMkLst>
        </pc:picChg>
      </pc:sldChg>
      <pc:sldChg chg="addSp delSp modSp new mod ord delAnim modAnim modNotesTx">
        <pc:chgData name="Palit, Tapti" userId="dec6fbcd-7598-406a-8cbf-504d4a3bac15" providerId="ADAL" clId="{ECD42228-5B96-4A72-B268-C46DF994E6B7}" dt="2024-01-25T08:03:01.828" v="58318" actId="20577"/>
        <pc:sldMkLst>
          <pc:docMk/>
          <pc:sldMk cId="134959814" sldId="942"/>
        </pc:sldMkLst>
        <pc:spChg chg="del">
          <ac:chgData name="Palit, Tapti" userId="dec6fbcd-7598-406a-8cbf-504d4a3bac15" providerId="ADAL" clId="{ECD42228-5B96-4A72-B268-C46DF994E6B7}" dt="2024-01-25T00:52:52.057" v="43682" actId="478"/>
          <ac:spMkLst>
            <pc:docMk/>
            <pc:sldMk cId="134959814" sldId="942"/>
            <ac:spMk id="2" creationId="{53DBE698-BB3A-13FE-9A7C-13F033DF061D}"/>
          </ac:spMkLst>
        </pc:spChg>
        <pc:spChg chg="mod">
          <ac:chgData name="Palit, Tapti" userId="dec6fbcd-7598-406a-8cbf-504d4a3bac15" providerId="ADAL" clId="{ECD42228-5B96-4A72-B268-C46DF994E6B7}" dt="2024-01-25T08:03:00.528" v="58317" actId="20577"/>
          <ac:spMkLst>
            <pc:docMk/>
            <pc:sldMk cId="134959814" sldId="942"/>
            <ac:spMk id="3" creationId="{5355D09F-07D4-C48B-61E0-110907923520}"/>
          </ac:spMkLst>
        </pc:spChg>
        <pc:spChg chg="add mod">
          <ac:chgData name="Palit, Tapti" userId="dec6fbcd-7598-406a-8cbf-504d4a3bac15" providerId="ADAL" clId="{ECD42228-5B96-4A72-B268-C46DF994E6B7}" dt="2024-01-25T00:52:59.901" v="43683" actId="1076"/>
          <ac:spMkLst>
            <pc:docMk/>
            <pc:sldMk cId="134959814" sldId="942"/>
            <ac:spMk id="5" creationId="{F45E6262-EEF7-4542-1D80-EB8280C4542D}"/>
          </ac:spMkLst>
        </pc:spChg>
        <pc:spChg chg="add mod">
          <ac:chgData name="Palit, Tapti" userId="dec6fbcd-7598-406a-8cbf-504d4a3bac15" providerId="ADAL" clId="{ECD42228-5B96-4A72-B268-C46DF994E6B7}" dt="2024-01-25T00:52:15.941" v="43671" actId="1076"/>
          <ac:spMkLst>
            <pc:docMk/>
            <pc:sldMk cId="134959814" sldId="942"/>
            <ac:spMk id="7" creationId="{C51DD632-D912-2537-1C05-E7598E3B6756}"/>
          </ac:spMkLst>
        </pc:spChg>
        <pc:spChg chg="add mod">
          <ac:chgData name="Palit, Tapti" userId="dec6fbcd-7598-406a-8cbf-504d4a3bac15" providerId="ADAL" clId="{ECD42228-5B96-4A72-B268-C46DF994E6B7}" dt="2024-01-25T00:52:33.285" v="43678" actId="1076"/>
          <ac:spMkLst>
            <pc:docMk/>
            <pc:sldMk cId="134959814" sldId="942"/>
            <ac:spMk id="8" creationId="{9AA32225-1A8D-71BD-17CE-1B0F6B94AEA1}"/>
          </ac:spMkLst>
        </pc:spChg>
        <pc:spChg chg="add del mod">
          <ac:chgData name="Palit, Tapti" userId="dec6fbcd-7598-406a-8cbf-504d4a3bac15" providerId="ADAL" clId="{ECD42228-5B96-4A72-B268-C46DF994E6B7}" dt="2024-01-25T00:51:42.068" v="43664" actId="478"/>
          <ac:spMkLst>
            <pc:docMk/>
            <pc:sldMk cId="134959814" sldId="942"/>
            <ac:spMk id="9" creationId="{04FF154C-57AC-C9D7-56DB-EEB66E05ECE5}"/>
          </ac:spMkLst>
        </pc:spChg>
        <pc:spChg chg="add del mod">
          <ac:chgData name="Palit, Tapti" userId="dec6fbcd-7598-406a-8cbf-504d4a3bac15" providerId="ADAL" clId="{ECD42228-5B96-4A72-B268-C46DF994E6B7}" dt="2024-01-25T00:51:55.496" v="43665" actId="478"/>
          <ac:spMkLst>
            <pc:docMk/>
            <pc:sldMk cId="134959814" sldId="942"/>
            <ac:spMk id="10" creationId="{E7027368-0DC9-C8F4-BBC0-FE1F4D6A72D3}"/>
          </ac:spMkLst>
        </pc:spChg>
        <pc:spChg chg="add mod">
          <ac:chgData name="Palit, Tapti" userId="dec6fbcd-7598-406a-8cbf-504d4a3bac15" providerId="ADAL" clId="{ECD42228-5B96-4A72-B268-C46DF994E6B7}" dt="2024-01-25T00:53:27.793" v="43689" actId="692"/>
          <ac:spMkLst>
            <pc:docMk/>
            <pc:sldMk cId="134959814" sldId="942"/>
            <ac:spMk id="14" creationId="{7EEA0E9D-8703-BB0B-3F6A-FA4949ED1B8D}"/>
          </ac:spMkLst>
        </pc:spChg>
        <pc:spChg chg="add del mod">
          <ac:chgData name="Palit, Tapti" userId="dec6fbcd-7598-406a-8cbf-504d4a3bac15" providerId="ADAL" clId="{ECD42228-5B96-4A72-B268-C46DF994E6B7}" dt="2024-01-25T00:53:06.415" v="43685" actId="478"/>
          <ac:spMkLst>
            <pc:docMk/>
            <pc:sldMk cId="134959814" sldId="942"/>
            <ac:spMk id="15" creationId="{B5AC4E80-BBD9-F3C8-FFE7-6D7BEDA15931}"/>
          </ac:spMkLst>
        </pc:spChg>
        <pc:spChg chg="add mod">
          <ac:chgData name="Palit, Tapti" userId="dec6fbcd-7598-406a-8cbf-504d4a3bac15" providerId="ADAL" clId="{ECD42228-5B96-4A72-B268-C46DF994E6B7}" dt="2024-01-25T00:55:36.204" v="43792" actId="1076"/>
          <ac:spMkLst>
            <pc:docMk/>
            <pc:sldMk cId="134959814" sldId="942"/>
            <ac:spMk id="16" creationId="{20471247-3946-924A-C9BE-DE199F66E137}"/>
          </ac:spMkLst>
        </pc:spChg>
        <pc:spChg chg="add del mod">
          <ac:chgData name="Palit, Tapti" userId="dec6fbcd-7598-406a-8cbf-504d4a3bac15" providerId="ADAL" clId="{ECD42228-5B96-4A72-B268-C46DF994E6B7}" dt="2024-01-25T00:52:47.151" v="43681" actId="478"/>
          <ac:spMkLst>
            <pc:docMk/>
            <pc:sldMk cId="134959814" sldId="942"/>
            <ac:spMk id="17" creationId="{D9FE7DB3-4270-CB64-D9BA-2A31F4DC2BEF}"/>
          </ac:spMkLst>
        </pc:spChg>
        <pc:spChg chg="add mod">
          <ac:chgData name="Palit, Tapti" userId="dec6fbcd-7598-406a-8cbf-504d4a3bac15" providerId="ADAL" clId="{ECD42228-5B96-4A72-B268-C46DF994E6B7}" dt="2024-01-25T00:56:24.550" v="43805" actId="20577"/>
          <ac:spMkLst>
            <pc:docMk/>
            <pc:sldMk cId="134959814" sldId="942"/>
            <ac:spMk id="35" creationId="{A5D72F9E-51AD-3E6E-66B6-3519B5D834B0}"/>
          </ac:spMkLst>
        </pc:spChg>
        <pc:spChg chg="add mod">
          <ac:chgData name="Palit, Tapti" userId="dec6fbcd-7598-406a-8cbf-504d4a3bac15" providerId="ADAL" clId="{ECD42228-5B96-4A72-B268-C46DF994E6B7}" dt="2024-01-25T00:56:28.180" v="43809" actId="20577"/>
          <ac:spMkLst>
            <pc:docMk/>
            <pc:sldMk cId="134959814" sldId="942"/>
            <ac:spMk id="37" creationId="{8B33974A-B32B-E5AA-C364-C110B505E94B}"/>
          </ac:spMkLst>
        </pc:spChg>
        <pc:spChg chg="add mod">
          <ac:chgData name="Palit, Tapti" userId="dec6fbcd-7598-406a-8cbf-504d4a3bac15" providerId="ADAL" clId="{ECD42228-5B96-4A72-B268-C46DF994E6B7}" dt="2024-01-25T00:56:36.647" v="43816" actId="207"/>
          <ac:spMkLst>
            <pc:docMk/>
            <pc:sldMk cId="134959814" sldId="942"/>
            <ac:spMk id="38" creationId="{73B1DE5E-842A-22D0-C0D7-4F90D283BA69}"/>
          </ac:spMkLst>
        </pc:spChg>
        <pc:picChg chg="add mod">
          <ac:chgData name="Palit, Tapti" userId="dec6fbcd-7598-406a-8cbf-504d4a3bac15" providerId="ADAL" clId="{ECD42228-5B96-4A72-B268-C46DF994E6B7}" dt="2024-01-25T00:56:16.476" v="43801" actId="1076"/>
          <ac:picMkLst>
            <pc:docMk/>
            <pc:sldMk cId="134959814" sldId="942"/>
            <ac:picMk id="6" creationId="{F6381B09-0005-787B-B03A-CCC6619EBE20}"/>
          </ac:picMkLst>
        </pc:picChg>
        <pc:cxnChg chg="add mod">
          <ac:chgData name="Palit, Tapti" userId="dec6fbcd-7598-406a-8cbf-504d4a3bac15" providerId="ADAL" clId="{ECD42228-5B96-4A72-B268-C46DF994E6B7}" dt="2024-01-25T01:06:38.088" v="44268" actId="692"/>
          <ac:cxnSpMkLst>
            <pc:docMk/>
            <pc:sldMk cId="134959814" sldId="942"/>
            <ac:cxnSpMk id="11" creationId="{CD106CE5-039D-BA99-83A3-A2C26CA29C53}"/>
          </ac:cxnSpMkLst>
        </pc:cxnChg>
        <pc:cxnChg chg="add del mod">
          <ac:chgData name="Palit, Tapti" userId="dec6fbcd-7598-406a-8cbf-504d4a3bac15" providerId="ADAL" clId="{ECD42228-5B96-4A72-B268-C46DF994E6B7}" dt="2024-01-25T00:51:55.496" v="43665" actId="478"/>
          <ac:cxnSpMkLst>
            <pc:docMk/>
            <pc:sldMk cId="134959814" sldId="942"/>
            <ac:cxnSpMk id="12" creationId="{DDD55D66-1709-4607-9E6B-5511B087D088}"/>
          </ac:cxnSpMkLst>
        </pc:cxnChg>
        <pc:cxnChg chg="add mod">
          <ac:chgData name="Palit, Tapti" userId="dec6fbcd-7598-406a-8cbf-504d4a3bac15" providerId="ADAL" clId="{ECD42228-5B96-4A72-B268-C46DF994E6B7}" dt="2024-01-25T01:06:40.914" v="44269" actId="692"/>
          <ac:cxnSpMkLst>
            <pc:docMk/>
            <pc:sldMk cId="134959814" sldId="942"/>
            <ac:cxnSpMk id="13" creationId="{51CA8707-C76A-D2F5-EC5E-0BE0A3CA2E0A}"/>
          </ac:cxnSpMkLst>
        </pc:cxnChg>
      </pc:sldChg>
      <pc:sldChg chg="add del">
        <pc:chgData name="Palit, Tapti" userId="dec6fbcd-7598-406a-8cbf-504d4a3bac15" providerId="ADAL" clId="{ECD42228-5B96-4A72-B268-C46DF994E6B7}" dt="2024-01-25T00:38:32.827" v="43466"/>
        <pc:sldMkLst>
          <pc:docMk/>
          <pc:sldMk cId="1298616484" sldId="942"/>
        </pc:sldMkLst>
      </pc:sldChg>
      <pc:sldChg chg="addSp delSp modSp new del mod modClrScheme chgLayout">
        <pc:chgData name="Palit, Tapti" userId="dec6fbcd-7598-406a-8cbf-504d4a3bac15" providerId="ADAL" clId="{ECD42228-5B96-4A72-B268-C46DF994E6B7}" dt="2024-01-25T01:10:51.738" v="44520" actId="47"/>
        <pc:sldMkLst>
          <pc:docMk/>
          <pc:sldMk cId="321654111" sldId="943"/>
        </pc:sldMkLst>
        <pc:spChg chg="del">
          <ac:chgData name="Palit, Tapti" userId="dec6fbcd-7598-406a-8cbf-504d4a3bac15" providerId="ADAL" clId="{ECD42228-5B96-4A72-B268-C46DF994E6B7}" dt="2024-01-25T01:06:58.604" v="44271" actId="700"/>
          <ac:spMkLst>
            <pc:docMk/>
            <pc:sldMk cId="321654111" sldId="943"/>
            <ac:spMk id="2" creationId="{75A820C6-3489-BD99-0853-5E6C668AF05D}"/>
          </ac:spMkLst>
        </pc:spChg>
        <pc:spChg chg="del mod ord">
          <ac:chgData name="Palit, Tapti" userId="dec6fbcd-7598-406a-8cbf-504d4a3bac15" providerId="ADAL" clId="{ECD42228-5B96-4A72-B268-C46DF994E6B7}" dt="2024-01-25T01:06:58.604" v="44271" actId="700"/>
          <ac:spMkLst>
            <pc:docMk/>
            <pc:sldMk cId="321654111" sldId="943"/>
            <ac:spMk id="3" creationId="{EB6299E8-7FB5-32D6-4110-F4B7417DFA6C}"/>
          </ac:spMkLst>
        </pc:spChg>
        <pc:spChg chg="mod ord">
          <ac:chgData name="Palit, Tapti" userId="dec6fbcd-7598-406a-8cbf-504d4a3bac15" providerId="ADAL" clId="{ECD42228-5B96-4A72-B268-C46DF994E6B7}" dt="2024-01-25T01:06:58.604" v="44271" actId="700"/>
          <ac:spMkLst>
            <pc:docMk/>
            <pc:sldMk cId="321654111" sldId="943"/>
            <ac:spMk id="4" creationId="{F821B392-BA1D-97E0-884D-98C58EECDBF2}"/>
          </ac:spMkLst>
        </pc:spChg>
        <pc:spChg chg="add mod ord">
          <ac:chgData name="Palit, Tapti" userId="dec6fbcd-7598-406a-8cbf-504d4a3bac15" providerId="ADAL" clId="{ECD42228-5B96-4A72-B268-C46DF994E6B7}" dt="2024-01-25T01:10:47.011" v="44519" actId="20577"/>
          <ac:spMkLst>
            <pc:docMk/>
            <pc:sldMk cId="321654111" sldId="943"/>
            <ac:spMk id="5" creationId="{564D940A-EEE5-278D-E2EB-EA3910BBD22B}"/>
          </ac:spMkLst>
        </pc:spChg>
      </pc:sldChg>
      <pc:sldChg chg="del">
        <pc:chgData name="Palit, Tapti" userId="dec6fbcd-7598-406a-8cbf-504d4a3bac15" providerId="ADAL" clId="{ECD42228-5B96-4A72-B268-C46DF994E6B7}" dt="2024-01-28T03:44:01.241" v="67437" actId="47"/>
        <pc:sldMkLst>
          <pc:docMk/>
          <pc:sldMk cId="1164086596" sldId="944"/>
        </pc:sldMkLst>
      </pc:sldChg>
      <pc:sldChg chg="addSp delSp modSp new mod modClrScheme chgLayout modNotesTx">
        <pc:chgData name="Palit, Tapti" userId="dec6fbcd-7598-406a-8cbf-504d4a3bac15" providerId="ADAL" clId="{ECD42228-5B96-4A72-B268-C46DF994E6B7}" dt="2024-01-25T04:09:21.715" v="49799" actId="113"/>
        <pc:sldMkLst>
          <pc:docMk/>
          <pc:sldMk cId="4010005041" sldId="944"/>
        </pc:sldMkLst>
        <pc:spChg chg="del mod ord">
          <ac:chgData name="Palit, Tapti" userId="dec6fbcd-7598-406a-8cbf-504d4a3bac15" providerId="ADAL" clId="{ECD42228-5B96-4A72-B268-C46DF994E6B7}" dt="2024-01-25T01:07:25.055" v="44341" actId="700"/>
          <ac:spMkLst>
            <pc:docMk/>
            <pc:sldMk cId="4010005041" sldId="944"/>
            <ac:spMk id="2" creationId="{BE91F49E-9928-F8C1-4649-6390A11FA800}"/>
          </ac:spMkLst>
        </pc:spChg>
        <pc:spChg chg="mod ord">
          <ac:chgData name="Palit, Tapti" userId="dec6fbcd-7598-406a-8cbf-504d4a3bac15" providerId="ADAL" clId="{ECD42228-5B96-4A72-B268-C46DF994E6B7}" dt="2024-01-25T01:19:42.744" v="44821" actId="700"/>
          <ac:spMkLst>
            <pc:docMk/>
            <pc:sldMk cId="4010005041" sldId="944"/>
            <ac:spMk id="3" creationId="{5AEEFB66-FA55-D5D7-B43E-9C0A79B4E280}"/>
          </ac:spMkLst>
        </pc:spChg>
        <pc:spChg chg="add mod ord">
          <ac:chgData name="Palit, Tapti" userId="dec6fbcd-7598-406a-8cbf-504d4a3bac15" providerId="ADAL" clId="{ECD42228-5B96-4A72-B268-C46DF994E6B7}" dt="2024-01-25T01:19:42.744" v="44821" actId="700"/>
          <ac:spMkLst>
            <pc:docMk/>
            <pc:sldMk cId="4010005041" sldId="944"/>
            <ac:spMk id="4" creationId="{B1FFA890-DB05-7F81-04B3-6A40F0872283}"/>
          </ac:spMkLst>
        </pc:spChg>
        <pc:spChg chg="add mod ord">
          <ac:chgData name="Palit, Tapti" userId="dec6fbcd-7598-406a-8cbf-504d4a3bac15" providerId="ADAL" clId="{ECD42228-5B96-4A72-B268-C46DF994E6B7}" dt="2024-01-25T01:21:36.300" v="44920" actId="20577"/>
          <ac:spMkLst>
            <pc:docMk/>
            <pc:sldMk cId="4010005041" sldId="944"/>
            <ac:spMk id="5" creationId="{7E8314D6-654F-63BD-BA1D-0496D424E707}"/>
          </ac:spMkLst>
        </pc:spChg>
        <pc:spChg chg="add del mod ord">
          <ac:chgData name="Palit, Tapti" userId="dec6fbcd-7598-406a-8cbf-504d4a3bac15" providerId="ADAL" clId="{ECD42228-5B96-4A72-B268-C46DF994E6B7}" dt="2024-01-25T01:19:42.744" v="44821" actId="700"/>
          <ac:spMkLst>
            <pc:docMk/>
            <pc:sldMk cId="4010005041" sldId="944"/>
            <ac:spMk id="6" creationId="{C1FE9768-AEE3-DF83-42BB-E3AC8B9E0623}"/>
          </ac:spMkLst>
        </pc:spChg>
        <pc:spChg chg="add del mod">
          <ac:chgData name="Palit, Tapti" userId="dec6fbcd-7598-406a-8cbf-504d4a3bac15" providerId="ADAL" clId="{ECD42228-5B96-4A72-B268-C46DF994E6B7}" dt="2024-01-25T04:09:19.466" v="49798" actId="113"/>
          <ac:spMkLst>
            <pc:docMk/>
            <pc:sldMk cId="4010005041" sldId="944"/>
            <ac:spMk id="7" creationId="{E13BD948-7741-6246-12EB-EB7B47F1C80D}"/>
          </ac:spMkLst>
        </pc:spChg>
        <pc:spChg chg="add del mod">
          <ac:chgData name="Palit, Tapti" userId="dec6fbcd-7598-406a-8cbf-504d4a3bac15" providerId="ADAL" clId="{ECD42228-5B96-4A72-B268-C46DF994E6B7}" dt="2024-01-25T04:09:21.715" v="49799" actId="113"/>
          <ac:spMkLst>
            <pc:docMk/>
            <pc:sldMk cId="4010005041" sldId="944"/>
            <ac:spMk id="8" creationId="{374C52A9-D02B-B2B3-57DD-3E1BC5631294}"/>
          </ac:spMkLst>
        </pc:spChg>
        <pc:picChg chg="add del mod">
          <ac:chgData name="Palit, Tapti" userId="dec6fbcd-7598-406a-8cbf-504d4a3bac15" providerId="ADAL" clId="{ECD42228-5B96-4A72-B268-C46DF994E6B7}" dt="2024-01-25T01:11:41.211" v="44577" actId="478"/>
          <ac:picMkLst>
            <pc:docMk/>
            <pc:sldMk cId="4010005041" sldId="944"/>
            <ac:picMk id="1026" creationId="{5CB31B9A-EA35-A631-A5A0-DD73A0519E79}"/>
          </ac:picMkLst>
        </pc:picChg>
        <pc:picChg chg="add del mod">
          <ac:chgData name="Palit, Tapti" userId="dec6fbcd-7598-406a-8cbf-504d4a3bac15" providerId="ADAL" clId="{ECD42228-5B96-4A72-B268-C46DF994E6B7}" dt="2024-01-25T01:14:58.611" v="44708" actId="478"/>
          <ac:picMkLst>
            <pc:docMk/>
            <pc:sldMk cId="4010005041" sldId="944"/>
            <ac:picMk id="1028" creationId="{E59AEFEB-9594-6C42-054A-205A36C56242}"/>
          </ac:picMkLst>
        </pc:picChg>
        <pc:picChg chg="add mod">
          <ac:chgData name="Palit, Tapti" userId="dec6fbcd-7598-406a-8cbf-504d4a3bac15" providerId="ADAL" clId="{ECD42228-5B96-4A72-B268-C46DF994E6B7}" dt="2024-01-25T01:17:26.589" v="44761" actId="1076"/>
          <ac:picMkLst>
            <pc:docMk/>
            <pc:sldMk cId="4010005041" sldId="944"/>
            <ac:picMk id="1030" creationId="{49AD0413-EB50-1B63-4F3A-5E48E37B8121}"/>
          </ac:picMkLst>
        </pc:picChg>
        <pc:picChg chg="add">
          <ac:chgData name="Palit, Tapti" userId="dec6fbcd-7598-406a-8cbf-504d4a3bac15" providerId="ADAL" clId="{ECD42228-5B96-4A72-B268-C46DF994E6B7}" dt="2024-01-25T01:15:33.210" v="44713"/>
          <ac:picMkLst>
            <pc:docMk/>
            <pc:sldMk cId="4010005041" sldId="944"/>
            <ac:picMk id="1032" creationId="{B0A1160F-AA9A-861B-48DA-8D73A3B21DE1}"/>
          </ac:picMkLst>
        </pc:picChg>
        <pc:cxnChg chg="add mod">
          <ac:chgData name="Palit, Tapti" userId="dec6fbcd-7598-406a-8cbf-504d4a3bac15" providerId="ADAL" clId="{ECD42228-5B96-4A72-B268-C46DF994E6B7}" dt="2024-01-25T01:19:53.574" v="44823" actId="1076"/>
          <ac:cxnSpMkLst>
            <pc:docMk/>
            <pc:sldMk cId="4010005041" sldId="944"/>
            <ac:cxnSpMk id="10" creationId="{0FE8F14A-38FE-47EB-8321-23F16E84DFD0}"/>
          </ac:cxnSpMkLst>
        </pc:cxnChg>
      </pc:sldChg>
      <pc:sldChg chg="addSp delSp modSp new mod modClrScheme modAnim chgLayout modNotesTx">
        <pc:chgData name="Palit, Tapti" userId="dec6fbcd-7598-406a-8cbf-504d4a3bac15" providerId="ADAL" clId="{ECD42228-5B96-4A72-B268-C46DF994E6B7}" dt="2024-01-25T14:05:02.099" v="59259" actId="700"/>
        <pc:sldMkLst>
          <pc:docMk/>
          <pc:sldMk cId="1054785523" sldId="945"/>
        </pc:sldMkLst>
        <pc:spChg chg="mod ord">
          <ac:chgData name="Palit, Tapti" userId="dec6fbcd-7598-406a-8cbf-504d4a3bac15" providerId="ADAL" clId="{ECD42228-5B96-4A72-B268-C46DF994E6B7}" dt="2024-01-25T14:05:02.099" v="59259" actId="700"/>
          <ac:spMkLst>
            <pc:docMk/>
            <pc:sldMk cId="1054785523" sldId="945"/>
            <ac:spMk id="2" creationId="{FDC508B3-EA90-9347-6D4C-EF7A07AF44DF}"/>
          </ac:spMkLst>
        </pc:spChg>
        <pc:spChg chg="mod ord">
          <ac:chgData name="Palit, Tapti" userId="dec6fbcd-7598-406a-8cbf-504d4a3bac15" providerId="ADAL" clId="{ECD42228-5B96-4A72-B268-C46DF994E6B7}" dt="2024-01-25T14:05:02.099" v="59259" actId="700"/>
          <ac:spMkLst>
            <pc:docMk/>
            <pc:sldMk cId="1054785523" sldId="945"/>
            <ac:spMk id="3" creationId="{2246E50D-C821-CBE0-85B0-00E195167CAF}"/>
          </ac:spMkLst>
        </pc:spChg>
        <pc:spChg chg="mod ord">
          <ac:chgData name="Palit, Tapti" userId="dec6fbcd-7598-406a-8cbf-504d4a3bac15" providerId="ADAL" clId="{ECD42228-5B96-4A72-B268-C46DF994E6B7}" dt="2024-01-25T14:05:02.099" v="59259" actId="700"/>
          <ac:spMkLst>
            <pc:docMk/>
            <pc:sldMk cId="1054785523" sldId="945"/>
            <ac:spMk id="4" creationId="{A321B73A-33D9-AE8B-0339-06063916F56C}"/>
          </ac:spMkLst>
        </pc:spChg>
        <pc:picChg chg="add mod">
          <ac:chgData name="Palit, Tapti" userId="dec6fbcd-7598-406a-8cbf-504d4a3bac15" providerId="ADAL" clId="{ECD42228-5B96-4A72-B268-C46DF994E6B7}" dt="2024-01-25T06:41:05.313" v="54944" actId="692"/>
          <ac:picMkLst>
            <pc:docMk/>
            <pc:sldMk cId="1054785523" sldId="945"/>
            <ac:picMk id="6" creationId="{100B0E69-54BA-603E-E062-E4D6E2C7CF5F}"/>
          </ac:picMkLst>
        </pc:picChg>
        <pc:picChg chg="add del mod">
          <ac:chgData name="Palit, Tapti" userId="dec6fbcd-7598-406a-8cbf-504d4a3bac15" providerId="ADAL" clId="{ECD42228-5B96-4A72-B268-C46DF994E6B7}" dt="2024-01-25T01:26:13.125" v="45251" actId="478"/>
          <ac:picMkLst>
            <pc:docMk/>
            <pc:sldMk cId="1054785523" sldId="945"/>
            <ac:picMk id="8" creationId="{8051DD09-87E8-6F5D-8A9E-AAA3E2A59B22}"/>
          </ac:picMkLst>
        </pc:picChg>
        <pc:picChg chg="add mod">
          <ac:chgData name="Palit, Tapti" userId="dec6fbcd-7598-406a-8cbf-504d4a3bac15" providerId="ADAL" clId="{ECD42228-5B96-4A72-B268-C46DF994E6B7}" dt="2024-01-25T06:41:08.552" v="54945" actId="692"/>
          <ac:picMkLst>
            <pc:docMk/>
            <pc:sldMk cId="1054785523" sldId="945"/>
            <ac:picMk id="10" creationId="{18FD86B8-3F8C-E69F-45BF-2D258C92B4DB}"/>
          </ac:picMkLst>
        </pc:picChg>
        <pc:picChg chg="add mod">
          <ac:chgData name="Palit, Tapti" userId="dec6fbcd-7598-406a-8cbf-504d4a3bac15" providerId="ADAL" clId="{ECD42228-5B96-4A72-B268-C46DF994E6B7}" dt="2024-01-25T06:41:10.801" v="54946" actId="692"/>
          <ac:picMkLst>
            <pc:docMk/>
            <pc:sldMk cId="1054785523" sldId="945"/>
            <ac:picMk id="12" creationId="{EDC08997-D719-947E-A72F-7640FC6258DB}"/>
          </ac:picMkLst>
        </pc:picChg>
      </pc:sldChg>
      <pc:sldChg chg="del">
        <pc:chgData name="Palit, Tapti" userId="dec6fbcd-7598-406a-8cbf-504d4a3bac15" providerId="ADAL" clId="{ECD42228-5B96-4A72-B268-C46DF994E6B7}" dt="2024-01-28T03:44:01.241" v="67437" actId="47"/>
        <pc:sldMkLst>
          <pc:docMk/>
          <pc:sldMk cId="3433188129" sldId="945"/>
        </pc:sldMkLst>
      </pc:sldChg>
      <pc:sldChg chg="modSp new del mod">
        <pc:chgData name="Palit, Tapti" userId="dec6fbcd-7598-406a-8cbf-504d4a3bac15" providerId="ADAL" clId="{ECD42228-5B96-4A72-B268-C46DF994E6B7}" dt="2024-01-28T03:44:01.241" v="67437" actId="47"/>
        <pc:sldMkLst>
          <pc:docMk/>
          <pc:sldMk cId="2959267768" sldId="946"/>
        </pc:sldMkLst>
        <pc:spChg chg="mod">
          <ac:chgData name="Palit, Tapti" userId="dec6fbcd-7598-406a-8cbf-504d4a3bac15" providerId="ADAL" clId="{ECD42228-5B96-4A72-B268-C46DF994E6B7}" dt="2024-01-25T01:33:22.065" v="45402" actId="20577"/>
          <ac:spMkLst>
            <pc:docMk/>
            <pc:sldMk cId="2959267768" sldId="946"/>
            <ac:spMk id="3" creationId="{1CDA3B17-90B5-9255-9E42-4E475CB4423F}"/>
          </ac:spMkLst>
        </pc:spChg>
      </pc:sldChg>
      <pc:sldChg chg="new del">
        <pc:chgData name="Palit, Tapti" userId="dec6fbcd-7598-406a-8cbf-504d4a3bac15" providerId="ADAL" clId="{ECD42228-5B96-4A72-B268-C46DF994E6B7}" dt="2024-01-28T03:44:01.241" v="67437" actId="47"/>
        <pc:sldMkLst>
          <pc:docMk/>
          <pc:sldMk cId="2200432241" sldId="947"/>
        </pc:sldMkLst>
      </pc:sldChg>
      <pc:sldChg chg="addSp delSp modSp new mod modNotesTx">
        <pc:chgData name="Palit, Tapti" userId="dec6fbcd-7598-406a-8cbf-504d4a3bac15" providerId="ADAL" clId="{ECD42228-5B96-4A72-B268-C46DF994E6B7}" dt="2024-01-25T04:10:02.472" v="49831" actId="20577"/>
        <pc:sldMkLst>
          <pc:docMk/>
          <pc:sldMk cId="2812914313" sldId="948"/>
        </pc:sldMkLst>
        <pc:spChg chg="del">
          <ac:chgData name="Palit, Tapti" userId="dec6fbcd-7598-406a-8cbf-504d4a3bac15" providerId="ADAL" clId="{ECD42228-5B96-4A72-B268-C46DF994E6B7}" dt="2024-01-25T01:43:17.632" v="46111" actId="478"/>
          <ac:spMkLst>
            <pc:docMk/>
            <pc:sldMk cId="2812914313" sldId="948"/>
            <ac:spMk id="2" creationId="{13947EB9-453E-8773-8605-7EB9CE1AD895}"/>
          </ac:spMkLst>
        </pc:spChg>
        <pc:spChg chg="mod">
          <ac:chgData name="Palit, Tapti" userId="dec6fbcd-7598-406a-8cbf-504d4a3bac15" providerId="ADAL" clId="{ECD42228-5B96-4A72-B268-C46DF994E6B7}" dt="2024-01-25T03:56:23.216" v="49582" actId="20577"/>
          <ac:spMkLst>
            <pc:docMk/>
            <pc:sldMk cId="2812914313" sldId="948"/>
            <ac:spMk id="3" creationId="{7C06EB84-67F6-F6DA-3A7D-A8D568AE3645}"/>
          </ac:spMkLst>
        </pc:spChg>
        <pc:spChg chg="add">
          <ac:chgData name="Palit, Tapti" userId="dec6fbcd-7598-406a-8cbf-504d4a3bac15" providerId="ADAL" clId="{ECD42228-5B96-4A72-B268-C46DF994E6B7}" dt="2024-01-25T01:44:02.337" v="46122"/>
          <ac:spMkLst>
            <pc:docMk/>
            <pc:sldMk cId="2812914313" sldId="948"/>
            <ac:spMk id="7" creationId="{0154FDF0-68A0-707E-2837-F7B877520436}"/>
          </ac:spMkLst>
        </pc:spChg>
        <pc:spChg chg="add mod">
          <ac:chgData name="Palit, Tapti" userId="dec6fbcd-7598-406a-8cbf-504d4a3bac15" providerId="ADAL" clId="{ECD42228-5B96-4A72-B268-C46DF994E6B7}" dt="2024-01-25T01:46:10.031" v="46156" actId="1076"/>
          <ac:spMkLst>
            <pc:docMk/>
            <pc:sldMk cId="2812914313" sldId="948"/>
            <ac:spMk id="13" creationId="{9B580164-AD7F-5330-83E0-6A402ED46EBD}"/>
          </ac:spMkLst>
        </pc:spChg>
        <pc:spChg chg="add mod">
          <ac:chgData name="Palit, Tapti" userId="dec6fbcd-7598-406a-8cbf-504d4a3bac15" providerId="ADAL" clId="{ECD42228-5B96-4A72-B268-C46DF994E6B7}" dt="2024-01-25T01:46:18.085" v="46167" actId="20577"/>
          <ac:spMkLst>
            <pc:docMk/>
            <pc:sldMk cId="2812914313" sldId="948"/>
            <ac:spMk id="14" creationId="{BE5BEA44-E95B-CCC3-B26D-26F494CCBD4C}"/>
          </ac:spMkLst>
        </pc:spChg>
        <pc:spChg chg="add mod">
          <ac:chgData name="Palit, Tapti" userId="dec6fbcd-7598-406a-8cbf-504d4a3bac15" providerId="ADAL" clId="{ECD42228-5B96-4A72-B268-C46DF994E6B7}" dt="2024-01-25T01:48:37.751" v="46296" actId="1076"/>
          <ac:spMkLst>
            <pc:docMk/>
            <pc:sldMk cId="2812914313" sldId="948"/>
            <ac:spMk id="15" creationId="{0C8A9145-54AC-9A0A-4E1A-1444E5D0840F}"/>
          </ac:spMkLst>
        </pc:spChg>
        <pc:spChg chg="add mod">
          <ac:chgData name="Palit, Tapti" userId="dec6fbcd-7598-406a-8cbf-504d4a3bac15" providerId="ADAL" clId="{ECD42228-5B96-4A72-B268-C46DF994E6B7}" dt="2024-01-25T02:53:25.718" v="47459" actId="20577"/>
          <ac:spMkLst>
            <pc:docMk/>
            <pc:sldMk cId="2812914313" sldId="948"/>
            <ac:spMk id="16" creationId="{B540C98C-F97F-0FF5-3146-BC7DB3BEEAFE}"/>
          </ac:spMkLst>
        </pc:spChg>
        <pc:spChg chg="add mod">
          <ac:chgData name="Palit, Tapti" userId="dec6fbcd-7598-406a-8cbf-504d4a3bac15" providerId="ADAL" clId="{ECD42228-5B96-4A72-B268-C46DF994E6B7}" dt="2024-01-25T01:48:53.420" v="46302" actId="164"/>
          <ac:spMkLst>
            <pc:docMk/>
            <pc:sldMk cId="2812914313" sldId="948"/>
            <ac:spMk id="17" creationId="{DB3AD7CF-D3FB-DD7D-0E12-9158253A4F15}"/>
          </ac:spMkLst>
        </pc:spChg>
        <pc:spChg chg="add mod">
          <ac:chgData name="Palit, Tapti" userId="dec6fbcd-7598-406a-8cbf-504d4a3bac15" providerId="ADAL" clId="{ECD42228-5B96-4A72-B268-C46DF994E6B7}" dt="2024-01-25T01:48:42.231" v="46298" actId="1076"/>
          <ac:spMkLst>
            <pc:docMk/>
            <pc:sldMk cId="2812914313" sldId="948"/>
            <ac:spMk id="18" creationId="{68873199-7765-71B5-B5CA-3BF79EB6CB37}"/>
          </ac:spMkLst>
        </pc:spChg>
        <pc:spChg chg="add mod">
          <ac:chgData name="Palit, Tapti" userId="dec6fbcd-7598-406a-8cbf-504d4a3bac15" providerId="ADAL" clId="{ECD42228-5B96-4A72-B268-C46DF994E6B7}" dt="2024-01-25T01:48:40.126" v="46297" actId="1076"/>
          <ac:spMkLst>
            <pc:docMk/>
            <pc:sldMk cId="2812914313" sldId="948"/>
            <ac:spMk id="19" creationId="{C692FEF4-32A3-9672-0141-4961209C4413}"/>
          </ac:spMkLst>
        </pc:spChg>
        <pc:grpChg chg="add mod">
          <ac:chgData name="Palit, Tapti" userId="dec6fbcd-7598-406a-8cbf-504d4a3bac15" providerId="ADAL" clId="{ECD42228-5B96-4A72-B268-C46DF994E6B7}" dt="2024-01-25T01:48:37.751" v="46296" actId="1076"/>
          <ac:grpSpMkLst>
            <pc:docMk/>
            <pc:sldMk cId="2812914313" sldId="948"/>
            <ac:grpSpMk id="20" creationId="{CB3BA537-9E68-A8C3-5FE8-21556C512374}"/>
          </ac:grpSpMkLst>
        </pc:grpChg>
        <pc:grpChg chg="add mod">
          <ac:chgData name="Palit, Tapti" userId="dec6fbcd-7598-406a-8cbf-504d4a3bac15" providerId="ADAL" clId="{ECD42228-5B96-4A72-B268-C46DF994E6B7}" dt="2024-01-25T01:48:49.914" v="46301" actId="164"/>
          <ac:grpSpMkLst>
            <pc:docMk/>
            <pc:sldMk cId="2812914313" sldId="948"/>
            <ac:grpSpMk id="21" creationId="{8DD3CA57-CC50-F4B0-8494-69BA91D336FB}"/>
          </ac:grpSpMkLst>
        </pc:grpChg>
        <pc:grpChg chg="add mod">
          <ac:chgData name="Palit, Tapti" userId="dec6fbcd-7598-406a-8cbf-504d4a3bac15" providerId="ADAL" clId="{ECD42228-5B96-4A72-B268-C46DF994E6B7}" dt="2024-01-25T01:48:56.880" v="46303" actId="1076"/>
          <ac:grpSpMkLst>
            <pc:docMk/>
            <pc:sldMk cId="2812914313" sldId="948"/>
            <ac:grpSpMk id="22" creationId="{1649AC0D-D4DD-4C17-77CF-84BF3B6ECA8D}"/>
          </ac:grpSpMkLst>
        </pc:grpChg>
        <pc:picChg chg="add mod">
          <ac:chgData name="Palit, Tapti" userId="dec6fbcd-7598-406a-8cbf-504d4a3bac15" providerId="ADAL" clId="{ECD42228-5B96-4A72-B268-C46DF994E6B7}" dt="2024-01-25T01:48:49.914" v="46301" actId="164"/>
          <ac:picMkLst>
            <pc:docMk/>
            <pc:sldMk cId="2812914313" sldId="948"/>
            <ac:picMk id="9" creationId="{6F910EEC-DF0E-8E04-3A36-C5C5D58A9BAB}"/>
          </ac:picMkLst>
        </pc:picChg>
        <pc:picChg chg="add mod">
          <ac:chgData name="Palit, Tapti" userId="dec6fbcd-7598-406a-8cbf-504d4a3bac15" providerId="ADAL" clId="{ECD42228-5B96-4A72-B268-C46DF994E6B7}" dt="2024-01-25T01:48:37.751" v="46296" actId="1076"/>
          <ac:picMkLst>
            <pc:docMk/>
            <pc:sldMk cId="2812914313" sldId="948"/>
            <ac:picMk id="10" creationId="{8AF493C7-CA93-0280-73D1-50A5A5C6AEF5}"/>
          </ac:picMkLst>
        </pc:picChg>
        <pc:picChg chg="add mod">
          <ac:chgData name="Palit, Tapti" userId="dec6fbcd-7598-406a-8cbf-504d4a3bac15" providerId="ADAL" clId="{ECD42228-5B96-4A72-B268-C46DF994E6B7}" dt="2024-01-25T01:48:53.420" v="46302" actId="164"/>
          <ac:picMkLst>
            <pc:docMk/>
            <pc:sldMk cId="2812914313" sldId="948"/>
            <ac:picMk id="12" creationId="{5C8FAC84-222D-878F-FCB3-F9C4C3D9D0BB}"/>
          </ac:picMkLst>
        </pc:picChg>
        <pc:picChg chg="add mod">
          <ac:chgData name="Palit, Tapti" userId="dec6fbcd-7598-406a-8cbf-504d4a3bac15" providerId="ADAL" clId="{ECD42228-5B96-4A72-B268-C46DF994E6B7}" dt="2024-01-25T01:43:09.023" v="46108" actId="14100"/>
          <ac:picMkLst>
            <pc:docMk/>
            <pc:sldMk cId="2812914313" sldId="948"/>
            <ac:picMk id="2050" creationId="{89928FD1-00A0-0BAE-8F65-783E9AAAF116}"/>
          </ac:picMkLst>
        </pc:picChg>
        <pc:picChg chg="add mod">
          <ac:chgData name="Palit, Tapti" userId="dec6fbcd-7598-406a-8cbf-504d4a3bac15" providerId="ADAL" clId="{ECD42228-5B96-4A72-B268-C46DF994E6B7}" dt="2024-01-25T01:43:14.861" v="46110" actId="1076"/>
          <ac:picMkLst>
            <pc:docMk/>
            <pc:sldMk cId="2812914313" sldId="948"/>
            <ac:picMk id="2052" creationId="{46C3670F-175F-1764-D30D-A5BA3DA07789}"/>
          </ac:picMkLst>
        </pc:picChg>
        <pc:cxnChg chg="add mod">
          <ac:chgData name="Palit, Tapti" userId="dec6fbcd-7598-406a-8cbf-504d4a3bac15" providerId="ADAL" clId="{ECD42228-5B96-4A72-B268-C46DF994E6B7}" dt="2024-01-25T01:48:16.964" v="46290" actId="1076"/>
          <ac:cxnSpMkLst>
            <pc:docMk/>
            <pc:sldMk cId="2812914313" sldId="948"/>
            <ac:cxnSpMk id="6" creationId="{231850F0-B2E4-234A-9B9A-9B79C8D7770B}"/>
          </ac:cxnSpMkLst>
        </pc:cxnChg>
      </pc:sldChg>
      <pc:sldChg chg="addSp delSp modSp new mod modClrScheme chgLayout">
        <pc:chgData name="Palit, Tapti" userId="dec6fbcd-7598-406a-8cbf-504d4a3bac15" providerId="ADAL" clId="{ECD42228-5B96-4A72-B268-C46DF994E6B7}" dt="2024-01-25T01:35:20.327" v="45538" actId="20577"/>
        <pc:sldMkLst>
          <pc:docMk/>
          <pc:sldMk cId="978634710" sldId="949"/>
        </pc:sldMkLst>
        <pc:spChg chg="del">
          <ac:chgData name="Palit, Tapti" userId="dec6fbcd-7598-406a-8cbf-504d4a3bac15" providerId="ADAL" clId="{ECD42228-5B96-4A72-B268-C46DF994E6B7}" dt="2024-01-25T01:34:41.445" v="45432" actId="700"/>
          <ac:spMkLst>
            <pc:docMk/>
            <pc:sldMk cId="978634710" sldId="949"/>
            <ac:spMk id="2" creationId="{CC85FA17-9C9E-9B09-F500-30FD7596073A}"/>
          </ac:spMkLst>
        </pc:spChg>
        <pc:spChg chg="del mod ord">
          <ac:chgData name="Palit, Tapti" userId="dec6fbcd-7598-406a-8cbf-504d4a3bac15" providerId="ADAL" clId="{ECD42228-5B96-4A72-B268-C46DF994E6B7}" dt="2024-01-25T01:34:41.445" v="45432" actId="700"/>
          <ac:spMkLst>
            <pc:docMk/>
            <pc:sldMk cId="978634710" sldId="949"/>
            <ac:spMk id="3" creationId="{0FF459F0-7C1D-384F-6914-46BDF58A75DC}"/>
          </ac:spMkLst>
        </pc:spChg>
        <pc:spChg chg="mod ord">
          <ac:chgData name="Palit, Tapti" userId="dec6fbcd-7598-406a-8cbf-504d4a3bac15" providerId="ADAL" clId="{ECD42228-5B96-4A72-B268-C46DF994E6B7}" dt="2024-01-25T01:34:41.445" v="45432" actId="700"/>
          <ac:spMkLst>
            <pc:docMk/>
            <pc:sldMk cId="978634710" sldId="949"/>
            <ac:spMk id="4" creationId="{A56BC647-D510-BF31-952A-197EB7901CCC}"/>
          </ac:spMkLst>
        </pc:spChg>
        <pc:spChg chg="add mod ord">
          <ac:chgData name="Palit, Tapti" userId="dec6fbcd-7598-406a-8cbf-504d4a3bac15" providerId="ADAL" clId="{ECD42228-5B96-4A72-B268-C46DF994E6B7}" dt="2024-01-25T01:35:20.327" v="45538" actId="20577"/>
          <ac:spMkLst>
            <pc:docMk/>
            <pc:sldMk cId="978634710" sldId="949"/>
            <ac:spMk id="5" creationId="{3C510A5C-A7C8-615B-F7E2-6E167162EFBD}"/>
          </ac:spMkLst>
        </pc:spChg>
      </pc:sldChg>
      <pc:sldChg chg="add del mod modShow">
        <pc:chgData name="Palit, Tapti" userId="dec6fbcd-7598-406a-8cbf-504d4a3bac15" providerId="ADAL" clId="{ECD42228-5B96-4A72-B268-C46DF994E6B7}" dt="2024-01-28T03:44:01.241" v="67437" actId="47"/>
        <pc:sldMkLst>
          <pc:docMk/>
          <pc:sldMk cId="2034036774" sldId="950"/>
        </pc:sldMkLst>
      </pc:sldChg>
      <pc:sldChg chg="new del">
        <pc:chgData name="Palit, Tapti" userId="dec6fbcd-7598-406a-8cbf-504d4a3bac15" providerId="ADAL" clId="{ECD42228-5B96-4A72-B268-C46DF994E6B7}" dt="2024-01-25T03:00:58.449" v="47595" actId="47"/>
        <pc:sldMkLst>
          <pc:docMk/>
          <pc:sldMk cId="4059009187" sldId="951"/>
        </pc:sldMkLst>
      </pc:sldChg>
      <pc:sldChg chg="add del">
        <pc:chgData name="Palit, Tapti" userId="dec6fbcd-7598-406a-8cbf-504d4a3bac15" providerId="ADAL" clId="{ECD42228-5B96-4A72-B268-C46DF994E6B7}" dt="2024-01-25T02:50:54.245" v="47368" actId="2890"/>
        <pc:sldMkLst>
          <pc:docMk/>
          <pc:sldMk cId="1302596670" sldId="952"/>
        </pc:sldMkLst>
      </pc:sldChg>
      <pc:sldChg chg="add del">
        <pc:chgData name="Palit, Tapti" userId="dec6fbcd-7598-406a-8cbf-504d4a3bac15" providerId="ADAL" clId="{ECD42228-5B96-4A72-B268-C46DF994E6B7}" dt="2024-01-25T02:50:46.193" v="47366" actId="47"/>
        <pc:sldMkLst>
          <pc:docMk/>
          <pc:sldMk cId="2614918663" sldId="952"/>
        </pc:sldMkLst>
      </pc:sldChg>
      <pc:sldChg chg="addSp delSp modSp add del mod modClrScheme delAnim chgLayout modNotesTx">
        <pc:chgData name="Palit, Tapti" userId="dec6fbcd-7598-406a-8cbf-504d4a3bac15" providerId="ADAL" clId="{ECD42228-5B96-4A72-B268-C46DF994E6B7}" dt="2024-02-08T21:21:26.678" v="100772" actId="2696"/>
        <pc:sldMkLst>
          <pc:docMk/>
          <pc:sldMk cId="3977587906" sldId="952"/>
        </pc:sldMkLst>
        <pc:spChg chg="mod ord">
          <ac:chgData name="Palit, Tapti" userId="dec6fbcd-7598-406a-8cbf-504d4a3bac15" providerId="ADAL" clId="{ECD42228-5B96-4A72-B268-C46DF994E6B7}" dt="2024-01-29T15:56:26.861" v="79681" actId="20577"/>
          <ac:spMkLst>
            <pc:docMk/>
            <pc:sldMk cId="3977587906" sldId="952"/>
            <ac:spMk id="2" creationId="{D9A69A7A-F324-44E2-A7BA-87B689E34CB2}"/>
          </ac:spMkLst>
        </pc:spChg>
        <pc:spChg chg="add mod">
          <ac:chgData name="Palit, Tapti" userId="dec6fbcd-7598-406a-8cbf-504d4a3bac15" providerId="ADAL" clId="{ECD42228-5B96-4A72-B268-C46DF994E6B7}" dt="2024-01-30T16:50:15.661" v="93016"/>
          <ac:spMkLst>
            <pc:docMk/>
            <pc:sldMk cId="3977587906" sldId="952"/>
            <ac:spMk id="3" creationId="{20526A79-5A3C-15A2-4ADD-2D7B58E677DD}"/>
          </ac:spMkLst>
        </pc:spChg>
        <pc:spChg chg="add mod">
          <ac:chgData name="Palit, Tapti" userId="dec6fbcd-7598-406a-8cbf-504d4a3bac15" providerId="ADAL" clId="{ECD42228-5B96-4A72-B268-C46DF994E6B7}" dt="2024-01-27T02:56:09.504" v="62412"/>
          <ac:spMkLst>
            <pc:docMk/>
            <pc:sldMk cId="3977587906" sldId="952"/>
            <ac:spMk id="3" creationId="{249D8319-1DD5-AE89-1883-86EAF8C7D271}"/>
          </ac:spMkLst>
        </pc:spChg>
        <pc:spChg chg="add del mod">
          <ac:chgData name="Palit, Tapti" userId="dec6fbcd-7598-406a-8cbf-504d4a3bac15" providerId="ADAL" clId="{ECD42228-5B96-4A72-B268-C46DF994E6B7}" dt="2024-01-29T02:33:01.721" v="74569" actId="478"/>
          <ac:spMkLst>
            <pc:docMk/>
            <pc:sldMk cId="3977587906" sldId="952"/>
            <ac:spMk id="3" creationId="{FC926CEC-D501-EDDF-7004-51ADA4B8EB1D}"/>
          </ac:spMkLst>
        </pc:spChg>
        <pc:spChg chg="mod ord">
          <ac:chgData name="Palit, Tapti" userId="dec6fbcd-7598-406a-8cbf-504d4a3bac15" providerId="ADAL" clId="{ECD42228-5B96-4A72-B268-C46DF994E6B7}" dt="2024-01-27T02:56:16.724" v="62413" actId="700"/>
          <ac:spMkLst>
            <pc:docMk/>
            <pc:sldMk cId="3977587906" sldId="952"/>
            <ac:spMk id="4" creationId="{9ED004C1-E6E4-4280-8C88-31CB6685D77F}"/>
          </ac:spMkLst>
        </pc:spChg>
        <pc:spChg chg="add del mod">
          <ac:chgData name="Palit, Tapti" userId="dec6fbcd-7598-406a-8cbf-504d4a3bac15" providerId="ADAL" clId="{ECD42228-5B96-4A72-B268-C46DF994E6B7}" dt="2024-01-29T02:33:17.624" v="74570" actId="478"/>
          <ac:spMkLst>
            <pc:docMk/>
            <pc:sldMk cId="3977587906" sldId="952"/>
            <ac:spMk id="5" creationId="{105A64D5-E6BC-480A-697B-1CBA6CB0B045}"/>
          </ac:spMkLst>
        </pc:spChg>
        <pc:spChg chg="add mod">
          <ac:chgData name="Palit, Tapti" userId="dec6fbcd-7598-406a-8cbf-504d4a3bac15" providerId="ADAL" clId="{ECD42228-5B96-4A72-B268-C46DF994E6B7}" dt="2024-01-30T16:50:15.661" v="93016"/>
          <ac:spMkLst>
            <pc:docMk/>
            <pc:sldMk cId="3977587906" sldId="952"/>
            <ac:spMk id="5" creationId="{186C09D5-3FEA-F87E-F5D9-E83FF3AA9882}"/>
          </ac:spMkLst>
        </pc:spChg>
        <pc:spChg chg="add del mod ord">
          <ac:chgData name="Palit, Tapti" userId="dec6fbcd-7598-406a-8cbf-504d4a3bac15" providerId="ADAL" clId="{ECD42228-5B96-4A72-B268-C46DF994E6B7}" dt="2024-01-27T02:56:18.172" v="62414"/>
          <ac:spMkLst>
            <pc:docMk/>
            <pc:sldMk cId="3977587906" sldId="952"/>
            <ac:spMk id="5" creationId="{66334DF2-3D1C-087C-F429-CF23D244B554}"/>
          </ac:spMkLst>
        </pc:spChg>
        <pc:spChg chg="mod">
          <ac:chgData name="Palit, Tapti" userId="dec6fbcd-7598-406a-8cbf-504d4a3bac15" providerId="ADAL" clId="{ECD42228-5B96-4A72-B268-C46DF994E6B7}" dt="2024-01-29T02:33:23.919" v="74572" actId="113"/>
          <ac:spMkLst>
            <pc:docMk/>
            <pc:sldMk cId="3977587906" sldId="952"/>
            <ac:spMk id="6" creationId="{62E4901C-C217-DD54-593C-0E523C998F49}"/>
          </ac:spMkLst>
        </pc:spChg>
        <pc:spChg chg="mod ord">
          <ac:chgData name="Palit, Tapti" userId="dec6fbcd-7598-406a-8cbf-504d4a3bac15" providerId="ADAL" clId="{ECD42228-5B96-4A72-B268-C46DF994E6B7}" dt="2024-01-29T16:24:18.839" v="79991" actId="20577"/>
          <ac:spMkLst>
            <pc:docMk/>
            <pc:sldMk cId="3977587906" sldId="952"/>
            <ac:spMk id="7" creationId="{F6DAE43A-F91E-1C9B-002B-6DADFDE55F0A}"/>
          </ac:spMkLst>
        </pc:spChg>
        <pc:spChg chg="del mod">
          <ac:chgData name="Palit, Tapti" userId="dec6fbcd-7598-406a-8cbf-504d4a3bac15" providerId="ADAL" clId="{ECD42228-5B96-4A72-B268-C46DF994E6B7}" dt="2024-01-25T02:51:16.266" v="47373" actId="478"/>
          <ac:spMkLst>
            <pc:docMk/>
            <pc:sldMk cId="3977587906" sldId="952"/>
            <ac:spMk id="8" creationId="{1BE69067-C2E7-9EA3-F64F-6B09E2A6487D}"/>
          </ac:spMkLst>
        </pc:spChg>
        <pc:spChg chg="add mod">
          <ac:chgData name="Palit, Tapti" userId="dec6fbcd-7598-406a-8cbf-504d4a3bac15" providerId="ADAL" clId="{ECD42228-5B96-4A72-B268-C46DF994E6B7}" dt="2024-01-27T02:56:32.875" v="62415" actId="21"/>
          <ac:spMkLst>
            <pc:docMk/>
            <pc:sldMk cId="3977587906" sldId="952"/>
            <ac:spMk id="8" creationId="{2E58F2D9-DCE0-EA1E-D127-B27D640ACC79}"/>
          </ac:spMkLst>
        </pc:spChg>
        <pc:spChg chg="add mod">
          <ac:chgData name="Palit, Tapti" userId="dec6fbcd-7598-406a-8cbf-504d4a3bac15" providerId="ADAL" clId="{ECD42228-5B96-4A72-B268-C46DF994E6B7}" dt="2024-01-28T04:45:00.096" v="68473" actId="1076"/>
          <ac:spMkLst>
            <pc:docMk/>
            <pc:sldMk cId="3977587906" sldId="952"/>
            <ac:spMk id="9" creationId="{1C5D2518-FEE9-AA82-C350-948DEB106D58}"/>
          </ac:spMkLst>
        </pc:spChg>
        <pc:spChg chg="add del mod">
          <ac:chgData name="Palit, Tapti" userId="dec6fbcd-7598-406a-8cbf-504d4a3bac15" providerId="ADAL" clId="{ECD42228-5B96-4A72-B268-C46DF994E6B7}" dt="2024-01-29T02:33:01.721" v="74569" actId="478"/>
          <ac:spMkLst>
            <pc:docMk/>
            <pc:sldMk cId="3977587906" sldId="952"/>
            <ac:spMk id="9" creationId="{C728E4E0-956B-C3FF-CE79-C012FE808DBB}"/>
          </ac:spMkLst>
        </pc:spChg>
        <pc:spChg chg="add mod">
          <ac:chgData name="Palit, Tapti" userId="dec6fbcd-7598-406a-8cbf-504d4a3bac15" providerId="ADAL" clId="{ECD42228-5B96-4A72-B268-C46DF994E6B7}" dt="2024-01-28T04:44:55.210" v="68458" actId="1076"/>
          <ac:spMkLst>
            <pc:docMk/>
            <pc:sldMk cId="3977587906" sldId="952"/>
            <ac:spMk id="10" creationId="{1F8B43F7-0E4C-56DC-376F-5EFA445BE726}"/>
          </ac:spMkLst>
        </pc:spChg>
        <pc:spChg chg="add mod">
          <ac:chgData name="Palit, Tapti" userId="dec6fbcd-7598-406a-8cbf-504d4a3bac15" providerId="ADAL" clId="{ECD42228-5B96-4A72-B268-C46DF994E6B7}" dt="2024-01-30T16:50:15.661" v="93016"/>
          <ac:spMkLst>
            <pc:docMk/>
            <pc:sldMk cId="3977587906" sldId="952"/>
            <ac:spMk id="11" creationId="{7608BA5C-63A5-6633-EA93-3EC2E11CDF82}"/>
          </ac:spMkLst>
        </pc:spChg>
        <pc:spChg chg="del mod">
          <ac:chgData name="Palit, Tapti" userId="dec6fbcd-7598-406a-8cbf-504d4a3bac15" providerId="ADAL" clId="{ECD42228-5B96-4A72-B268-C46DF994E6B7}" dt="2024-01-25T02:51:28.501" v="47411" actId="478"/>
          <ac:spMkLst>
            <pc:docMk/>
            <pc:sldMk cId="3977587906" sldId="952"/>
            <ac:spMk id="11" creationId="{C7EBFFF3-1F10-6E48-C176-326196CA6DA6}"/>
          </ac:spMkLst>
        </pc:spChg>
        <pc:spChg chg="add del mod">
          <ac:chgData name="Palit, Tapti" userId="dec6fbcd-7598-406a-8cbf-504d4a3bac15" providerId="ADAL" clId="{ECD42228-5B96-4A72-B268-C46DF994E6B7}" dt="2024-01-30T14:41:04.104" v="91397" actId="478"/>
          <ac:spMkLst>
            <pc:docMk/>
            <pc:sldMk cId="3977587906" sldId="952"/>
            <ac:spMk id="11" creationId="{D43F1776-11E4-AC78-E7F2-FCA88F0C41B6}"/>
          </ac:spMkLst>
        </pc:spChg>
        <pc:spChg chg="add mod">
          <ac:chgData name="Palit, Tapti" userId="dec6fbcd-7598-406a-8cbf-504d4a3bac15" providerId="ADAL" clId="{ECD42228-5B96-4A72-B268-C46DF994E6B7}" dt="2024-01-28T04:44:55.210" v="68458" actId="1076"/>
          <ac:spMkLst>
            <pc:docMk/>
            <pc:sldMk cId="3977587906" sldId="952"/>
            <ac:spMk id="11" creationId="{F0945747-7C0F-1691-E53F-73C05E66FD9A}"/>
          </ac:spMkLst>
        </pc:spChg>
        <pc:spChg chg="add mod">
          <ac:chgData name="Palit, Tapti" userId="dec6fbcd-7598-406a-8cbf-504d4a3bac15" providerId="ADAL" clId="{ECD42228-5B96-4A72-B268-C46DF994E6B7}" dt="2024-01-30T16:50:15.661" v="93016"/>
          <ac:spMkLst>
            <pc:docMk/>
            <pc:sldMk cId="3977587906" sldId="952"/>
            <ac:spMk id="12" creationId="{AB8B7BD7-70B0-C2F7-E1FF-C606985F87CF}"/>
          </ac:spMkLst>
        </pc:spChg>
        <pc:spChg chg="add mod">
          <ac:chgData name="Palit, Tapti" userId="dec6fbcd-7598-406a-8cbf-504d4a3bac15" providerId="ADAL" clId="{ECD42228-5B96-4A72-B268-C46DF994E6B7}" dt="2024-01-30T16:50:15.661" v="93016"/>
          <ac:spMkLst>
            <pc:docMk/>
            <pc:sldMk cId="3977587906" sldId="952"/>
            <ac:spMk id="13" creationId="{FFE0312B-DAFA-3A2E-FF85-9CB9985EDCEA}"/>
          </ac:spMkLst>
        </pc:spChg>
        <pc:graphicFrameChg chg="add del mod">
          <ac:chgData name="Palit, Tapti" userId="dec6fbcd-7598-406a-8cbf-504d4a3bac15" providerId="ADAL" clId="{ECD42228-5B96-4A72-B268-C46DF994E6B7}" dt="2024-01-30T14:41:07.412" v="91398" actId="478"/>
          <ac:graphicFrameMkLst>
            <pc:docMk/>
            <pc:sldMk cId="3977587906" sldId="952"/>
            <ac:graphicFrameMk id="10" creationId="{39AE8F78-D277-E3DC-3D2C-1D4BA45EE0B1}"/>
          </ac:graphicFrameMkLst>
        </pc:graphicFrameChg>
        <pc:cxnChg chg="add mod">
          <ac:chgData name="Palit, Tapti" userId="dec6fbcd-7598-406a-8cbf-504d4a3bac15" providerId="ADAL" clId="{ECD42228-5B96-4A72-B268-C46DF994E6B7}" dt="2024-01-30T16:50:15.661" v="93016"/>
          <ac:cxnSpMkLst>
            <pc:docMk/>
            <pc:sldMk cId="3977587906" sldId="952"/>
            <ac:cxnSpMk id="9" creationId="{C3CB684B-8343-F0A1-1AC9-7E5809D80E6B}"/>
          </ac:cxnSpMkLst>
        </pc:cxnChg>
        <pc:cxnChg chg="add mod">
          <ac:chgData name="Palit, Tapti" userId="dec6fbcd-7598-406a-8cbf-504d4a3bac15" providerId="ADAL" clId="{ECD42228-5B96-4A72-B268-C46DF994E6B7}" dt="2024-01-30T16:50:15.661" v="93016"/>
          <ac:cxnSpMkLst>
            <pc:docMk/>
            <pc:sldMk cId="3977587906" sldId="952"/>
            <ac:cxnSpMk id="10" creationId="{31C40F5C-D4D5-4AC7-1FC9-5AD81A050D58}"/>
          </ac:cxnSpMkLst>
        </pc:cxnChg>
        <pc:cxnChg chg="add mod">
          <ac:chgData name="Palit, Tapti" userId="dec6fbcd-7598-406a-8cbf-504d4a3bac15" providerId="ADAL" clId="{ECD42228-5B96-4A72-B268-C46DF994E6B7}" dt="2024-02-08T21:15:38.455" v="100766" actId="692"/>
          <ac:cxnSpMkLst>
            <pc:docMk/>
            <pc:sldMk cId="3977587906" sldId="952"/>
            <ac:cxnSpMk id="14" creationId="{8FA4F9A0-3B49-FCA2-AE78-9C8518675596}"/>
          </ac:cxnSpMkLst>
        </pc:cxnChg>
        <pc:cxnChg chg="add mod">
          <ac:chgData name="Palit, Tapti" userId="dec6fbcd-7598-406a-8cbf-504d4a3bac15" providerId="ADAL" clId="{ECD42228-5B96-4A72-B268-C46DF994E6B7}" dt="2024-02-08T21:15:38.455" v="100766" actId="692"/>
          <ac:cxnSpMkLst>
            <pc:docMk/>
            <pc:sldMk cId="3977587906" sldId="952"/>
            <ac:cxnSpMk id="16" creationId="{DAE6476C-40AD-6234-0743-381192229A17}"/>
          </ac:cxnSpMkLst>
        </pc:cxnChg>
      </pc:sldChg>
      <pc:sldChg chg="addSp delSp modSp add mod modAnim chgLayout modNotesTx">
        <pc:chgData name="Palit, Tapti" userId="dec6fbcd-7598-406a-8cbf-504d4a3bac15" providerId="ADAL" clId="{ECD42228-5B96-4A72-B268-C46DF994E6B7}" dt="2024-02-11T18:19:12.354" v="111952" actId="20577"/>
        <pc:sldMkLst>
          <pc:docMk/>
          <pc:sldMk cId="4184047564" sldId="952"/>
        </pc:sldMkLst>
        <pc:spChg chg="mod ord">
          <ac:chgData name="Palit, Tapti" userId="dec6fbcd-7598-406a-8cbf-504d4a3bac15" providerId="ADAL" clId="{ECD42228-5B96-4A72-B268-C46DF994E6B7}" dt="2024-02-09T03:39:54.312" v="103634" actId="20577"/>
          <ac:spMkLst>
            <pc:docMk/>
            <pc:sldMk cId="4184047564" sldId="952"/>
            <ac:spMk id="2" creationId="{19C7877A-FD29-82FF-290E-40B0DDA477D0}"/>
          </ac:spMkLst>
        </pc:spChg>
        <pc:spChg chg="mod">
          <ac:chgData name="Palit, Tapti" userId="dec6fbcd-7598-406a-8cbf-504d4a3bac15" providerId="ADAL" clId="{ECD42228-5B96-4A72-B268-C46DF994E6B7}" dt="2024-02-09T17:09:56.644" v="106335" actId="164"/>
          <ac:spMkLst>
            <pc:docMk/>
            <pc:sldMk cId="4184047564" sldId="952"/>
            <ac:spMk id="3" creationId="{F14BD0B5-251C-9D47-CFB1-4B8E1960073E}"/>
          </ac:spMkLst>
        </pc:spChg>
        <pc:spChg chg="add del mod">
          <ac:chgData name="Palit, Tapti" userId="dec6fbcd-7598-406a-8cbf-504d4a3bac15" providerId="ADAL" clId="{ECD42228-5B96-4A72-B268-C46DF994E6B7}" dt="2024-02-09T03:38:06.593" v="103469" actId="6264"/>
          <ac:spMkLst>
            <pc:docMk/>
            <pc:sldMk cId="4184047564" sldId="952"/>
            <ac:spMk id="4" creationId="{B09048EC-3DCF-A38F-AD3A-4E69C3A770EC}"/>
          </ac:spMkLst>
        </pc:spChg>
        <pc:spChg chg="mod">
          <ac:chgData name="Palit, Tapti" userId="dec6fbcd-7598-406a-8cbf-504d4a3bac15" providerId="ADAL" clId="{ECD42228-5B96-4A72-B268-C46DF994E6B7}" dt="2024-02-09T17:09:56.644" v="106335" actId="164"/>
          <ac:spMkLst>
            <pc:docMk/>
            <pc:sldMk cId="4184047564" sldId="952"/>
            <ac:spMk id="5" creationId="{9A5D661E-7247-CEC8-E05A-5FF914042A09}"/>
          </ac:spMkLst>
        </pc:spChg>
        <pc:spChg chg="mod ord">
          <ac:chgData name="Palit, Tapti" userId="dec6fbcd-7598-406a-8cbf-504d4a3bac15" providerId="ADAL" clId="{ECD42228-5B96-4A72-B268-C46DF994E6B7}" dt="2024-02-09T03:38:22.126" v="103561" actId="20577"/>
          <ac:spMkLst>
            <pc:docMk/>
            <pc:sldMk cId="4184047564" sldId="952"/>
            <ac:spMk id="7" creationId="{D04A5DCE-3987-E0C1-FAEC-7658BB300C0C}"/>
          </ac:spMkLst>
        </pc:spChg>
        <pc:spChg chg="del">
          <ac:chgData name="Palit, Tapti" userId="dec6fbcd-7598-406a-8cbf-504d4a3bac15" providerId="ADAL" clId="{ECD42228-5B96-4A72-B268-C46DF994E6B7}" dt="2024-02-09T03:38:06.593" v="103469" actId="6264"/>
          <ac:spMkLst>
            <pc:docMk/>
            <pc:sldMk cId="4184047564" sldId="952"/>
            <ac:spMk id="8" creationId="{DF35F9ED-8656-5930-7601-E19CEEFDBEB3}"/>
          </ac:spMkLst>
        </pc:spChg>
        <pc:spChg chg="mod">
          <ac:chgData name="Palit, Tapti" userId="dec6fbcd-7598-406a-8cbf-504d4a3bac15" providerId="ADAL" clId="{ECD42228-5B96-4A72-B268-C46DF994E6B7}" dt="2024-02-09T17:09:56.644" v="106335" actId="164"/>
          <ac:spMkLst>
            <pc:docMk/>
            <pc:sldMk cId="4184047564" sldId="952"/>
            <ac:spMk id="11" creationId="{8819A087-8EF6-B703-A453-6EC65F63B2AA}"/>
          </ac:spMkLst>
        </pc:spChg>
        <pc:spChg chg="mod">
          <ac:chgData name="Palit, Tapti" userId="dec6fbcd-7598-406a-8cbf-504d4a3bac15" providerId="ADAL" clId="{ECD42228-5B96-4A72-B268-C46DF994E6B7}" dt="2024-02-09T17:09:56.644" v="106335" actId="164"/>
          <ac:spMkLst>
            <pc:docMk/>
            <pc:sldMk cId="4184047564" sldId="952"/>
            <ac:spMk id="12" creationId="{BE0E4FA1-E2D3-79DA-B9BD-0949E52CCF91}"/>
          </ac:spMkLst>
        </pc:spChg>
        <pc:spChg chg="mod">
          <ac:chgData name="Palit, Tapti" userId="dec6fbcd-7598-406a-8cbf-504d4a3bac15" providerId="ADAL" clId="{ECD42228-5B96-4A72-B268-C46DF994E6B7}" dt="2024-02-09T17:09:56.644" v="106335" actId="164"/>
          <ac:spMkLst>
            <pc:docMk/>
            <pc:sldMk cId="4184047564" sldId="952"/>
            <ac:spMk id="13" creationId="{90BF1899-9404-E572-34D7-EF25D0AB9410}"/>
          </ac:spMkLst>
        </pc:spChg>
        <pc:spChg chg="add del mod">
          <ac:chgData name="Palit, Tapti" userId="dec6fbcd-7598-406a-8cbf-504d4a3bac15" providerId="ADAL" clId="{ECD42228-5B96-4A72-B268-C46DF994E6B7}" dt="2024-02-09T03:38:06.593" v="103469" actId="6264"/>
          <ac:spMkLst>
            <pc:docMk/>
            <pc:sldMk cId="4184047564" sldId="952"/>
            <ac:spMk id="15" creationId="{E5B6D569-0630-FADC-5F3D-B3F5AF08BD58}"/>
          </ac:spMkLst>
        </pc:spChg>
        <pc:spChg chg="add mod ord">
          <ac:chgData name="Palit, Tapti" userId="dec6fbcd-7598-406a-8cbf-504d4a3bac15" providerId="ADAL" clId="{ECD42228-5B96-4A72-B268-C46DF994E6B7}" dt="2024-02-09T03:38:06.593" v="103469" actId="6264"/>
          <ac:spMkLst>
            <pc:docMk/>
            <pc:sldMk cId="4184047564" sldId="952"/>
            <ac:spMk id="17" creationId="{9D05EB95-D6ED-CBD4-BD98-543F27443FDA}"/>
          </ac:spMkLst>
        </pc:spChg>
        <pc:grpChg chg="add mod">
          <ac:chgData name="Palit, Tapti" userId="dec6fbcd-7598-406a-8cbf-504d4a3bac15" providerId="ADAL" clId="{ECD42228-5B96-4A72-B268-C46DF994E6B7}" dt="2024-02-09T17:09:56.644" v="106335" actId="164"/>
          <ac:grpSpMkLst>
            <pc:docMk/>
            <pc:sldMk cId="4184047564" sldId="952"/>
            <ac:grpSpMk id="4" creationId="{9EF1E918-7B29-8916-E0AF-A69AA88D2A0A}"/>
          </ac:grpSpMkLst>
        </pc:grpChg>
        <pc:cxnChg chg="mod">
          <ac:chgData name="Palit, Tapti" userId="dec6fbcd-7598-406a-8cbf-504d4a3bac15" providerId="ADAL" clId="{ECD42228-5B96-4A72-B268-C46DF994E6B7}" dt="2024-02-09T17:09:56.644" v="106335" actId="164"/>
          <ac:cxnSpMkLst>
            <pc:docMk/>
            <pc:sldMk cId="4184047564" sldId="952"/>
            <ac:cxnSpMk id="9" creationId="{81B2008E-80F7-DFB8-9DC1-7D834234ADB4}"/>
          </ac:cxnSpMkLst>
        </pc:cxnChg>
        <pc:cxnChg chg="mod">
          <ac:chgData name="Palit, Tapti" userId="dec6fbcd-7598-406a-8cbf-504d4a3bac15" providerId="ADAL" clId="{ECD42228-5B96-4A72-B268-C46DF994E6B7}" dt="2024-02-09T17:09:56.644" v="106335" actId="164"/>
          <ac:cxnSpMkLst>
            <pc:docMk/>
            <pc:sldMk cId="4184047564" sldId="952"/>
            <ac:cxnSpMk id="10" creationId="{D81A7B20-67B9-F126-2754-91F8AEE7330C}"/>
          </ac:cxnSpMkLst>
        </pc:cxnChg>
        <pc:cxnChg chg="mod">
          <ac:chgData name="Palit, Tapti" userId="dec6fbcd-7598-406a-8cbf-504d4a3bac15" providerId="ADAL" clId="{ECD42228-5B96-4A72-B268-C46DF994E6B7}" dt="2024-02-09T17:09:56.644" v="106335" actId="164"/>
          <ac:cxnSpMkLst>
            <pc:docMk/>
            <pc:sldMk cId="4184047564" sldId="952"/>
            <ac:cxnSpMk id="14" creationId="{B80A98C3-AE99-FE26-6E63-D44C7658ADA7}"/>
          </ac:cxnSpMkLst>
        </pc:cxnChg>
        <pc:cxnChg chg="mod">
          <ac:chgData name="Palit, Tapti" userId="dec6fbcd-7598-406a-8cbf-504d4a3bac15" providerId="ADAL" clId="{ECD42228-5B96-4A72-B268-C46DF994E6B7}" dt="2024-02-09T17:09:56.644" v="106335" actId="164"/>
          <ac:cxnSpMkLst>
            <pc:docMk/>
            <pc:sldMk cId="4184047564" sldId="952"/>
            <ac:cxnSpMk id="16" creationId="{F79B5D6C-910B-CBD2-C4E5-5561B0319ABC}"/>
          </ac:cxnSpMkLst>
        </pc:cxnChg>
      </pc:sldChg>
      <pc:sldChg chg="add del">
        <pc:chgData name="Palit, Tapti" userId="dec6fbcd-7598-406a-8cbf-504d4a3bac15" providerId="ADAL" clId="{ECD42228-5B96-4A72-B268-C46DF994E6B7}" dt="2024-01-25T02:50:46.193" v="47366" actId="47"/>
        <pc:sldMkLst>
          <pc:docMk/>
          <pc:sldMk cId="636308897" sldId="953"/>
        </pc:sldMkLst>
      </pc:sldChg>
      <pc:sldChg chg="addSp delSp modSp add del mod delAnim modNotesTx">
        <pc:chgData name="Palit, Tapti" userId="dec6fbcd-7598-406a-8cbf-504d4a3bac15" providerId="ADAL" clId="{ECD42228-5B96-4A72-B268-C46DF994E6B7}" dt="2024-01-27T04:26:26.981" v="63210" actId="2696"/>
        <pc:sldMkLst>
          <pc:docMk/>
          <pc:sldMk cId="2856354667" sldId="953"/>
        </pc:sldMkLst>
        <pc:spChg chg="del">
          <ac:chgData name="Palit, Tapti" userId="dec6fbcd-7598-406a-8cbf-504d4a3bac15" providerId="ADAL" clId="{ECD42228-5B96-4A72-B268-C46DF994E6B7}" dt="2024-01-27T02:56:06.865" v="62410" actId="21"/>
          <ac:spMkLst>
            <pc:docMk/>
            <pc:sldMk cId="2856354667" sldId="953"/>
            <ac:spMk id="3" creationId="{249D8319-1DD5-AE89-1883-86EAF8C7D271}"/>
          </ac:spMkLst>
        </pc:spChg>
        <pc:spChg chg="mod">
          <ac:chgData name="Palit, Tapti" userId="dec6fbcd-7598-406a-8cbf-504d4a3bac15" providerId="ADAL" clId="{ECD42228-5B96-4A72-B268-C46DF994E6B7}" dt="2024-01-25T03:17:45.736" v="48255" actId="20577"/>
          <ac:spMkLst>
            <pc:docMk/>
            <pc:sldMk cId="2856354667" sldId="953"/>
            <ac:spMk id="6" creationId="{62E4901C-C217-DD54-593C-0E523C998F49}"/>
          </ac:spMkLst>
        </pc:spChg>
        <pc:spChg chg="mod">
          <ac:chgData name="Palit, Tapti" userId="dec6fbcd-7598-406a-8cbf-504d4a3bac15" providerId="ADAL" clId="{ECD42228-5B96-4A72-B268-C46DF994E6B7}" dt="2024-01-25T03:18:45.587" v="48268" actId="20577"/>
          <ac:spMkLst>
            <pc:docMk/>
            <pc:sldMk cId="2856354667" sldId="953"/>
            <ac:spMk id="7" creationId="{F6DAE43A-F91E-1C9B-002B-6DADFDE55F0A}"/>
          </ac:spMkLst>
        </pc:spChg>
        <pc:spChg chg="del">
          <ac:chgData name="Palit, Tapti" userId="dec6fbcd-7598-406a-8cbf-504d4a3bac15" providerId="ADAL" clId="{ECD42228-5B96-4A72-B268-C46DF994E6B7}" dt="2024-01-25T02:51:35.632" v="47413" actId="478"/>
          <ac:spMkLst>
            <pc:docMk/>
            <pc:sldMk cId="2856354667" sldId="953"/>
            <ac:spMk id="8" creationId="{1BE69067-C2E7-9EA3-F64F-6B09E2A6487D}"/>
          </ac:spMkLst>
        </pc:spChg>
        <pc:spChg chg="add mod">
          <ac:chgData name="Palit, Tapti" userId="dec6fbcd-7598-406a-8cbf-504d4a3bac15" providerId="ADAL" clId="{ECD42228-5B96-4A72-B268-C46DF994E6B7}" dt="2024-01-27T02:56:06.865" v="62410" actId="21"/>
          <ac:spMkLst>
            <pc:docMk/>
            <pc:sldMk cId="2856354667" sldId="953"/>
            <ac:spMk id="8" creationId="{A8E6608E-5D67-558B-8C22-0C4EECF0E294}"/>
          </ac:spMkLst>
        </pc:spChg>
        <pc:spChg chg="del">
          <ac:chgData name="Palit, Tapti" userId="dec6fbcd-7598-406a-8cbf-504d4a3bac15" providerId="ADAL" clId="{ECD42228-5B96-4A72-B268-C46DF994E6B7}" dt="2024-01-25T02:51:37.708" v="47414" actId="478"/>
          <ac:spMkLst>
            <pc:docMk/>
            <pc:sldMk cId="2856354667" sldId="953"/>
            <ac:spMk id="11" creationId="{C7EBFFF3-1F10-6E48-C176-326196CA6DA6}"/>
          </ac:spMkLst>
        </pc:spChg>
      </pc:sldChg>
      <pc:sldChg chg="add del mod modShow">
        <pc:chgData name="Palit, Tapti" userId="dec6fbcd-7598-406a-8cbf-504d4a3bac15" providerId="ADAL" clId="{ECD42228-5B96-4A72-B268-C46DF994E6B7}" dt="2024-01-28T03:44:01.241" v="67437" actId="47"/>
        <pc:sldMkLst>
          <pc:docMk/>
          <pc:sldMk cId="3672674672" sldId="953"/>
        </pc:sldMkLst>
      </pc:sldChg>
      <pc:sldChg chg="addSp delSp modSp add mod modAnim addCm modNotesTx">
        <pc:chgData name="Palit, Tapti" userId="dec6fbcd-7598-406a-8cbf-504d4a3bac15" providerId="ADAL" clId="{ECD42228-5B96-4A72-B268-C46DF994E6B7}" dt="2024-01-25T06:03:25.494" v="53421"/>
        <pc:sldMkLst>
          <pc:docMk/>
          <pc:sldMk cId="2246639542" sldId="954"/>
        </pc:sldMkLst>
        <pc:spChg chg="mod">
          <ac:chgData name="Palit, Tapti" userId="dec6fbcd-7598-406a-8cbf-504d4a3bac15" providerId="ADAL" clId="{ECD42228-5B96-4A72-B268-C46DF994E6B7}" dt="2024-01-25T03:07:25.928" v="47888" actId="20577"/>
          <ac:spMkLst>
            <pc:docMk/>
            <pc:sldMk cId="2246639542" sldId="954"/>
            <ac:spMk id="2" creationId="{D7EC638E-4A77-46B8-B32A-298B47F2DEB0}"/>
          </ac:spMkLst>
        </pc:spChg>
        <pc:spChg chg="mod">
          <ac:chgData name="Palit, Tapti" userId="dec6fbcd-7598-406a-8cbf-504d4a3bac15" providerId="ADAL" clId="{ECD42228-5B96-4A72-B268-C46DF994E6B7}" dt="2024-01-25T03:08:13.507" v="47971" actId="115"/>
          <ac:spMkLst>
            <pc:docMk/>
            <pc:sldMk cId="2246639542" sldId="954"/>
            <ac:spMk id="3" creationId="{DBF81D88-EE7F-4956-ADB0-DA856615FD00}"/>
          </ac:spMkLst>
        </pc:spChg>
        <pc:spChg chg="add del mod">
          <ac:chgData name="Palit, Tapti" userId="dec6fbcd-7598-406a-8cbf-504d4a3bac15" providerId="ADAL" clId="{ECD42228-5B96-4A72-B268-C46DF994E6B7}" dt="2024-01-25T05:21:40.303" v="51711" actId="20577"/>
          <ac:spMkLst>
            <pc:docMk/>
            <pc:sldMk cId="2246639542" sldId="954"/>
            <ac:spMk id="5" creationId="{31DCD2A0-6CAE-119A-2D94-9777B39F7F53}"/>
          </ac:spMkLst>
        </pc:spChg>
        <pc:spChg chg="mod">
          <ac:chgData name="Palit, Tapti" userId="dec6fbcd-7598-406a-8cbf-504d4a3bac15" providerId="ADAL" clId="{ECD42228-5B96-4A72-B268-C46DF994E6B7}" dt="2024-01-25T03:17:22.583" v="48243" actId="20577"/>
          <ac:spMkLst>
            <pc:docMk/>
            <pc:sldMk cId="2246639542" sldId="954"/>
            <ac:spMk id="31" creationId="{A1AE6AAE-C7D3-E8E2-BBBE-C8BA0B0FDD7B}"/>
          </ac:spMkLst>
        </pc:spChg>
        <pc:graphicFrameChg chg="modGraphic">
          <ac:chgData name="Palit, Tapti" userId="dec6fbcd-7598-406a-8cbf-504d4a3bac15" providerId="ADAL" clId="{ECD42228-5B96-4A72-B268-C46DF994E6B7}" dt="2024-01-25T03:17:27.242" v="48245" actId="20577"/>
          <ac:graphicFrameMkLst>
            <pc:docMk/>
            <pc:sldMk cId="2246639542" sldId="954"/>
            <ac:graphicFrameMk id="32" creationId="{662E3E91-EC1F-FAC9-6710-BA112B8C33B9}"/>
          </ac:graphicFrameMkLst>
        </pc:graphicFrame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25T06:03:25.494" v="53421"/>
              <pc2:cmMkLst xmlns:pc2="http://schemas.microsoft.com/office/powerpoint/2019/9/main/command">
                <pc:docMk/>
                <pc:sldMk cId="2246639542" sldId="954"/>
                <pc2:cmMk id="{D507A8DD-1726-4621-9012-4E1B7611B8BE}"/>
              </pc2:cmMkLst>
            </pc226:cmChg>
          </p:ext>
        </pc:extLst>
      </pc:sldChg>
      <pc:sldChg chg="del">
        <pc:chgData name="Palit, Tapti" userId="dec6fbcd-7598-406a-8cbf-504d4a3bac15" providerId="ADAL" clId="{ECD42228-5B96-4A72-B268-C46DF994E6B7}" dt="2024-01-28T03:44:01.241" v="67437" actId="47"/>
        <pc:sldMkLst>
          <pc:docMk/>
          <pc:sldMk cId="2921979171" sldId="954"/>
        </pc:sldMkLst>
      </pc:sldChg>
      <pc:sldChg chg="modSp add del mod">
        <pc:chgData name="Palit, Tapti" userId="dec6fbcd-7598-406a-8cbf-504d4a3bac15" providerId="ADAL" clId="{ECD42228-5B96-4A72-B268-C46DF994E6B7}" dt="2024-01-25T03:03:55.578" v="47650" actId="47"/>
        <pc:sldMkLst>
          <pc:docMk/>
          <pc:sldMk cId="2928650787" sldId="954"/>
        </pc:sldMkLst>
        <pc:graphicFrameChg chg="modGraphic">
          <ac:chgData name="Palit, Tapti" userId="dec6fbcd-7598-406a-8cbf-504d4a3bac15" providerId="ADAL" clId="{ECD42228-5B96-4A72-B268-C46DF994E6B7}" dt="2024-01-25T03:02:11.662" v="47607" actId="20577"/>
          <ac:graphicFrameMkLst>
            <pc:docMk/>
            <pc:sldMk cId="2928650787" sldId="954"/>
            <ac:graphicFrameMk id="32" creationId="{662E3E91-EC1F-FAC9-6710-BA112B8C33B9}"/>
          </ac:graphicFrameMkLst>
        </pc:graphicFrameChg>
      </pc:sldChg>
      <pc:sldChg chg="del">
        <pc:chgData name="Palit, Tapti" userId="dec6fbcd-7598-406a-8cbf-504d4a3bac15" providerId="ADAL" clId="{ECD42228-5B96-4A72-B268-C46DF994E6B7}" dt="2024-01-28T03:44:01.241" v="67437" actId="47"/>
        <pc:sldMkLst>
          <pc:docMk/>
          <pc:sldMk cId="1450890181" sldId="955"/>
        </pc:sldMkLst>
      </pc:sldChg>
      <pc:sldChg chg="modSp add mod modAnim modNotesTx">
        <pc:chgData name="Palit, Tapti" userId="dec6fbcd-7598-406a-8cbf-504d4a3bac15" providerId="ADAL" clId="{ECD42228-5B96-4A72-B268-C46DF994E6B7}" dt="2024-01-25T05:21:31.522" v="51690" actId="20577"/>
        <pc:sldMkLst>
          <pc:docMk/>
          <pc:sldMk cId="3614479962" sldId="955"/>
        </pc:sldMkLst>
        <pc:spChg chg="mod">
          <ac:chgData name="Palit, Tapti" userId="dec6fbcd-7598-406a-8cbf-504d4a3bac15" providerId="ADAL" clId="{ECD42228-5B96-4A72-B268-C46DF994E6B7}" dt="2024-01-25T03:08:04.361" v="47969" actId="20577"/>
          <ac:spMkLst>
            <pc:docMk/>
            <pc:sldMk cId="3614479962" sldId="955"/>
            <ac:spMk id="2" creationId="{D7EC638E-4A77-46B8-B32A-298B47F2DEB0}"/>
          </ac:spMkLst>
        </pc:spChg>
        <pc:spChg chg="mod">
          <ac:chgData name="Palit, Tapti" userId="dec6fbcd-7598-406a-8cbf-504d4a3bac15" providerId="ADAL" clId="{ECD42228-5B96-4A72-B268-C46DF994E6B7}" dt="2024-01-25T03:08:31.563" v="47988" actId="20577"/>
          <ac:spMkLst>
            <pc:docMk/>
            <pc:sldMk cId="3614479962" sldId="955"/>
            <ac:spMk id="3" creationId="{DBF81D88-EE7F-4956-ADB0-DA856615FD00}"/>
          </ac:spMkLst>
        </pc:spChg>
        <pc:spChg chg="mod">
          <ac:chgData name="Palit, Tapti" userId="dec6fbcd-7598-406a-8cbf-504d4a3bac15" providerId="ADAL" clId="{ECD42228-5B96-4A72-B268-C46DF994E6B7}" dt="2024-01-25T05:21:31.522" v="51690" actId="20577"/>
          <ac:spMkLst>
            <pc:docMk/>
            <pc:sldMk cId="3614479962" sldId="955"/>
            <ac:spMk id="5" creationId="{31DCD2A0-6CAE-119A-2D94-9777B39F7F53}"/>
          </ac:spMkLst>
        </pc:spChg>
        <pc:spChg chg="mod">
          <ac:chgData name="Palit, Tapti" userId="dec6fbcd-7598-406a-8cbf-504d4a3bac15" providerId="ADAL" clId="{ECD42228-5B96-4A72-B268-C46DF994E6B7}" dt="2024-01-25T03:17:15.970" v="48239" actId="20577"/>
          <ac:spMkLst>
            <pc:docMk/>
            <pc:sldMk cId="3614479962" sldId="955"/>
            <ac:spMk id="31" creationId="{A1AE6AAE-C7D3-E8E2-BBBE-C8BA0B0FDD7B}"/>
          </ac:spMkLst>
        </pc:spChg>
        <pc:graphicFrameChg chg="modGraphic">
          <ac:chgData name="Palit, Tapti" userId="dec6fbcd-7598-406a-8cbf-504d4a3bac15" providerId="ADAL" clId="{ECD42228-5B96-4A72-B268-C46DF994E6B7}" dt="2024-01-25T03:17:07.356" v="48235" actId="20577"/>
          <ac:graphicFrameMkLst>
            <pc:docMk/>
            <pc:sldMk cId="3614479962" sldId="955"/>
            <ac:graphicFrameMk id="32" creationId="{662E3E91-EC1F-FAC9-6710-BA112B8C33B9}"/>
          </ac:graphicFrameMkLst>
        </pc:graphicFrameChg>
      </pc:sldChg>
      <pc:sldChg chg="addSp delSp modSp new del mod modAnim modNotesTx">
        <pc:chgData name="Palit, Tapti" userId="dec6fbcd-7598-406a-8cbf-504d4a3bac15" providerId="ADAL" clId="{ECD42228-5B96-4A72-B268-C46DF994E6B7}" dt="2024-01-25T04:10:58.298" v="49832" actId="47"/>
        <pc:sldMkLst>
          <pc:docMk/>
          <pc:sldMk cId="2880679987" sldId="956"/>
        </pc:sldMkLst>
        <pc:spChg chg="mod">
          <ac:chgData name="Palit, Tapti" userId="dec6fbcd-7598-406a-8cbf-504d4a3bac15" providerId="ADAL" clId="{ECD42228-5B96-4A72-B268-C46DF994E6B7}" dt="2024-01-25T03:10:56.085" v="48076"/>
          <ac:spMkLst>
            <pc:docMk/>
            <pc:sldMk cId="2880679987" sldId="956"/>
            <ac:spMk id="2" creationId="{FDEC5673-4EB4-878B-B7DE-09F3AA1B9603}"/>
          </ac:spMkLst>
        </pc:spChg>
        <pc:spChg chg="mod">
          <ac:chgData name="Palit, Tapti" userId="dec6fbcd-7598-406a-8cbf-504d4a3bac15" providerId="ADAL" clId="{ECD42228-5B96-4A72-B268-C46DF994E6B7}" dt="2024-01-25T03:09:54.783" v="48056" actId="20577"/>
          <ac:spMkLst>
            <pc:docMk/>
            <pc:sldMk cId="2880679987" sldId="956"/>
            <ac:spMk id="3" creationId="{E98C1DCC-AEB9-D170-1935-C498C2E82A67}"/>
          </ac:spMkLst>
        </pc:spChg>
        <pc:spChg chg="add del mod">
          <ac:chgData name="Palit, Tapti" userId="dec6fbcd-7598-406a-8cbf-504d4a3bac15" providerId="ADAL" clId="{ECD42228-5B96-4A72-B268-C46DF994E6B7}" dt="2024-01-25T03:11:08.749" v="48078" actId="478"/>
          <ac:spMkLst>
            <pc:docMk/>
            <pc:sldMk cId="2880679987" sldId="956"/>
            <ac:spMk id="5" creationId="{8F5B2BCC-4310-9FF4-91B1-CAC207701F61}"/>
          </ac:spMkLst>
        </pc:spChg>
        <pc:spChg chg="add mod">
          <ac:chgData name="Palit, Tapti" userId="dec6fbcd-7598-406a-8cbf-504d4a3bac15" providerId="ADAL" clId="{ECD42228-5B96-4A72-B268-C46DF994E6B7}" dt="2024-01-25T03:16:55.697" v="48231" actId="20577"/>
          <ac:spMkLst>
            <pc:docMk/>
            <pc:sldMk cId="2880679987" sldId="956"/>
            <ac:spMk id="6" creationId="{9473A10A-1BCB-B986-E52B-2B97AF258AF6}"/>
          </ac:spMkLst>
        </pc:spChg>
        <pc:spChg chg="add mod">
          <ac:chgData name="Palit, Tapti" userId="dec6fbcd-7598-406a-8cbf-504d4a3bac15" providerId="ADAL" clId="{ECD42228-5B96-4A72-B268-C46DF994E6B7}" dt="2024-01-25T03:15:15.807" v="48199"/>
          <ac:spMkLst>
            <pc:docMk/>
            <pc:sldMk cId="2880679987" sldId="956"/>
            <ac:spMk id="8" creationId="{B38A861B-C690-D454-DE36-12C707BC05DC}"/>
          </ac:spMkLst>
        </pc:spChg>
        <pc:graphicFrameChg chg="add mod modGraphic">
          <ac:chgData name="Palit, Tapti" userId="dec6fbcd-7598-406a-8cbf-504d4a3bac15" providerId="ADAL" clId="{ECD42228-5B96-4A72-B268-C46DF994E6B7}" dt="2024-01-25T03:17:03.012" v="48233" actId="20577"/>
          <ac:graphicFrameMkLst>
            <pc:docMk/>
            <pc:sldMk cId="2880679987" sldId="956"/>
            <ac:graphicFrameMk id="7" creationId="{8C99F6E6-C2F8-55F1-0B52-50C0C2DF7462}"/>
          </ac:graphicFrameMkLst>
        </pc:graphicFrameChg>
      </pc:sldChg>
      <pc:sldChg chg="modSp add mod">
        <pc:chgData name="Palit, Tapti" userId="dec6fbcd-7598-406a-8cbf-504d4a3bac15" providerId="ADAL" clId="{ECD42228-5B96-4A72-B268-C46DF994E6B7}" dt="2024-01-25T05:21:15.573" v="51654" actId="20577"/>
        <pc:sldMkLst>
          <pc:docMk/>
          <pc:sldMk cId="1168999811" sldId="957"/>
        </pc:sldMkLst>
        <pc:spChg chg="mod">
          <ac:chgData name="Palit, Tapti" userId="dec6fbcd-7598-406a-8cbf-504d4a3bac15" providerId="ADAL" clId="{ECD42228-5B96-4A72-B268-C46DF994E6B7}" dt="2024-01-25T03:16:48" v="48227" actId="20577"/>
          <ac:spMkLst>
            <pc:docMk/>
            <pc:sldMk cId="1168999811" sldId="957"/>
            <ac:spMk id="6" creationId="{9473A10A-1BCB-B986-E52B-2B97AF258AF6}"/>
          </ac:spMkLst>
        </pc:spChg>
        <pc:spChg chg="mod">
          <ac:chgData name="Palit, Tapti" userId="dec6fbcd-7598-406a-8cbf-504d4a3bac15" providerId="ADAL" clId="{ECD42228-5B96-4A72-B268-C46DF994E6B7}" dt="2024-01-25T05:21:15.573" v="51654" actId="20577"/>
          <ac:spMkLst>
            <pc:docMk/>
            <pc:sldMk cId="1168999811" sldId="957"/>
            <ac:spMk id="8" creationId="{B38A861B-C690-D454-DE36-12C707BC05DC}"/>
          </ac:spMkLst>
        </pc:spChg>
        <pc:graphicFrameChg chg="modGraphic">
          <ac:chgData name="Palit, Tapti" userId="dec6fbcd-7598-406a-8cbf-504d4a3bac15" providerId="ADAL" clId="{ECD42228-5B96-4A72-B268-C46DF994E6B7}" dt="2024-01-25T03:16:42.038" v="48223" actId="20577"/>
          <ac:graphicFrameMkLst>
            <pc:docMk/>
            <pc:sldMk cId="1168999811" sldId="957"/>
            <ac:graphicFrameMk id="7" creationId="{8C99F6E6-C2F8-55F1-0B52-50C0C2DF7462}"/>
          </ac:graphicFrameMkLst>
        </pc:graphicFrameChg>
      </pc:sldChg>
      <pc:sldChg chg="del">
        <pc:chgData name="Palit, Tapti" userId="dec6fbcd-7598-406a-8cbf-504d4a3bac15" providerId="ADAL" clId="{ECD42228-5B96-4A72-B268-C46DF994E6B7}" dt="2024-01-28T03:44:01.241" v="67437" actId="47"/>
        <pc:sldMkLst>
          <pc:docMk/>
          <pc:sldMk cId="2971057994" sldId="957"/>
        </pc:sldMkLst>
      </pc:sldChg>
      <pc:sldChg chg="addSp modSp add del mod">
        <pc:chgData name="Palit, Tapti" userId="dec6fbcd-7598-406a-8cbf-504d4a3bac15" providerId="ADAL" clId="{ECD42228-5B96-4A72-B268-C46DF994E6B7}" dt="2024-01-25T03:58:06.597" v="49583" actId="47"/>
        <pc:sldMkLst>
          <pc:docMk/>
          <pc:sldMk cId="184464123" sldId="958"/>
        </pc:sldMkLst>
        <pc:spChg chg="mod">
          <ac:chgData name="Palit, Tapti" userId="dec6fbcd-7598-406a-8cbf-504d4a3bac15" providerId="ADAL" clId="{ECD42228-5B96-4A72-B268-C46DF994E6B7}" dt="2024-01-25T03:16:29.656" v="48217" actId="20577"/>
          <ac:spMkLst>
            <pc:docMk/>
            <pc:sldMk cId="184464123" sldId="958"/>
            <ac:spMk id="6" creationId="{9473A10A-1BCB-B986-E52B-2B97AF258AF6}"/>
          </ac:spMkLst>
        </pc:spChg>
        <pc:graphicFrameChg chg="add mod">
          <ac:chgData name="Palit, Tapti" userId="dec6fbcd-7598-406a-8cbf-504d4a3bac15" providerId="ADAL" clId="{ECD42228-5B96-4A72-B268-C46DF994E6B7}" dt="2024-01-25T03:47:52.660" v="49407"/>
          <ac:graphicFrameMkLst>
            <pc:docMk/>
            <pc:sldMk cId="184464123" sldId="958"/>
            <ac:graphicFrameMk id="5" creationId="{1BC6E36B-0311-C7E2-08BF-411C14AF3C07}"/>
          </ac:graphicFrameMkLst>
        </pc:graphicFrameChg>
        <pc:graphicFrameChg chg="modGraphic">
          <ac:chgData name="Palit, Tapti" userId="dec6fbcd-7598-406a-8cbf-504d4a3bac15" providerId="ADAL" clId="{ECD42228-5B96-4A72-B268-C46DF994E6B7}" dt="2024-01-25T03:16:33.649" v="48219" actId="20577"/>
          <ac:graphicFrameMkLst>
            <pc:docMk/>
            <pc:sldMk cId="184464123" sldId="958"/>
            <ac:graphicFrameMk id="7" creationId="{8C99F6E6-C2F8-55F1-0B52-50C0C2DF7462}"/>
          </ac:graphicFrameMkLst>
        </pc:graphicFrameChg>
      </pc:sldChg>
      <pc:sldChg chg="modSp add del mod">
        <pc:chgData name="Palit, Tapti" userId="dec6fbcd-7598-406a-8cbf-504d4a3bac15" providerId="ADAL" clId="{ECD42228-5B96-4A72-B268-C46DF994E6B7}" dt="2024-01-29T02:35:41.927" v="74597" actId="2696"/>
        <pc:sldMkLst>
          <pc:docMk/>
          <pc:sldMk cId="1073481776" sldId="959"/>
        </pc:sldMkLst>
        <pc:spChg chg="mod">
          <ac:chgData name="Palit, Tapti" userId="dec6fbcd-7598-406a-8cbf-504d4a3bac15" providerId="ADAL" clId="{ECD42228-5B96-4A72-B268-C46DF994E6B7}" dt="2024-01-25T03:18:53.909" v="48269"/>
          <ac:spMkLst>
            <pc:docMk/>
            <pc:sldMk cId="1073481776" sldId="959"/>
            <ac:spMk id="2" creationId="{FDEC5673-4EB4-878B-B7DE-09F3AA1B9603}"/>
          </ac:spMkLst>
        </pc:spChg>
        <pc:spChg chg="mod">
          <ac:chgData name="Palit, Tapti" userId="dec6fbcd-7598-406a-8cbf-504d4a3bac15" providerId="ADAL" clId="{ECD42228-5B96-4A72-B268-C46DF994E6B7}" dt="2024-01-25T05:21:21.847" v="51672" actId="20577"/>
          <ac:spMkLst>
            <pc:docMk/>
            <pc:sldMk cId="1073481776" sldId="959"/>
            <ac:spMk id="8" creationId="{B38A861B-C690-D454-DE36-12C707BC05DC}"/>
          </ac:spMkLst>
        </pc:spChg>
      </pc:sldChg>
      <pc:sldChg chg="add mod modShow">
        <pc:chgData name="Palit, Tapti" userId="dec6fbcd-7598-406a-8cbf-504d4a3bac15" providerId="ADAL" clId="{ECD42228-5B96-4A72-B268-C46DF994E6B7}" dt="2024-01-29T02:35:47.517" v="74599" actId="729"/>
        <pc:sldMkLst>
          <pc:docMk/>
          <pc:sldMk cId="1958952735" sldId="959"/>
        </pc:sldMkLst>
      </pc:sldChg>
      <pc:sldChg chg="addSp delSp modSp add del mod modClrScheme modAnim chgLayout modNotesTx">
        <pc:chgData name="Palit, Tapti" userId="dec6fbcd-7598-406a-8cbf-504d4a3bac15" providerId="ADAL" clId="{ECD42228-5B96-4A72-B268-C46DF994E6B7}" dt="2024-01-29T02:35:41.927" v="74597" actId="2696"/>
        <pc:sldMkLst>
          <pc:docMk/>
          <pc:sldMk cId="1116016759" sldId="960"/>
        </pc:sldMkLst>
        <pc:spChg chg="mod ord">
          <ac:chgData name="Palit, Tapti" userId="dec6fbcd-7598-406a-8cbf-504d4a3bac15" providerId="ADAL" clId="{ECD42228-5B96-4A72-B268-C46DF994E6B7}" dt="2024-01-25T04:11:14.476" v="49833" actId="700"/>
          <ac:spMkLst>
            <pc:docMk/>
            <pc:sldMk cId="1116016759" sldId="960"/>
            <ac:spMk id="2" creationId="{FDEC5673-4EB4-878B-B7DE-09F3AA1B9603}"/>
          </ac:spMkLst>
        </pc:spChg>
        <pc:spChg chg="mod ord">
          <ac:chgData name="Palit, Tapti" userId="dec6fbcd-7598-406a-8cbf-504d4a3bac15" providerId="ADAL" clId="{ECD42228-5B96-4A72-B268-C46DF994E6B7}" dt="2024-01-27T04:27:26.057" v="63232" actId="20577"/>
          <ac:spMkLst>
            <pc:docMk/>
            <pc:sldMk cId="1116016759" sldId="960"/>
            <ac:spMk id="3" creationId="{E98C1DCC-AEB9-D170-1935-C498C2E82A67}"/>
          </ac:spMkLst>
        </pc:spChg>
        <pc:spChg chg="mod ord">
          <ac:chgData name="Palit, Tapti" userId="dec6fbcd-7598-406a-8cbf-504d4a3bac15" providerId="ADAL" clId="{ECD42228-5B96-4A72-B268-C46DF994E6B7}" dt="2024-01-25T04:11:14.476" v="49833" actId="700"/>
          <ac:spMkLst>
            <pc:docMk/>
            <pc:sldMk cId="1116016759" sldId="960"/>
            <ac:spMk id="4" creationId="{0EC03588-43A0-90C4-7A92-CFA7503813AF}"/>
          </ac:spMkLst>
        </pc:spChg>
        <pc:spChg chg="add mod">
          <ac:chgData name="Palit, Tapti" userId="dec6fbcd-7598-406a-8cbf-504d4a3bac15" providerId="ADAL" clId="{ECD42228-5B96-4A72-B268-C46DF994E6B7}" dt="2024-01-25T03:20:31.205" v="48320" actId="1076"/>
          <ac:spMkLst>
            <pc:docMk/>
            <pc:sldMk cId="1116016759" sldId="960"/>
            <ac:spMk id="5" creationId="{A266FFDD-9389-FF06-5E53-210A8C116AFB}"/>
          </ac:spMkLst>
        </pc:spChg>
        <pc:spChg chg="mod">
          <ac:chgData name="Palit, Tapti" userId="dec6fbcd-7598-406a-8cbf-504d4a3bac15" providerId="ADAL" clId="{ECD42228-5B96-4A72-B268-C46DF994E6B7}" dt="2024-01-25T03:20:35.618" v="48321" actId="1076"/>
          <ac:spMkLst>
            <pc:docMk/>
            <pc:sldMk cId="1116016759" sldId="960"/>
            <ac:spMk id="6" creationId="{9473A10A-1BCB-B986-E52B-2B97AF258AF6}"/>
          </ac:spMkLst>
        </pc:spChg>
        <pc:spChg chg="del">
          <ac:chgData name="Palit, Tapti" userId="dec6fbcd-7598-406a-8cbf-504d4a3bac15" providerId="ADAL" clId="{ECD42228-5B96-4A72-B268-C46DF994E6B7}" dt="2024-01-25T03:19:05.716" v="48271" actId="478"/>
          <ac:spMkLst>
            <pc:docMk/>
            <pc:sldMk cId="1116016759" sldId="960"/>
            <ac:spMk id="8" creationId="{B38A861B-C690-D454-DE36-12C707BC05DC}"/>
          </ac:spMkLst>
        </pc:spChg>
        <pc:spChg chg="add del mod">
          <ac:chgData name="Palit, Tapti" userId="dec6fbcd-7598-406a-8cbf-504d4a3bac15" providerId="ADAL" clId="{ECD42228-5B96-4A72-B268-C46DF994E6B7}" dt="2024-01-25T03:20:12.097" v="48303" actId="478"/>
          <ac:spMkLst>
            <pc:docMk/>
            <pc:sldMk cId="1116016759" sldId="960"/>
            <ac:spMk id="9" creationId="{440082ED-CE08-449D-8527-39DC8115EE8D}"/>
          </ac:spMkLst>
        </pc:spChg>
        <pc:spChg chg="add mod">
          <ac:chgData name="Palit, Tapti" userId="dec6fbcd-7598-406a-8cbf-504d4a3bac15" providerId="ADAL" clId="{ECD42228-5B96-4A72-B268-C46DF994E6B7}" dt="2024-01-25T03:20:25.765" v="48319" actId="113"/>
          <ac:spMkLst>
            <pc:docMk/>
            <pc:sldMk cId="1116016759" sldId="960"/>
            <ac:spMk id="10" creationId="{504C62A2-D4EC-ACF9-336F-D8104E272BEA}"/>
          </ac:spMkLst>
        </pc:spChg>
        <pc:spChg chg="add mod">
          <ac:chgData name="Palit, Tapti" userId="dec6fbcd-7598-406a-8cbf-504d4a3bac15" providerId="ADAL" clId="{ECD42228-5B96-4A72-B268-C46DF994E6B7}" dt="2024-01-25T03:20:52.453" v="48345" actId="1076"/>
          <ac:spMkLst>
            <pc:docMk/>
            <pc:sldMk cId="1116016759" sldId="960"/>
            <ac:spMk id="11" creationId="{6F832F25-38F3-50CB-0BA6-398E44BAC174}"/>
          </ac:spMkLst>
        </pc:spChg>
        <pc:spChg chg="add mod ord">
          <ac:chgData name="Palit, Tapti" userId="dec6fbcd-7598-406a-8cbf-504d4a3bac15" providerId="ADAL" clId="{ECD42228-5B96-4A72-B268-C46DF994E6B7}" dt="2024-01-25T04:11:22.269" v="49867" actId="20577"/>
          <ac:spMkLst>
            <pc:docMk/>
            <pc:sldMk cId="1116016759" sldId="960"/>
            <ac:spMk id="12" creationId="{C674D4DE-F157-552E-3AB8-BA9D6198E1B0}"/>
          </ac:spMkLst>
        </pc:spChg>
        <pc:graphicFrameChg chg="del">
          <ac:chgData name="Palit, Tapti" userId="dec6fbcd-7598-406a-8cbf-504d4a3bac15" providerId="ADAL" clId="{ECD42228-5B96-4A72-B268-C46DF994E6B7}" dt="2024-01-25T03:19:05.716" v="48271" actId="478"/>
          <ac:graphicFrameMkLst>
            <pc:docMk/>
            <pc:sldMk cId="1116016759" sldId="960"/>
            <ac:graphicFrameMk id="7" creationId="{8C99F6E6-C2F8-55F1-0B52-50C0C2DF7462}"/>
          </ac:graphicFrameMkLst>
        </pc:graphicFrameChg>
      </pc:sldChg>
      <pc:sldChg chg="add mod modShow">
        <pc:chgData name="Palit, Tapti" userId="dec6fbcd-7598-406a-8cbf-504d4a3bac15" providerId="ADAL" clId="{ECD42228-5B96-4A72-B268-C46DF994E6B7}" dt="2024-01-29T02:35:47.517" v="74599" actId="729"/>
        <pc:sldMkLst>
          <pc:docMk/>
          <pc:sldMk cId="1312383181" sldId="960"/>
        </pc:sldMkLst>
      </pc:sldChg>
      <pc:sldChg chg="addSp delSp modSp add mod modNotesTx">
        <pc:chgData name="Palit, Tapti" userId="dec6fbcd-7598-406a-8cbf-504d4a3bac15" providerId="ADAL" clId="{ECD42228-5B96-4A72-B268-C46DF994E6B7}" dt="2024-01-25T13:50:35.980" v="59003" actId="20577"/>
        <pc:sldMkLst>
          <pc:docMk/>
          <pc:sldMk cId="19723323" sldId="961"/>
        </pc:sldMkLst>
        <pc:spChg chg="add mod">
          <ac:chgData name="Palit, Tapti" userId="dec6fbcd-7598-406a-8cbf-504d4a3bac15" providerId="ADAL" clId="{ECD42228-5B96-4A72-B268-C46DF994E6B7}" dt="2024-01-25T05:08:22.583" v="50994" actId="1076"/>
          <ac:spMkLst>
            <pc:docMk/>
            <pc:sldMk cId="19723323" sldId="961"/>
            <ac:spMk id="2" creationId="{73CD119E-45E4-D4D8-E56F-3DC82B055878}"/>
          </ac:spMkLst>
        </pc:spChg>
        <pc:spChg chg="mod">
          <ac:chgData name="Palit, Tapti" userId="dec6fbcd-7598-406a-8cbf-504d4a3bac15" providerId="ADAL" clId="{ECD42228-5B96-4A72-B268-C46DF994E6B7}" dt="2024-01-25T03:52:17.021" v="49450"/>
          <ac:spMkLst>
            <pc:docMk/>
            <pc:sldMk cId="19723323" sldId="961"/>
            <ac:spMk id="10" creationId="{EEA573DB-F656-4DB1-2FEF-7880B86E2669}"/>
          </ac:spMkLst>
        </pc:spChg>
        <pc:spChg chg="del">
          <ac:chgData name="Palit, Tapti" userId="dec6fbcd-7598-406a-8cbf-504d4a3bac15" providerId="ADAL" clId="{ECD42228-5B96-4A72-B268-C46DF994E6B7}" dt="2024-01-25T03:50:13.481" v="49418" actId="478"/>
          <ac:spMkLst>
            <pc:docMk/>
            <pc:sldMk cId="19723323" sldId="961"/>
            <ac:spMk id="11" creationId="{C1C2447D-700E-4656-1884-D56AD713BCD4}"/>
          </ac:spMkLst>
        </pc:spChg>
        <pc:graphicFrameChg chg="modGraphic">
          <ac:chgData name="Palit, Tapti" userId="dec6fbcd-7598-406a-8cbf-504d4a3bac15" providerId="ADAL" clId="{ECD42228-5B96-4A72-B268-C46DF994E6B7}" dt="2024-01-25T03:55:09.589" v="49565" actId="207"/>
          <ac:graphicFrameMkLst>
            <pc:docMk/>
            <pc:sldMk cId="19723323" sldId="961"/>
            <ac:graphicFrameMk id="12" creationId="{ACF69396-1115-0103-FBDD-196ABEA621B6}"/>
          </ac:graphicFrameMkLst>
        </pc:graphicFrameChg>
        <pc:cxnChg chg="del">
          <ac:chgData name="Palit, Tapti" userId="dec6fbcd-7598-406a-8cbf-504d4a3bac15" providerId="ADAL" clId="{ECD42228-5B96-4A72-B268-C46DF994E6B7}" dt="2024-01-25T03:50:15.753" v="49419" actId="478"/>
          <ac:cxnSpMkLst>
            <pc:docMk/>
            <pc:sldMk cId="19723323" sldId="961"/>
            <ac:cxnSpMk id="6" creationId="{88F42F2E-8831-6EB5-EE0D-4CB1D8DC1470}"/>
          </ac:cxnSpMkLst>
        </pc:cxnChg>
        <pc:cxnChg chg="del">
          <ac:chgData name="Palit, Tapti" userId="dec6fbcd-7598-406a-8cbf-504d4a3bac15" providerId="ADAL" clId="{ECD42228-5B96-4A72-B268-C46DF994E6B7}" dt="2024-01-25T03:50:18.613" v="49420" actId="478"/>
          <ac:cxnSpMkLst>
            <pc:docMk/>
            <pc:sldMk cId="19723323" sldId="961"/>
            <ac:cxnSpMk id="7" creationId="{188FC76F-D918-6DAE-9C87-BC62BB4C17B3}"/>
          </ac:cxnSpMkLst>
        </pc:cxnChg>
      </pc:sldChg>
      <pc:sldChg chg="del">
        <pc:chgData name="Palit, Tapti" userId="dec6fbcd-7598-406a-8cbf-504d4a3bac15" providerId="ADAL" clId="{ECD42228-5B96-4A72-B268-C46DF994E6B7}" dt="2024-01-28T03:44:01.241" v="67437" actId="47"/>
        <pc:sldMkLst>
          <pc:docMk/>
          <pc:sldMk cId="3503139477" sldId="961"/>
        </pc:sldMkLst>
      </pc:sldChg>
      <pc:sldChg chg="new del">
        <pc:chgData name="Palit, Tapti" userId="dec6fbcd-7598-406a-8cbf-504d4a3bac15" providerId="ADAL" clId="{ECD42228-5B96-4A72-B268-C46DF994E6B7}" dt="2024-01-25T04:15:01.643" v="49886" actId="680"/>
        <pc:sldMkLst>
          <pc:docMk/>
          <pc:sldMk cId="1422742715" sldId="962"/>
        </pc:sldMkLst>
      </pc:sldChg>
      <pc:sldChg chg="addSp delSp modSp add mod ord modAnim modNotesTx">
        <pc:chgData name="Palit, Tapti" userId="dec6fbcd-7598-406a-8cbf-504d4a3bac15" providerId="ADAL" clId="{ECD42228-5B96-4A72-B268-C46DF994E6B7}" dt="2024-02-12T20:03:03.867" v="113040" actId="14100"/>
        <pc:sldMkLst>
          <pc:docMk/>
          <pc:sldMk cId="3056711572" sldId="962"/>
        </pc:sldMkLst>
        <pc:spChg chg="mod">
          <ac:chgData name="Palit, Tapti" userId="dec6fbcd-7598-406a-8cbf-504d4a3bac15" providerId="ADAL" clId="{ECD42228-5B96-4A72-B268-C46DF994E6B7}" dt="2024-01-28T22:51:42.138" v="70238" actId="20577"/>
          <ac:spMkLst>
            <pc:docMk/>
            <pc:sldMk cId="3056711572" sldId="962"/>
            <ac:spMk id="3" creationId="{B0C5D98F-22D7-229A-A2DE-4FDFBA3D6361}"/>
          </ac:spMkLst>
        </pc:spChg>
        <pc:spChg chg="add mod">
          <ac:chgData name="Palit, Tapti" userId="dec6fbcd-7598-406a-8cbf-504d4a3bac15" providerId="ADAL" clId="{ECD42228-5B96-4A72-B268-C46DF994E6B7}" dt="2024-02-12T20:03:03.867" v="113040" actId="14100"/>
          <ac:spMkLst>
            <pc:docMk/>
            <pc:sldMk cId="3056711572" sldId="962"/>
            <ac:spMk id="4" creationId="{D6C2DF6B-C52D-0719-2B08-19E713780E54}"/>
          </ac:spMkLst>
        </pc:spChg>
        <pc:spChg chg="mod">
          <ac:chgData name="Palit, Tapti" userId="dec6fbcd-7598-406a-8cbf-504d4a3bac15" providerId="ADAL" clId="{ECD42228-5B96-4A72-B268-C46DF994E6B7}" dt="2024-01-25T04:42:10.423" v="50348" actId="1076"/>
          <ac:spMkLst>
            <pc:docMk/>
            <pc:sldMk cId="3056711572" sldId="962"/>
            <ac:spMk id="6" creationId="{C4738418-C166-5726-5B5E-FE948BAB3BB2}"/>
          </ac:spMkLst>
        </pc:spChg>
        <pc:spChg chg="mod">
          <ac:chgData name="Palit, Tapti" userId="dec6fbcd-7598-406a-8cbf-504d4a3bac15" providerId="ADAL" clId="{ECD42228-5B96-4A72-B268-C46DF994E6B7}" dt="2024-01-28T22:51:45.382" v="70246" actId="20577"/>
          <ac:spMkLst>
            <pc:docMk/>
            <pc:sldMk cId="3056711572" sldId="962"/>
            <ac:spMk id="15" creationId="{BD24C1F8-9CF9-C8AD-91A2-C65080B1EB3A}"/>
          </ac:spMkLst>
        </pc:spChg>
        <pc:spChg chg="del">
          <ac:chgData name="Palit, Tapti" userId="dec6fbcd-7598-406a-8cbf-504d4a3bac15" providerId="ADAL" clId="{ECD42228-5B96-4A72-B268-C46DF994E6B7}" dt="2024-01-25T04:25:15.547" v="50033" actId="478"/>
          <ac:spMkLst>
            <pc:docMk/>
            <pc:sldMk cId="3056711572" sldId="962"/>
            <ac:spMk id="16" creationId="{CD219824-AE1E-0C25-A481-8708E18C9EA0}"/>
          </ac:spMkLst>
        </pc:spChg>
        <pc:graphicFrameChg chg="mod">
          <ac:chgData name="Palit, Tapti" userId="dec6fbcd-7598-406a-8cbf-504d4a3bac15" providerId="ADAL" clId="{ECD42228-5B96-4A72-B268-C46DF994E6B7}" dt="2024-01-25T04:45:11.698" v="50537" actId="20577"/>
          <ac:graphicFrameMkLst>
            <pc:docMk/>
            <pc:sldMk cId="3056711572" sldId="962"/>
            <ac:graphicFrameMk id="5" creationId="{AFBBEBA8-D0FD-D7E3-F5DA-06B63BCC5AC4}"/>
          </ac:graphicFrameMkLst>
        </pc:graphicFrameChg>
      </pc:sldChg>
      <pc:sldChg chg="addSp delSp modSp add mod delAnim modAnim addCm modNotesTx">
        <pc:chgData name="Palit, Tapti" userId="dec6fbcd-7598-406a-8cbf-504d4a3bac15" providerId="ADAL" clId="{ECD42228-5B96-4A72-B268-C46DF994E6B7}" dt="2024-02-11T18:20:17.650" v="111953"/>
        <pc:sldMkLst>
          <pc:docMk/>
          <pc:sldMk cId="2709033885" sldId="963"/>
        </pc:sldMkLst>
        <pc:spChg chg="mod">
          <ac:chgData name="Palit, Tapti" userId="dec6fbcd-7598-406a-8cbf-504d4a3bac15" providerId="ADAL" clId="{ECD42228-5B96-4A72-B268-C46DF994E6B7}" dt="2024-01-29T16:28:09.748" v="80153" actId="20577"/>
          <ac:spMkLst>
            <pc:docMk/>
            <pc:sldMk cId="2709033885" sldId="963"/>
            <ac:spMk id="2" creationId="{76C2218A-F1A9-4EE7-8F23-4A77F2ACC91D}"/>
          </ac:spMkLst>
        </pc:spChg>
        <pc:spChg chg="del">
          <ac:chgData name="Palit, Tapti" userId="dec6fbcd-7598-406a-8cbf-504d4a3bac15" providerId="ADAL" clId="{ECD42228-5B96-4A72-B268-C46DF994E6B7}" dt="2024-01-25T04:17:47.585" v="49926" actId="478"/>
          <ac:spMkLst>
            <pc:docMk/>
            <pc:sldMk cId="2709033885" sldId="963"/>
            <ac:spMk id="3" creationId="{E72186F9-FE3D-CA26-20F7-94C0AD1DBE3D}"/>
          </ac:spMkLst>
        </pc:spChg>
        <pc:spChg chg="add mod">
          <ac:chgData name="Palit, Tapti" userId="dec6fbcd-7598-406a-8cbf-504d4a3bac15" providerId="ADAL" clId="{ECD42228-5B96-4A72-B268-C46DF994E6B7}" dt="2024-02-11T18:16:51.995" v="111794" actId="692"/>
          <ac:spMkLst>
            <pc:docMk/>
            <pc:sldMk cId="2709033885" sldId="963"/>
            <ac:spMk id="4" creationId="{84CC4367-D5FE-40EF-4D2F-757A977C4E0B}"/>
          </ac:spMkLst>
        </pc:spChg>
        <pc:spChg chg="del">
          <ac:chgData name="Palit, Tapti" userId="dec6fbcd-7598-406a-8cbf-504d4a3bac15" providerId="ADAL" clId="{ECD42228-5B96-4A72-B268-C46DF994E6B7}" dt="2024-01-25T04:17:45.682" v="49925" actId="478"/>
          <ac:spMkLst>
            <pc:docMk/>
            <pc:sldMk cId="2709033885" sldId="963"/>
            <ac:spMk id="6" creationId="{81AE66CA-DDB8-1505-13E0-5056202A9DC5}"/>
          </ac:spMkLst>
        </pc:spChg>
        <pc:spChg chg="add mod">
          <ac:chgData name="Palit, Tapti" userId="dec6fbcd-7598-406a-8cbf-504d4a3bac15" providerId="ADAL" clId="{ECD42228-5B96-4A72-B268-C46DF994E6B7}" dt="2024-02-11T18:17:35.289" v="111802" actId="14100"/>
          <ac:spMkLst>
            <pc:docMk/>
            <pc:sldMk cId="2709033885" sldId="963"/>
            <ac:spMk id="6" creationId="{96329130-7325-A39B-1079-F8EB18435639}"/>
          </ac:spMkLst>
        </pc:spChg>
        <pc:spChg chg="del">
          <ac:chgData name="Palit, Tapti" userId="dec6fbcd-7598-406a-8cbf-504d4a3bac15" providerId="ADAL" clId="{ECD42228-5B96-4A72-B268-C46DF994E6B7}" dt="2024-01-25T04:20:54.462" v="49949" actId="478"/>
          <ac:spMkLst>
            <pc:docMk/>
            <pc:sldMk cId="2709033885" sldId="963"/>
            <ac:spMk id="7" creationId="{901A50BF-C011-C66A-897E-F64DFC8CE91D}"/>
          </ac:spMkLst>
        </pc:spChg>
        <pc:spChg chg="add mod">
          <ac:chgData name="Palit, Tapti" userId="dec6fbcd-7598-406a-8cbf-504d4a3bac15" providerId="ADAL" clId="{ECD42228-5B96-4A72-B268-C46DF994E6B7}" dt="2024-01-29T16:28:13.645" v="80161" actId="20577"/>
          <ac:spMkLst>
            <pc:docMk/>
            <pc:sldMk cId="2709033885" sldId="963"/>
            <ac:spMk id="9" creationId="{F4EB9B6A-BE52-9253-2935-E74C4A62F710}"/>
          </ac:spMkLst>
        </pc:spChg>
        <pc:graphicFrameChg chg="mod">
          <ac:chgData name="Palit, Tapti" userId="dec6fbcd-7598-406a-8cbf-504d4a3bac15" providerId="ADAL" clId="{ECD42228-5B96-4A72-B268-C46DF994E6B7}" dt="2024-01-25T04:44:57.544" v="50530"/>
          <ac:graphicFrameMkLst>
            <pc:docMk/>
            <pc:sldMk cId="2709033885" sldId="963"/>
            <ac:graphicFrameMk id="5" creationId="{2D915EF0-C181-4958-87BE-EEB35EBC0714}"/>
          </ac:graphicFrameMkLst>
        </pc:graphicFrame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2-11T18:20:17.650" v="111953"/>
              <pc2:cmMkLst xmlns:pc2="http://schemas.microsoft.com/office/powerpoint/2019/9/main/command">
                <pc:docMk/>
                <pc:sldMk cId="2709033885" sldId="963"/>
                <pc2:cmMk id="{03F7B2BD-E552-403C-B6C0-F569BBF828B7}"/>
              </pc2:cmMkLst>
            </pc226:cmChg>
          </p:ext>
        </pc:extLst>
      </pc:sldChg>
      <pc:sldChg chg="modSp add del mod addCm modCm modNotesTx">
        <pc:chgData name="Palit, Tapti" userId="dec6fbcd-7598-406a-8cbf-504d4a3bac15" providerId="ADAL" clId="{ECD42228-5B96-4A72-B268-C46DF994E6B7}" dt="2024-01-28T00:40:27.263" v="67037" actId="2696"/>
        <pc:sldMkLst>
          <pc:docMk/>
          <pc:sldMk cId="1870069782" sldId="964"/>
        </pc:sldMkLst>
        <pc:spChg chg="mod">
          <ac:chgData name="Palit, Tapti" userId="dec6fbcd-7598-406a-8cbf-504d4a3bac15" providerId="ADAL" clId="{ECD42228-5B96-4A72-B268-C46DF994E6B7}" dt="2024-01-25T13:51:38.791" v="59041" actId="20577"/>
          <ac:spMkLst>
            <pc:docMk/>
            <pc:sldMk cId="1870069782" sldId="964"/>
            <ac:spMk id="2" creationId="{C3C46814-2A6F-41B6-904E-8EDDD855207C}"/>
          </ac:spMkLst>
        </pc:spChg>
        <pc:spChg chg="mod">
          <ac:chgData name="Palit, Tapti" userId="dec6fbcd-7598-406a-8cbf-504d4a3bac15" providerId="ADAL" clId="{ECD42228-5B96-4A72-B268-C46DF994E6B7}" dt="2024-01-28T00:08:03.287" v="66463" actId="20577"/>
          <ac:spMkLst>
            <pc:docMk/>
            <pc:sldMk cId="1870069782" sldId="964"/>
            <ac:spMk id="3" creationId="{A19E8EDF-6681-42C8-AB61-DCACB7B7EEB5}"/>
          </ac:spMkLst>
        </pc:spChg>
        <pc:spChg chg="mod">
          <ac:chgData name="Palit, Tapti" userId="dec6fbcd-7598-406a-8cbf-504d4a3bac15" providerId="ADAL" clId="{ECD42228-5B96-4A72-B268-C46DF994E6B7}" dt="2024-01-27T03:12:30.711" v="62670" actId="255"/>
          <ac:spMkLst>
            <pc:docMk/>
            <pc:sldMk cId="1870069782" sldId="964"/>
            <ac:spMk id="27" creationId="{85710342-0343-4CE7-A7D0-2B8A4E300AD1}"/>
          </ac:spMkLst>
        </pc:sp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27T03:03:10.031" v="62536"/>
              <pc2:cmMkLst xmlns:pc2="http://schemas.microsoft.com/office/powerpoint/2019/9/main/command">
                <pc:docMk/>
                <pc:sldMk cId="1870069782" sldId="964"/>
                <pc2:cmMk id="{6ECE814A-EAF9-4198-A79D-3387B6995D65}"/>
              </pc2:cmMkLst>
              <pc226:cmRplyChg chg="add">
                <pc226:chgData name="Palit, Tapti" userId="dec6fbcd-7598-406a-8cbf-504d4a3bac15" providerId="ADAL" clId="{ECD42228-5B96-4A72-B268-C46DF994E6B7}" dt="2024-01-27T03:03:10.031" v="62536"/>
                <pc2:cmRplyMkLst xmlns:pc2="http://schemas.microsoft.com/office/powerpoint/2019/9/main/command">
                  <pc:docMk/>
                  <pc:sldMk cId="1870069782" sldId="964"/>
                  <pc2:cmMk id="{6ECE814A-EAF9-4198-A79D-3387B6995D65}"/>
                  <pc2:cmRplyMk id="{753C501B-7A95-46A7-A51A-19C7BB4850EA}"/>
                </pc2:cmRplyMkLst>
              </pc226:cmRplyChg>
              <pc226:cmRplyChg chg="add">
                <pc226:chgData name="Palit, Tapti" userId="dec6fbcd-7598-406a-8cbf-504d4a3bac15" providerId="ADAL" clId="{ECD42228-5B96-4A72-B268-C46DF994E6B7}" dt="2024-01-27T03:02:52.839" v="62535"/>
                <pc2:cmRplyMkLst xmlns:pc2="http://schemas.microsoft.com/office/powerpoint/2019/9/main/command">
                  <pc:docMk/>
                  <pc:sldMk cId="1870069782" sldId="964"/>
                  <pc2:cmMk id="{6ECE814A-EAF9-4198-A79D-3387B6995D65}"/>
                  <pc2:cmRplyMk id="{DE84E4B0-BBC5-429A-A7DE-59AFE8574F7E}"/>
                </pc2:cmRplyMkLst>
              </pc226:cmRplyChg>
            </pc226:cmChg>
            <pc226:cmChg xmlns:pc226="http://schemas.microsoft.com/office/powerpoint/2022/06/main/command" chg="add">
              <pc226:chgData name="Palit, Tapti" userId="dec6fbcd-7598-406a-8cbf-504d4a3bac15" providerId="ADAL" clId="{ECD42228-5B96-4A72-B268-C46DF994E6B7}" dt="2024-01-25T04:49:55.622" v="50556"/>
              <pc2:cmMkLst xmlns:pc2="http://schemas.microsoft.com/office/powerpoint/2019/9/main/command">
                <pc:docMk/>
                <pc:sldMk cId="1870069782" sldId="964"/>
                <pc2:cmMk id="{5E626882-2029-4E6A-BC85-62B82C2608B6}"/>
              </pc2:cmMkLst>
            </pc226:cmChg>
          </p:ext>
        </pc:extLst>
      </pc:sldChg>
      <pc:sldChg chg="new del">
        <pc:chgData name="Palit, Tapti" userId="dec6fbcd-7598-406a-8cbf-504d4a3bac15" providerId="ADAL" clId="{ECD42228-5B96-4A72-B268-C46DF994E6B7}" dt="2024-01-25T04:37:25.038" v="50322" actId="47"/>
        <pc:sldMkLst>
          <pc:docMk/>
          <pc:sldMk cId="2128924969" sldId="964"/>
        </pc:sldMkLst>
      </pc:sldChg>
      <pc:sldChg chg="add del mod modShow">
        <pc:chgData name="Palit, Tapti" userId="dec6fbcd-7598-406a-8cbf-504d4a3bac15" providerId="ADAL" clId="{ECD42228-5B96-4A72-B268-C46DF994E6B7}" dt="2024-01-28T03:44:01.241" v="67437" actId="47"/>
        <pc:sldMkLst>
          <pc:docMk/>
          <pc:sldMk cId="2550690897" sldId="964"/>
        </pc:sldMkLst>
      </pc:sldChg>
      <pc:sldChg chg="new del">
        <pc:chgData name="Palit, Tapti" userId="dec6fbcd-7598-406a-8cbf-504d4a3bac15" providerId="ADAL" clId="{ECD42228-5B96-4A72-B268-C46DF994E6B7}" dt="2024-01-25T04:37:19.698" v="50320" actId="47"/>
        <pc:sldMkLst>
          <pc:docMk/>
          <pc:sldMk cId="2766066267" sldId="964"/>
        </pc:sldMkLst>
      </pc:sldChg>
      <pc:sldChg chg="modSp new del mod">
        <pc:chgData name="Palit, Tapti" userId="dec6fbcd-7598-406a-8cbf-504d4a3bac15" providerId="ADAL" clId="{ECD42228-5B96-4A72-B268-C46DF994E6B7}" dt="2024-01-25T05:36:00.769" v="52370" actId="47"/>
        <pc:sldMkLst>
          <pc:docMk/>
          <pc:sldMk cId="161805452" sldId="965"/>
        </pc:sldMkLst>
        <pc:spChg chg="mod">
          <ac:chgData name="Palit, Tapti" userId="dec6fbcd-7598-406a-8cbf-504d4a3bac15" providerId="ADAL" clId="{ECD42228-5B96-4A72-B268-C46DF994E6B7}" dt="2024-01-25T05:19:12.501" v="51498" actId="20577"/>
          <ac:spMkLst>
            <pc:docMk/>
            <pc:sldMk cId="161805452" sldId="965"/>
            <ac:spMk id="3" creationId="{71BF05E0-CAA3-95F3-DE09-3B07F3519764}"/>
          </ac:spMkLst>
        </pc:spChg>
      </pc:sldChg>
      <pc:sldChg chg="new add del">
        <pc:chgData name="Palit, Tapti" userId="dec6fbcd-7598-406a-8cbf-504d4a3bac15" providerId="ADAL" clId="{ECD42228-5B96-4A72-B268-C46DF994E6B7}" dt="2024-01-25T04:57:27.946" v="50682" actId="47"/>
        <pc:sldMkLst>
          <pc:docMk/>
          <pc:sldMk cId="2217661861" sldId="965"/>
        </pc:sldMkLst>
      </pc:sldChg>
      <pc:sldChg chg="new del">
        <pc:chgData name="Palit, Tapti" userId="dec6fbcd-7598-406a-8cbf-504d4a3bac15" providerId="ADAL" clId="{ECD42228-5B96-4A72-B268-C46DF994E6B7}" dt="2024-01-25T04:53:09.940" v="50559" actId="680"/>
        <pc:sldMkLst>
          <pc:docMk/>
          <pc:sldMk cId="2618081754" sldId="965"/>
        </pc:sldMkLst>
      </pc:sldChg>
      <pc:sldChg chg="modSp new del mod">
        <pc:chgData name="Palit, Tapti" userId="dec6fbcd-7598-406a-8cbf-504d4a3bac15" providerId="ADAL" clId="{ECD42228-5B96-4A72-B268-C46DF994E6B7}" dt="2024-01-25T04:50:19.210" v="50557" actId="47"/>
        <pc:sldMkLst>
          <pc:docMk/>
          <pc:sldMk cId="3664105339" sldId="965"/>
        </pc:sldMkLst>
        <pc:spChg chg="mod">
          <ac:chgData name="Palit, Tapti" userId="dec6fbcd-7598-406a-8cbf-504d4a3bac15" providerId="ADAL" clId="{ECD42228-5B96-4A72-B268-C46DF994E6B7}" dt="2024-01-25T04:49:35.785" v="50555" actId="20577"/>
          <ac:spMkLst>
            <pc:docMk/>
            <pc:sldMk cId="3664105339" sldId="965"/>
            <ac:spMk id="3" creationId="{208393A2-7679-D0A5-21EC-19DBBDF5847F}"/>
          </ac:spMkLst>
        </pc:spChg>
      </pc:sldChg>
      <pc:sldChg chg="modSp new del mod">
        <pc:chgData name="Palit, Tapti" userId="dec6fbcd-7598-406a-8cbf-504d4a3bac15" providerId="ADAL" clId="{ECD42228-5B96-4A72-B268-C46DF994E6B7}" dt="2024-01-25T06:10:30.063" v="53621" actId="47"/>
        <pc:sldMkLst>
          <pc:docMk/>
          <pc:sldMk cId="235021442" sldId="966"/>
        </pc:sldMkLst>
        <pc:spChg chg="mod">
          <ac:chgData name="Palit, Tapti" userId="dec6fbcd-7598-406a-8cbf-504d4a3bac15" providerId="ADAL" clId="{ECD42228-5B96-4A72-B268-C46DF994E6B7}" dt="2024-01-25T06:09:48.591" v="53619" actId="20577"/>
          <ac:spMkLst>
            <pc:docMk/>
            <pc:sldMk cId="235021442" sldId="966"/>
            <ac:spMk id="3" creationId="{262AE9D3-BD78-2359-282D-C361A9FD2389}"/>
          </ac:spMkLst>
        </pc:spChg>
      </pc:sldChg>
      <pc:sldChg chg="new del">
        <pc:chgData name="Palit, Tapti" userId="dec6fbcd-7598-406a-8cbf-504d4a3bac15" providerId="ADAL" clId="{ECD42228-5B96-4A72-B268-C46DF994E6B7}" dt="2024-01-25T06:14:46.694" v="53706" actId="47"/>
        <pc:sldMkLst>
          <pc:docMk/>
          <pc:sldMk cId="2242124589" sldId="967"/>
        </pc:sldMkLst>
      </pc:sldChg>
      <pc:sldChg chg="addSp delSp modSp new mod ord modClrScheme modAnim chgLayout">
        <pc:chgData name="Palit, Tapti" userId="dec6fbcd-7598-406a-8cbf-504d4a3bac15" providerId="ADAL" clId="{ECD42228-5B96-4A72-B268-C46DF994E6B7}" dt="2024-01-25T05:45:14.980" v="52517" actId="20577"/>
        <pc:sldMkLst>
          <pc:docMk/>
          <pc:sldMk cId="1189298131" sldId="968"/>
        </pc:sldMkLst>
        <pc:spChg chg="del mod ord">
          <ac:chgData name="Palit, Tapti" userId="dec6fbcd-7598-406a-8cbf-504d4a3bac15" providerId="ADAL" clId="{ECD42228-5B96-4A72-B268-C46DF994E6B7}" dt="2024-01-25T05:09:47.412" v="50999" actId="700"/>
          <ac:spMkLst>
            <pc:docMk/>
            <pc:sldMk cId="1189298131" sldId="968"/>
            <ac:spMk id="2" creationId="{CFB236CC-4F82-85C0-3F07-FB8130733D94}"/>
          </ac:spMkLst>
        </pc:spChg>
        <pc:spChg chg="mod ord">
          <ac:chgData name="Palit, Tapti" userId="dec6fbcd-7598-406a-8cbf-504d4a3bac15" providerId="ADAL" clId="{ECD42228-5B96-4A72-B268-C46DF994E6B7}" dt="2024-01-25T05:09:47.412" v="50999" actId="700"/>
          <ac:spMkLst>
            <pc:docMk/>
            <pc:sldMk cId="1189298131" sldId="968"/>
            <ac:spMk id="3" creationId="{14C3D376-0C6D-C8A6-4207-7B977DD35B68}"/>
          </ac:spMkLst>
        </pc:spChg>
        <pc:spChg chg="add mod ord">
          <ac:chgData name="Palit, Tapti" userId="dec6fbcd-7598-406a-8cbf-504d4a3bac15" providerId="ADAL" clId="{ECD42228-5B96-4A72-B268-C46DF994E6B7}" dt="2024-01-25T05:45:11.152" v="52516" actId="20577"/>
          <ac:spMkLst>
            <pc:docMk/>
            <pc:sldMk cId="1189298131" sldId="968"/>
            <ac:spMk id="4" creationId="{847FF3AA-27AE-FD75-69EA-F5E28BF9A838}"/>
          </ac:spMkLst>
        </pc:spChg>
        <pc:spChg chg="add mod ord">
          <ac:chgData name="Palit, Tapti" userId="dec6fbcd-7598-406a-8cbf-504d4a3bac15" providerId="ADAL" clId="{ECD42228-5B96-4A72-B268-C46DF994E6B7}" dt="2024-01-25T05:45:14.980" v="52517" actId="20577"/>
          <ac:spMkLst>
            <pc:docMk/>
            <pc:sldMk cId="1189298131" sldId="968"/>
            <ac:spMk id="5" creationId="{97045E5E-6EDD-2F88-F2D4-D709E9192638}"/>
          </ac:spMkLst>
        </pc:spChg>
        <pc:spChg chg="add mod">
          <ac:chgData name="Palit, Tapti" userId="dec6fbcd-7598-406a-8cbf-504d4a3bac15" providerId="ADAL" clId="{ECD42228-5B96-4A72-B268-C46DF994E6B7}" dt="2024-01-25T05:13:18.211" v="51224" actId="1076"/>
          <ac:spMkLst>
            <pc:docMk/>
            <pc:sldMk cId="1189298131" sldId="968"/>
            <ac:spMk id="6" creationId="{1FAA6EA4-DCAB-E547-14B4-79E0A3C10722}"/>
          </ac:spMkLst>
        </pc:spChg>
        <pc:spChg chg="add mod">
          <ac:chgData name="Palit, Tapti" userId="dec6fbcd-7598-406a-8cbf-504d4a3bac15" providerId="ADAL" clId="{ECD42228-5B96-4A72-B268-C46DF994E6B7}" dt="2024-01-25T05:40:40.326" v="52404" actId="207"/>
          <ac:spMkLst>
            <pc:docMk/>
            <pc:sldMk cId="1189298131" sldId="968"/>
            <ac:spMk id="7" creationId="{E0B0038F-637D-8542-75CD-A96CBD5F75FC}"/>
          </ac:spMkLst>
        </pc:spChg>
        <pc:spChg chg="add mod">
          <ac:chgData name="Palit, Tapti" userId="dec6fbcd-7598-406a-8cbf-504d4a3bac15" providerId="ADAL" clId="{ECD42228-5B96-4A72-B268-C46DF994E6B7}" dt="2024-01-25T05:14:21.378" v="51284" actId="20577"/>
          <ac:spMkLst>
            <pc:docMk/>
            <pc:sldMk cId="1189298131" sldId="968"/>
            <ac:spMk id="10" creationId="{2FCDE65C-76B5-6A17-E56A-13CB415AE5B2}"/>
          </ac:spMkLst>
        </pc:spChg>
        <pc:spChg chg="add mod">
          <ac:chgData name="Palit, Tapti" userId="dec6fbcd-7598-406a-8cbf-504d4a3bac15" providerId="ADAL" clId="{ECD42228-5B96-4A72-B268-C46DF994E6B7}" dt="2024-01-25T05:40:59.928" v="52415" actId="692"/>
          <ac:spMkLst>
            <pc:docMk/>
            <pc:sldMk cId="1189298131" sldId="968"/>
            <ac:spMk id="11" creationId="{B7470CE5-0A39-4DDB-0B29-AC5022432637}"/>
          </ac:spMkLst>
        </pc:spChg>
        <pc:cxnChg chg="add mod">
          <ac:chgData name="Palit, Tapti" userId="dec6fbcd-7598-406a-8cbf-504d4a3bac15" providerId="ADAL" clId="{ECD42228-5B96-4A72-B268-C46DF994E6B7}" dt="2024-01-25T05:14:01.768" v="51279" actId="692"/>
          <ac:cxnSpMkLst>
            <pc:docMk/>
            <pc:sldMk cId="1189298131" sldId="968"/>
            <ac:cxnSpMk id="9" creationId="{B2D49B58-8F7C-63D8-6655-266D34AF0C12}"/>
          </ac:cxnSpMkLst>
        </pc:cxnChg>
      </pc:sldChg>
      <pc:sldChg chg="addSp delSp modSp new del mod ord modClrScheme chgLayout">
        <pc:chgData name="Palit, Tapti" userId="dec6fbcd-7598-406a-8cbf-504d4a3bac15" providerId="ADAL" clId="{ECD42228-5B96-4A72-B268-C46DF994E6B7}" dt="2024-01-25T05:09:29.282" v="50995" actId="47"/>
        <pc:sldMkLst>
          <pc:docMk/>
          <pc:sldMk cId="2653992074" sldId="968"/>
        </pc:sldMkLst>
        <pc:spChg chg="del mod ord">
          <ac:chgData name="Palit, Tapti" userId="dec6fbcd-7598-406a-8cbf-504d4a3bac15" providerId="ADAL" clId="{ECD42228-5B96-4A72-B268-C46DF994E6B7}" dt="2024-01-25T05:07:17.595" v="50992" actId="700"/>
          <ac:spMkLst>
            <pc:docMk/>
            <pc:sldMk cId="2653992074" sldId="968"/>
            <ac:spMk id="2" creationId="{C1C8B979-D6EC-3A3B-923B-1D6CFB048FC5}"/>
          </ac:spMkLst>
        </pc:spChg>
        <pc:spChg chg="mod ord">
          <ac:chgData name="Palit, Tapti" userId="dec6fbcd-7598-406a-8cbf-504d4a3bac15" providerId="ADAL" clId="{ECD42228-5B96-4A72-B268-C46DF994E6B7}" dt="2024-01-25T05:07:17.595" v="50992" actId="700"/>
          <ac:spMkLst>
            <pc:docMk/>
            <pc:sldMk cId="2653992074" sldId="968"/>
            <ac:spMk id="3" creationId="{773A5A42-EB8E-9F3A-16C3-DD188604871B}"/>
          </ac:spMkLst>
        </pc:spChg>
        <pc:spChg chg="add mod ord">
          <ac:chgData name="Palit, Tapti" userId="dec6fbcd-7598-406a-8cbf-504d4a3bac15" providerId="ADAL" clId="{ECD42228-5B96-4A72-B268-C46DF994E6B7}" dt="2024-01-25T05:07:17.595" v="50992" actId="700"/>
          <ac:spMkLst>
            <pc:docMk/>
            <pc:sldMk cId="2653992074" sldId="968"/>
            <ac:spMk id="4" creationId="{7B447104-46E7-4D65-EE25-D6A83B58CA5B}"/>
          </ac:spMkLst>
        </pc:spChg>
        <pc:spChg chg="add mod ord">
          <ac:chgData name="Palit, Tapti" userId="dec6fbcd-7598-406a-8cbf-504d4a3bac15" providerId="ADAL" clId="{ECD42228-5B96-4A72-B268-C46DF994E6B7}" dt="2024-01-25T05:07:17.595" v="50992" actId="700"/>
          <ac:spMkLst>
            <pc:docMk/>
            <pc:sldMk cId="2653992074" sldId="968"/>
            <ac:spMk id="5" creationId="{DA1EA27C-7F42-1C6A-BB57-606EC1307DF2}"/>
          </ac:spMkLst>
        </pc:spChg>
      </pc:sldChg>
      <pc:sldChg chg="del">
        <pc:chgData name="Palit, Tapti" userId="dec6fbcd-7598-406a-8cbf-504d4a3bac15" providerId="ADAL" clId="{ECD42228-5B96-4A72-B268-C46DF994E6B7}" dt="2024-01-28T03:44:01.241" v="67437" actId="47"/>
        <pc:sldMkLst>
          <pc:docMk/>
          <pc:sldMk cId="3514617199" sldId="968"/>
        </pc:sldMkLst>
      </pc:sldChg>
      <pc:sldChg chg="modSp mod modNotesTx">
        <pc:chgData name="Palit, Tapti" userId="dec6fbcd-7598-406a-8cbf-504d4a3bac15" providerId="ADAL" clId="{ECD42228-5B96-4A72-B268-C46DF994E6B7}" dt="2024-02-11T17:48:12.092" v="110371" actId="20577"/>
        <pc:sldMkLst>
          <pc:docMk/>
          <pc:sldMk cId="2692885466" sldId="969"/>
        </pc:sldMkLst>
        <pc:spChg chg="mod">
          <ac:chgData name="Palit, Tapti" userId="dec6fbcd-7598-406a-8cbf-504d4a3bac15" providerId="ADAL" clId="{ECD42228-5B96-4A72-B268-C46DF994E6B7}" dt="2024-02-09T00:18:37.946" v="101775" actId="20577"/>
          <ac:spMkLst>
            <pc:docMk/>
            <pc:sldMk cId="2692885466" sldId="969"/>
            <ac:spMk id="5" creationId="{B7DD055C-301F-08EF-EC13-CB3398AB2E5E}"/>
          </ac:spMkLst>
        </pc:spChg>
      </pc:sldChg>
      <pc:sldChg chg="addSp delSp modSp new mod modClrScheme chgLayout">
        <pc:chgData name="Palit, Tapti" userId="dec6fbcd-7598-406a-8cbf-504d4a3bac15" providerId="ADAL" clId="{ECD42228-5B96-4A72-B268-C46DF994E6B7}" dt="2024-01-25T05:19:40.206" v="51566" actId="20577"/>
        <pc:sldMkLst>
          <pc:docMk/>
          <pc:sldMk cId="2912354554" sldId="969"/>
        </pc:sldMkLst>
        <pc:spChg chg="del">
          <ac:chgData name="Palit, Tapti" userId="dec6fbcd-7598-406a-8cbf-504d4a3bac15" providerId="ADAL" clId="{ECD42228-5B96-4A72-B268-C46DF994E6B7}" dt="2024-01-25T05:19:24.294" v="51500" actId="700"/>
          <ac:spMkLst>
            <pc:docMk/>
            <pc:sldMk cId="2912354554" sldId="969"/>
            <ac:spMk id="2" creationId="{42470944-F164-B028-DA1E-D076D38788F8}"/>
          </ac:spMkLst>
        </pc:spChg>
        <pc:spChg chg="del mod ord">
          <ac:chgData name="Palit, Tapti" userId="dec6fbcd-7598-406a-8cbf-504d4a3bac15" providerId="ADAL" clId="{ECD42228-5B96-4A72-B268-C46DF994E6B7}" dt="2024-01-25T05:19:24.294" v="51500" actId="700"/>
          <ac:spMkLst>
            <pc:docMk/>
            <pc:sldMk cId="2912354554" sldId="969"/>
            <ac:spMk id="3" creationId="{2F996A6B-4131-4A82-8F84-36E6568AAD6E}"/>
          </ac:spMkLst>
        </pc:spChg>
        <pc:spChg chg="mod ord">
          <ac:chgData name="Palit, Tapti" userId="dec6fbcd-7598-406a-8cbf-504d4a3bac15" providerId="ADAL" clId="{ECD42228-5B96-4A72-B268-C46DF994E6B7}" dt="2024-01-25T05:19:24.294" v="51500" actId="700"/>
          <ac:spMkLst>
            <pc:docMk/>
            <pc:sldMk cId="2912354554" sldId="969"/>
            <ac:spMk id="4" creationId="{8C7AADB4-ADE3-3BE3-EEBB-338330284DD7}"/>
          </ac:spMkLst>
        </pc:spChg>
        <pc:spChg chg="add mod ord">
          <ac:chgData name="Palit, Tapti" userId="dec6fbcd-7598-406a-8cbf-504d4a3bac15" providerId="ADAL" clId="{ECD42228-5B96-4A72-B268-C46DF994E6B7}" dt="2024-01-25T05:19:40.206" v="51566" actId="20577"/>
          <ac:spMkLst>
            <pc:docMk/>
            <pc:sldMk cId="2912354554" sldId="969"/>
            <ac:spMk id="5" creationId="{B7DD055C-301F-08EF-EC13-CB3398AB2E5E}"/>
          </ac:spMkLst>
        </pc:spChg>
      </pc:sldChg>
      <pc:sldChg chg="del">
        <pc:chgData name="Palit, Tapti" userId="dec6fbcd-7598-406a-8cbf-504d4a3bac15" providerId="ADAL" clId="{ECD42228-5B96-4A72-B268-C46DF994E6B7}" dt="2024-01-28T03:44:01.241" v="67437" actId="47"/>
        <pc:sldMkLst>
          <pc:docMk/>
          <pc:sldMk cId="2490930105" sldId="970"/>
        </pc:sldMkLst>
      </pc:sldChg>
      <pc:sldChg chg="modSp add mod ord modNotesTx">
        <pc:chgData name="Palit, Tapti" userId="dec6fbcd-7598-406a-8cbf-504d4a3bac15" providerId="ADAL" clId="{ECD42228-5B96-4A72-B268-C46DF994E6B7}" dt="2024-01-25T05:26:55.266" v="51842" actId="20577"/>
        <pc:sldMkLst>
          <pc:docMk/>
          <pc:sldMk cId="3991709773" sldId="970"/>
        </pc:sldMkLst>
        <pc:spChg chg="mod">
          <ac:chgData name="Palit, Tapti" userId="dec6fbcd-7598-406a-8cbf-504d4a3bac15" providerId="ADAL" clId="{ECD42228-5B96-4A72-B268-C46DF994E6B7}" dt="2024-01-25T05:20:23.225" v="51615" actId="20577"/>
          <ac:spMkLst>
            <pc:docMk/>
            <pc:sldMk cId="3991709773" sldId="970"/>
            <ac:spMk id="2" creationId="{D7EC638E-4A77-46B8-B32A-298B47F2DEB0}"/>
          </ac:spMkLst>
        </pc:spChg>
        <pc:spChg chg="mod">
          <ac:chgData name="Palit, Tapti" userId="dec6fbcd-7598-406a-8cbf-504d4a3bac15" providerId="ADAL" clId="{ECD42228-5B96-4A72-B268-C46DF994E6B7}" dt="2024-01-25T05:20:52.470" v="51636" actId="20577"/>
          <ac:spMkLst>
            <pc:docMk/>
            <pc:sldMk cId="3991709773" sldId="970"/>
            <ac:spMk id="5" creationId="{31DCD2A0-6CAE-119A-2D94-9777B39F7F53}"/>
          </ac:spMkLst>
        </pc:spChg>
      </pc:sldChg>
      <pc:sldChg chg="addSp modSp new mod ord">
        <pc:chgData name="Palit, Tapti" userId="dec6fbcd-7598-406a-8cbf-504d4a3bac15" providerId="ADAL" clId="{ECD42228-5B96-4A72-B268-C46DF994E6B7}" dt="2024-01-25T13:57:24.705" v="59120" actId="20577"/>
        <pc:sldMkLst>
          <pc:docMk/>
          <pc:sldMk cId="45369823" sldId="971"/>
        </pc:sldMkLst>
        <pc:spChg chg="mod">
          <ac:chgData name="Palit, Tapti" userId="dec6fbcd-7598-406a-8cbf-504d4a3bac15" providerId="ADAL" clId="{ECD42228-5B96-4A72-B268-C46DF994E6B7}" dt="2024-01-25T05:51:46.090" v="53013" actId="5793"/>
          <ac:spMkLst>
            <pc:docMk/>
            <pc:sldMk cId="45369823" sldId="971"/>
            <ac:spMk id="2" creationId="{B0D8DC43-0EAB-77CF-C302-345764FC2497}"/>
          </ac:spMkLst>
        </pc:spChg>
        <pc:spChg chg="mod">
          <ac:chgData name="Palit, Tapti" userId="dec6fbcd-7598-406a-8cbf-504d4a3bac15" providerId="ADAL" clId="{ECD42228-5B96-4A72-B268-C46DF994E6B7}" dt="2024-01-25T13:57:24.705" v="59120" actId="20577"/>
          <ac:spMkLst>
            <pc:docMk/>
            <pc:sldMk cId="45369823" sldId="971"/>
            <ac:spMk id="3" creationId="{0F8FF57D-D875-4CA5-B98A-04F4C751036F}"/>
          </ac:spMkLst>
        </pc:spChg>
        <pc:spChg chg="add mod">
          <ac:chgData name="Palit, Tapti" userId="dec6fbcd-7598-406a-8cbf-504d4a3bac15" providerId="ADAL" clId="{ECD42228-5B96-4A72-B268-C46DF994E6B7}" dt="2024-01-25T06:15:20.344" v="53731" actId="20577"/>
          <ac:spMkLst>
            <pc:docMk/>
            <pc:sldMk cId="45369823" sldId="971"/>
            <ac:spMk id="5" creationId="{86FADD99-6071-9343-BD21-FF17E57C884E}"/>
          </ac:spMkLst>
        </pc:spChg>
        <pc:graphicFrameChg chg="add mod modGraphic">
          <ac:chgData name="Palit, Tapti" userId="dec6fbcd-7598-406a-8cbf-504d4a3bac15" providerId="ADAL" clId="{ECD42228-5B96-4A72-B268-C46DF994E6B7}" dt="2024-01-25T05:56:13.268" v="53146" actId="20577"/>
          <ac:graphicFrameMkLst>
            <pc:docMk/>
            <pc:sldMk cId="45369823" sldId="971"/>
            <ac:graphicFrameMk id="6" creationId="{82D73C16-A132-AF74-FA7D-FADD1D52DEC4}"/>
          </ac:graphicFrameMkLst>
        </pc:graphicFrameChg>
      </pc:sldChg>
      <pc:sldChg chg="add mod modShow">
        <pc:chgData name="Palit, Tapti" userId="dec6fbcd-7598-406a-8cbf-504d4a3bac15" providerId="ADAL" clId="{ECD42228-5B96-4A72-B268-C46DF994E6B7}" dt="2024-01-30T03:37:02.708" v="85538" actId="729"/>
        <pc:sldMkLst>
          <pc:docMk/>
          <pc:sldMk cId="1569021595" sldId="971"/>
        </pc:sldMkLst>
      </pc:sldChg>
      <pc:sldChg chg="del modNotesTx">
        <pc:chgData name="Palit, Tapti" userId="dec6fbcd-7598-406a-8cbf-504d4a3bac15" providerId="ADAL" clId="{ECD42228-5B96-4A72-B268-C46DF994E6B7}" dt="2024-01-30T03:36:56.032" v="85536" actId="2696"/>
        <pc:sldMkLst>
          <pc:docMk/>
          <pc:sldMk cId="2492629946" sldId="971"/>
        </pc:sldMkLst>
      </pc:sldChg>
      <pc:sldChg chg="addSp delSp modSp new mod modNotesTx">
        <pc:chgData name="Palit, Tapti" userId="dec6fbcd-7598-406a-8cbf-504d4a3bac15" providerId="ADAL" clId="{ECD42228-5B96-4A72-B268-C46DF994E6B7}" dt="2024-01-25T13:19:25.650" v="58321" actId="20577"/>
        <pc:sldMkLst>
          <pc:docMk/>
          <pc:sldMk cId="1565518979" sldId="972"/>
        </pc:sldMkLst>
        <pc:spChg chg="mod">
          <ac:chgData name="Palit, Tapti" userId="dec6fbcd-7598-406a-8cbf-504d4a3bac15" providerId="ADAL" clId="{ECD42228-5B96-4A72-B268-C46DF994E6B7}" dt="2024-01-25T13:19:25.650" v="58321" actId="20577"/>
          <ac:spMkLst>
            <pc:docMk/>
            <pc:sldMk cId="1565518979" sldId="972"/>
            <ac:spMk id="2" creationId="{55EF47B3-D999-3CCF-593A-910EC7126C41}"/>
          </ac:spMkLst>
        </pc:spChg>
        <pc:spChg chg="mod">
          <ac:chgData name="Palit, Tapti" userId="dec6fbcd-7598-406a-8cbf-504d4a3bac15" providerId="ADAL" clId="{ECD42228-5B96-4A72-B268-C46DF994E6B7}" dt="2024-01-25T05:30:29.544" v="52147" actId="20577"/>
          <ac:spMkLst>
            <pc:docMk/>
            <pc:sldMk cId="1565518979" sldId="972"/>
            <ac:spMk id="3" creationId="{EB233388-4D06-4CF4-CEA1-CF6C34786208}"/>
          </ac:spMkLst>
        </pc:spChg>
        <pc:picChg chg="add del mod">
          <ac:chgData name="Palit, Tapti" userId="dec6fbcd-7598-406a-8cbf-504d4a3bac15" providerId="ADAL" clId="{ECD42228-5B96-4A72-B268-C46DF994E6B7}" dt="2024-01-25T06:01:27.505" v="53324" actId="478"/>
          <ac:picMkLst>
            <pc:docMk/>
            <pc:sldMk cId="1565518979" sldId="972"/>
            <ac:picMk id="6" creationId="{0A1F66B4-CDB4-3E2E-BDAF-6BF5445DA20A}"/>
          </ac:picMkLst>
        </pc:picChg>
        <pc:picChg chg="add mod">
          <ac:chgData name="Palit, Tapti" userId="dec6fbcd-7598-406a-8cbf-504d4a3bac15" providerId="ADAL" clId="{ECD42228-5B96-4A72-B268-C46DF994E6B7}" dt="2024-01-25T05:25:44.991" v="51814" actId="1076"/>
          <ac:picMkLst>
            <pc:docMk/>
            <pc:sldMk cId="1565518979" sldId="972"/>
            <ac:picMk id="4098" creationId="{1C635E98-D7B6-96F4-A673-D30997710178}"/>
          </ac:picMkLst>
        </pc:picChg>
      </pc:sldChg>
      <pc:sldChg chg="addSp delSp modSp add del mod ord modClrScheme chgLayout modNotesTx">
        <pc:chgData name="Palit, Tapti" userId="dec6fbcd-7598-406a-8cbf-504d4a3bac15" providerId="ADAL" clId="{ECD42228-5B96-4A72-B268-C46DF994E6B7}" dt="2024-02-11T20:08:08.475" v="112334"/>
        <pc:sldMkLst>
          <pc:docMk/>
          <pc:sldMk cId="2630279957" sldId="972"/>
        </pc:sldMkLst>
        <pc:spChg chg="mod ord">
          <ac:chgData name="Palit, Tapti" userId="dec6fbcd-7598-406a-8cbf-504d4a3bac15" providerId="ADAL" clId="{ECD42228-5B96-4A72-B268-C46DF994E6B7}" dt="2024-01-29T14:32:27.371" v="78645" actId="5793"/>
          <ac:spMkLst>
            <pc:docMk/>
            <pc:sldMk cId="2630279957" sldId="972"/>
            <ac:spMk id="2" creationId="{55EF47B3-D999-3CCF-593A-910EC7126C41}"/>
          </ac:spMkLst>
        </pc:spChg>
        <pc:spChg chg="mod ord">
          <ac:chgData name="Palit, Tapti" userId="dec6fbcd-7598-406a-8cbf-504d4a3bac15" providerId="ADAL" clId="{ECD42228-5B96-4A72-B268-C46DF994E6B7}" dt="2024-01-27T23:36:30.163" v="65845" actId="700"/>
          <ac:spMkLst>
            <pc:docMk/>
            <pc:sldMk cId="2630279957" sldId="972"/>
            <ac:spMk id="3" creationId="{EB233388-4D06-4CF4-CEA1-CF6C34786208}"/>
          </ac:spMkLst>
        </pc:spChg>
        <pc:spChg chg="mod ord">
          <ac:chgData name="Palit, Tapti" userId="dec6fbcd-7598-406a-8cbf-504d4a3bac15" providerId="ADAL" clId="{ECD42228-5B96-4A72-B268-C46DF994E6B7}" dt="2024-01-27T23:36:30.163" v="65845" actId="700"/>
          <ac:spMkLst>
            <pc:docMk/>
            <pc:sldMk cId="2630279957" sldId="972"/>
            <ac:spMk id="4" creationId="{6CF770D4-8FC3-4752-452D-3403F0F5CD9A}"/>
          </ac:spMkLst>
        </pc:spChg>
        <pc:spChg chg="add mod">
          <ac:chgData name="Palit, Tapti" userId="dec6fbcd-7598-406a-8cbf-504d4a3bac15" providerId="ADAL" clId="{ECD42228-5B96-4A72-B268-C46DF994E6B7}" dt="2024-01-29T14:33:17.013" v="78676" actId="478"/>
          <ac:spMkLst>
            <pc:docMk/>
            <pc:sldMk cId="2630279957" sldId="972"/>
            <ac:spMk id="6" creationId="{C610557C-4A52-48C2-36D5-72A6998E85D2}"/>
          </ac:spMkLst>
        </pc:spChg>
        <pc:spChg chg="add del mod ord">
          <ac:chgData name="Palit, Tapti" userId="dec6fbcd-7598-406a-8cbf-504d4a3bac15" providerId="ADAL" clId="{ECD42228-5B96-4A72-B268-C46DF994E6B7}" dt="2024-01-29T14:33:17.013" v="78676" actId="478"/>
          <ac:spMkLst>
            <pc:docMk/>
            <pc:sldMk cId="2630279957" sldId="972"/>
            <ac:spMk id="7" creationId="{46D55653-ADD8-DAB0-F2D2-95E801690464}"/>
          </ac:spMkLst>
        </pc:spChg>
        <pc:graphicFrameChg chg="add">
          <ac:chgData name="Palit, Tapti" userId="dec6fbcd-7598-406a-8cbf-504d4a3bac15" providerId="ADAL" clId="{ECD42228-5B96-4A72-B268-C46DF994E6B7}" dt="2024-01-27T22:06:36.753" v="65561"/>
          <ac:graphicFrameMkLst>
            <pc:docMk/>
            <pc:sldMk cId="2630279957" sldId="972"/>
            <ac:graphicFrameMk id="5" creationId="{ECCA0BFE-4CAD-748D-1D6B-804D13876EE2}"/>
          </ac:graphicFrameMkLst>
        </pc:graphicFrameChg>
        <pc:graphicFrameChg chg="add del mod modGraphic">
          <ac:chgData name="Palit, Tapti" userId="dec6fbcd-7598-406a-8cbf-504d4a3bac15" providerId="ADAL" clId="{ECD42228-5B96-4A72-B268-C46DF994E6B7}" dt="2024-01-27T23:38:33.423" v="65925" actId="478"/>
          <ac:graphicFrameMkLst>
            <pc:docMk/>
            <pc:sldMk cId="2630279957" sldId="972"/>
            <ac:graphicFrameMk id="6" creationId="{E10D7AAA-B502-8DA3-002F-B8C0E7366111}"/>
          </ac:graphicFrameMkLst>
        </pc:graphicFrameChg>
        <pc:graphicFrameChg chg="add del mod">
          <ac:chgData name="Palit, Tapti" userId="dec6fbcd-7598-406a-8cbf-504d4a3bac15" providerId="ADAL" clId="{ECD42228-5B96-4A72-B268-C46DF994E6B7}" dt="2024-01-27T23:39:19.238" v="65937" actId="478"/>
          <ac:graphicFrameMkLst>
            <pc:docMk/>
            <pc:sldMk cId="2630279957" sldId="972"/>
            <ac:graphicFrameMk id="10" creationId="{023475FE-193B-A369-A413-2D8F26108178}"/>
          </ac:graphicFrameMkLst>
        </pc:graphicFrameChg>
        <pc:graphicFrameChg chg="add mod">
          <ac:chgData name="Palit, Tapti" userId="dec6fbcd-7598-406a-8cbf-504d4a3bac15" providerId="ADAL" clId="{ECD42228-5B96-4A72-B268-C46DF994E6B7}" dt="2024-02-11T20:08:08.475" v="112334"/>
          <ac:graphicFrameMkLst>
            <pc:docMk/>
            <pc:sldMk cId="2630279957" sldId="972"/>
            <ac:graphicFrameMk id="13" creationId="{8AD63073-F432-BE5C-FFCC-6F13270A901F}"/>
          </ac:graphicFrameMkLst>
        </pc:graphicFrameChg>
        <pc:picChg chg="mod">
          <ac:chgData name="Palit, Tapti" userId="dec6fbcd-7598-406a-8cbf-504d4a3bac15" providerId="ADAL" clId="{ECD42228-5B96-4A72-B268-C46DF994E6B7}" dt="2024-01-28T20:52:16.700" v="68610" actId="1076"/>
          <ac:picMkLst>
            <pc:docMk/>
            <pc:sldMk cId="2630279957" sldId="972"/>
            <ac:picMk id="4098" creationId="{1C635E98-D7B6-96F4-A673-D30997710178}"/>
          </ac:picMkLst>
        </pc:picChg>
      </pc:sldChg>
      <pc:sldChg chg="add del mod modShow">
        <pc:chgData name="Palit, Tapti" userId="dec6fbcd-7598-406a-8cbf-504d4a3bac15" providerId="ADAL" clId="{ECD42228-5B96-4A72-B268-C46DF994E6B7}" dt="2024-01-27T18:25:05.715" v="64368"/>
        <pc:sldMkLst>
          <pc:docMk/>
          <pc:sldMk cId="3375262507" sldId="972"/>
        </pc:sldMkLst>
      </pc:sldChg>
      <pc:sldChg chg="modSp add mod modNotesTx">
        <pc:chgData name="Palit, Tapti" userId="dec6fbcd-7598-406a-8cbf-504d4a3bac15" providerId="ADAL" clId="{ECD42228-5B96-4A72-B268-C46DF994E6B7}" dt="2024-01-25T05:49:23.145" v="52839" actId="20577"/>
        <pc:sldMkLst>
          <pc:docMk/>
          <pc:sldMk cId="1869962430" sldId="973"/>
        </pc:sldMkLst>
        <pc:spChg chg="mod">
          <ac:chgData name="Palit, Tapti" userId="dec6fbcd-7598-406a-8cbf-504d4a3bac15" providerId="ADAL" clId="{ECD42228-5B96-4A72-B268-C46DF994E6B7}" dt="2024-01-25T05:29:50.055" v="52030" actId="20577"/>
          <ac:spMkLst>
            <pc:docMk/>
            <pc:sldMk cId="1869962430" sldId="973"/>
            <ac:spMk id="3" creationId="{C2AC3463-E898-8385-593F-593DA4125E40}"/>
          </ac:spMkLst>
        </pc:spChg>
        <pc:spChg chg="mod">
          <ac:chgData name="Palit, Tapti" userId="dec6fbcd-7598-406a-8cbf-504d4a3bac15" providerId="ADAL" clId="{ECD42228-5B96-4A72-B268-C46DF994E6B7}" dt="2024-01-25T05:30:13.391" v="52125" actId="20577"/>
          <ac:spMkLst>
            <pc:docMk/>
            <pc:sldMk cId="1869962430" sldId="973"/>
            <ac:spMk id="14" creationId="{462D7690-4AF0-F4EE-E123-EE7F9CA22BD0}"/>
          </ac:spMkLst>
        </pc:spChg>
      </pc:sldChg>
      <pc:sldChg chg="addSp delSp modSp add mod delAnim modAnim modNotesTx">
        <pc:chgData name="Palit, Tapti" userId="dec6fbcd-7598-406a-8cbf-504d4a3bac15" providerId="ADAL" clId="{ECD42228-5B96-4A72-B268-C46DF994E6B7}" dt="2024-01-25T05:48:47.705" v="52838" actId="20577"/>
        <pc:sldMkLst>
          <pc:docMk/>
          <pc:sldMk cId="302348949" sldId="974"/>
        </pc:sldMkLst>
        <pc:spChg chg="mod">
          <ac:chgData name="Palit, Tapti" userId="dec6fbcd-7598-406a-8cbf-504d4a3bac15" providerId="ADAL" clId="{ECD42228-5B96-4A72-B268-C46DF994E6B7}" dt="2024-01-25T05:32:19.375" v="52211" actId="20577"/>
          <ac:spMkLst>
            <pc:docMk/>
            <pc:sldMk cId="302348949" sldId="974"/>
            <ac:spMk id="2" creationId="{40DFA5DC-A829-B052-17BC-8F0762F4FE5A}"/>
          </ac:spMkLst>
        </pc:spChg>
        <pc:spChg chg="add mod">
          <ac:chgData name="Palit, Tapti" userId="dec6fbcd-7598-406a-8cbf-504d4a3bac15" providerId="ADAL" clId="{ECD42228-5B96-4A72-B268-C46DF994E6B7}" dt="2024-01-25T05:32:30.287" v="52242" actId="20577"/>
          <ac:spMkLst>
            <pc:docMk/>
            <pc:sldMk cId="302348949" sldId="974"/>
            <ac:spMk id="5" creationId="{1B8C8A90-8005-319E-B0B6-9399CA218F2B}"/>
          </ac:spMkLst>
        </pc:spChg>
        <pc:spChg chg="del">
          <ac:chgData name="Palit, Tapti" userId="dec6fbcd-7598-406a-8cbf-504d4a3bac15" providerId="ADAL" clId="{ECD42228-5B96-4A72-B268-C46DF994E6B7}" dt="2024-01-25T05:32:09.365" v="52196" actId="478"/>
          <ac:spMkLst>
            <pc:docMk/>
            <pc:sldMk cId="302348949" sldId="974"/>
            <ac:spMk id="6" creationId="{735C9574-0EA7-E314-C35D-BFF3AF23E485}"/>
          </ac:spMkLst>
        </pc:spChg>
        <pc:picChg chg="del">
          <ac:chgData name="Palit, Tapti" userId="dec6fbcd-7598-406a-8cbf-504d4a3bac15" providerId="ADAL" clId="{ECD42228-5B96-4A72-B268-C46DF994E6B7}" dt="2024-01-25T05:32:02.682" v="52193" actId="478"/>
          <ac:picMkLst>
            <pc:docMk/>
            <pc:sldMk cId="302348949" sldId="974"/>
            <ac:picMk id="3" creationId="{8721059C-2FE0-C3F1-B108-094C2F7DB426}"/>
          </ac:picMkLst>
        </pc:picChg>
        <pc:picChg chg="mod">
          <ac:chgData name="Palit, Tapti" userId="dec6fbcd-7598-406a-8cbf-504d4a3bac15" providerId="ADAL" clId="{ECD42228-5B96-4A72-B268-C46DF994E6B7}" dt="2024-01-25T05:32:12.524" v="52197" actId="1076"/>
          <ac:picMkLst>
            <pc:docMk/>
            <pc:sldMk cId="302348949" sldId="974"/>
            <ac:picMk id="9" creationId="{423BC550-D685-85D9-ED2A-D7536C774E06}"/>
          </ac:picMkLst>
        </pc:picChg>
        <pc:picChg chg="mod">
          <ac:chgData name="Palit, Tapti" userId="dec6fbcd-7598-406a-8cbf-504d4a3bac15" providerId="ADAL" clId="{ECD42228-5B96-4A72-B268-C46DF994E6B7}" dt="2024-01-25T05:32:15.010" v="52198" actId="1076"/>
          <ac:picMkLst>
            <pc:docMk/>
            <pc:sldMk cId="302348949" sldId="974"/>
            <ac:picMk id="12290" creationId="{1EA27A63-C684-3E37-F662-0A23ACF930B4}"/>
          </ac:picMkLst>
        </pc:picChg>
      </pc:sldChg>
      <pc:sldChg chg="addSp modSp mod modAnim delCm modNotesTx">
        <pc:chgData name="Palit, Tapti" userId="dec6fbcd-7598-406a-8cbf-504d4a3bac15" providerId="ADAL" clId="{ECD42228-5B96-4A72-B268-C46DF994E6B7}" dt="2024-02-11T18:02:59.609" v="110972"/>
        <pc:sldMkLst>
          <pc:docMk/>
          <pc:sldMk cId="2119273101" sldId="974"/>
        </pc:sldMkLst>
        <pc:spChg chg="mod">
          <ac:chgData name="Palit, Tapti" userId="dec6fbcd-7598-406a-8cbf-504d4a3bac15" providerId="ADAL" clId="{ECD42228-5B96-4A72-B268-C46DF994E6B7}" dt="2024-02-09T00:18:24.392" v="101716" actId="20577"/>
          <ac:spMkLst>
            <pc:docMk/>
            <pc:sldMk cId="2119273101" sldId="974"/>
            <ac:spMk id="2" creationId="{40DFA5DC-A829-B052-17BC-8F0762F4FE5A}"/>
          </ac:spMkLst>
        </pc:spChg>
        <pc:spChg chg="mod">
          <ac:chgData name="Palit, Tapti" userId="dec6fbcd-7598-406a-8cbf-504d4a3bac15" providerId="ADAL" clId="{ECD42228-5B96-4A72-B268-C46DF994E6B7}" dt="2024-02-11T18:02:48.572" v="110969" actId="164"/>
          <ac:spMkLst>
            <pc:docMk/>
            <pc:sldMk cId="2119273101" sldId="974"/>
            <ac:spMk id="5" creationId="{1B8C8A90-8005-319E-B0B6-9399CA218F2B}"/>
          </ac:spMkLst>
        </pc:spChg>
        <pc:spChg chg="mod">
          <ac:chgData name="Palit, Tapti" userId="dec6fbcd-7598-406a-8cbf-504d4a3bac15" providerId="ADAL" clId="{ECD42228-5B96-4A72-B268-C46DF994E6B7}" dt="2024-01-26T15:58:57.358" v="61509" actId="5793"/>
          <ac:spMkLst>
            <pc:docMk/>
            <pc:sldMk cId="2119273101" sldId="974"/>
            <ac:spMk id="7" creationId="{BB113AE1-85FB-8DC6-BD35-D536DD77647B}"/>
          </ac:spMkLst>
        </pc:spChg>
        <pc:grpChg chg="add mod">
          <ac:chgData name="Palit, Tapti" userId="dec6fbcd-7598-406a-8cbf-504d4a3bac15" providerId="ADAL" clId="{ECD42228-5B96-4A72-B268-C46DF994E6B7}" dt="2024-02-11T18:02:48.572" v="110969" actId="164"/>
          <ac:grpSpMkLst>
            <pc:docMk/>
            <pc:sldMk cId="2119273101" sldId="974"/>
            <ac:grpSpMk id="4" creationId="{50B3DF3D-1384-5EBB-5D23-E84811B0122D}"/>
          </ac:grpSpMkLst>
        </pc:grpChg>
        <pc:picChg chg="mod">
          <ac:chgData name="Palit, Tapti" userId="dec6fbcd-7598-406a-8cbf-504d4a3bac15" providerId="ADAL" clId="{ECD42228-5B96-4A72-B268-C46DF994E6B7}" dt="2024-02-11T18:02:48.572" v="110969" actId="164"/>
          <ac:picMkLst>
            <pc:docMk/>
            <pc:sldMk cId="2119273101" sldId="974"/>
            <ac:picMk id="9" creationId="{423BC550-D685-85D9-ED2A-D7536C774E06}"/>
          </ac:picMkLst>
        </pc:picChg>
        <pc:picChg chg="mod">
          <ac:chgData name="Palit, Tapti" userId="dec6fbcd-7598-406a-8cbf-504d4a3bac15" providerId="ADAL" clId="{ECD42228-5B96-4A72-B268-C46DF994E6B7}" dt="2024-02-11T18:02:48.572" v="110969" actId="164"/>
          <ac:picMkLst>
            <pc:docMk/>
            <pc:sldMk cId="2119273101" sldId="974"/>
            <ac:picMk id="12290" creationId="{1EA27A63-C684-3E37-F662-0A23ACF930B4}"/>
          </ac:picMkLst>
        </pc:picChg>
        <pc:extLst>
          <p:ext xmlns:p="http://schemas.openxmlformats.org/presentationml/2006/main" uri="{D6D511B9-2390-475A-947B-AFAB55BFBCF1}">
            <pc226:cmChg xmlns:pc226="http://schemas.microsoft.com/office/powerpoint/2022/06/main/command" chg="del">
              <pc226:chgData name="Palit, Tapti" userId="dec6fbcd-7598-406a-8cbf-504d4a3bac15" providerId="ADAL" clId="{ECD42228-5B96-4A72-B268-C46DF994E6B7}" dt="2024-02-09T04:52:23.619" v="104534"/>
              <pc2:cmMkLst xmlns:pc2="http://schemas.microsoft.com/office/powerpoint/2019/9/main/command">
                <pc:docMk/>
                <pc:sldMk cId="2119273101" sldId="974"/>
                <pc2:cmMk id="{F62F8916-D0E2-4F89-83C8-52F06C57AD9D}"/>
              </pc2:cmMkLst>
            </pc226:cmChg>
          </p:ext>
        </pc:extLst>
      </pc:sldChg>
      <pc:sldChg chg="delSp modSp add del mod ord modNotesTx">
        <pc:chgData name="Palit, Tapti" userId="dec6fbcd-7598-406a-8cbf-504d4a3bac15" providerId="ADAL" clId="{ECD42228-5B96-4A72-B268-C46DF994E6B7}" dt="2024-01-26T21:24:07.210" v="61900" actId="2696"/>
        <pc:sldMkLst>
          <pc:docMk/>
          <pc:sldMk cId="1066699698" sldId="975"/>
        </pc:sldMkLst>
        <pc:spChg chg="del">
          <ac:chgData name="Palit, Tapti" userId="dec6fbcd-7598-406a-8cbf-504d4a3bac15" providerId="ADAL" clId="{ECD42228-5B96-4A72-B268-C46DF994E6B7}" dt="2024-01-25T05:34:17.522" v="52258" actId="478"/>
          <ac:spMkLst>
            <pc:docMk/>
            <pc:sldMk cId="1066699698" sldId="975"/>
            <ac:spMk id="14" creationId="{27AB9375-19B9-3335-1C81-AAE7C1AA2B1E}"/>
          </ac:spMkLst>
        </pc:spChg>
        <pc:graphicFrameChg chg="modGraphic">
          <ac:chgData name="Palit, Tapti" userId="dec6fbcd-7598-406a-8cbf-504d4a3bac15" providerId="ADAL" clId="{ECD42228-5B96-4A72-B268-C46DF994E6B7}" dt="2024-01-25T05:34:32.049" v="52262" actId="207"/>
          <ac:graphicFrameMkLst>
            <pc:docMk/>
            <pc:sldMk cId="1066699698" sldId="975"/>
            <ac:graphicFrameMk id="13" creationId="{85666DB5-D78E-C0E9-3649-93E41B7F7755}"/>
          </ac:graphicFrameMkLst>
        </pc:graphicFrameChg>
      </pc:sldChg>
      <pc:sldChg chg="add del mod modShow">
        <pc:chgData name="Palit, Tapti" userId="dec6fbcd-7598-406a-8cbf-504d4a3bac15" providerId="ADAL" clId="{ECD42228-5B96-4A72-B268-C46DF994E6B7}" dt="2024-01-28T03:44:01.241" v="67437" actId="47"/>
        <pc:sldMkLst>
          <pc:docMk/>
          <pc:sldMk cId="2603839381" sldId="975"/>
        </pc:sldMkLst>
      </pc:sldChg>
      <pc:sldChg chg="del">
        <pc:chgData name="Palit, Tapti" userId="dec6fbcd-7598-406a-8cbf-504d4a3bac15" providerId="ADAL" clId="{ECD42228-5B96-4A72-B268-C46DF994E6B7}" dt="2024-01-28T03:44:01.241" v="67437" actId="47"/>
        <pc:sldMkLst>
          <pc:docMk/>
          <pc:sldMk cId="510541664" sldId="976"/>
        </pc:sldMkLst>
      </pc:sldChg>
      <pc:sldChg chg="addSp modSp new mod modAnim modNotesTx">
        <pc:chgData name="Palit, Tapti" userId="dec6fbcd-7598-406a-8cbf-504d4a3bac15" providerId="ADAL" clId="{ECD42228-5B96-4A72-B268-C46DF994E6B7}" dt="2024-01-25T13:47:04.841" v="58975" actId="20577"/>
        <pc:sldMkLst>
          <pc:docMk/>
          <pc:sldMk cId="1956623969" sldId="976"/>
        </pc:sldMkLst>
        <pc:spChg chg="mod">
          <ac:chgData name="Palit, Tapti" userId="dec6fbcd-7598-406a-8cbf-504d4a3bac15" providerId="ADAL" clId="{ECD42228-5B96-4A72-B268-C46DF994E6B7}" dt="2024-01-25T05:46:58.550" v="52665" actId="20577"/>
          <ac:spMkLst>
            <pc:docMk/>
            <pc:sldMk cId="1956623969" sldId="976"/>
            <ac:spMk id="2" creationId="{E470CC57-6C32-7825-9CCD-F4A192D3119F}"/>
          </ac:spMkLst>
        </pc:spChg>
        <pc:spChg chg="mod">
          <ac:chgData name="Palit, Tapti" userId="dec6fbcd-7598-406a-8cbf-504d4a3bac15" providerId="ADAL" clId="{ECD42228-5B96-4A72-B268-C46DF994E6B7}" dt="2024-01-25T05:43:30.095" v="52462" actId="20577"/>
          <ac:spMkLst>
            <pc:docMk/>
            <pc:sldMk cId="1956623969" sldId="976"/>
            <ac:spMk id="3" creationId="{E4A3937F-3571-5A5D-0101-49651F5C7D3F}"/>
          </ac:spMkLst>
        </pc:spChg>
        <pc:spChg chg="add mod">
          <ac:chgData name="Palit, Tapti" userId="dec6fbcd-7598-406a-8cbf-504d4a3bac15" providerId="ADAL" clId="{ECD42228-5B96-4A72-B268-C46DF994E6B7}" dt="2024-01-25T05:47:14.800" v="52666"/>
          <ac:spMkLst>
            <pc:docMk/>
            <pc:sldMk cId="1956623969" sldId="976"/>
            <ac:spMk id="5" creationId="{F5F324E9-714C-1CBF-1CCD-9A6C2AA76298}"/>
          </ac:spMkLst>
        </pc:spChg>
        <pc:spChg chg="add mod">
          <ac:chgData name="Palit, Tapti" userId="dec6fbcd-7598-406a-8cbf-504d4a3bac15" providerId="ADAL" clId="{ECD42228-5B96-4A72-B268-C46DF994E6B7}" dt="2024-01-25T06:06:27.105" v="53482" actId="14100"/>
          <ac:spMkLst>
            <pc:docMk/>
            <pc:sldMk cId="1956623969" sldId="976"/>
            <ac:spMk id="6" creationId="{18132DDA-DB08-4137-C62D-F1B586D0284D}"/>
          </ac:spMkLst>
        </pc:spChg>
        <pc:spChg chg="add mod">
          <ac:chgData name="Palit, Tapti" userId="dec6fbcd-7598-406a-8cbf-504d4a3bac15" providerId="ADAL" clId="{ECD42228-5B96-4A72-B268-C46DF994E6B7}" dt="2024-01-25T05:47:14.800" v="52666"/>
          <ac:spMkLst>
            <pc:docMk/>
            <pc:sldMk cId="1956623969" sldId="976"/>
            <ac:spMk id="8" creationId="{CD142230-6606-3059-9159-E801862B6AB2}"/>
          </ac:spMkLst>
        </pc:spChg>
        <pc:spChg chg="add mod">
          <ac:chgData name="Palit, Tapti" userId="dec6fbcd-7598-406a-8cbf-504d4a3bac15" providerId="ADAL" clId="{ECD42228-5B96-4A72-B268-C46DF994E6B7}" dt="2024-01-25T05:48:00.503" v="52778" actId="14100"/>
          <ac:spMkLst>
            <pc:docMk/>
            <pc:sldMk cId="1956623969" sldId="976"/>
            <ac:spMk id="9" creationId="{A0FEF42B-E7F8-3BFC-B50B-0179F150BFEA}"/>
          </ac:spMkLst>
        </pc:spChg>
        <pc:picChg chg="add mod">
          <ac:chgData name="Palit, Tapti" userId="dec6fbcd-7598-406a-8cbf-504d4a3bac15" providerId="ADAL" clId="{ECD42228-5B96-4A72-B268-C46DF994E6B7}" dt="2024-01-25T06:05:44.209" v="53476" actId="1076"/>
          <ac:picMkLst>
            <pc:docMk/>
            <pc:sldMk cId="1956623969" sldId="976"/>
            <ac:picMk id="10" creationId="{613987A6-F187-E522-A11D-DFEAB29D1236}"/>
          </ac:picMkLst>
        </pc:picChg>
        <pc:cxnChg chg="add mod">
          <ac:chgData name="Palit, Tapti" userId="dec6fbcd-7598-406a-8cbf-504d4a3bac15" providerId="ADAL" clId="{ECD42228-5B96-4A72-B268-C46DF994E6B7}" dt="2024-01-25T06:06:24.680" v="53481" actId="14100"/>
          <ac:cxnSpMkLst>
            <pc:docMk/>
            <pc:sldMk cId="1956623969" sldId="976"/>
            <ac:cxnSpMk id="7" creationId="{BC8EB2D9-0A72-0953-FC3C-1ECB90465A56}"/>
          </ac:cxnSpMkLst>
        </pc:cxnChg>
      </pc:sldChg>
      <pc:sldChg chg="del">
        <pc:chgData name="Palit, Tapti" userId="dec6fbcd-7598-406a-8cbf-504d4a3bac15" providerId="ADAL" clId="{ECD42228-5B96-4A72-B268-C46DF994E6B7}" dt="2024-01-28T03:44:01.241" v="67437" actId="47"/>
        <pc:sldMkLst>
          <pc:docMk/>
          <pc:sldMk cId="733332210" sldId="977"/>
        </pc:sldMkLst>
      </pc:sldChg>
      <pc:sldChg chg="addSp modSp add mod modNotesTx">
        <pc:chgData name="Palit, Tapti" userId="dec6fbcd-7598-406a-8cbf-504d4a3bac15" providerId="ADAL" clId="{ECD42228-5B96-4A72-B268-C46DF994E6B7}" dt="2024-01-25T06:45:49.765" v="55195" actId="20577"/>
        <pc:sldMkLst>
          <pc:docMk/>
          <pc:sldMk cId="4084256559" sldId="977"/>
        </pc:sldMkLst>
        <pc:spChg chg="add mod">
          <ac:chgData name="Palit, Tapti" userId="dec6fbcd-7598-406a-8cbf-504d4a3bac15" providerId="ADAL" clId="{ECD42228-5B96-4A72-B268-C46DF994E6B7}" dt="2024-01-25T05:46:22.858" v="52575" actId="20577"/>
          <ac:spMkLst>
            <pc:docMk/>
            <pc:sldMk cId="4084256559" sldId="977"/>
            <ac:spMk id="2" creationId="{EE41A3F6-A059-08E1-507C-E5B0F383CFCE}"/>
          </ac:spMkLst>
        </pc:spChg>
        <pc:spChg chg="mod">
          <ac:chgData name="Palit, Tapti" userId="dec6fbcd-7598-406a-8cbf-504d4a3bac15" providerId="ADAL" clId="{ECD42228-5B96-4A72-B268-C46DF994E6B7}" dt="2024-01-25T06:45:49.765" v="55195" actId="20577"/>
          <ac:spMkLst>
            <pc:docMk/>
            <pc:sldMk cId="4084256559" sldId="977"/>
            <ac:spMk id="3" creationId="{5355D09F-07D4-C48B-61E0-110907923520}"/>
          </ac:spMkLst>
        </pc:spChg>
      </pc:sldChg>
      <pc:sldChg chg="del">
        <pc:chgData name="Palit, Tapti" userId="dec6fbcd-7598-406a-8cbf-504d4a3bac15" providerId="ADAL" clId="{ECD42228-5B96-4A72-B268-C46DF994E6B7}" dt="2024-01-28T03:44:01.241" v="67437" actId="47"/>
        <pc:sldMkLst>
          <pc:docMk/>
          <pc:sldMk cId="2574414512" sldId="978"/>
        </pc:sldMkLst>
      </pc:sldChg>
      <pc:sldChg chg="addSp delSp modSp new mod modClrScheme chgLayout modNotesTx">
        <pc:chgData name="Palit, Tapti" userId="dec6fbcd-7598-406a-8cbf-504d4a3bac15" providerId="ADAL" clId="{ECD42228-5B96-4A72-B268-C46DF994E6B7}" dt="2024-01-25T13:19:43.025" v="58332" actId="20577"/>
        <pc:sldMkLst>
          <pc:docMk/>
          <pc:sldMk cId="3270966025" sldId="978"/>
        </pc:sldMkLst>
        <pc:spChg chg="del">
          <ac:chgData name="Palit, Tapti" userId="dec6fbcd-7598-406a-8cbf-504d4a3bac15" providerId="ADAL" clId="{ECD42228-5B96-4A72-B268-C46DF994E6B7}" dt="2024-01-25T05:49:41.332" v="52841" actId="700"/>
          <ac:spMkLst>
            <pc:docMk/>
            <pc:sldMk cId="3270966025" sldId="978"/>
            <ac:spMk id="2" creationId="{46855B2B-CE59-F31D-D6EA-45D78CED99F6}"/>
          </ac:spMkLst>
        </pc:spChg>
        <pc:spChg chg="del mod ord">
          <ac:chgData name="Palit, Tapti" userId="dec6fbcd-7598-406a-8cbf-504d4a3bac15" providerId="ADAL" clId="{ECD42228-5B96-4A72-B268-C46DF994E6B7}" dt="2024-01-25T05:49:41.332" v="52841" actId="700"/>
          <ac:spMkLst>
            <pc:docMk/>
            <pc:sldMk cId="3270966025" sldId="978"/>
            <ac:spMk id="3" creationId="{BE3583C2-EB91-610B-6DD6-BAA704B62B90}"/>
          </ac:spMkLst>
        </pc:spChg>
        <pc:spChg chg="mod ord">
          <ac:chgData name="Palit, Tapti" userId="dec6fbcd-7598-406a-8cbf-504d4a3bac15" providerId="ADAL" clId="{ECD42228-5B96-4A72-B268-C46DF994E6B7}" dt="2024-01-25T05:49:41.332" v="52841" actId="700"/>
          <ac:spMkLst>
            <pc:docMk/>
            <pc:sldMk cId="3270966025" sldId="978"/>
            <ac:spMk id="4" creationId="{BD344589-E6B3-28AF-3028-8F8655B92597}"/>
          </ac:spMkLst>
        </pc:spChg>
        <pc:spChg chg="del">
          <ac:chgData name="Palit, Tapti" userId="dec6fbcd-7598-406a-8cbf-504d4a3bac15" providerId="ADAL" clId="{ECD42228-5B96-4A72-B268-C46DF994E6B7}" dt="2024-01-25T05:49:41.332" v="52841" actId="700"/>
          <ac:spMkLst>
            <pc:docMk/>
            <pc:sldMk cId="3270966025" sldId="978"/>
            <ac:spMk id="5" creationId="{56911EC5-6D6B-A60C-360F-A565466E0192}"/>
          </ac:spMkLst>
        </pc:spChg>
        <pc:spChg chg="add mod ord">
          <ac:chgData name="Palit, Tapti" userId="dec6fbcd-7598-406a-8cbf-504d4a3bac15" providerId="ADAL" clId="{ECD42228-5B96-4A72-B268-C46DF994E6B7}" dt="2024-01-25T13:19:43.025" v="58332" actId="20577"/>
          <ac:spMkLst>
            <pc:docMk/>
            <pc:sldMk cId="3270966025" sldId="978"/>
            <ac:spMk id="6" creationId="{A9BDB459-6E9A-B708-AD32-81C9E500B6C8}"/>
          </ac:spMkLst>
        </pc:spChg>
      </pc:sldChg>
      <pc:sldChg chg="modSp add mod">
        <pc:chgData name="Palit, Tapti" userId="dec6fbcd-7598-406a-8cbf-504d4a3bac15" providerId="ADAL" clId="{ECD42228-5B96-4A72-B268-C46DF994E6B7}" dt="2024-01-25T13:57:32.663" v="59122" actId="20577"/>
        <pc:sldMkLst>
          <pc:docMk/>
          <pc:sldMk cId="224267784" sldId="979"/>
        </pc:sldMkLst>
        <pc:spChg chg="mod">
          <ac:chgData name="Palit, Tapti" userId="dec6fbcd-7598-406a-8cbf-504d4a3bac15" providerId="ADAL" clId="{ECD42228-5B96-4A72-B268-C46DF994E6B7}" dt="2024-01-25T13:57:32.663" v="59122" actId="20577"/>
          <ac:spMkLst>
            <pc:docMk/>
            <pc:sldMk cId="224267784" sldId="979"/>
            <ac:spMk id="3" creationId="{0F8FF57D-D875-4CA5-B98A-04F4C751036F}"/>
          </ac:spMkLst>
        </pc:spChg>
        <pc:spChg chg="mod">
          <ac:chgData name="Palit, Tapti" userId="dec6fbcd-7598-406a-8cbf-504d4a3bac15" providerId="ADAL" clId="{ECD42228-5B96-4A72-B268-C46DF994E6B7}" dt="2024-01-25T06:15:25.020" v="53733" actId="20577"/>
          <ac:spMkLst>
            <pc:docMk/>
            <pc:sldMk cId="224267784" sldId="979"/>
            <ac:spMk id="5" creationId="{86FADD99-6071-9343-BD21-FF17E57C884E}"/>
          </ac:spMkLst>
        </pc:spChg>
        <pc:graphicFrameChg chg="modGraphic">
          <ac:chgData name="Palit, Tapti" userId="dec6fbcd-7598-406a-8cbf-504d4a3bac15" providerId="ADAL" clId="{ECD42228-5B96-4A72-B268-C46DF994E6B7}" dt="2024-01-25T05:58:31.019" v="53165" actId="207"/>
          <ac:graphicFrameMkLst>
            <pc:docMk/>
            <pc:sldMk cId="224267784" sldId="979"/>
            <ac:graphicFrameMk id="6" creationId="{82D73C16-A132-AF74-FA7D-FADD1D52DEC4}"/>
          </ac:graphicFrameMkLst>
        </pc:graphicFrameChg>
      </pc:sldChg>
      <pc:sldChg chg="addSp modSp del">
        <pc:chgData name="Palit, Tapti" userId="dec6fbcd-7598-406a-8cbf-504d4a3bac15" providerId="ADAL" clId="{ECD42228-5B96-4A72-B268-C46DF994E6B7}" dt="2024-01-30T03:36:56.032" v="85536" actId="2696"/>
        <pc:sldMkLst>
          <pc:docMk/>
          <pc:sldMk cId="971250150" sldId="979"/>
        </pc:sldMkLst>
        <pc:spChg chg="add mod">
          <ac:chgData name="Palit, Tapti" userId="dec6fbcd-7598-406a-8cbf-504d4a3bac15" providerId="ADAL" clId="{ECD42228-5B96-4A72-B268-C46DF994E6B7}" dt="2024-01-27T22:11:41.051" v="65630"/>
          <ac:spMkLst>
            <pc:docMk/>
            <pc:sldMk cId="971250150" sldId="979"/>
            <ac:spMk id="7" creationId="{B359689D-6642-3201-D192-710587634AEA}"/>
          </ac:spMkLst>
        </pc:spChg>
      </pc:sldChg>
      <pc:sldChg chg="add mod modShow">
        <pc:chgData name="Palit, Tapti" userId="dec6fbcd-7598-406a-8cbf-504d4a3bac15" providerId="ADAL" clId="{ECD42228-5B96-4A72-B268-C46DF994E6B7}" dt="2024-01-30T03:37:02.708" v="85538" actId="729"/>
        <pc:sldMkLst>
          <pc:docMk/>
          <pc:sldMk cId="2950618884" sldId="979"/>
        </pc:sldMkLst>
      </pc:sldChg>
      <pc:sldChg chg="add mod modShow">
        <pc:chgData name="Palit, Tapti" userId="dec6fbcd-7598-406a-8cbf-504d4a3bac15" providerId="ADAL" clId="{ECD42228-5B96-4A72-B268-C46DF994E6B7}" dt="2024-01-30T03:37:02.708" v="85538" actId="729"/>
        <pc:sldMkLst>
          <pc:docMk/>
          <pc:sldMk cId="258627336" sldId="980"/>
        </pc:sldMkLst>
      </pc:sldChg>
      <pc:sldChg chg="addSp delSp modSp add mod modNotesTx">
        <pc:chgData name="Palit, Tapti" userId="dec6fbcd-7598-406a-8cbf-504d4a3bac15" providerId="ADAL" clId="{ECD42228-5B96-4A72-B268-C46DF994E6B7}" dt="2024-01-25T13:57:38.208" v="59124" actId="20577"/>
        <pc:sldMkLst>
          <pc:docMk/>
          <pc:sldMk cId="2034994246" sldId="980"/>
        </pc:sldMkLst>
        <pc:spChg chg="mod">
          <ac:chgData name="Palit, Tapti" userId="dec6fbcd-7598-406a-8cbf-504d4a3bac15" providerId="ADAL" clId="{ECD42228-5B96-4A72-B268-C46DF994E6B7}" dt="2024-01-25T13:57:38.208" v="59124" actId="20577"/>
          <ac:spMkLst>
            <pc:docMk/>
            <pc:sldMk cId="2034994246" sldId="980"/>
            <ac:spMk id="3" creationId="{0F8FF57D-D875-4CA5-B98A-04F4C751036F}"/>
          </ac:spMkLst>
        </pc:spChg>
        <pc:spChg chg="mod">
          <ac:chgData name="Palit, Tapti" userId="dec6fbcd-7598-406a-8cbf-504d4a3bac15" providerId="ADAL" clId="{ECD42228-5B96-4A72-B268-C46DF994E6B7}" dt="2024-01-25T06:15:28.859" v="53735" actId="20577"/>
          <ac:spMkLst>
            <pc:docMk/>
            <pc:sldMk cId="2034994246" sldId="980"/>
            <ac:spMk id="5" creationId="{86FADD99-6071-9343-BD21-FF17E57C884E}"/>
          </ac:spMkLst>
        </pc:spChg>
        <pc:spChg chg="add del mod">
          <ac:chgData name="Palit, Tapti" userId="dec6fbcd-7598-406a-8cbf-504d4a3bac15" providerId="ADAL" clId="{ECD42228-5B96-4A72-B268-C46DF994E6B7}" dt="2024-01-25T06:13:44.921" v="53687" actId="478"/>
          <ac:spMkLst>
            <pc:docMk/>
            <pc:sldMk cId="2034994246" sldId="980"/>
            <ac:spMk id="7" creationId="{286F2121-3590-F102-13BD-3544B4188B20}"/>
          </ac:spMkLst>
        </pc:spChg>
        <pc:spChg chg="add mod">
          <ac:chgData name="Palit, Tapti" userId="dec6fbcd-7598-406a-8cbf-504d4a3bac15" providerId="ADAL" clId="{ECD42228-5B96-4A72-B268-C46DF994E6B7}" dt="2024-01-25T06:14:26.992" v="53703" actId="14100"/>
          <ac:spMkLst>
            <pc:docMk/>
            <pc:sldMk cId="2034994246" sldId="980"/>
            <ac:spMk id="8" creationId="{F3A2AE12-6D25-896E-FC81-48F05AEFCF6E}"/>
          </ac:spMkLst>
        </pc:spChg>
        <pc:graphicFrameChg chg="modGraphic">
          <ac:chgData name="Palit, Tapti" userId="dec6fbcd-7598-406a-8cbf-504d4a3bac15" providerId="ADAL" clId="{ECD42228-5B96-4A72-B268-C46DF994E6B7}" dt="2024-01-25T06:14:07.218" v="53697" actId="207"/>
          <ac:graphicFrameMkLst>
            <pc:docMk/>
            <pc:sldMk cId="2034994246" sldId="980"/>
            <ac:graphicFrameMk id="6" creationId="{82D73C16-A132-AF74-FA7D-FADD1D52DEC4}"/>
          </ac:graphicFrameMkLst>
        </pc:graphicFrameChg>
      </pc:sldChg>
      <pc:sldChg chg="addSp modSp del modNotesTx">
        <pc:chgData name="Palit, Tapti" userId="dec6fbcd-7598-406a-8cbf-504d4a3bac15" providerId="ADAL" clId="{ECD42228-5B96-4A72-B268-C46DF994E6B7}" dt="2024-01-30T03:36:56.032" v="85536" actId="2696"/>
        <pc:sldMkLst>
          <pc:docMk/>
          <pc:sldMk cId="3981404457" sldId="980"/>
        </pc:sldMkLst>
        <pc:spChg chg="add mod">
          <ac:chgData name="Palit, Tapti" userId="dec6fbcd-7598-406a-8cbf-504d4a3bac15" providerId="ADAL" clId="{ECD42228-5B96-4A72-B268-C46DF994E6B7}" dt="2024-01-27T22:11:42.744" v="65631"/>
          <ac:spMkLst>
            <pc:docMk/>
            <pc:sldMk cId="3981404457" sldId="980"/>
            <ac:spMk id="7" creationId="{CB9369D6-14B9-D447-5A74-B71C278600AC}"/>
          </ac:spMkLst>
        </pc:spChg>
      </pc:sldChg>
      <pc:sldChg chg="add mod modShow">
        <pc:chgData name="Palit, Tapti" userId="dec6fbcd-7598-406a-8cbf-504d4a3bac15" providerId="ADAL" clId="{ECD42228-5B96-4A72-B268-C46DF994E6B7}" dt="2024-01-30T03:37:02.708" v="85538" actId="729"/>
        <pc:sldMkLst>
          <pc:docMk/>
          <pc:sldMk cId="450628620" sldId="981"/>
        </pc:sldMkLst>
      </pc:sldChg>
      <pc:sldChg chg="new del">
        <pc:chgData name="Palit, Tapti" userId="dec6fbcd-7598-406a-8cbf-504d4a3bac15" providerId="ADAL" clId="{ECD42228-5B96-4A72-B268-C46DF994E6B7}" dt="2024-01-25T06:14:46.694" v="53706" actId="47"/>
        <pc:sldMkLst>
          <pc:docMk/>
          <pc:sldMk cId="1181139589" sldId="981"/>
        </pc:sldMkLst>
      </pc:sldChg>
      <pc:sldChg chg="modSp add del mod">
        <pc:chgData name="Palit, Tapti" userId="dec6fbcd-7598-406a-8cbf-504d4a3bac15" providerId="ADAL" clId="{ECD42228-5B96-4A72-B268-C46DF994E6B7}" dt="2024-01-25T06:14:41.732" v="53704" actId="47"/>
        <pc:sldMkLst>
          <pc:docMk/>
          <pc:sldMk cId="1270775866" sldId="981"/>
        </pc:sldMkLst>
        <pc:graphicFrameChg chg="modGraphic">
          <ac:chgData name="Palit, Tapti" userId="dec6fbcd-7598-406a-8cbf-504d4a3bac15" providerId="ADAL" clId="{ECD42228-5B96-4A72-B268-C46DF994E6B7}" dt="2024-01-25T06:02:37.146" v="53420" actId="207"/>
          <ac:graphicFrameMkLst>
            <pc:docMk/>
            <pc:sldMk cId="1270775866" sldId="981"/>
            <ac:graphicFrameMk id="6" creationId="{82D73C16-A132-AF74-FA7D-FADD1D52DEC4}"/>
          </ac:graphicFrameMkLst>
        </pc:graphicFrameChg>
      </pc:sldChg>
      <pc:sldChg chg="addSp modSp del modNotesTx">
        <pc:chgData name="Palit, Tapti" userId="dec6fbcd-7598-406a-8cbf-504d4a3bac15" providerId="ADAL" clId="{ECD42228-5B96-4A72-B268-C46DF994E6B7}" dt="2024-01-30T03:36:56.032" v="85536" actId="2696"/>
        <pc:sldMkLst>
          <pc:docMk/>
          <pc:sldMk cId="1391431205" sldId="981"/>
        </pc:sldMkLst>
        <pc:spChg chg="add mod">
          <ac:chgData name="Palit, Tapti" userId="dec6fbcd-7598-406a-8cbf-504d4a3bac15" providerId="ADAL" clId="{ECD42228-5B96-4A72-B268-C46DF994E6B7}" dt="2024-01-27T22:11:44.335" v="65632"/>
          <ac:spMkLst>
            <pc:docMk/>
            <pc:sldMk cId="1391431205" sldId="981"/>
            <ac:spMk id="7" creationId="{D4D8667D-D0AC-63D8-F653-07E6AD3D4D00}"/>
          </ac:spMkLst>
        </pc:spChg>
      </pc:sldChg>
      <pc:sldChg chg="modSp add mod modNotesTx">
        <pc:chgData name="Palit, Tapti" userId="dec6fbcd-7598-406a-8cbf-504d4a3bac15" providerId="ADAL" clId="{ECD42228-5B96-4A72-B268-C46DF994E6B7}" dt="2024-01-25T13:57:47.686" v="59126" actId="20577"/>
        <pc:sldMkLst>
          <pc:docMk/>
          <pc:sldMk cId="1548203207" sldId="981"/>
        </pc:sldMkLst>
        <pc:spChg chg="mod">
          <ac:chgData name="Palit, Tapti" userId="dec6fbcd-7598-406a-8cbf-504d4a3bac15" providerId="ADAL" clId="{ECD42228-5B96-4A72-B268-C46DF994E6B7}" dt="2024-01-25T13:57:47.686" v="59126" actId="20577"/>
          <ac:spMkLst>
            <pc:docMk/>
            <pc:sldMk cId="1548203207" sldId="981"/>
            <ac:spMk id="3" creationId="{0F8FF57D-D875-4CA5-B98A-04F4C751036F}"/>
          </ac:spMkLst>
        </pc:spChg>
        <pc:spChg chg="mod">
          <ac:chgData name="Palit, Tapti" userId="dec6fbcd-7598-406a-8cbf-504d4a3bac15" providerId="ADAL" clId="{ECD42228-5B96-4A72-B268-C46DF994E6B7}" dt="2024-01-25T06:15:15.577" v="53729" actId="20577"/>
          <ac:spMkLst>
            <pc:docMk/>
            <pc:sldMk cId="1548203207" sldId="981"/>
            <ac:spMk id="5" creationId="{86FADD99-6071-9343-BD21-FF17E57C884E}"/>
          </ac:spMkLst>
        </pc:spChg>
        <pc:graphicFrameChg chg="modGraphic">
          <ac:chgData name="Palit, Tapti" userId="dec6fbcd-7598-406a-8cbf-504d4a3bac15" providerId="ADAL" clId="{ECD42228-5B96-4A72-B268-C46DF994E6B7}" dt="2024-01-25T06:17:09.603" v="53874" actId="207"/>
          <ac:graphicFrameMkLst>
            <pc:docMk/>
            <pc:sldMk cId="1548203207" sldId="981"/>
            <ac:graphicFrameMk id="6" creationId="{82D73C16-A132-AF74-FA7D-FADD1D52DEC4}"/>
          </ac:graphicFrameMkLst>
        </pc:graphicFrameChg>
      </pc:sldChg>
      <pc:sldChg chg="delSp modSp add del mod">
        <pc:chgData name="Palit, Tapti" userId="dec6fbcd-7598-406a-8cbf-504d4a3bac15" providerId="ADAL" clId="{ECD42228-5B96-4A72-B268-C46DF994E6B7}" dt="2024-01-25T06:14:41.732" v="53704" actId="47"/>
        <pc:sldMkLst>
          <pc:docMk/>
          <pc:sldMk cId="339348264" sldId="982"/>
        </pc:sldMkLst>
        <pc:spChg chg="mod">
          <ac:chgData name="Palit, Tapti" userId="dec6fbcd-7598-406a-8cbf-504d4a3bac15" providerId="ADAL" clId="{ECD42228-5B96-4A72-B268-C46DF994E6B7}" dt="2024-01-25T06:12:07.421" v="53685" actId="20577"/>
          <ac:spMkLst>
            <pc:docMk/>
            <pc:sldMk cId="339348264" sldId="982"/>
            <ac:spMk id="3" creationId="{0F8FF57D-D875-4CA5-B98A-04F4C751036F}"/>
          </ac:spMkLst>
        </pc:spChg>
        <pc:spChg chg="del">
          <ac:chgData name="Palit, Tapti" userId="dec6fbcd-7598-406a-8cbf-504d4a3bac15" providerId="ADAL" clId="{ECD42228-5B96-4A72-B268-C46DF994E6B7}" dt="2024-01-25T06:12:47.131" v="53686" actId="478"/>
          <ac:spMkLst>
            <pc:docMk/>
            <pc:sldMk cId="339348264" sldId="982"/>
            <ac:spMk id="7" creationId="{286F2121-3590-F102-13BD-3544B4188B20}"/>
          </ac:spMkLst>
        </pc:spChg>
      </pc:sldChg>
      <pc:sldChg chg="add mod modShow">
        <pc:chgData name="Palit, Tapti" userId="dec6fbcd-7598-406a-8cbf-504d4a3bac15" providerId="ADAL" clId="{ECD42228-5B96-4A72-B268-C46DF994E6B7}" dt="2024-01-30T03:37:02.708" v="85538" actId="729"/>
        <pc:sldMkLst>
          <pc:docMk/>
          <pc:sldMk cId="2680983213" sldId="982"/>
        </pc:sldMkLst>
      </pc:sldChg>
      <pc:sldChg chg="addSp delSp modSp del mod modClrScheme chgLayout modNotesTx">
        <pc:chgData name="Palit, Tapti" userId="dec6fbcd-7598-406a-8cbf-504d4a3bac15" providerId="ADAL" clId="{ECD42228-5B96-4A72-B268-C46DF994E6B7}" dt="2024-01-30T03:36:56.032" v="85536" actId="2696"/>
        <pc:sldMkLst>
          <pc:docMk/>
          <pc:sldMk cId="2963118441" sldId="982"/>
        </pc:sldMkLst>
        <pc:spChg chg="del mod ord">
          <ac:chgData name="Palit, Tapti" userId="dec6fbcd-7598-406a-8cbf-504d4a3bac15" providerId="ADAL" clId="{ECD42228-5B96-4A72-B268-C46DF994E6B7}" dt="2024-01-29T16:01:46.220" v="79718" actId="700"/>
          <ac:spMkLst>
            <pc:docMk/>
            <pc:sldMk cId="2963118441" sldId="982"/>
            <ac:spMk id="2" creationId="{B0D8DC43-0EAB-77CF-C302-345764FC2497}"/>
          </ac:spMkLst>
        </pc:spChg>
        <pc:spChg chg="mod ord">
          <ac:chgData name="Palit, Tapti" userId="dec6fbcd-7598-406a-8cbf-504d4a3bac15" providerId="ADAL" clId="{ECD42228-5B96-4A72-B268-C46DF994E6B7}" dt="2024-01-29T16:01:46.220" v="79718" actId="700"/>
          <ac:spMkLst>
            <pc:docMk/>
            <pc:sldMk cId="2963118441" sldId="982"/>
            <ac:spMk id="3" creationId="{0F8FF57D-D875-4CA5-B98A-04F4C751036F}"/>
          </ac:spMkLst>
        </pc:spChg>
        <pc:spChg chg="mod ord">
          <ac:chgData name="Palit, Tapti" userId="dec6fbcd-7598-406a-8cbf-504d4a3bac15" providerId="ADAL" clId="{ECD42228-5B96-4A72-B268-C46DF994E6B7}" dt="2024-01-29T16:01:46.220" v="79718" actId="700"/>
          <ac:spMkLst>
            <pc:docMk/>
            <pc:sldMk cId="2963118441" sldId="982"/>
            <ac:spMk id="4" creationId="{2DEA5A56-8434-DA40-4D8A-E89B5235768A}"/>
          </ac:spMkLst>
        </pc:spChg>
        <pc:spChg chg="add mod">
          <ac:chgData name="Palit, Tapti" userId="dec6fbcd-7598-406a-8cbf-504d4a3bac15" providerId="ADAL" clId="{ECD42228-5B96-4A72-B268-C46DF994E6B7}" dt="2024-01-27T22:11:46.131" v="65633"/>
          <ac:spMkLst>
            <pc:docMk/>
            <pc:sldMk cId="2963118441" sldId="982"/>
            <ac:spMk id="7" creationId="{1E48C82D-4BE3-6F6D-0D1E-C2AD940639B4}"/>
          </ac:spMkLst>
        </pc:spChg>
        <pc:spChg chg="add mod ord">
          <ac:chgData name="Palit, Tapti" userId="dec6fbcd-7598-406a-8cbf-504d4a3bac15" providerId="ADAL" clId="{ECD42228-5B96-4A72-B268-C46DF994E6B7}" dt="2024-01-29T16:01:46.220" v="79718" actId="700"/>
          <ac:spMkLst>
            <pc:docMk/>
            <pc:sldMk cId="2963118441" sldId="982"/>
            <ac:spMk id="8" creationId="{1AF591E0-9489-B817-E377-AC8C077F726E}"/>
          </ac:spMkLst>
        </pc:spChg>
        <pc:spChg chg="add mod ord">
          <ac:chgData name="Palit, Tapti" userId="dec6fbcd-7598-406a-8cbf-504d4a3bac15" providerId="ADAL" clId="{ECD42228-5B96-4A72-B268-C46DF994E6B7}" dt="2024-01-29T16:02:02.678" v="79807" actId="20577"/>
          <ac:spMkLst>
            <pc:docMk/>
            <pc:sldMk cId="2963118441" sldId="982"/>
            <ac:spMk id="9" creationId="{AB731D8C-17FD-97BD-E945-79CDFBCD18CA}"/>
          </ac:spMkLst>
        </pc:spChg>
        <pc:spChg chg="mod">
          <ac:chgData name="Palit, Tapti" userId="dec6fbcd-7598-406a-8cbf-504d4a3bac15" providerId="ADAL" clId="{ECD42228-5B96-4A72-B268-C46DF994E6B7}" dt="2024-01-28T22:02:34.789" v="69552" actId="1076"/>
          <ac:spMkLst>
            <pc:docMk/>
            <pc:sldMk cId="2963118441" sldId="982"/>
            <ac:spMk id="15" creationId="{32FA6CCA-EBC6-7744-3ABC-AE4D9F7F6C44}"/>
          </ac:spMkLst>
        </pc:spChg>
      </pc:sldChg>
      <pc:sldChg chg="addSp delSp modSp add mod modNotesTx">
        <pc:chgData name="Palit, Tapti" userId="dec6fbcd-7598-406a-8cbf-504d4a3bac15" providerId="ADAL" clId="{ECD42228-5B96-4A72-B268-C46DF994E6B7}" dt="2024-01-25T06:34:34.206" v="54479" actId="20577"/>
        <pc:sldMkLst>
          <pc:docMk/>
          <pc:sldMk cId="4105496273" sldId="982"/>
        </pc:sldMkLst>
        <pc:spChg chg="mod">
          <ac:chgData name="Palit, Tapti" userId="dec6fbcd-7598-406a-8cbf-504d4a3bac15" providerId="ADAL" clId="{ECD42228-5B96-4A72-B268-C46DF994E6B7}" dt="2024-01-25T06:22:51.359" v="54089"/>
          <ac:spMkLst>
            <pc:docMk/>
            <pc:sldMk cId="4105496273" sldId="982"/>
            <ac:spMk id="3" creationId="{0F8FF57D-D875-4CA5-B98A-04F4C751036F}"/>
          </ac:spMkLst>
        </pc:spChg>
        <pc:spChg chg="add del mod">
          <ac:chgData name="Palit, Tapti" userId="dec6fbcd-7598-406a-8cbf-504d4a3bac15" providerId="ADAL" clId="{ECD42228-5B96-4A72-B268-C46DF994E6B7}" dt="2024-01-25T06:18:50.983" v="54028" actId="478"/>
          <ac:spMkLst>
            <pc:docMk/>
            <pc:sldMk cId="4105496273" sldId="982"/>
            <ac:spMk id="7" creationId="{B488B9EF-BA32-D544-BE6E-85D8F99BF97D}"/>
          </ac:spMkLst>
        </pc:spChg>
        <pc:spChg chg="del">
          <ac:chgData name="Palit, Tapti" userId="dec6fbcd-7598-406a-8cbf-504d4a3bac15" providerId="ADAL" clId="{ECD42228-5B96-4A72-B268-C46DF994E6B7}" dt="2024-01-25T06:18:04.592" v="54019" actId="478"/>
          <ac:spMkLst>
            <pc:docMk/>
            <pc:sldMk cId="4105496273" sldId="982"/>
            <ac:spMk id="8" creationId="{F3A2AE12-6D25-896E-FC81-48F05AEFCF6E}"/>
          </ac:spMkLst>
        </pc:spChg>
        <pc:spChg chg="add del mod">
          <ac:chgData name="Palit, Tapti" userId="dec6fbcd-7598-406a-8cbf-504d4a3bac15" providerId="ADAL" clId="{ECD42228-5B96-4A72-B268-C46DF994E6B7}" dt="2024-01-25T06:18:48.166" v="54027" actId="478"/>
          <ac:spMkLst>
            <pc:docMk/>
            <pc:sldMk cId="4105496273" sldId="982"/>
            <ac:spMk id="9" creationId="{A7D39BDA-2BF0-D338-DE71-00E5DA6CB47E}"/>
          </ac:spMkLst>
        </pc:spChg>
        <pc:spChg chg="add mod">
          <ac:chgData name="Palit, Tapti" userId="dec6fbcd-7598-406a-8cbf-504d4a3bac15" providerId="ADAL" clId="{ECD42228-5B96-4A72-B268-C46DF994E6B7}" dt="2024-01-25T06:19:10.343" v="54047"/>
          <ac:spMkLst>
            <pc:docMk/>
            <pc:sldMk cId="4105496273" sldId="982"/>
            <ac:spMk id="12" creationId="{78C0FFFA-8E71-4DFE-CF39-E1F27D2DCF75}"/>
          </ac:spMkLst>
        </pc:spChg>
        <pc:spChg chg="add mod">
          <ac:chgData name="Palit, Tapti" userId="dec6fbcd-7598-406a-8cbf-504d4a3bac15" providerId="ADAL" clId="{ECD42228-5B96-4A72-B268-C46DF994E6B7}" dt="2024-01-25T06:27:00.800" v="54255" actId="1076"/>
          <ac:spMkLst>
            <pc:docMk/>
            <pc:sldMk cId="4105496273" sldId="982"/>
            <ac:spMk id="15" creationId="{32FA6CCA-EBC6-7744-3ABC-AE4D9F7F6C44}"/>
          </ac:spMkLst>
        </pc:spChg>
        <pc:spChg chg="add mod">
          <ac:chgData name="Palit, Tapti" userId="dec6fbcd-7598-406a-8cbf-504d4a3bac15" providerId="ADAL" clId="{ECD42228-5B96-4A72-B268-C46DF994E6B7}" dt="2024-01-25T06:29:18.384" v="54352" actId="20577"/>
          <ac:spMkLst>
            <pc:docMk/>
            <pc:sldMk cId="4105496273" sldId="982"/>
            <ac:spMk id="16" creationId="{51BF74E4-3201-6DEA-874E-2FDB05660161}"/>
          </ac:spMkLst>
        </pc:spChg>
        <pc:cxnChg chg="add mod">
          <ac:chgData name="Palit, Tapti" userId="dec6fbcd-7598-406a-8cbf-504d4a3bac15" providerId="ADAL" clId="{ECD42228-5B96-4A72-B268-C46DF994E6B7}" dt="2024-01-25T06:19:17.167" v="54049" actId="14100"/>
          <ac:cxnSpMkLst>
            <pc:docMk/>
            <pc:sldMk cId="4105496273" sldId="982"/>
            <ac:cxnSpMk id="11" creationId="{0F9989DF-883D-06E6-5381-B1AC1A9C7FA6}"/>
          </ac:cxnSpMkLst>
        </pc:cxnChg>
        <pc:cxnChg chg="add del mod">
          <ac:chgData name="Palit, Tapti" userId="dec6fbcd-7598-406a-8cbf-504d4a3bac15" providerId="ADAL" clId="{ECD42228-5B96-4A72-B268-C46DF994E6B7}" dt="2024-01-25T06:28:24.353" v="54324" actId="478"/>
          <ac:cxnSpMkLst>
            <pc:docMk/>
            <pc:sldMk cId="4105496273" sldId="982"/>
            <ac:cxnSpMk id="18" creationId="{AFE3F0C0-1972-BC7E-29A3-E5BCDF49BC6B}"/>
          </ac:cxnSpMkLst>
        </pc:cxnChg>
      </pc:sldChg>
      <pc:sldChg chg="addSp delSp modSp add del mod modClrScheme chgLayout">
        <pc:chgData name="Palit, Tapti" userId="dec6fbcd-7598-406a-8cbf-504d4a3bac15" providerId="ADAL" clId="{ECD42228-5B96-4A72-B268-C46DF994E6B7}" dt="2024-01-25T06:33:27.129" v="54419" actId="20577"/>
        <pc:sldMkLst>
          <pc:docMk/>
          <pc:sldMk cId="149348221" sldId="983"/>
        </pc:sldMkLst>
        <pc:spChg chg="del">
          <ac:chgData name="Palit, Tapti" userId="dec6fbcd-7598-406a-8cbf-504d4a3bac15" providerId="ADAL" clId="{ECD42228-5B96-4A72-B268-C46DF994E6B7}" dt="2024-01-25T06:32:47.007" v="54383" actId="700"/>
          <ac:spMkLst>
            <pc:docMk/>
            <pc:sldMk cId="149348221" sldId="983"/>
            <ac:spMk id="2" creationId="{B0D8DC43-0EAB-77CF-C302-345764FC2497}"/>
          </ac:spMkLst>
        </pc:spChg>
        <pc:spChg chg="mod ord">
          <ac:chgData name="Palit, Tapti" userId="dec6fbcd-7598-406a-8cbf-504d4a3bac15" providerId="ADAL" clId="{ECD42228-5B96-4A72-B268-C46DF994E6B7}" dt="2024-01-25T06:33:18.737" v="54384" actId="700"/>
          <ac:spMkLst>
            <pc:docMk/>
            <pc:sldMk cId="149348221" sldId="983"/>
            <ac:spMk id="3" creationId="{0F8FF57D-D875-4CA5-B98A-04F4C751036F}"/>
          </ac:spMkLst>
        </pc:spChg>
        <pc:spChg chg="mod ord">
          <ac:chgData name="Palit, Tapti" userId="dec6fbcd-7598-406a-8cbf-504d4a3bac15" providerId="ADAL" clId="{ECD42228-5B96-4A72-B268-C46DF994E6B7}" dt="2024-01-25T06:33:18.737" v="54384" actId="700"/>
          <ac:spMkLst>
            <pc:docMk/>
            <pc:sldMk cId="149348221" sldId="983"/>
            <ac:spMk id="4" creationId="{2DEA5A56-8434-DA40-4D8A-E89B5235768A}"/>
          </ac:spMkLst>
        </pc:spChg>
        <pc:spChg chg="add del mod ord">
          <ac:chgData name="Palit, Tapti" userId="dec6fbcd-7598-406a-8cbf-504d4a3bac15" providerId="ADAL" clId="{ECD42228-5B96-4A72-B268-C46DF994E6B7}" dt="2024-01-25T06:33:18.737" v="54384" actId="700"/>
          <ac:spMkLst>
            <pc:docMk/>
            <pc:sldMk cId="149348221" sldId="983"/>
            <ac:spMk id="10" creationId="{68C99D86-31F3-5F81-2AE7-294E11536404}"/>
          </ac:spMkLst>
        </pc:spChg>
        <pc:spChg chg="add mod ord">
          <ac:chgData name="Palit, Tapti" userId="dec6fbcd-7598-406a-8cbf-504d4a3bac15" providerId="ADAL" clId="{ECD42228-5B96-4A72-B268-C46DF994E6B7}" dt="2024-01-25T06:33:18.737" v="54384" actId="700"/>
          <ac:spMkLst>
            <pc:docMk/>
            <pc:sldMk cId="149348221" sldId="983"/>
            <ac:spMk id="13" creationId="{D8AC5C80-1A4C-5439-BC20-172B52AB7885}"/>
          </ac:spMkLst>
        </pc:spChg>
        <pc:spChg chg="add mod ord">
          <ac:chgData name="Palit, Tapti" userId="dec6fbcd-7598-406a-8cbf-504d4a3bac15" providerId="ADAL" clId="{ECD42228-5B96-4A72-B268-C46DF994E6B7}" dt="2024-01-25T06:33:27.129" v="54419" actId="20577"/>
          <ac:spMkLst>
            <pc:docMk/>
            <pc:sldMk cId="149348221" sldId="983"/>
            <ac:spMk id="14" creationId="{4F71EE6E-0F02-F1B5-3B5D-3E0279A69E7E}"/>
          </ac:spMkLst>
        </pc:spChg>
        <pc:cxnChg chg="add del mod">
          <ac:chgData name="Palit, Tapti" userId="dec6fbcd-7598-406a-8cbf-504d4a3bac15" providerId="ADAL" clId="{ECD42228-5B96-4A72-B268-C46DF994E6B7}" dt="2024-01-25T06:30:00.512" v="54363" actId="14100"/>
          <ac:cxnSpMkLst>
            <pc:docMk/>
            <pc:sldMk cId="149348221" sldId="983"/>
            <ac:cxnSpMk id="7" creationId="{0843CB4B-974A-88FA-D20B-C04E84F4669A}"/>
          </ac:cxnSpMkLst>
        </pc:cxnChg>
        <pc:cxnChg chg="add mod">
          <ac:chgData name="Palit, Tapti" userId="dec6fbcd-7598-406a-8cbf-504d4a3bac15" providerId="ADAL" clId="{ECD42228-5B96-4A72-B268-C46DF994E6B7}" dt="2024-01-25T06:31:18.610" v="54375" actId="1076"/>
          <ac:cxnSpMkLst>
            <pc:docMk/>
            <pc:sldMk cId="149348221" sldId="983"/>
            <ac:cxnSpMk id="8" creationId="{C482F826-9A7D-5C79-CB87-3E6F07971C80}"/>
          </ac:cxnSpMkLst>
        </pc:cxnChg>
        <pc:cxnChg chg="add mod">
          <ac:chgData name="Palit, Tapti" userId="dec6fbcd-7598-406a-8cbf-504d4a3bac15" providerId="ADAL" clId="{ECD42228-5B96-4A72-B268-C46DF994E6B7}" dt="2024-01-25T06:31:22.170" v="54377" actId="1076"/>
          <ac:cxnSpMkLst>
            <pc:docMk/>
            <pc:sldMk cId="149348221" sldId="983"/>
            <ac:cxnSpMk id="9" creationId="{C4C932B5-D5F7-7A0B-218A-5D796E4AE5D0}"/>
          </ac:cxnSpMkLst>
        </pc:cxnChg>
        <pc:cxnChg chg="add mod">
          <ac:chgData name="Palit, Tapti" userId="dec6fbcd-7598-406a-8cbf-504d4a3bac15" providerId="ADAL" clId="{ECD42228-5B96-4A72-B268-C46DF994E6B7}" dt="2024-01-25T06:30:06.194" v="54365" actId="1076"/>
          <ac:cxnSpMkLst>
            <pc:docMk/>
            <pc:sldMk cId="149348221" sldId="983"/>
            <ac:cxnSpMk id="15" creationId="{D7F795DB-2F26-3358-A886-88C0A63349DD}"/>
          </ac:cxnSpMkLst>
        </pc:cxnChg>
        <pc:cxnChg chg="add mod">
          <ac:chgData name="Palit, Tapti" userId="dec6fbcd-7598-406a-8cbf-504d4a3bac15" providerId="ADAL" clId="{ECD42228-5B96-4A72-B268-C46DF994E6B7}" dt="2024-01-25T06:30:12.648" v="54368" actId="14100"/>
          <ac:cxnSpMkLst>
            <pc:docMk/>
            <pc:sldMk cId="149348221" sldId="983"/>
            <ac:cxnSpMk id="16" creationId="{842A3267-CB1D-E2D4-6AB2-181DD993A4C7}"/>
          </ac:cxnSpMkLst>
        </pc:cxnChg>
        <pc:cxnChg chg="add mod">
          <ac:chgData name="Palit, Tapti" userId="dec6fbcd-7598-406a-8cbf-504d4a3bac15" providerId="ADAL" clId="{ECD42228-5B96-4A72-B268-C46DF994E6B7}" dt="2024-01-25T06:30:23.199" v="54371" actId="14100"/>
          <ac:cxnSpMkLst>
            <pc:docMk/>
            <pc:sldMk cId="149348221" sldId="983"/>
            <ac:cxnSpMk id="18" creationId="{BC16FB2A-3618-3411-5EAA-05574D8DD619}"/>
          </ac:cxnSpMkLst>
        </pc:cxnChg>
      </pc:sldChg>
      <pc:sldChg chg="add mod modShow">
        <pc:chgData name="Palit, Tapti" userId="dec6fbcd-7598-406a-8cbf-504d4a3bac15" providerId="ADAL" clId="{ECD42228-5B96-4A72-B268-C46DF994E6B7}" dt="2024-01-30T03:37:02.708" v="85538" actId="729"/>
        <pc:sldMkLst>
          <pc:docMk/>
          <pc:sldMk cId="1391690944" sldId="983"/>
        </pc:sldMkLst>
      </pc:sldChg>
      <pc:sldChg chg="addSp modSp del mod modNotesTx">
        <pc:chgData name="Palit, Tapti" userId="dec6fbcd-7598-406a-8cbf-504d4a3bac15" providerId="ADAL" clId="{ECD42228-5B96-4A72-B268-C46DF994E6B7}" dt="2024-01-30T03:36:56.032" v="85536" actId="2696"/>
        <pc:sldMkLst>
          <pc:docMk/>
          <pc:sldMk cId="3035317317" sldId="983"/>
        </pc:sldMkLst>
        <pc:spChg chg="add mod">
          <ac:chgData name="Palit, Tapti" userId="dec6fbcd-7598-406a-8cbf-504d4a3bac15" providerId="ADAL" clId="{ECD42228-5B96-4A72-B268-C46DF994E6B7}" dt="2024-01-27T22:11:47.987" v="65634"/>
          <ac:spMkLst>
            <pc:docMk/>
            <pc:sldMk cId="3035317317" sldId="983"/>
            <ac:spMk id="2" creationId="{BD428CB6-547A-C8D4-E331-33D9E2E27CD0}"/>
          </ac:spMkLst>
        </pc:spChg>
        <pc:spChg chg="mod">
          <ac:chgData name="Palit, Tapti" userId="dec6fbcd-7598-406a-8cbf-504d4a3bac15" providerId="ADAL" clId="{ECD42228-5B96-4A72-B268-C46DF994E6B7}" dt="2024-01-28T22:02:15.470" v="69551" actId="20577"/>
          <ac:spMkLst>
            <pc:docMk/>
            <pc:sldMk cId="3035317317" sldId="983"/>
            <ac:spMk id="3" creationId="{0F8FF57D-D875-4CA5-B98A-04F4C751036F}"/>
          </ac:spMkLst>
        </pc:spChg>
        <pc:spChg chg="add mod">
          <ac:chgData name="Palit, Tapti" userId="dec6fbcd-7598-406a-8cbf-504d4a3bac15" providerId="ADAL" clId="{ECD42228-5B96-4A72-B268-C46DF994E6B7}" dt="2024-01-29T15:10:55.509" v="79052"/>
          <ac:spMkLst>
            <pc:docMk/>
            <pc:sldMk cId="3035317317" sldId="983"/>
            <ac:spMk id="10" creationId="{E1B657C8-6065-80EC-3A72-D9535F452D86}"/>
          </ac:spMkLst>
        </pc:spChg>
        <pc:spChg chg="mod">
          <ac:chgData name="Palit, Tapti" userId="dec6fbcd-7598-406a-8cbf-504d4a3bac15" providerId="ADAL" clId="{ECD42228-5B96-4A72-B268-C46DF994E6B7}" dt="2024-01-29T15:11:15.262" v="79081" actId="20577"/>
          <ac:spMkLst>
            <pc:docMk/>
            <pc:sldMk cId="3035317317" sldId="983"/>
            <ac:spMk id="14" creationId="{4F71EE6E-0F02-F1B5-3B5D-3E0279A69E7E}"/>
          </ac:spMkLst>
        </pc:spChg>
        <pc:graphicFrameChg chg="mod modGraphic">
          <ac:chgData name="Palit, Tapti" userId="dec6fbcd-7598-406a-8cbf-504d4a3bac15" providerId="ADAL" clId="{ECD42228-5B96-4A72-B268-C46DF994E6B7}" dt="2024-01-26T15:36:32.054" v="61308" actId="207"/>
          <ac:graphicFrameMkLst>
            <pc:docMk/>
            <pc:sldMk cId="3035317317" sldId="983"/>
            <ac:graphicFrameMk id="6" creationId="{82D73C16-A132-AF74-FA7D-FADD1D52DEC4}"/>
          </ac:graphicFrameMkLst>
        </pc:graphicFrameChg>
      </pc:sldChg>
      <pc:sldChg chg="addSp delSp modSp mod chgLayout modNotesTx">
        <pc:chgData name="Palit, Tapti" userId="dec6fbcd-7598-406a-8cbf-504d4a3bac15" providerId="ADAL" clId="{ECD42228-5B96-4A72-B268-C46DF994E6B7}" dt="2024-02-13T04:38:20.337" v="115780" actId="20577"/>
        <pc:sldMkLst>
          <pc:docMk/>
          <pc:sldMk cId="919054176" sldId="984"/>
        </pc:sldMkLst>
        <pc:spChg chg="mod ord">
          <ac:chgData name="Palit, Tapti" userId="dec6fbcd-7598-406a-8cbf-504d4a3bac15" providerId="ADAL" clId="{ECD42228-5B96-4A72-B268-C46DF994E6B7}" dt="2024-02-11T18:07:41.955" v="111094" actId="20577"/>
          <ac:spMkLst>
            <pc:docMk/>
            <pc:sldMk cId="919054176" sldId="984"/>
            <ac:spMk id="2" creationId="{2321D292-DDD1-74D7-EE3F-8322A1E8C393}"/>
          </ac:spMkLst>
        </pc:spChg>
        <pc:spChg chg="mod ord">
          <ac:chgData name="Palit, Tapti" userId="dec6fbcd-7598-406a-8cbf-504d4a3bac15" providerId="ADAL" clId="{ECD42228-5B96-4A72-B268-C46DF994E6B7}" dt="2024-01-30T03:38:23.295" v="85570" actId="20577"/>
          <ac:spMkLst>
            <pc:docMk/>
            <pc:sldMk cId="919054176" sldId="984"/>
            <ac:spMk id="3" creationId="{326A18D5-E2BA-5089-CCB7-1DE3CA045DE2}"/>
          </ac:spMkLst>
        </pc:spChg>
        <pc:spChg chg="mod ord">
          <ac:chgData name="Palit, Tapti" userId="dec6fbcd-7598-406a-8cbf-504d4a3bac15" providerId="ADAL" clId="{ECD42228-5B96-4A72-B268-C46DF994E6B7}" dt="2024-01-28T04:40:17.060" v="68259" actId="6264"/>
          <ac:spMkLst>
            <pc:docMk/>
            <pc:sldMk cId="919054176" sldId="984"/>
            <ac:spMk id="4" creationId="{0537DD3B-EAAC-C713-7F3D-849BDD34C710}"/>
          </ac:spMkLst>
        </pc:spChg>
        <pc:spChg chg="mod">
          <ac:chgData name="Palit, Tapti" userId="dec6fbcd-7598-406a-8cbf-504d4a3bac15" providerId="ADAL" clId="{ECD42228-5B96-4A72-B268-C46DF994E6B7}" dt="2024-01-28T04:40:22.659" v="68260" actId="1076"/>
          <ac:spMkLst>
            <pc:docMk/>
            <pc:sldMk cId="919054176" sldId="984"/>
            <ac:spMk id="7" creationId="{86F3969A-D44D-647E-7637-7E712AD65753}"/>
          </ac:spMkLst>
        </pc:spChg>
        <pc:spChg chg="add del mod">
          <ac:chgData name="Palit, Tapti" userId="dec6fbcd-7598-406a-8cbf-504d4a3bac15" providerId="ADAL" clId="{ECD42228-5B96-4A72-B268-C46DF994E6B7}" dt="2024-01-28T04:40:17.060" v="68259" actId="6264"/>
          <ac:spMkLst>
            <pc:docMk/>
            <pc:sldMk cId="919054176" sldId="984"/>
            <ac:spMk id="8" creationId="{517B7CF9-F5B6-0CFD-3993-A306B5358872}"/>
          </ac:spMkLst>
        </pc:spChg>
        <pc:spChg chg="add del mod">
          <ac:chgData name="Palit, Tapti" userId="dec6fbcd-7598-406a-8cbf-504d4a3bac15" providerId="ADAL" clId="{ECD42228-5B96-4A72-B268-C46DF994E6B7}" dt="2024-01-26T16:09:09.451" v="61550" actId="6264"/>
          <ac:spMkLst>
            <pc:docMk/>
            <pc:sldMk cId="919054176" sldId="984"/>
            <ac:spMk id="8" creationId="{5E60B1FE-BF94-07A3-49C0-CE937C9CE12E}"/>
          </ac:spMkLst>
        </pc:spChg>
        <pc:spChg chg="add del mod">
          <ac:chgData name="Palit, Tapti" userId="dec6fbcd-7598-406a-8cbf-504d4a3bac15" providerId="ADAL" clId="{ECD42228-5B96-4A72-B268-C46DF994E6B7}" dt="2024-01-28T04:40:17.060" v="68259" actId="6264"/>
          <ac:spMkLst>
            <pc:docMk/>
            <pc:sldMk cId="919054176" sldId="984"/>
            <ac:spMk id="9" creationId="{723B6088-EC2F-D5AC-F665-CFB9040AC5EF}"/>
          </ac:spMkLst>
        </pc:spChg>
        <pc:spChg chg="add del mod">
          <ac:chgData name="Palit, Tapti" userId="dec6fbcd-7598-406a-8cbf-504d4a3bac15" providerId="ADAL" clId="{ECD42228-5B96-4A72-B268-C46DF994E6B7}" dt="2024-01-26T16:09:09.451" v="61550" actId="6264"/>
          <ac:spMkLst>
            <pc:docMk/>
            <pc:sldMk cId="919054176" sldId="984"/>
            <ac:spMk id="9" creationId="{9EA3B7FC-427D-B223-0FC2-4AA738D3C705}"/>
          </ac:spMkLst>
        </pc:spChg>
        <pc:spChg chg="add del mod">
          <ac:chgData name="Palit, Tapti" userId="dec6fbcd-7598-406a-8cbf-504d4a3bac15" providerId="ADAL" clId="{ECD42228-5B96-4A72-B268-C46DF994E6B7}" dt="2024-01-26T16:09:09.451" v="61550" actId="6264"/>
          <ac:spMkLst>
            <pc:docMk/>
            <pc:sldMk cId="919054176" sldId="984"/>
            <ac:spMk id="10" creationId="{AF2017D3-8D65-D4C8-F634-682806E84518}"/>
          </ac:spMkLst>
        </pc:spChg>
        <pc:spChg chg="add del mod">
          <ac:chgData name="Palit, Tapti" userId="dec6fbcd-7598-406a-8cbf-504d4a3bac15" providerId="ADAL" clId="{ECD42228-5B96-4A72-B268-C46DF994E6B7}" dt="2024-01-28T04:40:17.060" v="68259" actId="6264"/>
          <ac:spMkLst>
            <pc:docMk/>
            <pc:sldMk cId="919054176" sldId="984"/>
            <ac:spMk id="10" creationId="{CBF137EE-0277-5790-B335-64AB4BFBE932}"/>
          </ac:spMkLst>
        </pc:spChg>
        <pc:picChg chg="mod">
          <ac:chgData name="Palit, Tapti" userId="dec6fbcd-7598-406a-8cbf-504d4a3bac15" providerId="ADAL" clId="{ECD42228-5B96-4A72-B268-C46DF994E6B7}" dt="2024-01-28T04:40:22.659" v="68260" actId="1076"/>
          <ac:picMkLst>
            <pc:docMk/>
            <pc:sldMk cId="919054176" sldId="984"/>
            <ac:picMk id="5" creationId="{862FF44B-A13A-2132-2CBD-A47168AC3745}"/>
          </ac:picMkLst>
        </pc:picChg>
        <pc:picChg chg="mod">
          <ac:chgData name="Palit, Tapti" userId="dec6fbcd-7598-406a-8cbf-504d4a3bac15" providerId="ADAL" clId="{ECD42228-5B96-4A72-B268-C46DF994E6B7}" dt="2024-01-28T04:40:22.659" v="68260" actId="1076"/>
          <ac:picMkLst>
            <pc:docMk/>
            <pc:sldMk cId="919054176" sldId="984"/>
            <ac:picMk id="6" creationId="{234AF0AC-9DF9-D6C5-6556-F0DE313297EE}"/>
          </ac:picMkLst>
        </pc:picChg>
      </pc:sldChg>
      <pc:sldChg chg="addSp modSp new mod modAnim">
        <pc:chgData name="Palit, Tapti" userId="dec6fbcd-7598-406a-8cbf-504d4a3bac15" providerId="ADAL" clId="{ECD42228-5B96-4A72-B268-C46DF994E6B7}" dt="2024-01-25T06:34:53.393" v="54481" actId="1076"/>
        <pc:sldMkLst>
          <pc:docMk/>
          <pc:sldMk cId="1018761409" sldId="984"/>
        </pc:sldMkLst>
        <pc:spChg chg="mod">
          <ac:chgData name="Palit, Tapti" userId="dec6fbcd-7598-406a-8cbf-504d4a3bac15" providerId="ADAL" clId="{ECD42228-5B96-4A72-B268-C46DF994E6B7}" dt="2024-01-25T06:33:39.434" v="54449" actId="20577"/>
          <ac:spMkLst>
            <pc:docMk/>
            <pc:sldMk cId="1018761409" sldId="984"/>
            <ac:spMk id="3" creationId="{326A18D5-E2BA-5089-CCB7-1DE3CA045DE2}"/>
          </ac:spMkLst>
        </pc:spChg>
        <pc:spChg chg="add mod">
          <ac:chgData name="Palit, Tapti" userId="dec6fbcd-7598-406a-8cbf-504d4a3bac15" providerId="ADAL" clId="{ECD42228-5B96-4A72-B268-C46DF994E6B7}" dt="2024-01-25T06:34:53.393" v="54481" actId="1076"/>
          <ac:spMkLst>
            <pc:docMk/>
            <pc:sldMk cId="1018761409" sldId="984"/>
            <ac:spMk id="7" creationId="{86F3969A-D44D-647E-7637-7E712AD65753}"/>
          </ac:spMkLst>
        </pc:spChg>
        <pc:picChg chg="add mod">
          <ac:chgData name="Palit, Tapti" userId="dec6fbcd-7598-406a-8cbf-504d4a3bac15" providerId="ADAL" clId="{ECD42228-5B96-4A72-B268-C46DF994E6B7}" dt="2024-01-25T06:34:53.393" v="54481" actId="1076"/>
          <ac:picMkLst>
            <pc:docMk/>
            <pc:sldMk cId="1018761409" sldId="984"/>
            <ac:picMk id="5" creationId="{862FF44B-A13A-2132-2CBD-A47168AC3745}"/>
          </ac:picMkLst>
        </pc:picChg>
        <pc:picChg chg="add mod">
          <ac:chgData name="Palit, Tapti" userId="dec6fbcd-7598-406a-8cbf-504d4a3bac15" providerId="ADAL" clId="{ECD42228-5B96-4A72-B268-C46DF994E6B7}" dt="2024-01-25T06:34:53.393" v="54481" actId="1076"/>
          <ac:picMkLst>
            <pc:docMk/>
            <pc:sldMk cId="1018761409" sldId="984"/>
            <ac:picMk id="6" creationId="{234AF0AC-9DF9-D6C5-6556-F0DE313297EE}"/>
          </ac:picMkLst>
        </pc:picChg>
      </pc:sldChg>
      <pc:sldChg chg="del">
        <pc:chgData name="Palit, Tapti" userId="dec6fbcd-7598-406a-8cbf-504d4a3bac15" providerId="ADAL" clId="{ECD42228-5B96-4A72-B268-C46DF994E6B7}" dt="2024-01-26T15:38:22.571" v="61371" actId="2696"/>
        <pc:sldMkLst>
          <pc:docMk/>
          <pc:sldMk cId="1217430676" sldId="985"/>
        </pc:sldMkLst>
      </pc:sldChg>
      <pc:sldChg chg="add del">
        <pc:chgData name="Palit, Tapti" userId="dec6fbcd-7598-406a-8cbf-504d4a3bac15" providerId="ADAL" clId="{ECD42228-5B96-4A72-B268-C46DF994E6B7}" dt="2024-01-25T06:32:13.962" v="54381" actId="2890"/>
        <pc:sldMkLst>
          <pc:docMk/>
          <pc:sldMk cId="1876900563" sldId="985"/>
        </pc:sldMkLst>
      </pc:sldChg>
      <pc:sldChg chg="addSp delSp modSp add mod modAnim addCm">
        <pc:chgData name="Palit, Tapti" userId="dec6fbcd-7598-406a-8cbf-504d4a3bac15" providerId="ADAL" clId="{ECD42228-5B96-4A72-B268-C46DF994E6B7}" dt="2024-01-25T14:11:46.506" v="59474" actId="1076"/>
        <pc:sldMkLst>
          <pc:docMk/>
          <pc:sldMk cId="2031134751" sldId="985"/>
        </pc:sldMkLst>
        <pc:spChg chg="mod">
          <ac:chgData name="Palit, Tapti" userId="dec6fbcd-7598-406a-8cbf-504d4a3bac15" providerId="ADAL" clId="{ECD42228-5B96-4A72-B268-C46DF994E6B7}" dt="2024-01-25T14:11:08.452" v="59465" actId="5793"/>
          <ac:spMkLst>
            <pc:docMk/>
            <pc:sldMk cId="2031134751" sldId="985"/>
            <ac:spMk id="2" creationId="{2321D292-DDD1-74D7-EE3F-8322A1E8C393}"/>
          </ac:spMkLst>
        </pc:spChg>
        <pc:spChg chg="mod">
          <ac:chgData name="Palit, Tapti" userId="dec6fbcd-7598-406a-8cbf-504d4a3bac15" providerId="ADAL" clId="{ECD42228-5B96-4A72-B268-C46DF994E6B7}" dt="2024-01-25T06:36:20.854" v="54690" actId="20577"/>
          <ac:spMkLst>
            <pc:docMk/>
            <pc:sldMk cId="2031134751" sldId="985"/>
            <ac:spMk id="3" creationId="{326A18D5-E2BA-5089-CCB7-1DE3CA045DE2}"/>
          </ac:spMkLst>
        </pc:spChg>
        <pc:spChg chg="del">
          <ac:chgData name="Palit, Tapti" userId="dec6fbcd-7598-406a-8cbf-504d4a3bac15" providerId="ADAL" clId="{ECD42228-5B96-4A72-B268-C46DF994E6B7}" dt="2024-01-25T06:35:44.375" v="54567" actId="478"/>
          <ac:spMkLst>
            <pc:docMk/>
            <pc:sldMk cId="2031134751" sldId="985"/>
            <ac:spMk id="7" creationId="{86F3969A-D44D-647E-7637-7E712AD65753}"/>
          </ac:spMkLst>
        </pc:spChg>
        <pc:graphicFrameChg chg="add mod modGraphic">
          <ac:chgData name="Palit, Tapti" userId="dec6fbcd-7598-406a-8cbf-504d4a3bac15" providerId="ADAL" clId="{ECD42228-5B96-4A72-B268-C46DF994E6B7}" dt="2024-01-25T14:11:46.506" v="59474" actId="1076"/>
          <ac:graphicFrameMkLst>
            <pc:docMk/>
            <pc:sldMk cId="2031134751" sldId="985"/>
            <ac:graphicFrameMk id="8" creationId="{D702C7FF-1748-539A-3B9D-7F70987C4C57}"/>
          </ac:graphicFrameMkLst>
        </pc:graphicFrameChg>
        <pc:picChg chg="del">
          <ac:chgData name="Palit, Tapti" userId="dec6fbcd-7598-406a-8cbf-504d4a3bac15" providerId="ADAL" clId="{ECD42228-5B96-4A72-B268-C46DF994E6B7}" dt="2024-01-25T06:35:44.375" v="54567" actId="478"/>
          <ac:picMkLst>
            <pc:docMk/>
            <pc:sldMk cId="2031134751" sldId="985"/>
            <ac:picMk id="5" creationId="{862FF44B-A13A-2132-2CBD-A47168AC3745}"/>
          </ac:picMkLst>
        </pc:picChg>
        <pc:picChg chg="del">
          <ac:chgData name="Palit, Tapti" userId="dec6fbcd-7598-406a-8cbf-504d4a3bac15" providerId="ADAL" clId="{ECD42228-5B96-4A72-B268-C46DF994E6B7}" dt="2024-01-25T06:35:44.375" v="54567" actId="478"/>
          <ac:picMkLst>
            <pc:docMk/>
            <pc:sldMk cId="2031134751" sldId="985"/>
            <ac:picMk id="6" creationId="{234AF0AC-9DF9-D6C5-6556-F0DE313297EE}"/>
          </ac:picMkLst>
        </pc:pic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25T13:59:31.259" v="59198"/>
              <pc2:cmMkLst xmlns:pc2="http://schemas.microsoft.com/office/powerpoint/2019/9/main/command">
                <pc:docMk/>
                <pc:sldMk cId="2031134751" sldId="985"/>
                <pc2:cmMk id="{622E6C27-AEF1-47AF-8840-E091EA1987D2}"/>
              </pc2:cmMkLst>
            </pc226:cmChg>
          </p:ext>
        </pc:extLst>
      </pc:sldChg>
      <pc:sldChg chg="add del mod modShow">
        <pc:chgData name="Palit, Tapti" userId="dec6fbcd-7598-406a-8cbf-504d4a3bac15" providerId="ADAL" clId="{ECD42228-5B96-4A72-B268-C46DF994E6B7}" dt="2024-01-28T03:44:01.241" v="67437" actId="47"/>
        <pc:sldMkLst>
          <pc:docMk/>
          <pc:sldMk cId="3947750723" sldId="985"/>
        </pc:sldMkLst>
      </pc:sldChg>
      <pc:sldChg chg="modSp new del mod modNotesTx">
        <pc:chgData name="Palit, Tapti" userId="dec6fbcd-7598-406a-8cbf-504d4a3bac15" providerId="ADAL" clId="{ECD42228-5B96-4A72-B268-C46DF994E6B7}" dt="2024-01-25T06:55:13.854" v="55426" actId="47"/>
        <pc:sldMkLst>
          <pc:docMk/>
          <pc:sldMk cId="288057125" sldId="986"/>
        </pc:sldMkLst>
        <pc:spChg chg="mod">
          <ac:chgData name="Palit, Tapti" userId="dec6fbcd-7598-406a-8cbf-504d4a3bac15" providerId="ADAL" clId="{ECD42228-5B96-4A72-B268-C46DF994E6B7}" dt="2024-01-25T06:55:11.569" v="55425" actId="21"/>
          <ac:spMkLst>
            <pc:docMk/>
            <pc:sldMk cId="288057125" sldId="986"/>
            <ac:spMk id="3" creationId="{0BCD13D9-2DB3-E289-759F-A85B28B84ADA}"/>
          </ac:spMkLst>
        </pc:spChg>
      </pc:sldChg>
      <pc:sldChg chg="modSp del mod modNotesTx">
        <pc:chgData name="Palit, Tapti" userId="dec6fbcd-7598-406a-8cbf-504d4a3bac15" providerId="ADAL" clId="{ECD42228-5B96-4A72-B268-C46DF994E6B7}" dt="2024-01-30T03:49:32.249" v="85698" actId="2696"/>
        <pc:sldMkLst>
          <pc:docMk/>
          <pc:sldMk cId="426118227" sldId="987"/>
        </pc:sldMkLst>
        <pc:spChg chg="mod">
          <ac:chgData name="Palit, Tapti" userId="dec6fbcd-7598-406a-8cbf-504d4a3bac15" providerId="ADAL" clId="{ECD42228-5B96-4A72-B268-C46DF994E6B7}" dt="2024-01-26T16:24:49.933" v="61846" actId="14100"/>
          <ac:spMkLst>
            <pc:docMk/>
            <pc:sldMk cId="426118227" sldId="987"/>
            <ac:spMk id="10" creationId="{A2EC4C5D-A7F6-FF49-180E-C3A6913C0AA9}"/>
          </ac:spMkLst>
        </pc:spChg>
      </pc:sldChg>
      <pc:sldChg chg="add mod modShow">
        <pc:chgData name="Palit, Tapti" userId="dec6fbcd-7598-406a-8cbf-504d4a3bac15" providerId="ADAL" clId="{ECD42228-5B96-4A72-B268-C46DF994E6B7}" dt="2024-01-30T03:49:37.289" v="85700" actId="729"/>
        <pc:sldMkLst>
          <pc:docMk/>
          <pc:sldMk cId="1576313020" sldId="987"/>
        </pc:sldMkLst>
      </pc:sldChg>
      <pc:sldChg chg="addSp delSp modSp add mod ord modNotesTx">
        <pc:chgData name="Palit, Tapti" userId="dec6fbcd-7598-406a-8cbf-504d4a3bac15" providerId="ADAL" clId="{ECD42228-5B96-4A72-B268-C46DF994E6B7}" dt="2024-01-25T13:59:16.061" v="59197" actId="20577"/>
        <pc:sldMkLst>
          <pc:docMk/>
          <pc:sldMk cId="2228293722" sldId="987"/>
        </pc:sldMkLst>
        <pc:spChg chg="add mod">
          <ac:chgData name="Palit, Tapti" userId="dec6fbcd-7598-406a-8cbf-504d4a3bac15" providerId="ADAL" clId="{ECD42228-5B96-4A72-B268-C46DF994E6B7}" dt="2024-01-25T06:57:10.535" v="55587" actId="20577"/>
          <ac:spMkLst>
            <pc:docMk/>
            <pc:sldMk cId="2228293722" sldId="987"/>
            <ac:spMk id="2" creationId="{CF8375B6-5DA9-7D43-A1F4-AFE194A52CEA}"/>
          </ac:spMkLst>
        </pc:spChg>
        <pc:spChg chg="mod">
          <ac:chgData name="Palit, Tapti" userId="dec6fbcd-7598-406a-8cbf-504d4a3bac15" providerId="ADAL" clId="{ECD42228-5B96-4A72-B268-C46DF994E6B7}" dt="2024-01-25T06:55:16.827" v="55427"/>
          <ac:spMkLst>
            <pc:docMk/>
            <pc:sldMk cId="2228293722" sldId="987"/>
            <ac:spMk id="3" creationId="{0F8FF57D-D875-4CA5-B98A-04F4C751036F}"/>
          </ac:spMkLst>
        </pc:spChg>
        <pc:spChg chg="del">
          <ac:chgData name="Palit, Tapti" userId="dec6fbcd-7598-406a-8cbf-504d4a3bac15" providerId="ADAL" clId="{ECD42228-5B96-4A72-B268-C46DF994E6B7}" dt="2024-01-25T06:57:24.574" v="55589" actId="478"/>
          <ac:spMkLst>
            <pc:docMk/>
            <pc:sldMk cId="2228293722" sldId="987"/>
            <ac:spMk id="14" creationId="{4F71EE6E-0F02-F1B5-3B5D-3E0279A69E7E}"/>
          </ac:spMkLst>
        </pc:spChg>
        <pc:spChg chg="add mod">
          <ac:chgData name="Palit, Tapti" userId="dec6fbcd-7598-406a-8cbf-504d4a3bac15" providerId="ADAL" clId="{ECD42228-5B96-4A72-B268-C46DF994E6B7}" dt="2024-01-25T06:57:24.574" v="55589" actId="478"/>
          <ac:spMkLst>
            <pc:docMk/>
            <pc:sldMk cId="2228293722" sldId="987"/>
            <ac:spMk id="17" creationId="{8B1ED62E-D8FF-B096-8748-9AD1370866A0}"/>
          </ac:spMkLst>
        </pc:spChg>
      </pc:sldChg>
      <pc:sldChg chg="modSp add del mod">
        <pc:chgData name="Palit, Tapti" userId="dec6fbcd-7598-406a-8cbf-504d4a3bac15" providerId="ADAL" clId="{ECD42228-5B96-4A72-B268-C46DF994E6B7}" dt="2024-01-27T21:22:08.800" v="65063" actId="2696"/>
        <pc:sldMkLst>
          <pc:docMk/>
          <pc:sldMk cId="2095833198" sldId="988"/>
        </pc:sldMkLst>
        <pc:graphicFrameChg chg="modGraphic">
          <ac:chgData name="Palit, Tapti" userId="dec6fbcd-7598-406a-8cbf-504d4a3bac15" providerId="ADAL" clId="{ECD42228-5B96-4A72-B268-C46DF994E6B7}" dt="2024-01-27T20:45:06.204" v="64382" actId="207"/>
          <ac:graphicFrameMkLst>
            <pc:docMk/>
            <pc:sldMk cId="2095833198" sldId="988"/>
            <ac:graphicFrameMk id="6" creationId="{82D73C16-A132-AF74-FA7D-FADD1D52DEC4}"/>
          </ac:graphicFrameMkLst>
        </pc:graphicFrameChg>
      </pc:sldChg>
      <pc:sldChg chg="add del mod modShow">
        <pc:chgData name="Palit, Tapti" userId="dec6fbcd-7598-406a-8cbf-504d4a3bac15" providerId="ADAL" clId="{ECD42228-5B96-4A72-B268-C46DF994E6B7}" dt="2024-01-28T03:44:01.241" v="67437" actId="47"/>
        <pc:sldMkLst>
          <pc:docMk/>
          <pc:sldMk cId="2648247805" sldId="988"/>
        </pc:sldMkLst>
      </pc:sldChg>
      <pc:sldChg chg="addSp delSp modSp add mod modNotesTx">
        <pc:chgData name="Palit, Tapti" userId="dec6fbcd-7598-406a-8cbf-504d4a3bac15" providerId="ADAL" clId="{ECD42228-5B96-4A72-B268-C46DF994E6B7}" dt="2024-01-25T14:14:01.898" v="59630" actId="20577"/>
        <pc:sldMkLst>
          <pc:docMk/>
          <pc:sldMk cId="4012976009" sldId="988"/>
        </pc:sldMkLst>
        <pc:spChg chg="add mod">
          <ac:chgData name="Palit, Tapti" userId="dec6fbcd-7598-406a-8cbf-504d4a3bac15" providerId="ADAL" clId="{ECD42228-5B96-4A72-B268-C46DF994E6B7}" dt="2024-01-25T06:57:14.665" v="55588"/>
          <ac:spMkLst>
            <pc:docMk/>
            <pc:sldMk cId="4012976009" sldId="988"/>
            <ac:spMk id="2" creationId="{EFA01518-7224-8C11-63F9-B8BA344C6796}"/>
          </ac:spMkLst>
        </pc:spChg>
        <pc:spChg chg="del">
          <ac:chgData name="Palit, Tapti" userId="dec6fbcd-7598-406a-8cbf-504d4a3bac15" providerId="ADAL" clId="{ECD42228-5B96-4A72-B268-C46DF994E6B7}" dt="2024-01-25T06:56:32.880" v="55549" actId="478"/>
          <ac:spMkLst>
            <pc:docMk/>
            <pc:sldMk cId="4012976009" sldId="988"/>
            <ac:spMk id="12" creationId="{78C0FFFA-8E71-4DFE-CF39-E1F27D2DCF75}"/>
          </ac:spMkLst>
        </pc:spChg>
        <pc:spChg chg="del">
          <ac:chgData name="Palit, Tapti" userId="dec6fbcd-7598-406a-8cbf-504d4a3bac15" providerId="ADAL" clId="{ECD42228-5B96-4A72-B268-C46DF994E6B7}" dt="2024-01-25T06:57:28.199" v="55590" actId="478"/>
          <ac:spMkLst>
            <pc:docMk/>
            <pc:sldMk cId="4012976009" sldId="988"/>
            <ac:spMk id="14" creationId="{4F71EE6E-0F02-F1B5-3B5D-3E0279A69E7E}"/>
          </ac:spMkLst>
        </pc:spChg>
        <pc:spChg chg="add mod">
          <ac:chgData name="Palit, Tapti" userId="dec6fbcd-7598-406a-8cbf-504d4a3bac15" providerId="ADAL" clId="{ECD42228-5B96-4A72-B268-C46DF994E6B7}" dt="2024-01-25T14:14:01.898" v="59630" actId="20577"/>
          <ac:spMkLst>
            <pc:docMk/>
            <pc:sldMk cId="4012976009" sldId="988"/>
            <ac:spMk id="17" creationId="{AA255046-FF24-9EC2-C47E-CB25A94CAE31}"/>
          </ac:spMkLst>
        </pc:spChg>
        <pc:cxnChg chg="del">
          <ac:chgData name="Palit, Tapti" userId="dec6fbcd-7598-406a-8cbf-504d4a3bac15" providerId="ADAL" clId="{ECD42228-5B96-4A72-B268-C46DF994E6B7}" dt="2024-01-25T06:56:27.065" v="55547" actId="478"/>
          <ac:cxnSpMkLst>
            <pc:docMk/>
            <pc:sldMk cId="4012976009" sldId="988"/>
            <ac:cxnSpMk id="7" creationId="{0843CB4B-974A-88FA-D20B-C04E84F4669A}"/>
          </ac:cxnSpMkLst>
        </pc:cxnChg>
        <pc:cxnChg chg="del">
          <ac:chgData name="Palit, Tapti" userId="dec6fbcd-7598-406a-8cbf-504d4a3bac15" providerId="ADAL" clId="{ECD42228-5B96-4A72-B268-C46DF994E6B7}" dt="2024-01-25T06:56:39.220" v="55552" actId="478"/>
          <ac:cxnSpMkLst>
            <pc:docMk/>
            <pc:sldMk cId="4012976009" sldId="988"/>
            <ac:cxnSpMk id="8" creationId="{C482F826-9A7D-5C79-CB87-3E6F07971C80}"/>
          </ac:cxnSpMkLst>
        </pc:cxnChg>
        <pc:cxnChg chg="del">
          <ac:chgData name="Palit, Tapti" userId="dec6fbcd-7598-406a-8cbf-504d4a3bac15" providerId="ADAL" clId="{ECD42228-5B96-4A72-B268-C46DF994E6B7}" dt="2024-01-25T06:56:41.229" v="55553" actId="478"/>
          <ac:cxnSpMkLst>
            <pc:docMk/>
            <pc:sldMk cId="4012976009" sldId="988"/>
            <ac:cxnSpMk id="9" creationId="{C4C932B5-D5F7-7A0B-218A-5D796E4AE5D0}"/>
          </ac:cxnSpMkLst>
        </pc:cxnChg>
        <pc:cxnChg chg="del">
          <ac:chgData name="Palit, Tapti" userId="dec6fbcd-7598-406a-8cbf-504d4a3bac15" providerId="ADAL" clId="{ECD42228-5B96-4A72-B268-C46DF994E6B7}" dt="2024-01-25T06:56:29.607" v="55548" actId="478"/>
          <ac:cxnSpMkLst>
            <pc:docMk/>
            <pc:sldMk cId="4012976009" sldId="988"/>
            <ac:cxnSpMk id="11" creationId="{0F9989DF-883D-06E6-5381-B1AC1A9C7FA6}"/>
          </ac:cxnSpMkLst>
        </pc:cxnChg>
        <pc:cxnChg chg="del">
          <ac:chgData name="Palit, Tapti" userId="dec6fbcd-7598-406a-8cbf-504d4a3bac15" providerId="ADAL" clId="{ECD42228-5B96-4A72-B268-C46DF994E6B7}" dt="2024-01-25T06:56:24.758" v="55546" actId="478"/>
          <ac:cxnSpMkLst>
            <pc:docMk/>
            <pc:sldMk cId="4012976009" sldId="988"/>
            <ac:cxnSpMk id="15" creationId="{D7F795DB-2F26-3358-A886-88C0A63349DD}"/>
          </ac:cxnSpMkLst>
        </pc:cxnChg>
        <pc:cxnChg chg="del">
          <ac:chgData name="Palit, Tapti" userId="dec6fbcd-7598-406a-8cbf-504d4a3bac15" providerId="ADAL" clId="{ECD42228-5B96-4A72-B268-C46DF994E6B7}" dt="2024-01-25T06:56:34.980" v="55550" actId="478"/>
          <ac:cxnSpMkLst>
            <pc:docMk/>
            <pc:sldMk cId="4012976009" sldId="988"/>
            <ac:cxnSpMk id="16" creationId="{842A3267-CB1D-E2D4-6AB2-181DD993A4C7}"/>
          </ac:cxnSpMkLst>
        </pc:cxnChg>
        <pc:cxnChg chg="del">
          <ac:chgData name="Palit, Tapti" userId="dec6fbcd-7598-406a-8cbf-504d4a3bac15" providerId="ADAL" clId="{ECD42228-5B96-4A72-B268-C46DF994E6B7}" dt="2024-01-25T06:56:37.351" v="55551" actId="478"/>
          <ac:cxnSpMkLst>
            <pc:docMk/>
            <pc:sldMk cId="4012976009" sldId="988"/>
            <ac:cxnSpMk id="18" creationId="{BC16FB2A-3618-3411-5EAA-05574D8DD619}"/>
          </ac:cxnSpMkLst>
        </pc:cxnChg>
      </pc:sldChg>
      <pc:sldChg chg="addSp delSp modSp new mod modAnim">
        <pc:chgData name="Palit, Tapti" userId="dec6fbcd-7598-406a-8cbf-504d4a3bac15" providerId="ADAL" clId="{ECD42228-5B96-4A72-B268-C46DF994E6B7}" dt="2024-01-25T07:12:50.833" v="56112"/>
        <pc:sldMkLst>
          <pc:docMk/>
          <pc:sldMk cId="3171677885" sldId="989"/>
        </pc:sldMkLst>
        <pc:spChg chg="del">
          <ac:chgData name="Palit, Tapti" userId="dec6fbcd-7598-406a-8cbf-504d4a3bac15" providerId="ADAL" clId="{ECD42228-5B96-4A72-B268-C46DF994E6B7}" dt="2024-01-25T07:04:26.628" v="55964" actId="478"/>
          <ac:spMkLst>
            <pc:docMk/>
            <pc:sldMk cId="3171677885" sldId="989"/>
            <ac:spMk id="2" creationId="{B788F61C-C3A3-8526-7B1D-CE3855DE3FCE}"/>
          </ac:spMkLst>
        </pc:spChg>
        <pc:spChg chg="mod">
          <ac:chgData name="Palit, Tapti" userId="dec6fbcd-7598-406a-8cbf-504d4a3bac15" providerId="ADAL" clId="{ECD42228-5B96-4A72-B268-C46DF994E6B7}" dt="2024-01-25T06:59:44.271" v="55687" actId="20577"/>
          <ac:spMkLst>
            <pc:docMk/>
            <pc:sldMk cId="3171677885" sldId="989"/>
            <ac:spMk id="3" creationId="{718731F3-A54E-5387-C447-464520FADB53}"/>
          </ac:spMkLst>
        </pc:spChg>
        <pc:spChg chg="add mod">
          <ac:chgData name="Palit, Tapti" userId="dec6fbcd-7598-406a-8cbf-504d4a3bac15" providerId="ADAL" clId="{ECD42228-5B96-4A72-B268-C46DF994E6B7}" dt="2024-01-25T07:02:24.571" v="55953" actId="1076"/>
          <ac:spMkLst>
            <pc:docMk/>
            <pc:sldMk cId="3171677885" sldId="989"/>
            <ac:spMk id="6" creationId="{CDF54C75-8E57-C212-0645-30E19DBAEFC3}"/>
          </ac:spMkLst>
        </pc:spChg>
        <pc:spChg chg="add mod">
          <ac:chgData name="Palit, Tapti" userId="dec6fbcd-7598-406a-8cbf-504d4a3bac15" providerId="ADAL" clId="{ECD42228-5B96-4A72-B268-C46DF994E6B7}" dt="2024-01-25T07:03:43.273" v="55958" actId="1076"/>
          <ac:spMkLst>
            <pc:docMk/>
            <pc:sldMk cId="3171677885" sldId="989"/>
            <ac:spMk id="7" creationId="{DA640AE7-B549-29A9-7F0B-AA1971BB6B1F}"/>
          </ac:spMkLst>
        </pc:spChg>
        <pc:spChg chg="add mod">
          <ac:chgData name="Palit, Tapti" userId="dec6fbcd-7598-406a-8cbf-504d4a3bac15" providerId="ADAL" clId="{ECD42228-5B96-4A72-B268-C46DF994E6B7}" dt="2024-01-25T07:03:46.239" v="55959" actId="1076"/>
          <ac:spMkLst>
            <pc:docMk/>
            <pc:sldMk cId="3171677885" sldId="989"/>
            <ac:spMk id="8" creationId="{48252E3F-6361-841E-EF3B-0B03A5C8A99B}"/>
          </ac:spMkLst>
        </pc:spChg>
        <pc:spChg chg="add mod">
          <ac:chgData name="Palit, Tapti" userId="dec6fbcd-7598-406a-8cbf-504d4a3bac15" providerId="ADAL" clId="{ECD42228-5B96-4A72-B268-C46DF994E6B7}" dt="2024-01-25T07:04:50.318" v="55992" actId="14100"/>
          <ac:spMkLst>
            <pc:docMk/>
            <pc:sldMk cId="3171677885" sldId="989"/>
            <ac:spMk id="13" creationId="{DC9952A5-D4AA-48DB-2BE7-931A7943F3FA}"/>
          </ac:spMkLst>
        </pc:spChg>
        <pc:spChg chg="add mod">
          <ac:chgData name="Palit, Tapti" userId="dec6fbcd-7598-406a-8cbf-504d4a3bac15" providerId="ADAL" clId="{ECD42228-5B96-4A72-B268-C46DF994E6B7}" dt="2024-01-25T07:04:59.882" v="55998" actId="1076"/>
          <ac:spMkLst>
            <pc:docMk/>
            <pc:sldMk cId="3171677885" sldId="989"/>
            <ac:spMk id="14" creationId="{41691B7A-4D79-9769-AABF-974AD25932B3}"/>
          </ac:spMkLst>
        </pc:spChg>
        <pc:spChg chg="add del mod">
          <ac:chgData name="Palit, Tapti" userId="dec6fbcd-7598-406a-8cbf-504d4a3bac15" providerId="ADAL" clId="{ECD42228-5B96-4A72-B268-C46DF994E6B7}" dt="2024-01-25T07:07:09.191" v="56009" actId="478"/>
          <ac:spMkLst>
            <pc:docMk/>
            <pc:sldMk cId="3171677885" sldId="989"/>
            <ac:spMk id="19" creationId="{0397B7B3-4027-7397-C755-9B46BCEB778F}"/>
          </ac:spMkLst>
        </pc:spChg>
        <pc:spChg chg="add del mod">
          <ac:chgData name="Palit, Tapti" userId="dec6fbcd-7598-406a-8cbf-504d4a3bac15" providerId="ADAL" clId="{ECD42228-5B96-4A72-B268-C46DF994E6B7}" dt="2024-01-25T07:07:42.572" v="56023" actId="478"/>
          <ac:spMkLst>
            <pc:docMk/>
            <pc:sldMk cId="3171677885" sldId="989"/>
            <ac:spMk id="20" creationId="{9E7E184E-A2B1-004A-E691-1B6BE6F37DB6}"/>
          </ac:spMkLst>
        </pc:spChg>
        <pc:spChg chg="add mod">
          <ac:chgData name="Palit, Tapti" userId="dec6fbcd-7598-406a-8cbf-504d4a3bac15" providerId="ADAL" clId="{ECD42228-5B96-4A72-B268-C46DF994E6B7}" dt="2024-01-25T07:07:55.127" v="56027" actId="1076"/>
          <ac:spMkLst>
            <pc:docMk/>
            <pc:sldMk cId="3171677885" sldId="989"/>
            <ac:spMk id="21" creationId="{4A804535-7533-725E-0936-FBE2EEF5C075}"/>
          </ac:spMkLst>
        </pc:spChg>
        <pc:spChg chg="add mod">
          <ac:chgData name="Palit, Tapti" userId="dec6fbcd-7598-406a-8cbf-504d4a3bac15" providerId="ADAL" clId="{ECD42228-5B96-4A72-B268-C46DF994E6B7}" dt="2024-01-25T07:10:26.777" v="56054" actId="1076"/>
          <ac:spMkLst>
            <pc:docMk/>
            <pc:sldMk cId="3171677885" sldId="989"/>
            <ac:spMk id="22" creationId="{CEA628D5-F9A4-0571-8F68-B20C4971A648}"/>
          </ac:spMkLst>
        </pc:spChg>
        <pc:spChg chg="add mod">
          <ac:chgData name="Palit, Tapti" userId="dec6fbcd-7598-406a-8cbf-504d4a3bac15" providerId="ADAL" clId="{ECD42228-5B96-4A72-B268-C46DF994E6B7}" dt="2024-01-25T07:11:18.778" v="56090" actId="1076"/>
          <ac:spMkLst>
            <pc:docMk/>
            <pc:sldMk cId="3171677885" sldId="989"/>
            <ac:spMk id="26" creationId="{258C86E8-8F62-EB2C-6B52-95955C75AF4F}"/>
          </ac:spMkLst>
        </pc:spChg>
        <pc:spChg chg="add del mod">
          <ac:chgData name="Palit, Tapti" userId="dec6fbcd-7598-406a-8cbf-504d4a3bac15" providerId="ADAL" clId="{ECD42228-5B96-4A72-B268-C46DF994E6B7}" dt="2024-01-25T07:12:38.249" v="56109" actId="1076"/>
          <ac:spMkLst>
            <pc:docMk/>
            <pc:sldMk cId="3171677885" sldId="989"/>
            <ac:spMk id="27" creationId="{ED46B6B2-6ACB-B836-8F9F-37284BACC293}"/>
          </ac:spMkLst>
        </pc:spChg>
        <pc:picChg chg="add mod">
          <ac:chgData name="Palit, Tapti" userId="dec6fbcd-7598-406a-8cbf-504d4a3bac15" providerId="ADAL" clId="{ECD42228-5B96-4A72-B268-C46DF994E6B7}" dt="2024-01-25T07:10:08.745" v="56042" actId="1076"/>
          <ac:picMkLst>
            <pc:docMk/>
            <pc:sldMk cId="3171677885" sldId="989"/>
            <ac:picMk id="1026" creationId="{92CA06B0-E93C-15F7-5404-D4A03AC9391A}"/>
          </ac:picMkLst>
        </pc:picChg>
        <pc:cxnChg chg="add mod">
          <ac:chgData name="Palit, Tapti" userId="dec6fbcd-7598-406a-8cbf-504d4a3bac15" providerId="ADAL" clId="{ECD42228-5B96-4A72-B268-C46DF994E6B7}" dt="2024-01-25T07:04:04.808" v="55961" actId="13822"/>
          <ac:cxnSpMkLst>
            <pc:docMk/>
            <pc:sldMk cId="3171677885" sldId="989"/>
            <ac:cxnSpMk id="10" creationId="{9E94C896-B232-9692-30F5-7EADDBA316F1}"/>
          </ac:cxnSpMkLst>
        </pc:cxnChg>
        <pc:cxnChg chg="add mod">
          <ac:chgData name="Palit, Tapti" userId="dec6fbcd-7598-406a-8cbf-504d4a3bac15" providerId="ADAL" clId="{ECD42228-5B96-4A72-B268-C46DF994E6B7}" dt="2024-01-25T07:04:20.917" v="55963" actId="13822"/>
          <ac:cxnSpMkLst>
            <pc:docMk/>
            <pc:sldMk cId="3171677885" sldId="989"/>
            <ac:cxnSpMk id="12" creationId="{B7D84180-1A4B-8131-B469-70328178D2E9}"/>
          </ac:cxnSpMkLst>
        </pc:cxnChg>
        <pc:cxnChg chg="add mod">
          <ac:chgData name="Palit, Tapti" userId="dec6fbcd-7598-406a-8cbf-504d4a3bac15" providerId="ADAL" clId="{ECD42228-5B96-4A72-B268-C46DF994E6B7}" dt="2024-01-25T07:06:34.832" v="56006" actId="208"/>
          <ac:cxnSpMkLst>
            <pc:docMk/>
            <pc:sldMk cId="3171677885" sldId="989"/>
            <ac:cxnSpMk id="16" creationId="{EA0C61CC-8CC1-F1D7-06DD-36E27E4B27DA}"/>
          </ac:cxnSpMkLst>
        </pc:cxnChg>
        <pc:cxnChg chg="add mod">
          <ac:chgData name="Palit, Tapti" userId="dec6fbcd-7598-406a-8cbf-504d4a3bac15" providerId="ADAL" clId="{ECD42228-5B96-4A72-B268-C46DF994E6B7}" dt="2024-01-25T07:12:38.249" v="56109" actId="1076"/>
          <ac:cxnSpMkLst>
            <pc:docMk/>
            <pc:sldMk cId="3171677885" sldId="989"/>
            <ac:cxnSpMk id="24" creationId="{054AA8E2-7C35-513F-A322-C4357ADEBE52}"/>
          </ac:cxnSpMkLst>
        </pc:cxnChg>
        <pc:cxnChg chg="add mod">
          <ac:chgData name="Palit, Tapti" userId="dec6fbcd-7598-406a-8cbf-504d4a3bac15" providerId="ADAL" clId="{ECD42228-5B96-4A72-B268-C46DF994E6B7}" dt="2024-01-25T07:12:38.249" v="56109" actId="1076"/>
          <ac:cxnSpMkLst>
            <pc:docMk/>
            <pc:sldMk cId="3171677885" sldId="989"/>
            <ac:cxnSpMk id="28" creationId="{185F974F-3034-714F-C899-34DB07A20BAC}"/>
          </ac:cxnSpMkLst>
        </pc:cxnChg>
      </pc:sldChg>
      <pc:sldChg chg="addSp delSp modSp del mod delAnim modAnim">
        <pc:chgData name="Palit, Tapti" userId="dec6fbcd-7598-406a-8cbf-504d4a3bac15" providerId="ADAL" clId="{ECD42228-5B96-4A72-B268-C46DF994E6B7}" dt="2024-01-30T04:27:13.639" v="86310" actId="47"/>
        <pc:sldMkLst>
          <pc:docMk/>
          <pc:sldMk cId="3796243577" sldId="989"/>
        </pc:sldMkLst>
        <pc:spChg chg="mod">
          <ac:chgData name="Palit, Tapti" userId="dec6fbcd-7598-406a-8cbf-504d4a3bac15" providerId="ADAL" clId="{ECD42228-5B96-4A72-B268-C46DF994E6B7}" dt="2024-01-28T04:41:25.485" v="68355"/>
          <ac:spMkLst>
            <pc:docMk/>
            <pc:sldMk cId="3796243577" sldId="989"/>
            <ac:spMk id="3" creationId="{718731F3-A54E-5387-C447-464520FADB53}"/>
          </ac:spMkLst>
        </pc:spChg>
        <pc:spChg chg="mod">
          <ac:chgData name="Palit, Tapti" userId="dec6fbcd-7598-406a-8cbf-504d4a3bac15" providerId="ADAL" clId="{ECD42228-5B96-4A72-B268-C46DF994E6B7}" dt="2024-01-30T04:12:29.671" v="86120" actId="20577"/>
          <ac:spMkLst>
            <pc:docMk/>
            <pc:sldMk cId="3796243577" sldId="989"/>
            <ac:spMk id="6" creationId="{CDF54C75-8E57-C212-0645-30E19DBAEFC3}"/>
          </ac:spMkLst>
        </pc:spChg>
        <pc:spChg chg="add mod">
          <ac:chgData name="Palit, Tapti" userId="dec6fbcd-7598-406a-8cbf-504d4a3bac15" providerId="ADAL" clId="{ECD42228-5B96-4A72-B268-C46DF994E6B7}" dt="2024-01-30T04:12:34.537" v="86121" actId="1076"/>
          <ac:spMkLst>
            <pc:docMk/>
            <pc:sldMk cId="3796243577" sldId="989"/>
            <ac:spMk id="7" creationId="{4F0DD4F9-D13F-33FC-B35C-8BAD7548E011}"/>
          </ac:spMkLst>
        </pc:spChg>
        <pc:spChg chg="del mod">
          <ac:chgData name="Palit, Tapti" userId="dec6fbcd-7598-406a-8cbf-504d4a3bac15" providerId="ADAL" clId="{ECD42228-5B96-4A72-B268-C46DF994E6B7}" dt="2024-01-27T20:45:33.214" v="64388" actId="478"/>
          <ac:spMkLst>
            <pc:docMk/>
            <pc:sldMk cId="3796243577" sldId="989"/>
            <ac:spMk id="7" creationId="{DA640AE7-B549-29A9-7F0B-AA1971BB6B1F}"/>
          </ac:spMkLst>
        </pc:spChg>
        <pc:spChg chg="add mod">
          <ac:chgData name="Palit, Tapti" userId="dec6fbcd-7598-406a-8cbf-504d4a3bac15" providerId="ADAL" clId="{ECD42228-5B96-4A72-B268-C46DF994E6B7}" dt="2024-01-30T04:22:17.573" v="86208"/>
          <ac:spMkLst>
            <pc:docMk/>
            <pc:sldMk cId="3796243577" sldId="989"/>
            <ac:spMk id="8" creationId="{3F28B2FE-46FB-42E6-2BB8-53DCBBE1A1ED}"/>
          </ac:spMkLst>
        </pc:spChg>
        <pc:spChg chg="del mod">
          <ac:chgData name="Palit, Tapti" userId="dec6fbcd-7598-406a-8cbf-504d4a3bac15" providerId="ADAL" clId="{ECD42228-5B96-4A72-B268-C46DF994E6B7}" dt="2024-01-27T20:45:37.426" v="64390" actId="478"/>
          <ac:spMkLst>
            <pc:docMk/>
            <pc:sldMk cId="3796243577" sldId="989"/>
            <ac:spMk id="8" creationId="{48252E3F-6361-841E-EF3B-0B03A5C8A99B}"/>
          </ac:spMkLst>
        </pc:spChg>
        <pc:spChg chg="del mod">
          <ac:chgData name="Palit, Tapti" userId="dec6fbcd-7598-406a-8cbf-504d4a3bac15" providerId="ADAL" clId="{ECD42228-5B96-4A72-B268-C46DF994E6B7}" dt="2024-01-27T21:02:35.961" v="64686" actId="478"/>
          <ac:spMkLst>
            <pc:docMk/>
            <pc:sldMk cId="3796243577" sldId="989"/>
            <ac:spMk id="13" creationId="{DC9952A5-D4AA-48DB-2BE7-931A7943F3FA}"/>
          </ac:spMkLst>
        </pc:spChg>
        <pc:spChg chg="del mod">
          <ac:chgData name="Palit, Tapti" userId="dec6fbcd-7598-406a-8cbf-504d4a3bac15" providerId="ADAL" clId="{ECD42228-5B96-4A72-B268-C46DF994E6B7}" dt="2024-01-27T21:02:39.756" v="64687" actId="478"/>
          <ac:spMkLst>
            <pc:docMk/>
            <pc:sldMk cId="3796243577" sldId="989"/>
            <ac:spMk id="14" creationId="{41691B7A-4D79-9769-AABF-974AD25932B3}"/>
          </ac:spMkLst>
        </pc:spChg>
        <pc:spChg chg="del">
          <ac:chgData name="Palit, Tapti" userId="dec6fbcd-7598-406a-8cbf-504d4a3bac15" providerId="ADAL" clId="{ECD42228-5B96-4A72-B268-C46DF994E6B7}" dt="2024-01-27T20:45:35.057" v="64389" actId="478"/>
          <ac:spMkLst>
            <pc:docMk/>
            <pc:sldMk cId="3796243577" sldId="989"/>
            <ac:spMk id="20" creationId="{9E7E184E-A2B1-004A-E691-1B6BE6F37DB6}"/>
          </ac:spMkLst>
        </pc:spChg>
        <pc:spChg chg="del">
          <ac:chgData name="Palit, Tapti" userId="dec6fbcd-7598-406a-8cbf-504d4a3bac15" providerId="ADAL" clId="{ECD42228-5B96-4A72-B268-C46DF994E6B7}" dt="2024-01-27T20:45:39.141" v="64391" actId="478"/>
          <ac:spMkLst>
            <pc:docMk/>
            <pc:sldMk cId="3796243577" sldId="989"/>
            <ac:spMk id="21" creationId="{4A804535-7533-725E-0936-FBE2EEF5C075}"/>
          </ac:spMkLst>
        </pc:spChg>
        <pc:spChg chg="add mod">
          <ac:chgData name="Palit, Tapti" userId="dec6fbcd-7598-406a-8cbf-504d4a3bac15" providerId="ADAL" clId="{ECD42228-5B96-4A72-B268-C46DF994E6B7}" dt="2024-01-27T21:06:49.341" v="64694" actId="1076"/>
          <ac:spMkLst>
            <pc:docMk/>
            <pc:sldMk cId="3796243577" sldId="989"/>
            <ac:spMk id="30" creationId="{11D4ADC7-21B9-08B4-25A4-8EEFFD3ACAF2}"/>
          </ac:spMkLst>
        </pc:spChg>
        <pc:spChg chg="add mod">
          <ac:chgData name="Palit, Tapti" userId="dec6fbcd-7598-406a-8cbf-504d4a3bac15" providerId="ADAL" clId="{ECD42228-5B96-4A72-B268-C46DF994E6B7}" dt="2024-01-27T21:06:43.554" v="64693" actId="1076"/>
          <ac:spMkLst>
            <pc:docMk/>
            <pc:sldMk cId="3796243577" sldId="989"/>
            <ac:spMk id="33" creationId="{6F8DDCDB-2BC0-4664-5DDC-E0969FF063B5}"/>
          </ac:spMkLst>
        </pc:spChg>
        <pc:spChg chg="add del mod">
          <ac:chgData name="Palit, Tapti" userId="dec6fbcd-7598-406a-8cbf-504d4a3bac15" providerId="ADAL" clId="{ECD42228-5B96-4A72-B268-C46DF994E6B7}" dt="2024-01-27T21:00:45.157" v="64671" actId="478"/>
          <ac:spMkLst>
            <pc:docMk/>
            <pc:sldMk cId="3796243577" sldId="989"/>
            <ac:spMk id="34" creationId="{94B94D7E-1E4F-4643-9AA3-3F3E61E6203F}"/>
          </ac:spMkLst>
        </pc:spChg>
        <pc:spChg chg="add mod">
          <ac:chgData name="Palit, Tapti" userId="dec6fbcd-7598-406a-8cbf-504d4a3bac15" providerId="ADAL" clId="{ECD42228-5B96-4A72-B268-C46DF994E6B7}" dt="2024-01-27T21:24:12.719" v="65073" actId="113"/>
          <ac:spMkLst>
            <pc:docMk/>
            <pc:sldMk cId="3796243577" sldId="989"/>
            <ac:spMk id="45" creationId="{182D6F96-B93F-75AB-32DF-9492EF38914C}"/>
          </ac:spMkLst>
        </pc:spChg>
        <pc:spChg chg="add mod">
          <ac:chgData name="Palit, Tapti" userId="dec6fbcd-7598-406a-8cbf-504d4a3bac15" providerId="ADAL" clId="{ECD42228-5B96-4A72-B268-C46DF994E6B7}" dt="2024-01-27T21:24:12.239" v="65072" actId="113"/>
          <ac:spMkLst>
            <pc:docMk/>
            <pc:sldMk cId="3796243577" sldId="989"/>
            <ac:spMk id="46" creationId="{9715DB38-9550-104E-AAEA-4D661B3F9D39}"/>
          </ac:spMkLst>
        </pc:spChg>
        <pc:graphicFrameChg chg="add mod modGraphic">
          <ac:chgData name="Palit, Tapti" userId="dec6fbcd-7598-406a-8cbf-504d4a3bac15" providerId="ADAL" clId="{ECD42228-5B96-4A72-B268-C46DF994E6B7}" dt="2024-01-28T04:32:35.999" v="68014" actId="6549"/>
          <ac:graphicFrameMkLst>
            <pc:docMk/>
            <pc:sldMk cId="3796243577" sldId="989"/>
            <ac:graphicFrameMk id="2" creationId="{4498D35B-E7A5-4947-5802-D6A575F62626}"/>
          </ac:graphicFrameMkLst>
        </pc:graphicFrameChg>
        <pc:graphicFrameChg chg="add mod modGraphic">
          <ac:chgData name="Palit, Tapti" userId="dec6fbcd-7598-406a-8cbf-504d4a3bac15" providerId="ADAL" clId="{ECD42228-5B96-4A72-B268-C46DF994E6B7}" dt="2024-01-28T04:32:39.517" v="68015" actId="6549"/>
          <ac:graphicFrameMkLst>
            <pc:docMk/>
            <pc:sldMk cId="3796243577" sldId="989"/>
            <ac:graphicFrameMk id="28" creationId="{7A06F78A-A30D-EA99-2E4E-624D76067CB7}"/>
          </ac:graphicFrameMkLst>
        </pc:graphicFrameChg>
        <pc:cxnChg chg="mod">
          <ac:chgData name="Palit, Tapti" userId="dec6fbcd-7598-406a-8cbf-504d4a3bac15" providerId="ADAL" clId="{ECD42228-5B96-4A72-B268-C46DF994E6B7}" dt="2024-01-27T23:51:35.962" v="66151" actId="692"/>
          <ac:cxnSpMkLst>
            <pc:docMk/>
            <pc:sldMk cId="3796243577" sldId="989"/>
            <ac:cxnSpMk id="10" creationId="{9E94C896-B232-9692-30F5-7EADDBA316F1}"/>
          </ac:cxnSpMkLst>
        </pc:cxnChg>
        <pc:cxnChg chg="mod">
          <ac:chgData name="Palit, Tapti" userId="dec6fbcd-7598-406a-8cbf-504d4a3bac15" providerId="ADAL" clId="{ECD42228-5B96-4A72-B268-C46DF994E6B7}" dt="2024-01-27T23:51:35.962" v="66151" actId="692"/>
          <ac:cxnSpMkLst>
            <pc:docMk/>
            <pc:sldMk cId="3796243577" sldId="989"/>
            <ac:cxnSpMk id="12" creationId="{B7D84180-1A4B-8131-B469-70328178D2E9}"/>
          </ac:cxnSpMkLst>
        </pc:cxnChg>
      </pc:sldChg>
      <pc:sldChg chg="add del mod modShow">
        <pc:chgData name="Palit, Tapti" userId="dec6fbcd-7598-406a-8cbf-504d4a3bac15" providerId="ADAL" clId="{ECD42228-5B96-4A72-B268-C46DF994E6B7}" dt="2024-01-28T03:44:01.241" v="67437" actId="47"/>
        <pc:sldMkLst>
          <pc:docMk/>
          <pc:sldMk cId="2191707010" sldId="990"/>
        </pc:sldMkLst>
      </pc:sldChg>
      <pc:sldChg chg="addSp delSp modSp new del mod ord">
        <pc:chgData name="Palit, Tapti" userId="dec6fbcd-7598-406a-8cbf-504d4a3bac15" providerId="ADAL" clId="{ECD42228-5B96-4A72-B268-C46DF994E6B7}" dt="2024-01-27T04:01:24.554" v="63070" actId="2696"/>
        <pc:sldMkLst>
          <pc:docMk/>
          <pc:sldMk cId="2621348231" sldId="990"/>
        </pc:sldMkLst>
        <pc:spChg chg="mod">
          <ac:chgData name="Palit, Tapti" userId="dec6fbcd-7598-406a-8cbf-504d4a3bac15" providerId="ADAL" clId="{ECD42228-5B96-4A72-B268-C46DF994E6B7}" dt="2024-01-25T07:42:32.933" v="56922" actId="20577"/>
          <ac:spMkLst>
            <pc:docMk/>
            <pc:sldMk cId="2621348231" sldId="990"/>
            <ac:spMk id="2" creationId="{3A942EE7-2AD1-FF79-52BD-F7F4FC34B81C}"/>
          </ac:spMkLst>
        </pc:spChg>
        <pc:spChg chg="mod">
          <ac:chgData name="Palit, Tapti" userId="dec6fbcd-7598-406a-8cbf-504d4a3bac15" providerId="ADAL" clId="{ECD42228-5B96-4A72-B268-C46DF994E6B7}" dt="2024-01-25T07:42:22.051" v="56911" actId="20577"/>
          <ac:spMkLst>
            <pc:docMk/>
            <pc:sldMk cId="2621348231" sldId="990"/>
            <ac:spMk id="3" creationId="{6B74D93D-D8A0-4496-6383-DC23E0EEE123}"/>
          </ac:spMkLst>
        </pc:spChg>
        <pc:spChg chg="add del mod">
          <ac:chgData name="Palit, Tapti" userId="dec6fbcd-7598-406a-8cbf-504d4a3bac15" providerId="ADAL" clId="{ECD42228-5B96-4A72-B268-C46DF994E6B7}" dt="2024-01-25T07:42:59.323" v="56934" actId="478"/>
          <ac:spMkLst>
            <pc:docMk/>
            <pc:sldMk cId="2621348231" sldId="990"/>
            <ac:spMk id="8" creationId="{A964B964-0805-06DB-C6D0-4A61846A6A8E}"/>
          </ac:spMkLst>
        </pc:spChg>
        <pc:picChg chg="add mod">
          <ac:chgData name="Palit, Tapti" userId="dec6fbcd-7598-406a-8cbf-504d4a3bac15" providerId="ADAL" clId="{ECD42228-5B96-4A72-B268-C46DF994E6B7}" dt="2024-01-25T07:42:42.746" v="56923" actId="1076"/>
          <ac:picMkLst>
            <pc:docMk/>
            <pc:sldMk cId="2621348231" sldId="990"/>
            <ac:picMk id="6" creationId="{02141A3E-BFD5-166A-6E60-AFE047195AE0}"/>
          </ac:picMkLst>
        </pc:picChg>
        <pc:picChg chg="add mod">
          <ac:chgData name="Palit, Tapti" userId="dec6fbcd-7598-406a-8cbf-504d4a3bac15" providerId="ADAL" clId="{ECD42228-5B96-4A72-B268-C46DF994E6B7}" dt="2024-01-25T07:42:42.746" v="56923" actId="1076"/>
          <ac:picMkLst>
            <pc:docMk/>
            <pc:sldMk cId="2621348231" sldId="990"/>
            <ac:picMk id="7" creationId="{595A8DE6-69FB-211A-514A-51747E504F5B}"/>
          </ac:picMkLst>
        </pc:picChg>
        <pc:picChg chg="add del mod">
          <ac:chgData name="Palit, Tapti" userId="dec6fbcd-7598-406a-8cbf-504d4a3bac15" providerId="ADAL" clId="{ECD42228-5B96-4A72-B268-C46DF994E6B7}" dt="2024-01-25T07:40:25.902" v="56809" actId="478"/>
          <ac:picMkLst>
            <pc:docMk/>
            <pc:sldMk cId="2621348231" sldId="990"/>
            <ac:picMk id="2050" creationId="{F6E52A12-F634-E9F3-3FC6-AE82674C96F6}"/>
          </ac:picMkLst>
        </pc:picChg>
      </pc:sldChg>
      <pc:sldChg chg="addSp delSp modSp add mod">
        <pc:chgData name="Palit, Tapti" userId="dec6fbcd-7598-406a-8cbf-504d4a3bac15" providerId="ADAL" clId="{ECD42228-5B96-4A72-B268-C46DF994E6B7}" dt="2024-01-25T07:34:28.343" v="56414"/>
        <pc:sldMkLst>
          <pc:docMk/>
          <pc:sldMk cId="1082812199" sldId="991"/>
        </pc:sldMkLst>
        <pc:spChg chg="add del mod">
          <ac:chgData name="Palit, Tapti" userId="dec6fbcd-7598-406a-8cbf-504d4a3bac15" providerId="ADAL" clId="{ECD42228-5B96-4A72-B268-C46DF994E6B7}" dt="2024-01-25T07:26:40.566" v="56230" actId="478"/>
          <ac:spMkLst>
            <pc:docMk/>
            <pc:sldMk cId="1082812199" sldId="991"/>
            <ac:spMk id="2" creationId="{9F395DF8-D06C-0432-77C4-D14972B27E03}"/>
          </ac:spMkLst>
        </pc:spChg>
        <pc:spChg chg="mod">
          <ac:chgData name="Palit, Tapti" userId="dec6fbcd-7598-406a-8cbf-504d4a3bac15" providerId="ADAL" clId="{ECD42228-5B96-4A72-B268-C46DF994E6B7}" dt="2024-01-25T07:34:20.960" v="56413"/>
          <ac:spMkLst>
            <pc:docMk/>
            <pc:sldMk cId="1082812199" sldId="991"/>
            <ac:spMk id="3" creationId="{1A4EE72C-E366-5492-87E3-08AB9883664A}"/>
          </ac:spMkLst>
        </pc:spChg>
        <pc:spChg chg="del">
          <ac:chgData name="Palit, Tapti" userId="dec6fbcd-7598-406a-8cbf-504d4a3bac15" providerId="ADAL" clId="{ECD42228-5B96-4A72-B268-C46DF994E6B7}" dt="2024-01-25T07:26:23.791" v="56228" actId="478"/>
          <ac:spMkLst>
            <pc:docMk/>
            <pc:sldMk cId="1082812199" sldId="991"/>
            <ac:spMk id="5" creationId="{D70AD0AC-6796-42FB-01B4-AC6753FBDA98}"/>
          </ac:spMkLst>
        </pc:spChg>
        <pc:spChg chg="add mod">
          <ac:chgData name="Palit, Tapti" userId="dec6fbcd-7598-406a-8cbf-504d4a3bac15" providerId="ADAL" clId="{ECD42228-5B96-4A72-B268-C46DF994E6B7}" dt="2024-01-25T07:26:43.750" v="56232" actId="20577"/>
          <ac:spMkLst>
            <pc:docMk/>
            <pc:sldMk cId="1082812199" sldId="991"/>
            <ac:spMk id="8" creationId="{D3712ACC-1499-B07D-686A-61041218F868}"/>
          </ac:spMkLst>
        </pc:spChg>
        <pc:spChg chg="add mod">
          <ac:chgData name="Palit, Tapti" userId="dec6fbcd-7598-406a-8cbf-504d4a3bac15" providerId="ADAL" clId="{ECD42228-5B96-4A72-B268-C46DF994E6B7}" dt="2024-01-25T07:34:28.343" v="56414"/>
          <ac:spMkLst>
            <pc:docMk/>
            <pc:sldMk cId="1082812199" sldId="991"/>
            <ac:spMk id="10" creationId="{F0882C6C-305C-A177-D27E-28BEB942A903}"/>
          </ac:spMkLst>
        </pc:spChg>
        <pc:graphicFrameChg chg="mod">
          <ac:chgData name="Palit, Tapti" userId="dec6fbcd-7598-406a-8cbf-504d4a3bac15" providerId="ADAL" clId="{ECD42228-5B96-4A72-B268-C46DF994E6B7}" dt="2024-01-25T07:30:57.197" v="56330"/>
          <ac:graphicFrameMkLst>
            <pc:docMk/>
            <pc:sldMk cId="1082812199" sldId="991"/>
            <ac:graphicFrameMk id="6" creationId="{29DDF177-FB8C-28F0-7429-A32CAB798CE6}"/>
          </ac:graphicFrameMkLst>
        </pc:graphicFrameChg>
        <pc:cxnChg chg="add mod">
          <ac:chgData name="Palit, Tapti" userId="dec6fbcd-7598-406a-8cbf-504d4a3bac15" providerId="ADAL" clId="{ECD42228-5B96-4A72-B268-C46DF994E6B7}" dt="2024-01-25T07:34:28.343" v="56414"/>
          <ac:cxnSpMkLst>
            <pc:docMk/>
            <pc:sldMk cId="1082812199" sldId="991"/>
            <ac:cxnSpMk id="9" creationId="{6C423EEF-F7DC-E214-5F91-10E8914E94DE}"/>
          </ac:cxnSpMkLst>
        </pc:cxnChg>
      </pc:sldChg>
      <pc:sldChg chg="modSp mod modNotesTx">
        <pc:chgData name="Palit, Tapti" userId="dec6fbcd-7598-406a-8cbf-504d4a3bac15" providerId="ADAL" clId="{ECD42228-5B96-4A72-B268-C46DF994E6B7}" dt="2024-02-12T19:35:17.703" v="112790" actId="20577"/>
        <pc:sldMkLst>
          <pc:docMk/>
          <pc:sldMk cId="2992224601" sldId="991"/>
        </pc:sldMkLst>
        <pc:spChg chg="mod">
          <ac:chgData name="Palit, Tapti" userId="dec6fbcd-7598-406a-8cbf-504d4a3bac15" providerId="ADAL" clId="{ECD42228-5B96-4A72-B268-C46DF994E6B7}" dt="2024-02-12T19:34:56.138" v="112708" actId="20577"/>
          <ac:spMkLst>
            <pc:docMk/>
            <pc:sldMk cId="2992224601" sldId="991"/>
            <ac:spMk id="8" creationId="{D3712ACC-1499-B07D-686A-61041218F868}"/>
          </ac:spMkLst>
        </pc:spChg>
      </pc:sldChg>
      <pc:sldChg chg="add del mod modShow">
        <pc:chgData name="Palit, Tapti" userId="dec6fbcd-7598-406a-8cbf-504d4a3bac15" providerId="ADAL" clId="{ECD42228-5B96-4A72-B268-C46DF994E6B7}" dt="2024-01-28T03:44:01.241" v="67437" actId="47"/>
        <pc:sldMkLst>
          <pc:docMk/>
          <pc:sldMk cId="1299755347" sldId="992"/>
        </pc:sldMkLst>
      </pc:sldChg>
      <pc:sldChg chg="addSp modSp new del mod modNotesTx">
        <pc:chgData name="Palit, Tapti" userId="dec6fbcd-7598-406a-8cbf-504d4a3bac15" providerId="ADAL" clId="{ECD42228-5B96-4A72-B268-C46DF994E6B7}" dt="2024-01-27T04:01:24.554" v="63070" actId="2696"/>
        <pc:sldMkLst>
          <pc:docMk/>
          <pc:sldMk cId="1882918257" sldId="992"/>
        </pc:sldMkLst>
        <pc:spChg chg="mod">
          <ac:chgData name="Palit, Tapti" userId="dec6fbcd-7598-406a-8cbf-504d4a3bac15" providerId="ADAL" clId="{ECD42228-5B96-4A72-B268-C46DF994E6B7}" dt="2024-01-25T07:46:46.211" v="57139" actId="20577"/>
          <ac:spMkLst>
            <pc:docMk/>
            <pc:sldMk cId="1882918257" sldId="992"/>
            <ac:spMk id="2" creationId="{EDFBA430-39C8-978A-F1B1-FE63044D5F7D}"/>
          </ac:spMkLst>
        </pc:spChg>
        <pc:spChg chg="mod">
          <ac:chgData name="Palit, Tapti" userId="dec6fbcd-7598-406a-8cbf-504d4a3bac15" providerId="ADAL" clId="{ECD42228-5B96-4A72-B268-C46DF994E6B7}" dt="2024-01-25T07:43:13.959" v="56972" actId="20577"/>
          <ac:spMkLst>
            <pc:docMk/>
            <pc:sldMk cId="1882918257" sldId="992"/>
            <ac:spMk id="3" creationId="{975C1F79-2071-0C81-7BB0-B7E79BB3039C}"/>
          </ac:spMkLst>
        </pc:spChg>
        <pc:picChg chg="add mod">
          <ac:chgData name="Palit, Tapti" userId="dec6fbcd-7598-406a-8cbf-504d4a3bac15" providerId="ADAL" clId="{ECD42228-5B96-4A72-B268-C46DF994E6B7}" dt="2024-01-25T07:47:19.161" v="57144" actId="1076"/>
          <ac:picMkLst>
            <pc:docMk/>
            <pc:sldMk cId="1882918257" sldId="992"/>
            <ac:picMk id="3074" creationId="{EA9458F7-EC5E-F8AC-2CED-819AE782517E}"/>
          </ac:picMkLst>
        </pc:picChg>
        <pc:picChg chg="add mod">
          <ac:chgData name="Palit, Tapti" userId="dec6fbcd-7598-406a-8cbf-504d4a3bac15" providerId="ADAL" clId="{ECD42228-5B96-4A72-B268-C46DF994E6B7}" dt="2024-01-25T07:47:22.241" v="57145" actId="1076"/>
          <ac:picMkLst>
            <pc:docMk/>
            <pc:sldMk cId="1882918257" sldId="992"/>
            <ac:picMk id="3076" creationId="{ED5EF34E-C951-473C-AB53-0B4F03A644C2}"/>
          </ac:picMkLst>
        </pc:picChg>
      </pc:sldChg>
      <pc:sldChg chg="addSp delSp modSp new del mod chgLayout">
        <pc:chgData name="Palit, Tapti" userId="dec6fbcd-7598-406a-8cbf-504d4a3bac15" providerId="ADAL" clId="{ECD42228-5B96-4A72-B268-C46DF994E6B7}" dt="2024-01-27T03:39:48.394" v="63002" actId="2696"/>
        <pc:sldMkLst>
          <pc:docMk/>
          <pc:sldMk cId="576898569" sldId="993"/>
        </pc:sldMkLst>
        <pc:spChg chg="add del mod">
          <ac:chgData name="Palit, Tapti" userId="dec6fbcd-7598-406a-8cbf-504d4a3bac15" providerId="ADAL" clId="{ECD42228-5B96-4A72-B268-C46DF994E6B7}" dt="2024-01-25T13:45:15.347" v="58852" actId="20577"/>
          <ac:spMkLst>
            <pc:docMk/>
            <pc:sldMk cId="576898569" sldId="993"/>
            <ac:spMk id="2" creationId="{11AA48FA-C55C-8F5D-CBC4-27DAA1CF215B}"/>
          </ac:spMkLst>
        </pc:spChg>
        <pc:spChg chg="mod ord">
          <ac:chgData name="Palit, Tapti" userId="dec6fbcd-7598-406a-8cbf-504d4a3bac15" providerId="ADAL" clId="{ECD42228-5B96-4A72-B268-C46DF994E6B7}" dt="2024-01-25T13:44:58.514" v="58846" actId="20577"/>
          <ac:spMkLst>
            <pc:docMk/>
            <pc:sldMk cId="576898569" sldId="993"/>
            <ac:spMk id="3" creationId="{CB5D4A5A-B1DD-9DC7-46F2-C38AEF076258}"/>
          </ac:spMkLst>
        </pc:spChg>
        <pc:spChg chg="mod ord">
          <ac:chgData name="Palit, Tapti" userId="dec6fbcd-7598-406a-8cbf-504d4a3bac15" providerId="ADAL" clId="{ECD42228-5B96-4A72-B268-C46DF994E6B7}" dt="2024-01-25T07:49:44.733" v="57290" actId="6264"/>
          <ac:spMkLst>
            <pc:docMk/>
            <pc:sldMk cId="576898569" sldId="993"/>
            <ac:spMk id="4" creationId="{6EE6A7F8-548C-FA6A-75A6-147B287BC7EE}"/>
          </ac:spMkLst>
        </pc:spChg>
        <pc:spChg chg="add del mod">
          <ac:chgData name="Palit, Tapti" userId="dec6fbcd-7598-406a-8cbf-504d4a3bac15" providerId="ADAL" clId="{ECD42228-5B96-4A72-B268-C46DF994E6B7}" dt="2024-01-25T07:49:44.733" v="57290" actId="6264"/>
          <ac:spMkLst>
            <pc:docMk/>
            <pc:sldMk cId="576898569" sldId="993"/>
            <ac:spMk id="5" creationId="{71C18723-B52F-C06F-98DD-0ED45C19D1E4}"/>
          </ac:spMkLst>
        </pc:spChg>
        <pc:spChg chg="add del mod">
          <ac:chgData name="Palit, Tapti" userId="dec6fbcd-7598-406a-8cbf-504d4a3bac15" providerId="ADAL" clId="{ECD42228-5B96-4A72-B268-C46DF994E6B7}" dt="2024-01-25T07:49:44.733" v="57290" actId="6264"/>
          <ac:spMkLst>
            <pc:docMk/>
            <pc:sldMk cId="576898569" sldId="993"/>
            <ac:spMk id="6" creationId="{C8F198D3-D7E8-AD67-D7D8-0B77F1D80C3D}"/>
          </ac:spMkLst>
        </pc:spChg>
        <pc:spChg chg="add del mod">
          <ac:chgData name="Palit, Tapti" userId="dec6fbcd-7598-406a-8cbf-504d4a3bac15" providerId="ADAL" clId="{ECD42228-5B96-4A72-B268-C46DF994E6B7}" dt="2024-01-25T07:49:44.733" v="57290" actId="6264"/>
          <ac:spMkLst>
            <pc:docMk/>
            <pc:sldMk cId="576898569" sldId="993"/>
            <ac:spMk id="7" creationId="{D722A67F-016C-13E4-4335-0EED597BCACB}"/>
          </ac:spMkLst>
        </pc:spChg>
        <pc:spChg chg="add del mod">
          <ac:chgData name="Palit, Tapti" userId="dec6fbcd-7598-406a-8cbf-504d4a3bac15" providerId="ADAL" clId="{ECD42228-5B96-4A72-B268-C46DF994E6B7}" dt="2024-01-25T07:49:43.335" v="57289" actId="6264"/>
          <ac:spMkLst>
            <pc:docMk/>
            <pc:sldMk cId="576898569" sldId="993"/>
            <ac:spMk id="8" creationId="{8315C11F-0236-677F-183C-8039861EA447}"/>
          </ac:spMkLst>
        </pc:spChg>
        <pc:spChg chg="add del mod">
          <ac:chgData name="Palit, Tapti" userId="dec6fbcd-7598-406a-8cbf-504d4a3bac15" providerId="ADAL" clId="{ECD42228-5B96-4A72-B268-C46DF994E6B7}" dt="2024-01-25T07:49:43.335" v="57289" actId="6264"/>
          <ac:spMkLst>
            <pc:docMk/>
            <pc:sldMk cId="576898569" sldId="993"/>
            <ac:spMk id="9" creationId="{0C2B3332-FD42-1F03-32D7-527E292E3449}"/>
          </ac:spMkLst>
        </pc:spChg>
        <pc:spChg chg="add del mod">
          <ac:chgData name="Palit, Tapti" userId="dec6fbcd-7598-406a-8cbf-504d4a3bac15" providerId="ADAL" clId="{ECD42228-5B96-4A72-B268-C46DF994E6B7}" dt="2024-01-25T07:49:43.335" v="57289" actId="6264"/>
          <ac:spMkLst>
            <pc:docMk/>
            <pc:sldMk cId="576898569" sldId="993"/>
            <ac:spMk id="10" creationId="{8EFF1142-CCB6-26F1-240A-DBEC0B90B44F}"/>
          </ac:spMkLst>
        </pc:spChg>
        <pc:picChg chg="add mod ord">
          <ac:chgData name="Palit, Tapti" userId="dec6fbcd-7598-406a-8cbf-504d4a3bac15" providerId="ADAL" clId="{ECD42228-5B96-4A72-B268-C46DF994E6B7}" dt="2024-01-25T07:49:45.465" v="57292"/>
          <ac:picMkLst>
            <pc:docMk/>
            <pc:sldMk cId="576898569" sldId="993"/>
            <ac:picMk id="4098" creationId="{A906CB56-4075-7E56-57D5-2AF4494DEBD4}"/>
          </ac:picMkLst>
        </pc:picChg>
        <pc:picChg chg="add mod">
          <ac:chgData name="Palit, Tapti" userId="dec6fbcd-7598-406a-8cbf-504d4a3bac15" providerId="ADAL" clId="{ECD42228-5B96-4A72-B268-C46DF994E6B7}" dt="2024-01-25T07:51:45.898" v="57572" actId="1076"/>
          <ac:picMkLst>
            <pc:docMk/>
            <pc:sldMk cId="576898569" sldId="993"/>
            <ac:picMk id="4100" creationId="{307D7E76-2D2A-56AB-AB60-1B7E04C832A0}"/>
          </ac:picMkLst>
        </pc:picChg>
      </pc:sldChg>
      <pc:sldChg chg="add del mod modShow">
        <pc:chgData name="Palit, Tapti" userId="dec6fbcd-7598-406a-8cbf-504d4a3bac15" providerId="ADAL" clId="{ECD42228-5B96-4A72-B268-C46DF994E6B7}" dt="2024-01-28T03:44:01.241" v="67437" actId="47"/>
        <pc:sldMkLst>
          <pc:docMk/>
          <pc:sldMk cId="2200577061" sldId="993"/>
        </pc:sldMkLst>
      </pc:sldChg>
      <pc:sldChg chg="addSp delSp modSp new mod ord modNotesTx">
        <pc:chgData name="Palit, Tapti" userId="dec6fbcd-7598-406a-8cbf-504d4a3bac15" providerId="ADAL" clId="{ECD42228-5B96-4A72-B268-C46DF994E6B7}" dt="2024-02-13T03:04:54.188" v="115342" actId="20577"/>
        <pc:sldMkLst>
          <pc:docMk/>
          <pc:sldMk cId="815522545" sldId="994"/>
        </pc:sldMkLst>
        <pc:spChg chg="add del mod">
          <ac:chgData name="Palit, Tapti" userId="dec6fbcd-7598-406a-8cbf-504d4a3bac15" providerId="ADAL" clId="{ECD42228-5B96-4A72-B268-C46DF994E6B7}" dt="2024-01-31T01:32:47.827" v="94888" actId="478"/>
          <ac:spMkLst>
            <pc:docMk/>
            <pc:sldMk cId="815522545" sldId="994"/>
            <ac:spMk id="2" creationId="{B0DF2977-6775-429C-D500-B91287C852C7}"/>
          </ac:spMkLst>
        </pc:spChg>
        <pc:spChg chg="mod">
          <ac:chgData name="Palit, Tapti" userId="dec6fbcd-7598-406a-8cbf-504d4a3bac15" providerId="ADAL" clId="{ECD42228-5B96-4A72-B268-C46DF994E6B7}" dt="2024-01-25T07:57:20.669" v="58073" actId="20577"/>
          <ac:spMkLst>
            <pc:docMk/>
            <pc:sldMk cId="815522545" sldId="994"/>
            <ac:spMk id="3" creationId="{37780BC6-97C6-2E09-DBDA-56DA9F335959}"/>
          </ac:spMkLst>
        </pc:spChg>
        <pc:spChg chg="add del mod">
          <ac:chgData name="Palit, Tapti" userId="dec6fbcd-7598-406a-8cbf-504d4a3bac15" providerId="ADAL" clId="{ECD42228-5B96-4A72-B268-C46DF994E6B7}" dt="2024-01-31T01:32:21.838" v="94884" actId="478"/>
          <ac:spMkLst>
            <pc:docMk/>
            <pc:sldMk cId="815522545" sldId="994"/>
            <ac:spMk id="6" creationId="{E69E333D-353A-D899-4E72-5D0EF390BC75}"/>
          </ac:spMkLst>
        </pc:spChg>
        <pc:spChg chg="add del mod">
          <ac:chgData name="Palit, Tapti" userId="dec6fbcd-7598-406a-8cbf-504d4a3bac15" providerId="ADAL" clId="{ECD42228-5B96-4A72-B268-C46DF994E6B7}" dt="2024-01-31T01:32:49.335" v="94889" actId="478"/>
          <ac:spMkLst>
            <pc:docMk/>
            <pc:sldMk cId="815522545" sldId="994"/>
            <ac:spMk id="8" creationId="{9FA7AF06-0D38-3AA7-5B53-A96A2E8396FC}"/>
          </ac:spMkLst>
        </pc:spChg>
        <pc:spChg chg="add mod">
          <ac:chgData name="Palit, Tapti" userId="dec6fbcd-7598-406a-8cbf-504d4a3bac15" providerId="ADAL" clId="{ECD42228-5B96-4A72-B268-C46DF994E6B7}" dt="2024-02-09T03:03:28.579" v="102901" actId="1076"/>
          <ac:spMkLst>
            <pc:docMk/>
            <pc:sldMk cId="815522545" sldId="994"/>
            <ac:spMk id="9" creationId="{B74CAB01-3AF1-92B7-01BD-557AEED73695}"/>
          </ac:spMkLst>
        </pc:spChg>
        <pc:spChg chg="add mod">
          <ac:chgData name="Palit, Tapti" userId="dec6fbcd-7598-406a-8cbf-504d4a3bac15" providerId="ADAL" clId="{ECD42228-5B96-4A72-B268-C46DF994E6B7}" dt="2024-02-09T01:13:48.912" v="102240" actId="1076"/>
          <ac:spMkLst>
            <pc:docMk/>
            <pc:sldMk cId="815522545" sldId="994"/>
            <ac:spMk id="11" creationId="{85C0A972-3DD0-E726-93E4-D9F364120992}"/>
          </ac:spMkLst>
        </pc:spChg>
        <pc:spChg chg="add mod">
          <ac:chgData name="Palit, Tapti" userId="dec6fbcd-7598-406a-8cbf-504d4a3bac15" providerId="ADAL" clId="{ECD42228-5B96-4A72-B268-C46DF994E6B7}" dt="2024-02-09T01:13:57.897" v="102241" actId="1076"/>
          <ac:spMkLst>
            <pc:docMk/>
            <pc:sldMk cId="815522545" sldId="994"/>
            <ac:spMk id="12" creationId="{2839FB65-6BCF-8DF4-EEED-AC32F93EEC45}"/>
          </ac:spMkLst>
        </pc:spChg>
        <pc:spChg chg="add mod">
          <ac:chgData name="Palit, Tapti" userId="dec6fbcd-7598-406a-8cbf-504d4a3bac15" providerId="ADAL" clId="{ECD42228-5B96-4A72-B268-C46DF994E6B7}" dt="2024-02-09T01:09:19.479" v="102186" actId="1076"/>
          <ac:spMkLst>
            <pc:docMk/>
            <pc:sldMk cId="815522545" sldId="994"/>
            <ac:spMk id="14" creationId="{37C0D343-8D25-24A0-4F92-25220D888E38}"/>
          </ac:spMkLst>
        </pc:spChg>
        <pc:spChg chg="add mod">
          <ac:chgData name="Palit, Tapti" userId="dec6fbcd-7598-406a-8cbf-504d4a3bac15" providerId="ADAL" clId="{ECD42228-5B96-4A72-B268-C46DF994E6B7}" dt="2024-02-09T01:53:57.367" v="102492" actId="1076"/>
          <ac:spMkLst>
            <pc:docMk/>
            <pc:sldMk cId="815522545" sldId="994"/>
            <ac:spMk id="17" creationId="{A5BAC0BD-7FEC-2BD1-AB1B-269716294904}"/>
          </ac:spMkLst>
        </pc:spChg>
        <pc:spChg chg="add mod">
          <ac:chgData name="Palit, Tapti" userId="dec6fbcd-7598-406a-8cbf-504d4a3bac15" providerId="ADAL" clId="{ECD42228-5B96-4A72-B268-C46DF994E6B7}" dt="2024-02-09T01:54:11.049" v="102494" actId="1076"/>
          <ac:spMkLst>
            <pc:docMk/>
            <pc:sldMk cId="815522545" sldId="994"/>
            <ac:spMk id="18" creationId="{0062226C-7280-B957-2386-C5A3CAE73283}"/>
          </ac:spMkLst>
        </pc:spChg>
        <pc:spChg chg="add mod">
          <ac:chgData name="Palit, Tapti" userId="dec6fbcd-7598-406a-8cbf-504d4a3bac15" providerId="ADAL" clId="{ECD42228-5B96-4A72-B268-C46DF994E6B7}" dt="2024-02-09T03:03:21.067" v="102900" actId="1076"/>
          <ac:spMkLst>
            <pc:docMk/>
            <pc:sldMk cId="815522545" sldId="994"/>
            <ac:spMk id="19" creationId="{53BAFD66-EBBB-5646-E388-27789C60E7E6}"/>
          </ac:spMkLst>
        </pc:spChg>
        <pc:spChg chg="add mod">
          <ac:chgData name="Palit, Tapti" userId="dec6fbcd-7598-406a-8cbf-504d4a3bac15" providerId="ADAL" clId="{ECD42228-5B96-4A72-B268-C46DF994E6B7}" dt="2024-01-31T01:58:46.502" v="95303"/>
          <ac:spMkLst>
            <pc:docMk/>
            <pc:sldMk cId="815522545" sldId="994"/>
            <ac:spMk id="21" creationId="{66BA5820-4EFC-0B2E-FD14-ACF3459A7361}"/>
          </ac:spMkLst>
        </pc:spChg>
        <pc:spChg chg="add mod">
          <ac:chgData name="Palit, Tapti" userId="dec6fbcd-7598-406a-8cbf-504d4a3bac15" providerId="ADAL" clId="{ECD42228-5B96-4A72-B268-C46DF994E6B7}" dt="2024-02-09T03:02:49.899" v="102898" actId="1076"/>
          <ac:spMkLst>
            <pc:docMk/>
            <pc:sldMk cId="815522545" sldId="994"/>
            <ac:spMk id="27" creationId="{5ED678D5-470D-0EF1-D7BA-A6D7B43EF03D}"/>
          </ac:spMkLst>
        </pc:spChg>
        <pc:spChg chg="add mod">
          <ac:chgData name="Palit, Tapti" userId="dec6fbcd-7598-406a-8cbf-504d4a3bac15" providerId="ADAL" clId="{ECD42228-5B96-4A72-B268-C46DF994E6B7}" dt="2024-02-09T03:02:33.236" v="102896" actId="1076"/>
          <ac:spMkLst>
            <pc:docMk/>
            <pc:sldMk cId="815522545" sldId="994"/>
            <ac:spMk id="29" creationId="{4F90D076-60D0-D047-AE0B-6EE499BB2671}"/>
          </ac:spMkLst>
        </pc:spChg>
        <pc:spChg chg="add mod">
          <ac:chgData name="Palit, Tapti" userId="dec6fbcd-7598-406a-8cbf-504d4a3bac15" providerId="ADAL" clId="{ECD42228-5B96-4A72-B268-C46DF994E6B7}" dt="2024-01-31T02:00:13.027" v="95373"/>
          <ac:spMkLst>
            <pc:docMk/>
            <pc:sldMk cId="815522545" sldId="994"/>
            <ac:spMk id="30" creationId="{156BA9EA-5895-F033-9784-E82CD2A7F34F}"/>
          </ac:spMkLst>
        </pc:spChg>
        <pc:spChg chg="add mod">
          <ac:chgData name="Palit, Tapti" userId="dec6fbcd-7598-406a-8cbf-504d4a3bac15" providerId="ADAL" clId="{ECD42228-5B96-4A72-B268-C46DF994E6B7}" dt="2024-02-09T01:14:08.791" v="102242" actId="1076"/>
          <ac:spMkLst>
            <pc:docMk/>
            <pc:sldMk cId="815522545" sldId="994"/>
            <ac:spMk id="31" creationId="{9A1BB8D5-623A-C7D9-3FEF-A928A96E6D38}"/>
          </ac:spMkLst>
        </pc:spChg>
        <pc:spChg chg="add mod">
          <ac:chgData name="Palit, Tapti" userId="dec6fbcd-7598-406a-8cbf-504d4a3bac15" providerId="ADAL" clId="{ECD42228-5B96-4A72-B268-C46DF994E6B7}" dt="2024-01-31T02:01:24.120" v="95394"/>
          <ac:spMkLst>
            <pc:docMk/>
            <pc:sldMk cId="815522545" sldId="994"/>
            <ac:spMk id="32" creationId="{F74BA3BF-4467-F34F-0D90-F6BA38169FA5}"/>
          </ac:spMkLst>
        </pc:spChg>
        <pc:spChg chg="add mod">
          <ac:chgData name="Palit, Tapti" userId="dec6fbcd-7598-406a-8cbf-504d4a3bac15" providerId="ADAL" clId="{ECD42228-5B96-4A72-B268-C46DF994E6B7}" dt="2024-02-09T01:13:48.912" v="102240" actId="1076"/>
          <ac:spMkLst>
            <pc:docMk/>
            <pc:sldMk cId="815522545" sldId="994"/>
            <ac:spMk id="33" creationId="{1615F251-456E-8F02-95D2-AB73C727D9EA}"/>
          </ac:spMkLst>
        </pc:spChg>
        <pc:spChg chg="add del">
          <ac:chgData name="Palit, Tapti" userId="dec6fbcd-7598-406a-8cbf-504d4a3bac15" providerId="ADAL" clId="{ECD42228-5B96-4A72-B268-C46DF994E6B7}" dt="2024-01-31T02:03:03.485" v="95425" actId="22"/>
          <ac:spMkLst>
            <pc:docMk/>
            <pc:sldMk cId="815522545" sldId="994"/>
            <ac:spMk id="35" creationId="{268E9A09-7DEE-FC87-F46A-BF5BB05C1DA3}"/>
          </ac:spMkLst>
        </pc:spChg>
        <pc:spChg chg="add mod">
          <ac:chgData name="Palit, Tapti" userId="dec6fbcd-7598-406a-8cbf-504d4a3bac15" providerId="ADAL" clId="{ECD42228-5B96-4A72-B268-C46DF994E6B7}" dt="2024-02-09T03:02:39.139" v="102897" actId="1076"/>
          <ac:spMkLst>
            <pc:docMk/>
            <pc:sldMk cId="815522545" sldId="994"/>
            <ac:spMk id="36" creationId="{AE59E02C-7CC9-320E-0360-032CF47B53F9}"/>
          </ac:spMkLst>
        </pc:spChg>
        <pc:spChg chg="add mod">
          <ac:chgData name="Palit, Tapti" userId="dec6fbcd-7598-406a-8cbf-504d4a3bac15" providerId="ADAL" clId="{ECD42228-5B96-4A72-B268-C46DF994E6B7}" dt="2024-02-09T01:54:06.113" v="102493" actId="1076"/>
          <ac:spMkLst>
            <pc:docMk/>
            <pc:sldMk cId="815522545" sldId="994"/>
            <ac:spMk id="37" creationId="{20D41440-722A-E129-B30D-123D46239361}"/>
          </ac:spMkLst>
        </pc:spChg>
        <pc:spChg chg="add mod">
          <ac:chgData name="Palit, Tapti" userId="dec6fbcd-7598-406a-8cbf-504d4a3bac15" providerId="ADAL" clId="{ECD42228-5B96-4A72-B268-C46DF994E6B7}" dt="2024-02-09T01:13:48.912" v="102240" actId="1076"/>
          <ac:spMkLst>
            <pc:docMk/>
            <pc:sldMk cId="815522545" sldId="994"/>
            <ac:spMk id="38" creationId="{5D9B88D9-A3F6-A2A1-627B-DE8EBEE1E4CE}"/>
          </ac:spMkLst>
        </pc:spChg>
        <pc:spChg chg="add mod">
          <ac:chgData name="Palit, Tapti" userId="dec6fbcd-7598-406a-8cbf-504d4a3bac15" providerId="ADAL" clId="{ECD42228-5B96-4A72-B268-C46DF994E6B7}" dt="2024-02-09T01:54:15.319" v="102495" actId="1076"/>
          <ac:spMkLst>
            <pc:docMk/>
            <pc:sldMk cId="815522545" sldId="994"/>
            <ac:spMk id="39" creationId="{69404CFC-6CF2-BF0D-2FF3-77D729F28282}"/>
          </ac:spMkLst>
        </pc:spChg>
        <pc:spChg chg="add mod">
          <ac:chgData name="Palit, Tapti" userId="dec6fbcd-7598-406a-8cbf-504d4a3bac15" providerId="ADAL" clId="{ECD42228-5B96-4A72-B268-C46DF994E6B7}" dt="2024-01-31T02:08:15.644" v="95530"/>
          <ac:spMkLst>
            <pc:docMk/>
            <pc:sldMk cId="815522545" sldId="994"/>
            <ac:spMk id="40" creationId="{0F5A0426-9B64-7DFB-F611-087438A01AF8}"/>
          </ac:spMkLst>
        </pc:spChg>
        <pc:spChg chg="add mod">
          <ac:chgData name="Palit, Tapti" userId="dec6fbcd-7598-406a-8cbf-504d4a3bac15" providerId="ADAL" clId="{ECD42228-5B96-4A72-B268-C46DF994E6B7}" dt="2024-02-09T01:54:19.399" v="102496" actId="1076"/>
          <ac:spMkLst>
            <pc:docMk/>
            <pc:sldMk cId="815522545" sldId="994"/>
            <ac:spMk id="41" creationId="{678E3D73-5B87-AB9E-5BF2-A37953140C8C}"/>
          </ac:spMkLst>
        </pc:spChg>
        <pc:spChg chg="add mod">
          <ac:chgData name="Palit, Tapti" userId="dec6fbcd-7598-406a-8cbf-504d4a3bac15" providerId="ADAL" clId="{ECD42228-5B96-4A72-B268-C46DF994E6B7}" dt="2024-01-31T02:09:30.341" v="95544"/>
          <ac:spMkLst>
            <pc:docMk/>
            <pc:sldMk cId="815522545" sldId="994"/>
            <ac:spMk id="42" creationId="{F2E4AD64-3BCD-2D78-B131-EB1F1C8E9CE0}"/>
          </ac:spMkLst>
        </pc:spChg>
        <pc:spChg chg="add mod">
          <ac:chgData name="Palit, Tapti" userId="dec6fbcd-7598-406a-8cbf-504d4a3bac15" providerId="ADAL" clId="{ECD42228-5B96-4A72-B268-C46DF994E6B7}" dt="2024-02-09T01:13:16.752" v="102238" actId="1076"/>
          <ac:spMkLst>
            <pc:docMk/>
            <pc:sldMk cId="815522545" sldId="994"/>
            <ac:spMk id="47" creationId="{8BD161F8-F8A2-245D-0517-393A0E77F196}"/>
          </ac:spMkLst>
        </pc:spChg>
        <pc:spChg chg="add mod">
          <ac:chgData name="Palit, Tapti" userId="dec6fbcd-7598-406a-8cbf-504d4a3bac15" providerId="ADAL" clId="{ECD42228-5B96-4A72-B268-C46DF994E6B7}" dt="2024-02-09T01:54:25.408" v="102497" actId="1076"/>
          <ac:spMkLst>
            <pc:docMk/>
            <pc:sldMk cId="815522545" sldId="994"/>
            <ac:spMk id="48" creationId="{8BDAB4B8-E324-28E2-EAAA-CA1F284238E9}"/>
          </ac:spMkLst>
        </pc:spChg>
        <pc:grpChg chg="add mod">
          <ac:chgData name="Palit, Tapti" userId="dec6fbcd-7598-406a-8cbf-504d4a3bac15" providerId="ADAL" clId="{ECD42228-5B96-4A72-B268-C46DF994E6B7}" dt="2024-02-09T01:13:29.152" v="102239" actId="1076"/>
          <ac:grpSpMkLst>
            <pc:docMk/>
            <pc:sldMk cId="815522545" sldId="994"/>
            <ac:grpSpMk id="2" creationId="{97D16FAE-D98D-6F57-B61E-5DBB6EF4397C}"/>
          </ac:grpSpMkLst>
        </pc:grpChg>
        <pc:grpChg chg="add mod">
          <ac:chgData name="Palit, Tapti" userId="dec6fbcd-7598-406a-8cbf-504d4a3bac15" providerId="ADAL" clId="{ECD42228-5B96-4A72-B268-C46DF994E6B7}" dt="2024-02-09T01:13:16.752" v="102238" actId="1076"/>
          <ac:grpSpMkLst>
            <pc:docMk/>
            <pc:sldMk cId="815522545" sldId="994"/>
            <ac:grpSpMk id="4" creationId="{E217641E-A3C3-FBB7-401E-EC2803FC9827}"/>
          </ac:grpSpMkLst>
        </pc:grpChg>
        <pc:grpChg chg="add mod">
          <ac:chgData name="Palit, Tapti" userId="dec6fbcd-7598-406a-8cbf-504d4a3bac15" providerId="ADAL" clId="{ECD42228-5B96-4A72-B268-C46DF994E6B7}" dt="2024-02-09T01:13:48.912" v="102240" actId="1076"/>
          <ac:grpSpMkLst>
            <pc:docMk/>
            <pc:sldMk cId="815522545" sldId="994"/>
            <ac:grpSpMk id="5" creationId="{B064FD61-DE3C-E615-AA0D-38784D9DAC96}"/>
          </ac:grpSpMkLst>
        </pc:grpChg>
        <pc:grpChg chg="add mod">
          <ac:chgData name="Palit, Tapti" userId="dec6fbcd-7598-406a-8cbf-504d4a3bac15" providerId="ADAL" clId="{ECD42228-5B96-4A72-B268-C46DF994E6B7}" dt="2024-02-09T01:14:08.791" v="102242" actId="1076"/>
          <ac:grpSpMkLst>
            <pc:docMk/>
            <pc:sldMk cId="815522545" sldId="994"/>
            <ac:grpSpMk id="6" creationId="{B2395D9A-9910-CDC7-B916-155C31A2AE31}"/>
          </ac:grpSpMkLst>
        </pc:grpChg>
        <pc:grpChg chg="add mod">
          <ac:chgData name="Palit, Tapti" userId="dec6fbcd-7598-406a-8cbf-504d4a3bac15" providerId="ADAL" clId="{ECD42228-5B96-4A72-B268-C46DF994E6B7}" dt="2024-02-09T01:53:48.511" v="102491" actId="1076"/>
          <ac:grpSpMkLst>
            <pc:docMk/>
            <pc:sldMk cId="815522545" sldId="994"/>
            <ac:grpSpMk id="10" creationId="{06594CAC-27B4-E77F-82F5-F5CB7879FDAF}"/>
          </ac:grpSpMkLst>
        </pc:grpChg>
        <pc:grpChg chg="add mod">
          <ac:chgData name="Palit, Tapti" userId="dec6fbcd-7598-406a-8cbf-504d4a3bac15" providerId="ADAL" clId="{ECD42228-5B96-4A72-B268-C46DF994E6B7}" dt="2024-02-09T01:13:57.897" v="102241" actId="1076"/>
          <ac:grpSpMkLst>
            <pc:docMk/>
            <pc:sldMk cId="815522545" sldId="994"/>
            <ac:grpSpMk id="13" creationId="{7C882C16-74FC-67A1-0E43-DA3A27279BCF}"/>
          </ac:grpSpMkLst>
        </pc:grpChg>
        <pc:grpChg chg="add mod">
          <ac:chgData name="Palit, Tapti" userId="dec6fbcd-7598-406a-8cbf-504d4a3bac15" providerId="ADAL" clId="{ECD42228-5B96-4A72-B268-C46DF994E6B7}" dt="2024-02-09T01:13:48.912" v="102240" actId="1076"/>
          <ac:grpSpMkLst>
            <pc:docMk/>
            <pc:sldMk cId="815522545" sldId="994"/>
            <ac:grpSpMk id="22" creationId="{7C95A0C1-E5C4-BE1D-6B4E-4C4860B413EE}"/>
          </ac:grpSpMkLst>
        </pc:grpChg>
        <pc:grpChg chg="add mod">
          <ac:chgData name="Palit, Tapti" userId="dec6fbcd-7598-406a-8cbf-504d4a3bac15" providerId="ADAL" clId="{ECD42228-5B96-4A72-B268-C46DF994E6B7}" dt="2024-02-09T01:09:19.479" v="102186" actId="1076"/>
          <ac:grpSpMkLst>
            <pc:docMk/>
            <pc:sldMk cId="815522545" sldId="994"/>
            <ac:grpSpMk id="23" creationId="{C229135D-8FCD-07EB-3211-33E955F19409}"/>
          </ac:grpSpMkLst>
        </pc:grpChg>
        <pc:grpChg chg="add mod">
          <ac:chgData name="Palit, Tapti" userId="dec6fbcd-7598-406a-8cbf-504d4a3bac15" providerId="ADAL" clId="{ECD42228-5B96-4A72-B268-C46DF994E6B7}" dt="2024-02-09T01:53:57.367" v="102492" actId="1076"/>
          <ac:grpSpMkLst>
            <pc:docMk/>
            <pc:sldMk cId="815522545" sldId="994"/>
            <ac:grpSpMk id="24" creationId="{28FCA93D-6CD0-A8DD-EFA0-A9FB4D0C9FCD}"/>
          </ac:grpSpMkLst>
        </pc:grpChg>
        <pc:grpChg chg="add mod">
          <ac:chgData name="Palit, Tapti" userId="dec6fbcd-7598-406a-8cbf-504d4a3bac15" providerId="ADAL" clId="{ECD42228-5B96-4A72-B268-C46DF994E6B7}" dt="2024-02-09T01:54:11.049" v="102494" actId="1076"/>
          <ac:grpSpMkLst>
            <pc:docMk/>
            <pc:sldMk cId="815522545" sldId="994"/>
            <ac:grpSpMk id="25" creationId="{F4266F29-2A36-0010-F882-91E9864D1F1F}"/>
          </ac:grpSpMkLst>
        </pc:grpChg>
        <pc:grpChg chg="add mod">
          <ac:chgData name="Palit, Tapti" userId="dec6fbcd-7598-406a-8cbf-504d4a3bac15" providerId="ADAL" clId="{ECD42228-5B96-4A72-B268-C46DF994E6B7}" dt="2024-02-09T01:13:02.865" v="102237" actId="1076"/>
          <ac:grpSpMkLst>
            <pc:docMk/>
            <pc:sldMk cId="815522545" sldId="994"/>
            <ac:grpSpMk id="26" creationId="{FC1A4946-FF47-0638-4EC4-BE2888555B02}"/>
          </ac:grpSpMkLst>
        </pc:grpChg>
        <pc:grpChg chg="add mod">
          <ac:chgData name="Palit, Tapti" userId="dec6fbcd-7598-406a-8cbf-504d4a3bac15" providerId="ADAL" clId="{ECD42228-5B96-4A72-B268-C46DF994E6B7}" dt="2024-02-09T01:13:02.865" v="102237" actId="1076"/>
          <ac:grpSpMkLst>
            <pc:docMk/>
            <pc:sldMk cId="815522545" sldId="994"/>
            <ac:grpSpMk id="28" creationId="{F0C78CA5-552D-125F-210F-D9E1F751EEB3}"/>
          </ac:grpSpMkLst>
        </pc:grpChg>
        <pc:grpChg chg="add mod">
          <ac:chgData name="Palit, Tapti" userId="dec6fbcd-7598-406a-8cbf-504d4a3bac15" providerId="ADAL" clId="{ECD42228-5B96-4A72-B268-C46DF994E6B7}" dt="2024-02-09T01:54:19.399" v="102496" actId="1076"/>
          <ac:grpSpMkLst>
            <pc:docMk/>
            <pc:sldMk cId="815522545" sldId="994"/>
            <ac:grpSpMk id="43" creationId="{6DE5F1B4-A535-288A-658B-4F15A0E1BB38}"/>
          </ac:grpSpMkLst>
        </pc:grpChg>
        <pc:grpChg chg="add mod">
          <ac:chgData name="Palit, Tapti" userId="dec6fbcd-7598-406a-8cbf-504d4a3bac15" providerId="ADAL" clId="{ECD42228-5B96-4A72-B268-C46DF994E6B7}" dt="2024-02-09T01:54:15.319" v="102495" actId="1076"/>
          <ac:grpSpMkLst>
            <pc:docMk/>
            <pc:sldMk cId="815522545" sldId="994"/>
            <ac:grpSpMk id="44" creationId="{F4A89916-D0C1-D77A-DFE3-B8D052F0CABB}"/>
          </ac:grpSpMkLst>
        </pc:grpChg>
        <pc:grpChg chg="add mod">
          <ac:chgData name="Palit, Tapti" userId="dec6fbcd-7598-406a-8cbf-504d4a3bac15" providerId="ADAL" clId="{ECD42228-5B96-4A72-B268-C46DF994E6B7}" dt="2024-02-09T01:13:48.912" v="102240" actId="1076"/>
          <ac:grpSpMkLst>
            <pc:docMk/>
            <pc:sldMk cId="815522545" sldId="994"/>
            <ac:grpSpMk id="45" creationId="{F9EEB258-5E95-F994-C2B3-E004929A2264}"/>
          </ac:grpSpMkLst>
        </pc:grpChg>
        <pc:grpChg chg="add mod">
          <ac:chgData name="Palit, Tapti" userId="dec6fbcd-7598-406a-8cbf-504d4a3bac15" providerId="ADAL" clId="{ECD42228-5B96-4A72-B268-C46DF994E6B7}" dt="2024-02-09T01:54:06.113" v="102493" actId="1076"/>
          <ac:grpSpMkLst>
            <pc:docMk/>
            <pc:sldMk cId="815522545" sldId="994"/>
            <ac:grpSpMk id="46" creationId="{BF3FC291-6E27-8E2F-8BFC-5607DEEDB54A}"/>
          </ac:grpSpMkLst>
        </pc:grpChg>
        <pc:grpChg chg="add mod">
          <ac:chgData name="Palit, Tapti" userId="dec6fbcd-7598-406a-8cbf-504d4a3bac15" providerId="ADAL" clId="{ECD42228-5B96-4A72-B268-C46DF994E6B7}" dt="2024-02-09T01:54:25.408" v="102497" actId="1076"/>
          <ac:grpSpMkLst>
            <pc:docMk/>
            <pc:sldMk cId="815522545" sldId="994"/>
            <ac:grpSpMk id="49" creationId="{1DBD8AFC-5155-165B-5F5B-1A7CE7AAF76A}"/>
          </ac:grpSpMkLst>
        </pc:grpChg>
        <pc:grpChg chg="add mod">
          <ac:chgData name="Palit, Tapti" userId="dec6fbcd-7598-406a-8cbf-504d4a3bac15" providerId="ADAL" clId="{ECD42228-5B96-4A72-B268-C46DF994E6B7}" dt="2024-02-09T01:13:16.752" v="102238" actId="1076"/>
          <ac:grpSpMkLst>
            <pc:docMk/>
            <pc:sldMk cId="815522545" sldId="994"/>
            <ac:grpSpMk id="50" creationId="{5123F1AB-4EA9-299E-3FB9-5729D52C4105}"/>
          </ac:grpSpMkLst>
        </pc:grpChg>
        <pc:picChg chg="add del mod">
          <ac:chgData name="Palit, Tapti" userId="dec6fbcd-7598-406a-8cbf-504d4a3bac15" providerId="ADAL" clId="{ECD42228-5B96-4A72-B268-C46DF994E6B7}" dt="2024-01-31T01:53:31.338" v="95194" actId="478"/>
          <ac:picMkLst>
            <pc:docMk/>
            <pc:sldMk cId="815522545" sldId="994"/>
            <ac:picMk id="15" creationId="{9D3444BC-6E5D-9309-9047-2216635A09C5}"/>
          </ac:picMkLst>
        </pc:picChg>
        <pc:picChg chg="add mod">
          <ac:chgData name="Palit, Tapti" userId="dec6fbcd-7598-406a-8cbf-504d4a3bac15" providerId="ADAL" clId="{ECD42228-5B96-4A72-B268-C46DF994E6B7}" dt="2024-01-31T01:53:48.997" v="95195"/>
          <ac:picMkLst>
            <pc:docMk/>
            <pc:sldMk cId="815522545" sldId="994"/>
            <ac:picMk id="16" creationId="{C165D540-03DE-6124-61B4-DC77277F0A91}"/>
          </ac:picMkLst>
        </pc:picChg>
        <pc:picChg chg="add mod">
          <ac:chgData name="Palit, Tapti" userId="dec6fbcd-7598-406a-8cbf-504d4a3bac15" providerId="ADAL" clId="{ECD42228-5B96-4A72-B268-C46DF994E6B7}" dt="2024-01-31T01:58:46.502" v="95303"/>
          <ac:picMkLst>
            <pc:docMk/>
            <pc:sldMk cId="815522545" sldId="994"/>
            <ac:picMk id="20" creationId="{1A941CA2-0709-B648-413A-FE56575A3AE5}"/>
          </ac:picMkLst>
        </pc:picChg>
        <pc:picChg chg="add mod">
          <ac:chgData name="Palit, Tapti" userId="dec6fbcd-7598-406a-8cbf-504d4a3bac15" providerId="ADAL" clId="{ECD42228-5B96-4A72-B268-C46DF994E6B7}" dt="2024-02-09T01:53:48.511" v="102491" actId="1076"/>
          <ac:picMkLst>
            <pc:docMk/>
            <pc:sldMk cId="815522545" sldId="994"/>
            <ac:picMk id="1026" creationId="{689F26A4-090C-D78E-1A79-A7BE19E1CEC8}"/>
          </ac:picMkLst>
        </pc:picChg>
        <pc:picChg chg="add mod">
          <ac:chgData name="Palit, Tapti" userId="dec6fbcd-7598-406a-8cbf-504d4a3bac15" providerId="ADAL" clId="{ECD42228-5B96-4A72-B268-C46DF994E6B7}" dt="2024-02-09T01:13:48.912" v="102240" actId="1076"/>
          <ac:picMkLst>
            <pc:docMk/>
            <pc:sldMk cId="815522545" sldId="994"/>
            <ac:picMk id="1028" creationId="{F883F830-4B5F-C2C2-DF1E-A0C57BF15097}"/>
          </ac:picMkLst>
        </pc:picChg>
        <pc:picChg chg="add mod">
          <ac:chgData name="Palit, Tapti" userId="dec6fbcd-7598-406a-8cbf-504d4a3bac15" providerId="ADAL" clId="{ECD42228-5B96-4A72-B268-C46DF994E6B7}" dt="2024-02-09T01:13:57.897" v="102241" actId="1076"/>
          <ac:picMkLst>
            <pc:docMk/>
            <pc:sldMk cId="815522545" sldId="994"/>
            <ac:picMk id="1030" creationId="{7D874B23-73F2-8C59-AE19-D828FBB98809}"/>
          </ac:picMkLst>
        </pc:picChg>
        <pc:picChg chg="add mod">
          <ac:chgData name="Palit, Tapti" userId="dec6fbcd-7598-406a-8cbf-504d4a3bac15" providerId="ADAL" clId="{ECD42228-5B96-4A72-B268-C46DF994E6B7}" dt="2024-02-09T01:09:19.479" v="102186" actId="1076"/>
          <ac:picMkLst>
            <pc:docMk/>
            <pc:sldMk cId="815522545" sldId="994"/>
            <ac:picMk id="1032" creationId="{DD6C08A6-09B9-C8EF-D874-9BDCE89F528F}"/>
          </ac:picMkLst>
        </pc:picChg>
        <pc:picChg chg="add mod">
          <ac:chgData name="Palit, Tapti" userId="dec6fbcd-7598-406a-8cbf-504d4a3bac15" providerId="ADAL" clId="{ECD42228-5B96-4A72-B268-C46DF994E6B7}" dt="2024-02-09T01:53:57.367" v="102492" actId="1076"/>
          <ac:picMkLst>
            <pc:docMk/>
            <pc:sldMk cId="815522545" sldId="994"/>
            <ac:picMk id="1034" creationId="{2692A18E-1509-188C-B159-A82B835CCBD6}"/>
          </ac:picMkLst>
        </pc:picChg>
        <pc:picChg chg="add mod">
          <ac:chgData name="Palit, Tapti" userId="dec6fbcd-7598-406a-8cbf-504d4a3bac15" providerId="ADAL" clId="{ECD42228-5B96-4A72-B268-C46DF994E6B7}" dt="2024-02-09T01:54:11.049" v="102494" actId="1076"/>
          <ac:picMkLst>
            <pc:docMk/>
            <pc:sldMk cId="815522545" sldId="994"/>
            <ac:picMk id="1036" creationId="{1889D5A7-7F19-C62F-4091-F985B33E7869}"/>
          </ac:picMkLst>
        </pc:picChg>
        <pc:picChg chg="add mod">
          <ac:chgData name="Palit, Tapti" userId="dec6fbcd-7598-406a-8cbf-504d4a3bac15" providerId="ADAL" clId="{ECD42228-5B96-4A72-B268-C46DF994E6B7}" dt="2024-02-09T01:13:02.865" v="102237" actId="1076"/>
          <ac:picMkLst>
            <pc:docMk/>
            <pc:sldMk cId="815522545" sldId="994"/>
            <ac:picMk id="1038" creationId="{611706EA-4410-FAE3-AD4E-51109B3FF7ED}"/>
          </ac:picMkLst>
        </pc:picChg>
        <pc:picChg chg="add mod">
          <ac:chgData name="Palit, Tapti" userId="dec6fbcd-7598-406a-8cbf-504d4a3bac15" providerId="ADAL" clId="{ECD42228-5B96-4A72-B268-C46DF994E6B7}" dt="2024-02-09T01:13:02.865" v="102237" actId="1076"/>
          <ac:picMkLst>
            <pc:docMk/>
            <pc:sldMk cId="815522545" sldId="994"/>
            <ac:picMk id="1040" creationId="{2094C614-6A8B-D8CB-132B-38DCF239D911}"/>
          </ac:picMkLst>
        </pc:picChg>
        <pc:picChg chg="add mod">
          <ac:chgData name="Palit, Tapti" userId="dec6fbcd-7598-406a-8cbf-504d4a3bac15" providerId="ADAL" clId="{ECD42228-5B96-4A72-B268-C46DF994E6B7}" dt="2024-02-09T01:13:29.152" v="102239" actId="1076"/>
          <ac:picMkLst>
            <pc:docMk/>
            <pc:sldMk cId="815522545" sldId="994"/>
            <ac:picMk id="1042" creationId="{6B0E451F-D997-24BA-3694-21376BBF96F3}"/>
          </ac:picMkLst>
        </pc:picChg>
        <pc:picChg chg="add mod">
          <ac:chgData name="Palit, Tapti" userId="dec6fbcd-7598-406a-8cbf-504d4a3bac15" providerId="ADAL" clId="{ECD42228-5B96-4A72-B268-C46DF994E6B7}" dt="2024-02-09T01:14:08.791" v="102242" actId="1076"/>
          <ac:picMkLst>
            <pc:docMk/>
            <pc:sldMk cId="815522545" sldId="994"/>
            <ac:picMk id="1044" creationId="{53967739-E060-4788-872A-3A55959B036B}"/>
          </ac:picMkLst>
        </pc:picChg>
        <pc:picChg chg="add mod">
          <ac:chgData name="Palit, Tapti" userId="dec6fbcd-7598-406a-8cbf-504d4a3bac15" providerId="ADAL" clId="{ECD42228-5B96-4A72-B268-C46DF994E6B7}" dt="2024-02-09T01:13:48.912" v="102240" actId="1076"/>
          <ac:picMkLst>
            <pc:docMk/>
            <pc:sldMk cId="815522545" sldId="994"/>
            <ac:picMk id="1046" creationId="{92E48351-FD7C-AC67-FCCE-A2608B834628}"/>
          </ac:picMkLst>
        </pc:picChg>
        <pc:picChg chg="add mod">
          <ac:chgData name="Palit, Tapti" userId="dec6fbcd-7598-406a-8cbf-504d4a3bac15" providerId="ADAL" clId="{ECD42228-5B96-4A72-B268-C46DF994E6B7}" dt="2024-02-09T01:13:16.752" v="102238" actId="1076"/>
          <ac:picMkLst>
            <pc:docMk/>
            <pc:sldMk cId="815522545" sldId="994"/>
            <ac:picMk id="1048" creationId="{69A7F121-D8D9-5BE7-E171-D34ECF59A07A}"/>
          </ac:picMkLst>
        </pc:picChg>
        <pc:picChg chg="add mod">
          <ac:chgData name="Palit, Tapti" userId="dec6fbcd-7598-406a-8cbf-504d4a3bac15" providerId="ADAL" clId="{ECD42228-5B96-4A72-B268-C46DF994E6B7}" dt="2024-02-09T01:54:06.113" v="102493" actId="1076"/>
          <ac:picMkLst>
            <pc:docMk/>
            <pc:sldMk cId="815522545" sldId="994"/>
            <ac:picMk id="1050" creationId="{6A6CA5DB-6092-CA68-D136-B7895A19300B}"/>
          </ac:picMkLst>
        </pc:picChg>
        <pc:picChg chg="add mod">
          <ac:chgData name="Palit, Tapti" userId="dec6fbcd-7598-406a-8cbf-504d4a3bac15" providerId="ADAL" clId="{ECD42228-5B96-4A72-B268-C46DF994E6B7}" dt="2024-02-09T01:13:48.912" v="102240" actId="1076"/>
          <ac:picMkLst>
            <pc:docMk/>
            <pc:sldMk cId="815522545" sldId="994"/>
            <ac:picMk id="1052" creationId="{61A0634A-3BAE-B537-88C4-80F4FD04C0A9}"/>
          </ac:picMkLst>
        </pc:picChg>
        <pc:picChg chg="add mod">
          <ac:chgData name="Palit, Tapti" userId="dec6fbcd-7598-406a-8cbf-504d4a3bac15" providerId="ADAL" clId="{ECD42228-5B96-4A72-B268-C46DF994E6B7}" dt="2024-02-09T01:54:15.319" v="102495" actId="1076"/>
          <ac:picMkLst>
            <pc:docMk/>
            <pc:sldMk cId="815522545" sldId="994"/>
            <ac:picMk id="1054" creationId="{C3BAA8D6-5A36-6C41-6B1A-D51BDADBC4F0}"/>
          </ac:picMkLst>
        </pc:picChg>
        <pc:picChg chg="add mod">
          <ac:chgData name="Palit, Tapti" userId="dec6fbcd-7598-406a-8cbf-504d4a3bac15" providerId="ADAL" clId="{ECD42228-5B96-4A72-B268-C46DF994E6B7}" dt="2024-02-09T01:54:19.399" v="102496" actId="1076"/>
          <ac:picMkLst>
            <pc:docMk/>
            <pc:sldMk cId="815522545" sldId="994"/>
            <ac:picMk id="1056" creationId="{58AC6EFF-10A0-D097-1944-FF3A5C444EC5}"/>
          </ac:picMkLst>
        </pc:picChg>
        <pc:picChg chg="add mod">
          <ac:chgData name="Palit, Tapti" userId="dec6fbcd-7598-406a-8cbf-504d4a3bac15" providerId="ADAL" clId="{ECD42228-5B96-4A72-B268-C46DF994E6B7}" dt="2024-02-09T01:13:16.752" v="102238" actId="1076"/>
          <ac:picMkLst>
            <pc:docMk/>
            <pc:sldMk cId="815522545" sldId="994"/>
            <ac:picMk id="1058" creationId="{DF86EBBC-6F15-09F7-3D09-258E9B02C81E}"/>
          </ac:picMkLst>
        </pc:picChg>
        <pc:picChg chg="add del mod">
          <ac:chgData name="Palit, Tapti" userId="dec6fbcd-7598-406a-8cbf-504d4a3bac15" providerId="ADAL" clId="{ECD42228-5B96-4A72-B268-C46DF994E6B7}" dt="2024-01-31T02:11:50.326" v="95591" actId="478"/>
          <ac:picMkLst>
            <pc:docMk/>
            <pc:sldMk cId="815522545" sldId="994"/>
            <ac:picMk id="1060" creationId="{3013A146-F566-105E-9521-0306E6890EC3}"/>
          </ac:picMkLst>
        </pc:picChg>
        <pc:picChg chg="add mod">
          <ac:chgData name="Palit, Tapti" userId="dec6fbcd-7598-406a-8cbf-504d4a3bac15" providerId="ADAL" clId="{ECD42228-5B96-4A72-B268-C46DF994E6B7}" dt="2024-02-09T01:54:25.408" v="102497" actId="1076"/>
          <ac:picMkLst>
            <pc:docMk/>
            <pc:sldMk cId="815522545" sldId="994"/>
            <ac:picMk id="1062" creationId="{7177C85A-7D1F-F3BD-3409-B07878F3CFC7}"/>
          </ac:picMkLst>
        </pc:picChg>
      </pc:sldChg>
      <pc:sldChg chg="addSp delSp modSp new mod modClrScheme chgLayout modNotesTx">
        <pc:chgData name="Palit, Tapti" userId="dec6fbcd-7598-406a-8cbf-504d4a3bac15" providerId="ADAL" clId="{ECD42228-5B96-4A72-B268-C46DF994E6B7}" dt="2024-01-25T13:38:30.316" v="58649" actId="6549"/>
        <pc:sldMkLst>
          <pc:docMk/>
          <pc:sldMk cId="3223630377" sldId="995"/>
        </pc:sldMkLst>
        <pc:spChg chg="del">
          <ac:chgData name="Palit, Tapti" userId="dec6fbcd-7598-406a-8cbf-504d4a3bac15" providerId="ADAL" clId="{ECD42228-5B96-4A72-B268-C46DF994E6B7}" dt="2024-01-25T13:36:37.166" v="58449" actId="700"/>
          <ac:spMkLst>
            <pc:docMk/>
            <pc:sldMk cId="3223630377" sldId="995"/>
            <ac:spMk id="2" creationId="{6FBE99AB-D37C-1661-4B40-EA604E9CDEDF}"/>
          </ac:spMkLst>
        </pc:spChg>
        <pc:spChg chg="del mod ord">
          <ac:chgData name="Palit, Tapti" userId="dec6fbcd-7598-406a-8cbf-504d4a3bac15" providerId="ADAL" clId="{ECD42228-5B96-4A72-B268-C46DF994E6B7}" dt="2024-01-25T13:36:37.166" v="58449" actId="700"/>
          <ac:spMkLst>
            <pc:docMk/>
            <pc:sldMk cId="3223630377" sldId="995"/>
            <ac:spMk id="3" creationId="{6FFF4BB6-609F-6932-68C9-32753CB1BC71}"/>
          </ac:spMkLst>
        </pc:spChg>
        <pc:spChg chg="mod ord">
          <ac:chgData name="Palit, Tapti" userId="dec6fbcd-7598-406a-8cbf-504d4a3bac15" providerId="ADAL" clId="{ECD42228-5B96-4A72-B268-C46DF994E6B7}" dt="2024-01-25T13:36:37.166" v="58449" actId="700"/>
          <ac:spMkLst>
            <pc:docMk/>
            <pc:sldMk cId="3223630377" sldId="995"/>
            <ac:spMk id="4" creationId="{481C4930-2EEB-A725-E5BA-2C501A952F53}"/>
          </ac:spMkLst>
        </pc:spChg>
        <pc:spChg chg="del">
          <ac:chgData name="Palit, Tapti" userId="dec6fbcd-7598-406a-8cbf-504d4a3bac15" providerId="ADAL" clId="{ECD42228-5B96-4A72-B268-C46DF994E6B7}" dt="2024-01-25T13:36:37.166" v="58449" actId="700"/>
          <ac:spMkLst>
            <pc:docMk/>
            <pc:sldMk cId="3223630377" sldId="995"/>
            <ac:spMk id="5" creationId="{80BCD1BB-2C53-9F20-EA0C-46127B0D0872}"/>
          </ac:spMkLst>
        </pc:spChg>
        <pc:spChg chg="add mod ord">
          <ac:chgData name="Palit, Tapti" userId="dec6fbcd-7598-406a-8cbf-504d4a3bac15" providerId="ADAL" clId="{ECD42228-5B96-4A72-B268-C46DF994E6B7}" dt="2024-01-25T13:37:00.611" v="58546" actId="20577"/>
          <ac:spMkLst>
            <pc:docMk/>
            <pc:sldMk cId="3223630377" sldId="995"/>
            <ac:spMk id="6" creationId="{E098A612-8C10-55C1-C8C4-FE3EF5D943FE}"/>
          </ac:spMkLst>
        </pc:spChg>
      </pc:sldChg>
      <pc:sldChg chg="addSp delSp modSp new del mod ord modAnim">
        <pc:chgData name="Palit, Tapti" userId="dec6fbcd-7598-406a-8cbf-504d4a3bac15" providerId="ADAL" clId="{ECD42228-5B96-4A72-B268-C46DF994E6B7}" dt="2024-01-28T00:54:20.813" v="67145" actId="2696"/>
        <pc:sldMkLst>
          <pc:docMk/>
          <pc:sldMk cId="1326372760" sldId="996"/>
        </pc:sldMkLst>
        <pc:spChg chg="del">
          <ac:chgData name="Palit, Tapti" userId="dec6fbcd-7598-406a-8cbf-504d4a3bac15" providerId="ADAL" clId="{ECD42228-5B96-4A72-B268-C46DF994E6B7}" dt="2024-01-25T13:42:04.861" v="58727" actId="478"/>
          <ac:spMkLst>
            <pc:docMk/>
            <pc:sldMk cId="1326372760" sldId="996"/>
            <ac:spMk id="2" creationId="{9666A018-5D7F-3B0E-A0AE-F29E4CE00D32}"/>
          </ac:spMkLst>
        </pc:spChg>
        <pc:spChg chg="mod">
          <ac:chgData name="Palit, Tapti" userId="dec6fbcd-7598-406a-8cbf-504d4a3bac15" providerId="ADAL" clId="{ECD42228-5B96-4A72-B268-C46DF994E6B7}" dt="2024-01-25T13:40:56.632" v="58687" actId="20577"/>
          <ac:spMkLst>
            <pc:docMk/>
            <pc:sldMk cId="1326372760" sldId="996"/>
            <ac:spMk id="3" creationId="{BAEBEC56-74E8-3349-381B-894D1F024612}"/>
          </ac:spMkLst>
        </pc:spChg>
        <pc:spChg chg="add mod">
          <ac:chgData name="Palit, Tapti" userId="dec6fbcd-7598-406a-8cbf-504d4a3bac15" providerId="ADAL" clId="{ECD42228-5B96-4A72-B268-C46DF994E6B7}" dt="2024-01-25T13:47:19.690" v="58977" actId="1076"/>
          <ac:spMkLst>
            <pc:docMk/>
            <pc:sldMk cId="1326372760" sldId="996"/>
            <ac:spMk id="8" creationId="{7CB2063C-77F1-17B0-1FF6-C4B4AFF876A9}"/>
          </ac:spMkLst>
        </pc:spChg>
        <pc:spChg chg="add mod">
          <ac:chgData name="Palit, Tapti" userId="dec6fbcd-7598-406a-8cbf-504d4a3bac15" providerId="ADAL" clId="{ECD42228-5B96-4A72-B268-C46DF994E6B7}" dt="2024-01-28T00:06:19.934" v="66441" actId="1076"/>
          <ac:spMkLst>
            <pc:docMk/>
            <pc:sldMk cId="1326372760" sldId="996"/>
            <ac:spMk id="9" creationId="{A475E13B-EAC8-2B67-99F6-E53EEB0E3D5A}"/>
          </ac:spMkLst>
        </pc:spChg>
        <pc:spChg chg="add mod">
          <ac:chgData name="Palit, Tapti" userId="dec6fbcd-7598-406a-8cbf-504d4a3bac15" providerId="ADAL" clId="{ECD42228-5B96-4A72-B268-C46DF994E6B7}" dt="2024-01-28T00:39:21.555" v="67006" actId="14100"/>
          <ac:spMkLst>
            <pc:docMk/>
            <pc:sldMk cId="1326372760" sldId="996"/>
            <ac:spMk id="11" creationId="{DEBD14BF-74C6-C0DF-1671-3976902409C5}"/>
          </ac:spMkLst>
        </pc:spChg>
        <pc:spChg chg="add mod">
          <ac:chgData name="Palit, Tapti" userId="dec6fbcd-7598-406a-8cbf-504d4a3bac15" providerId="ADAL" clId="{ECD42228-5B96-4A72-B268-C46DF994E6B7}" dt="2024-01-28T00:39:24.056" v="67007" actId="14100"/>
          <ac:spMkLst>
            <pc:docMk/>
            <pc:sldMk cId="1326372760" sldId="996"/>
            <ac:spMk id="12" creationId="{DE0DBEB0-E45F-880D-9747-740DCB06841F}"/>
          </ac:spMkLst>
        </pc:spChg>
        <pc:grpChg chg="add mod">
          <ac:chgData name="Palit, Tapti" userId="dec6fbcd-7598-406a-8cbf-504d4a3bac15" providerId="ADAL" clId="{ECD42228-5B96-4A72-B268-C46DF994E6B7}" dt="2024-01-25T13:48:00.356" v="58997" actId="164"/>
          <ac:grpSpMkLst>
            <pc:docMk/>
            <pc:sldMk cId="1326372760" sldId="996"/>
            <ac:grpSpMk id="13" creationId="{68D9509E-97FC-71E4-7A39-2409631F5EEF}"/>
          </ac:grpSpMkLst>
        </pc:grpChg>
        <pc:graphicFrameChg chg="add mod modGraphic">
          <ac:chgData name="Palit, Tapti" userId="dec6fbcd-7598-406a-8cbf-504d4a3bac15" providerId="ADAL" clId="{ECD42228-5B96-4A72-B268-C46DF994E6B7}" dt="2024-01-28T00:39:14.554" v="67005" actId="14734"/>
          <ac:graphicFrameMkLst>
            <pc:docMk/>
            <pc:sldMk cId="1326372760" sldId="996"/>
            <ac:graphicFrameMk id="6" creationId="{13755762-57BB-9D2C-3035-C87853F47E74}"/>
          </ac:graphicFrameMkLst>
        </pc:graphicFrameChg>
        <pc:picChg chg="add mod">
          <ac:chgData name="Palit, Tapti" userId="dec6fbcd-7598-406a-8cbf-504d4a3bac15" providerId="ADAL" clId="{ECD42228-5B96-4A72-B268-C46DF994E6B7}" dt="2024-01-28T00:06:20.386" v="66442" actId="1076"/>
          <ac:picMkLst>
            <pc:docMk/>
            <pc:sldMk cId="1326372760" sldId="996"/>
            <ac:picMk id="7" creationId="{C63D71C2-271B-F165-5216-70556193CB45}"/>
          </ac:picMkLst>
        </pc:picChg>
        <pc:picChg chg="add mod">
          <ac:chgData name="Palit, Tapti" userId="dec6fbcd-7598-406a-8cbf-504d4a3bac15" providerId="ADAL" clId="{ECD42228-5B96-4A72-B268-C46DF994E6B7}" dt="2024-01-25T13:47:30.967" v="58981" actId="1076"/>
          <ac:picMkLst>
            <pc:docMk/>
            <pc:sldMk cId="1326372760" sldId="996"/>
            <ac:picMk id="10" creationId="{09B94519-4572-7C5D-622C-02BADFDE9CA3}"/>
          </ac:picMkLst>
        </pc:picChg>
      </pc:sldChg>
      <pc:sldChg chg="add del mod modShow">
        <pc:chgData name="Palit, Tapti" userId="dec6fbcd-7598-406a-8cbf-504d4a3bac15" providerId="ADAL" clId="{ECD42228-5B96-4A72-B268-C46DF994E6B7}" dt="2024-01-28T03:44:01.241" v="67437" actId="47"/>
        <pc:sldMkLst>
          <pc:docMk/>
          <pc:sldMk cId="4243733186" sldId="996"/>
        </pc:sldMkLst>
      </pc:sldChg>
      <pc:sldChg chg="addSp modSp add mod modAnim">
        <pc:chgData name="Palit, Tapti" userId="dec6fbcd-7598-406a-8cbf-504d4a3bac15" providerId="ADAL" clId="{ECD42228-5B96-4A72-B268-C46DF994E6B7}" dt="2024-01-25T13:46:05.568" v="58858"/>
        <pc:sldMkLst>
          <pc:docMk/>
          <pc:sldMk cId="1357529570" sldId="997"/>
        </pc:sldMkLst>
        <pc:spChg chg="mod">
          <ac:chgData name="Palit, Tapti" userId="dec6fbcd-7598-406a-8cbf-504d4a3bac15" providerId="ADAL" clId="{ECD42228-5B96-4A72-B268-C46DF994E6B7}" dt="2024-01-25T13:44:13.074" v="58816" actId="20577"/>
          <ac:spMkLst>
            <pc:docMk/>
            <pc:sldMk cId="1357529570" sldId="997"/>
            <ac:spMk id="2" creationId="{EE41A3F6-A059-08E1-507C-E5B0F383CFCE}"/>
          </ac:spMkLst>
        </pc:spChg>
        <pc:spChg chg="mod">
          <ac:chgData name="Palit, Tapti" userId="dec6fbcd-7598-406a-8cbf-504d4a3bac15" providerId="ADAL" clId="{ECD42228-5B96-4A72-B268-C46DF994E6B7}" dt="2024-01-25T13:43:50.652" v="58764" actId="20577"/>
          <ac:spMkLst>
            <pc:docMk/>
            <pc:sldMk cId="1357529570" sldId="997"/>
            <ac:spMk id="3" creationId="{5355D09F-07D4-C48B-61E0-110907923520}"/>
          </ac:spMkLst>
        </pc:spChg>
        <pc:spChg chg="add mod">
          <ac:chgData name="Palit, Tapti" userId="dec6fbcd-7598-406a-8cbf-504d4a3bac15" providerId="ADAL" clId="{ECD42228-5B96-4A72-B268-C46DF994E6B7}" dt="2024-01-25T13:45:44.634" v="58854" actId="1076"/>
          <ac:spMkLst>
            <pc:docMk/>
            <pc:sldMk cId="1357529570" sldId="997"/>
            <ac:spMk id="9" creationId="{A9C8CBD5-A08D-E6EE-AADF-780B8CE3EA5D}"/>
          </ac:spMkLst>
        </pc:spChg>
      </pc:sldChg>
      <pc:sldChg chg="delSp modSp add del mod ord delAnim">
        <pc:chgData name="Palit, Tapti" userId="dec6fbcd-7598-406a-8cbf-504d4a3bac15" providerId="ADAL" clId="{ECD42228-5B96-4A72-B268-C46DF994E6B7}" dt="2024-01-25T13:43:35.980" v="58737" actId="47"/>
        <pc:sldMkLst>
          <pc:docMk/>
          <pc:sldMk cId="1439069292" sldId="997"/>
        </pc:sldMkLst>
        <pc:spChg chg="mod">
          <ac:chgData name="Palit, Tapti" userId="dec6fbcd-7598-406a-8cbf-504d4a3bac15" providerId="ADAL" clId="{ECD42228-5B96-4A72-B268-C46DF994E6B7}" dt="2024-01-25T13:43:16.432" v="58732" actId="20577"/>
          <ac:spMkLst>
            <pc:docMk/>
            <pc:sldMk cId="1439069292" sldId="997"/>
            <ac:spMk id="5" creationId="{97045E5E-6EDD-2F88-F2D4-D709E9192638}"/>
          </ac:spMkLst>
        </pc:spChg>
        <pc:spChg chg="del">
          <ac:chgData name="Palit, Tapti" userId="dec6fbcd-7598-406a-8cbf-504d4a3bac15" providerId="ADAL" clId="{ECD42228-5B96-4A72-B268-C46DF994E6B7}" dt="2024-01-25T13:43:21.578" v="58733" actId="478"/>
          <ac:spMkLst>
            <pc:docMk/>
            <pc:sldMk cId="1439069292" sldId="997"/>
            <ac:spMk id="6" creationId="{1FAA6EA4-DCAB-E547-14B4-79E0A3C10722}"/>
          </ac:spMkLst>
        </pc:spChg>
        <pc:spChg chg="del">
          <ac:chgData name="Palit, Tapti" userId="dec6fbcd-7598-406a-8cbf-504d4a3bac15" providerId="ADAL" clId="{ECD42228-5B96-4A72-B268-C46DF994E6B7}" dt="2024-01-25T13:43:21.578" v="58733" actId="478"/>
          <ac:spMkLst>
            <pc:docMk/>
            <pc:sldMk cId="1439069292" sldId="997"/>
            <ac:spMk id="7" creationId="{E0B0038F-637D-8542-75CD-A96CBD5F75FC}"/>
          </ac:spMkLst>
        </pc:spChg>
        <pc:spChg chg="del">
          <ac:chgData name="Palit, Tapti" userId="dec6fbcd-7598-406a-8cbf-504d4a3bac15" providerId="ADAL" clId="{ECD42228-5B96-4A72-B268-C46DF994E6B7}" dt="2024-01-25T13:43:21.578" v="58733" actId="478"/>
          <ac:spMkLst>
            <pc:docMk/>
            <pc:sldMk cId="1439069292" sldId="997"/>
            <ac:spMk id="10" creationId="{2FCDE65C-76B5-6A17-E56A-13CB415AE5B2}"/>
          </ac:spMkLst>
        </pc:spChg>
        <pc:spChg chg="del">
          <ac:chgData name="Palit, Tapti" userId="dec6fbcd-7598-406a-8cbf-504d4a3bac15" providerId="ADAL" clId="{ECD42228-5B96-4A72-B268-C46DF994E6B7}" dt="2024-01-25T13:43:24.048" v="58734" actId="478"/>
          <ac:spMkLst>
            <pc:docMk/>
            <pc:sldMk cId="1439069292" sldId="997"/>
            <ac:spMk id="11" creationId="{B7470CE5-0A39-4DDB-0B29-AC5022432637}"/>
          </ac:spMkLst>
        </pc:spChg>
        <pc:cxnChg chg="del mod">
          <ac:chgData name="Palit, Tapti" userId="dec6fbcd-7598-406a-8cbf-504d4a3bac15" providerId="ADAL" clId="{ECD42228-5B96-4A72-B268-C46DF994E6B7}" dt="2024-01-25T13:43:21.578" v="58733" actId="478"/>
          <ac:cxnSpMkLst>
            <pc:docMk/>
            <pc:sldMk cId="1439069292" sldId="997"/>
            <ac:cxnSpMk id="9" creationId="{B2D49B58-8F7C-63D8-6655-266D34AF0C12}"/>
          </ac:cxnSpMkLst>
        </pc:cxnChg>
      </pc:sldChg>
      <pc:sldChg chg="del">
        <pc:chgData name="Palit, Tapti" userId="dec6fbcd-7598-406a-8cbf-504d4a3bac15" providerId="ADAL" clId="{ECD42228-5B96-4A72-B268-C46DF994E6B7}" dt="2024-01-28T03:44:01.241" v="67437" actId="47"/>
        <pc:sldMkLst>
          <pc:docMk/>
          <pc:sldMk cId="2734263227" sldId="997"/>
        </pc:sldMkLst>
      </pc:sldChg>
      <pc:sldChg chg="add">
        <pc:chgData name="Palit, Tapti" userId="dec6fbcd-7598-406a-8cbf-504d4a3bac15" providerId="ADAL" clId="{ECD42228-5B96-4A72-B268-C46DF994E6B7}" dt="2024-01-25T14:00:30.678" v="59199" actId="2890"/>
        <pc:sldMkLst>
          <pc:docMk/>
          <pc:sldMk cId="539669210" sldId="998"/>
        </pc:sldMkLst>
      </pc:sldChg>
      <pc:sldChg chg="add mod modShow">
        <pc:chgData name="Palit, Tapti" userId="dec6fbcd-7598-406a-8cbf-504d4a3bac15" providerId="ADAL" clId="{ECD42228-5B96-4A72-B268-C46DF994E6B7}" dt="2024-01-30T03:49:37.289" v="85700" actId="729"/>
        <pc:sldMkLst>
          <pc:docMk/>
          <pc:sldMk cId="2379805115" sldId="998"/>
        </pc:sldMkLst>
      </pc:sldChg>
      <pc:sldChg chg="addSp delSp modSp add del mod modNotesTx">
        <pc:chgData name="Palit, Tapti" userId="dec6fbcd-7598-406a-8cbf-504d4a3bac15" providerId="ADAL" clId="{ECD42228-5B96-4A72-B268-C46DF994E6B7}" dt="2024-01-30T03:49:32.249" v="85698" actId="2696"/>
        <pc:sldMkLst>
          <pc:docMk/>
          <pc:sldMk cId="2470901385" sldId="998"/>
        </pc:sldMkLst>
        <pc:spChg chg="del">
          <ac:chgData name="Palit, Tapti" userId="dec6fbcd-7598-406a-8cbf-504d4a3bac15" providerId="ADAL" clId="{ECD42228-5B96-4A72-B268-C46DF994E6B7}" dt="2024-01-26T16:24:55.591" v="61847" actId="478"/>
          <ac:spMkLst>
            <pc:docMk/>
            <pc:sldMk cId="2470901385" sldId="998"/>
            <ac:spMk id="10" creationId="{EA1AAFB1-11B0-63CC-BB7D-F0AECE8386CA}"/>
          </ac:spMkLst>
        </pc:spChg>
        <pc:spChg chg="del">
          <ac:chgData name="Palit, Tapti" userId="dec6fbcd-7598-406a-8cbf-504d4a3bac15" providerId="ADAL" clId="{ECD42228-5B96-4A72-B268-C46DF994E6B7}" dt="2024-01-27T23:47:40.072" v="66085" actId="478"/>
          <ac:spMkLst>
            <pc:docMk/>
            <pc:sldMk cId="2470901385" sldId="998"/>
            <ac:spMk id="12" creationId="{78C0FFFA-8E71-4DFE-CF39-E1F27D2DCF75}"/>
          </ac:spMkLst>
        </pc:spChg>
        <pc:spChg chg="add mod">
          <ac:chgData name="Palit, Tapti" userId="dec6fbcd-7598-406a-8cbf-504d4a3bac15" providerId="ADAL" clId="{ECD42228-5B96-4A72-B268-C46DF994E6B7}" dt="2024-01-26T16:24:55.951" v="61848"/>
          <ac:spMkLst>
            <pc:docMk/>
            <pc:sldMk cId="2470901385" sldId="998"/>
            <ac:spMk id="14" creationId="{3AEEAB94-90C0-4651-6D47-F38172E18C59}"/>
          </ac:spMkLst>
        </pc:spChg>
        <pc:spChg chg="mod">
          <ac:chgData name="Palit, Tapti" userId="dec6fbcd-7598-406a-8cbf-504d4a3bac15" providerId="ADAL" clId="{ECD42228-5B96-4A72-B268-C46DF994E6B7}" dt="2024-01-27T21:26:41.481" v="65247" actId="20577"/>
          <ac:spMkLst>
            <pc:docMk/>
            <pc:sldMk cId="2470901385" sldId="998"/>
            <ac:spMk id="17" creationId="{8B1ED62E-D8FF-B096-8748-9AD1370866A0}"/>
          </ac:spMkLst>
        </pc:spChg>
        <pc:graphicFrameChg chg="modGraphic">
          <ac:chgData name="Palit, Tapti" userId="dec6fbcd-7598-406a-8cbf-504d4a3bac15" providerId="ADAL" clId="{ECD42228-5B96-4A72-B268-C46DF994E6B7}" dt="2024-01-27T23:48:22.814" v="66098" actId="207"/>
          <ac:graphicFrameMkLst>
            <pc:docMk/>
            <pc:sldMk cId="2470901385" sldId="998"/>
            <ac:graphicFrameMk id="6" creationId="{82D73C16-A132-AF74-FA7D-FADD1D52DEC4}"/>
          </ac:graphicFrameMkLst>
        </pc:graphicFrameChg>
        <pc:cxnChg chg="del">
          <ac:chgData name="Palit, Tapti" userId="dec6fbcd-7598-406a-8cbf-504d4a3bac15" providerId="ADAL" clId="{ECD42228-5B96-4A72-B268-C46DF994E6B7}" dt="2024-01-27T23:47:35.047" v="66083" actId="478"/>
          <ac:cxnSpMkLst>
            <pc:docMk/>
            <pc:sldMk cId="2470901385" sldId="998"/>
            <ac:cxnSpMk id="7" creationId="{0843CB4B-974A-88FA-D20B-C04E84F4669A}"/>
          </ac:cxnSpMkLst>
        </pc:cxnChg>
        <pc:cxnChg chg="del">
          <ac:chgData name="Palit, Tapti" userId="dec6fbcd-7598-406a-8cbf-504d4a3bac15" providerId="ADAL" clId="{ECD42228-5B96-4A72-B268-C46DF994E6B7}" dt="2024-01-27T23:47:45.129" v="66086" actId="478"/>
          <ac:cxnSpMkLst>
            <pc:docMk/>
            <pc:sldMk cId="2470901385" sldId="998"/>
            <ac:cxnSpMk id="8" creationId="{C482F826-9A7D-5C79-CB87-3E6F07971C80}"/>
          </ac:cxnSpMkLst>
        </pc:cxnChg>
        <pc:cxnChg chg="del">
          <ac:chgData name="Palit, Tapti" userId="dec6fbcd-7598-406a-8cbf-504d4a3bac15" providerId="ADAL" clId="{ECD42228-5B96-4A72-B268-C46DF994E6B7}" dt="2024-01-27T23:47:45.129" v="66086" actId="478"/>
          <ac:cxnSpMkLst>
            <pc:docMk/>
            <pc:sldMk cId="2470901385" sldId="998"/>
            <ac:cxnSpMk id="9" creationId="{C4C932B5-D5F7-7A0B-218A-5D796E4AE5D0}"/>
          </ac:cxnSpMkLst>
        </pc:cxnChg>
        <pc:cxnChg chg="del">
          <ac:chgData name="Palit, Tapti" userId="dec6fbcd-7598-406a-8cbf-504d4a3bac15" providerId="ADAL" clId="{ECD42228-5B96-4A72-B268-C46DF994E6B7}" dt="2024-01-27T23:47:37.074" v="66084" actId="478"/>
          <ac:cxnSpMkLst>
            <pc:docMk/>
            <pc:sldMk cId="2470901385" sldId="998"/>
            <ac:cxnSpMk id="11" creationId="{0F9989DF-883D-06E6-5381-B1AC1A9C7FA6}"/>
          </ac:cxnSpMkLst>
        </pc:cxnChg>
        <pc:cxnChg chg="del">
          <ac:chgData name="Palit, Tapti" userId="dec6fbcd-7598-406a-8cbf-504d4a3bac15" providerId="ADAL" clId="{ECD42228-5B96-4A72-B268-C46DF994E6B7}" dt="2024-01-27T23:47:32.112" v="66082" actId="478"/>
          <ac:cxnSpMkLst>
            <pc:docMk/>
            <pc:sldMk cId="2470901385" sldId="998"/>
            <ac:cxnSpMk id="15" creationId="{D7F795DB-2F26-3358-A886-88C0A63349DD}"/>
          </ac:cxnSpMkLst>
        </pc:cxnChg>
        <pc:cxnChg chg="del">
          <ac:chgData name="Palit, Tapti" userId="dec6fbcd-7598-406a-8cbf-504d4a3bac15" providerId="ADAL" clId="{ECD42228-5B96-4A72-B268-C46DF994E6B7}" dt="2024-01-27T23:47:45.129" v="66086" actId="478"/>
          <ac:cxnSpMkLst>
            <pc:docMk/>
            <pc:sldMk cId="2470901385" sldId="998"/>
            <ac:cxnSpMk id="16" creationId="{842A3267-CB1D-E2D4-6AB2-181DD993A4C7}"/>
          </ac:cxnSpMkLst>
        </pc:cxnChg>
        <pc:cxnChg chg="del">
          <ac:chgData name="Palit, Tapti" userId="dec6fbcd-7598-406a-8cbf-504d4a3bac15" providerId="ADAL" clId="{ECD42228-5B96-4A72-B268-C46DF994E6B7}" dt="2024-01-27T23:47:45.129" v="66086" actId="478"/>
          <ac:cxnSpMkLst>
            <pc:docMk/>
            <pc:sldMk cId="2470901385" sldId="998"/>
            <ac:cxnSpMk id="18" creationId="{BC16FB2A-3618-3411-5EAA-05574D8DD619}"/>
          </ac:cxnSpMkLst>
        </pc:cxnChg>
      </pc:sldChg>
      <pc:sldChg chg="addSp delSp modSp new mod modClrScheme chgLayout">
        <pc:chgData name="Palit, Tapti" userId="dec6fbcd-7598-406a-8cbf-504d4a3bac15" providerId="ADAL" clId="{ECD42228-5B96-4A72-B268-C46DF994E6B7}" dt="2024-01-25T14:03:51.247" v="59257" actId="20577"/>
        <pc:sldMkLst>
          <pc:docMk/>
          <pc:sldMk cId="207307264" sldId="999"/>
        </pc:sldMkLst>
        <pc:spChg chg="del">
          <ac:chgData name="Palit, Tapti" userId="dec6fbcd-7598-406a-8cbf-504d4a3bac15" providerId="ADAL" clId="{ECD42228-5B96-4A72-B268-C46DF994E6B7}" dt="2024-01-25T14:03:35.409" v="59204" actId="700"/>
          <ac:spMkLst>
            <pc:docMk/>
            <pc:sldMk cId="207307264" sldId="999"/>
            <ac:spMk id="2" creationId="{9DB1A03C-B1FF-1BA4-EFA4-917BBCAA97F8}"/>
          </ac:spMkLst>
        </pc:spChg>
        <pc:spChg chg="del mod ord">
          <ac:chgData name="Palit, Tapti" userId="dec6fbcd-7598-406a-8cbf-504d4a3bac15" providerId="ADAL" clId="{ECD42228-5B96-4A72-B268-C46DF994E6B7}" dt="2024-01-25T14:03:35.409" v="59204" actId="700"/>
          <ac:spMkLst>
            <pc:docMk/>
            <pc:sldMk cId="207307264" sldId="999"/>
            <ac:spMk id="3" creationId="{432160D7-037D-ACEB-0EB4-C8A0EFA21C58}"/>
          </ac:spMkLst>
        </pc:spChg>
        <pc:spChg chg="mod ord">
          <ac:chgData name="Palit, Tapti" userId="dec6fbcd-7598-406a-8cbf-504d4a3bac15" providerId="ADAL" clId="{ECD42228-5B96-4A72-B268-C46DF994E6B7}" dt="2024-01-25T14:03:35.409" v="59204" actId="700"/>
          <ac:spMkLst>
            <pc:docMk/>
            <pc:sldMk cId="207307264" sldId="999"/>
            <ac:spMk id="4" creationId="{65B056C8-A8FD-DF5B-ABB7-78A058327F5C}"/>
          </ac:spMkLst>
        </pc:spChg>
        <pc:spChg chg="add mod ord">
          <ac:chgData name="Palit, Tapti" userId="dec6fbcd-7598-406a-8cbf-504d4a3bac15" providerId="ADAL" clId="{ECD42228-5B96-4A72-B268-C46DF994E6B7}" dt="2024-01-25T14:03:51.247" v="59257" actId="20577"/>
          <ac:spMkLst>
            <pc:docMk/>
            <pc:sldMk cId="207307264" sldId="999"/>
            <ac:spMk id="5" creationId="{BE40FAEE-22D1-457C-89CD-8237B852EE22}"/>
          </ac:spMkLst>
        </pc:spChg>
      </pc:sldChg>
      <pc:sldChg chg="add del mod modShow">
        <pc:chgData name="Palit, Tapti" userId="dec6fbcd-7598-406a-8cbf-504d4a3bac15" providerId="ADAL" clId="{ECD42228-5B96-4A72-B268-C46DF994E6B7}" dt="2024-01-28T03:44:01.241" v="67437" actId="47"/>
        <pc:sldMkLst>
          <pc:docMk/>
          <pc:sldMk cId="3053103152" sldId="1000"/>
        </pc:sldMkLst>
      </pc:sldChg>
      <pc:sldChg chg="addSp modSp add mod modNotesTx">
        <pc:chgData name="Palit, Tapti" userId="dec6fbcd-7598-406a-8cbf-504d4a3bac15" providerId="ADAL" clId="{ECD42228-5B96-4A72-B268-C46DF994E6B7}" dt="2024-01-25T14:27:07.002" v="60315" actId="1076"/>
        <pc:sldMkLst>
          <pc:docMk/>
          <pc:sldMk cId="3670038943" sldId="1000"/>
        </pc:sldMkLst>
        <pc:spChg chg="add mod">
          <ac:chgData name="Palit, Tapti" userId="dec6fbcd-7598-406a-8cbf-504d4a3bac15" providerId="ADAL" clId="{ECD42228-5B96-4A72-B268-C46DF994E6B7}" dt="2024-01-25T14:12:07.308" v="59485" actId="692"/>
          <ac:spMkLst>
            <pc:docMk/>
            <pc:sldMk cId="3670038943" sldId="1000"/>
            <ac:spMk id="5" creationId="{A4CC3107-377D-23BA-41B9-C0E023EC0ADD}"/>
          </ac:spMkLst>
        </pc:spChg>
        <pc:spChg chg="add mod">
          <ac:chgData name="Palit, Tapti" userId="dec6fbcd-7598-406a-8cbf-504d4a3bac15" providerId="ADAL" clId="{ECD42228-5B96-4A72-B268-C46DF994E6B7}" dt="2024-01-25T14:26:08.095" v="60232" actId="20577"/>
          <ac:spMkLst>
            <pc:docMk/>
            <pc:sldMk cId="3670038943" sldId="1000"/>
            <ac:spMk id="6" creationId="{C9AA0190-5024-38C8-26BA-F3B2D6943AA2}"/>
          </ac:spMkLst>
        </pc:spChg>
        <pc:spChg chg="add mod">
          <ac:chgData name="Palit, Tapti" userId="dec6fbcd-7598-406a-8cbf-504d4a3bac15" providerId="ADAL" clId="{ECD42228-5B96-4A72-B268-C46DF994E6B7}" dt="2024-01-25T14:27:07.002" v="60315" actId="1076"/>
          <ac:spMkLst>
            <pc:docMk/>
            <pc:sldMk cId="3670038943" sldId="1000"/>
            <ac:spMk id="7" creationId="{40837952-FAD3-C589-E5E7-2F85F7FE9347}"/>
          </ac:spMkLst>
        </pc:spChg>
      </pc:sldChg>
      <pc:sldChg chg="del">
        <pc:chgData name="Palit, Tapti" userId="dec6fbcd-7598-406a-8cbf-504d4a3bac15" providerId="ADAL" clId="{ECD42228-5B96-4A72-B268-C46DF994E6B7}" dt="2024-01-26T15:38:22.571" v="61371" actId="2696"/>
        <pc:sldMkLst>
          <pc:docMk/>
          <pc:sldMk cId="4122241441" sldId="1000"/>
        </pc:sldMkLst>
      </pc:sldChg>
      <pc:sldChg chg="del">
        <pc:chgData name="Palit, Tapti" userId="dec6fbcd-7598-406a-8cbf-504d4a3bac15" providerId="ADAL" clId="{ECD42228-5B96-4A72-B268-C46DF994E6B7}" dt="2024-01-26T15:38:22.571" v="61371" actId="2696"/>
        <pc:sldMkLst>
          <pc:docMk/>
          <pc:sldMk cId="1336934851" sldId="1001"/>
        </pc:sldMkLst>
      </pc:sldChg>
      <pc:sldChg chg="add del mod modShow">
        <pc:chgData name="Palit, Tapti" userId="dec6fbcd-7598-406a-8cbf-504d4a3bac15" providerId="ADAL" clId="{ECD42228-5B96-4A72-B268-C46DF994E6B7}" dt="2024-01-28T03:44:01.241" v="67437" actId="47"/>
        <pc:sldMkLst>
          <pc:docMk/>
          <pc:sldMk cId="1591941092" sldId="1001"/>
        </pc:sldMkLst>
      </pc:sldChg>
      <pc:sldChg chg="addSp delSp modSp add mod modNotesTx">
        <pc:chgData name="Palit, Tapti" userId="dec6fbcd-7598-406a-8cbf-504d4a3bac15" providerId="ADAL" clId="{ECD42228-5B96-4A72-B268-C46DF994E6B7}" dt="2024-01-25T14:29:21.132" v="60362" actId="20577"/>
        <pc:sldMkLst>
          <pc:docMk/>
          <pc:sldMk cId="2643337393" sldId="1001"/>
        </pc:sldMkLst>
        <pc:spChg chg="del">
          <ac:chgData name="Palit, Tapti" userId="dec6fbcd-7598-406a-8cbf-504d4a3bac15" providerId="ADAL" clId="{ECD42228-5B96-4A72-B268-C46DF994E6B7}" dt="2024-01-25T14:16:22.736" v="59899" actId="21"/>
          <ac:spMkLst>
            <pc:docMk/>
            <pc:sldMk cId="2643337393" sldId="1001"/>
            <ac:spMk id="5" creationId="{A4CC3107-377D-23BA-41B9-C0E023EC0ADD}"/>
          </ac:spMkLst>
        </pc:spChg>
        <pc:spChg chg="mod">
          <ac:chgData name="Palit, Tapti" userId="dec6fbcd-7598-406a-8cbf-504d4a3bac15" providerId="ADAL" clId="{ECD42228-5B96-4A72-B268-C46DF994E6B7}" dt="2024-01-25T14:17:59.577" v="60015" actId="1076"/>
          <ac:spMkLst>
            <pc:docMk/>
            <pc:sldMk cId="2643337393" sldId="1001"/>
            <ac:spMk id="6" creationId="{C9AA0190-5024-38C8-26BA-F3B2D6943AA2}"/>
          </ac:spMkLst>
        </pc:spChg>
        <pc:spChg chg="add mod">
          <ac:chgData name="Palit, Tapti" userId="dec6fbcd-7598-406a-8cbf-504d4a3bac15" providerId="ADAL" clId="{ECD42228-5B96-4A72-B268-C46DF994E6B7}" dt="2024-01-25T14:16:27.933" v="59902" actId="14100"/>
          <ac:spMkLst>
            <pc:docMk/>
            <pc:sldMk cId="2643337393" sldId="1001"/>
            <ac:spMk id="7" creationId="{A4CC3107-377D-23BA-41B9-C0E023EC0ADD}"/>
          </ac:spMkLst>
        </pc:spChg>
        <pc:spChg chg="add del mod">
          <ac:chgData name="Palit, Tapti" userId="dec6fbcd-7598-406a-8cbf-504d4a3bac15" providerId="ADAL" clId="{ECD42228-5B96-4A72-B268-C46DF994E6B7}" dt="2024-01-25T14:18:53.739" v="60043" actId="21"/>
          <ac:spMkLst>
            <pc:docMk/>
            <pc:sldMk cId="2643337393" sldId="1001"/>
            <ac:spMk id="9" creationId="{1B33F3FE-A898-ED59-8533-8D66D1F5198B}"/>
          </ac:spMkLst>
        </pc:spChg>
      </pc:sldChg>
      <pc:sldChg chg="add del">
        <pc:chgData name="Palit, Tapti" userId="dec6fbcd-7598-406a-8cbf-504d4a3bac15" providerId="ADAL" clId="{ECD42228-5B96-4A72-B268-C46DF994E6B7}" dt="2024-01-25T14:18:51.704" v="60041" actId="2890"/>
        <pc:sldMkLst>
          <pc:docMk/>
          <pc:sldMk cId="1184463707" sldId="1002"/>
        </pc:sldMkLst>
      </pc:sldChg>
      <pc:sldChg chg="addSp modSp add mod modNotesTx">
        <pc:chgData name="Palit, Tapti" userId="dec6fbcd-7598-406a-8cbf-504d4a3bac15" providerId="ADAL" clId="{ECD42228-5B96-4A72-B268-C46DF994E6B7}" dt="2024-01-25T14:29:25.117" v="60363" actId="20577"/>
        <pc:sldMkLst>
          <pc:docMk/>
          <pc:sldMk cId="1444844326" sldId="1002"/>
        </pc:sldMkLst>
        <pc:spChg chg="add mod">
          <ac:chgData name="Palit, Tapti" userId="dec6fbcd-7598-406a-8cbf-504d4a3bac15" providerId="ADAL" clId="{ECD42228-5B96-4A72-B268-C46DF994E6B7}" dt="2024-01-25T14:24:47.957" v="60180" actId="1076"/>
          <ac:spMkLst>
            <pc:docMk/>
            <pc:sldMk cId="1444844326" sldId="1002"/>
            <ac:spMk id="5" creationId="{6B67C0A5-DDF5-6275-4D48-467EC0E9E136}"/>
          </ac:spMkLst>
        </pc:spChg>
        <pc:spChg chg="add mod">
          <ac:chgData name="Palit, Tapti" userId="dec6fbcd-7598-406a-8cbf-504d4a3bac15" providerId="ADAL" clId="{ECD42228-5B96-4A72-B268-C46DF994E6B7}" dt="2024-01-25T14:18:57.364" v="60045"/>
          <ac:spMkLst>
            <pc:docMk/>
            <pc:sldMk cId="1444844326" sldId="1002"/>
            <ac:spMk id="9" creationId="{1B33F3FE-A898-ED59-8533-8D66D1F5198B}"/>
          </ac:spMkLst>
        </pc:spChg>
        <pc:spChg chg="add mod">
          <ac:chgData name="Palit, Tapti" userId="dec6fbcd-7598-406a-8cbf-504d4a3bac15" providerId="ADAL" clId="{ECD42228-5B96-4A72-B268-C46DF994E6B7}" dt="2024-01-25T14:24:52.321" v="60182" actId="20577"/>
          <ac:spMkLst>
            <pc:docMk/>
            <pc:sldMk cId="1444844326" sldId="1002"/>
            <ac:spMk id="10" creationId="{0131A221-BAB0-4E26-B146-655841D6CF05}"/>
          </ac:spMkLst>
        </pc:spChg>
        <pc:cxnChg chg="add mod">
          <ac:chgData name="Palit, Tapti" userId="dec6fbcd-7598-406a-8cbf-504d4a3bac15" providerId="ADAL" clId="{ECD42228-5B96-4A72-B268-C46DF994E6B7}" dt="2024-01-25T14:25:11.818" v="60184" actId="13822"/>
          <ac:cxnSpMkLst>
            <pc:docMk/>
            <pc:sldMk cId="1444844326" sldId="1002"/>
            <ac:cxnSpMk id="12" creationId="{0411A978-B230-72DE-3843-ECD6D68D6C62}"/>
          </ac:cxnSpMkLst>
        </pc:cxnChg>
        <pc:cxnChg chg="add mod">
          <ac:chgData name="Palit, Tapti" userId="dec6fbcd-7598-406a-8cbf-504d4a3bac15" providerId="ADAL" clId="{ECD42228-5B96-4A72-B268-C46DF994E6B7}" dt="2024-01-25T14:25:26.263" v="60187" actId="14100"/>
          <ac:cxnSpMkLst>
            <pc:docMk/>
            <pc:sldMk cId="1444844326" sldId="1002"/>
            <ac:cxnSpMk id="13" creationId="{CEA95E9A-0D2B-3204-15D6-1A128C3699C3}"/>
          </ac:cxnSpMkLst>
        </pc:cxnChg>
        <pc:cxnChg chg="add mod">
          <ac:chgData name="Palit, Tapti" userId="dec6fbcd-7598-406a-8cbf-504d4a3bac15" providerId="ADAL" clId="{ECD42228-5B96-4A72-B268-C46DF994E6B7}" dt="2024-01-25T14:25:33.218" v="60190" actId="14100"/>
          <ac:cxnSpMkLst>
            <pc:docMk/>
            <pc:sldMk cId="1444844326" sldId="1002"/>
            <ac:cxnSpMk id="16" creationId="{26993E08-C2C0-CE9A-D2D3-AAFC0356EFAC}"/>
          </ac:cxnSpMkLst>
        </pc:cxnChg>
      </pc:sldChg>
      <pc:sldChg chg="del">
        <pc:chgData name="Palit, Tapti" userId="dec6fbcd-7598-406a-8cbf-504d4a3bac15" providerId="ADAL" clId="{ECD42228-5B96-4A72-B268-C46DF994E6B7}" dt="2024-01-26T15:38:22.571" v="61371" actId="2696"/>
        <pc:sldMkLst>
          <pc:docMk/>
          <pc:sldMk cId="2333549731" sldId="1002"/>
        </pc:sldMkLst>
      </pc:sldChg>
      <pc:sldChg chg="add del mod modShow">
        <pc:chgData name="Palit, Tapti" userId="dec6fbcd-7598-406a-8cbf-504d4a3bac15" providerId="ADAL" clId="{ECD42228-5B96-4A72-B268-C46DF994E6B7}" dt="2024-01-28T03:44:01.241" v="67437" actId="47"/>
        <pc:sldMkLst>
          <pc:docMk/>
          <pc:sldMk cId="4239280016" sldId="1002"/>
        </pc:sldMkLst>
      </pc:sldChg>
      <pc:sldChg chg="del">
        <pc:chgData name="Palit, Tapti" userId="dec6fbcd-7598-406a-8cbf-504d4a3bac15" providerId="ADAL" clId="{ECD42228-5B96-4A72-B268-C46DF994E6B7}" dt="2024-01-26T15:38:22.571" v="61371" actId="2696"/>
        <pc:sldMkLst>
          <pc:docMk/>
          <pc:sldMk cId="2592298317" sldId="1003"/>
        </pc:sldMkLst>
      </pc:sldChg>
      <pc:sldChg chg="add del mod modShow">
        <pc:chgData name="Palit, Tapti" userId="dec6fbcd-7598-406a-8cbf-504d4a3bac15" providerId="ADAL" clId="{ECD42228-5B96-4A72-B268-C46DF994E6B7}" dt="2024-01-28T03:44:01.241" v="67437" actId="47"/>
        <pc:sldMkLst>
          <pc:docMk/>
          <pc:sldMk cId="2868074297" sldId="1003"/>
        </pc:sldMkLst>
      </pc:sldChg>
      <pc:sldChg chg="addSp delSp modSp add mod modNotesTx">
        <pc:chgData name="Palit, Tapti" userId="dec6fbcd-7598-406a-8cbf-504d4a3bac15" providerId="ADAL" clId="{ECD42228-5B96-4A72-B268-C46DF994E6B7}" dt="2024-01-25T14:29:29.093" v="60364" actId="20577"/>
        <pc:sldMkLst>
          <pc:docMk/>
          <pc:sldMk cId="3439878872" sldId="1003"/>
        </pc:sldMkLst>
        <pc:spChg chg="add mod">
          <ac:chgData name="Palit, Tapti" userId="dec6fbcd-7598-406a-8cbf-504d4a3bac15" providerId="ADAL" clId="{ECD42228-5B96-4A72-B268-C46DF994E6B7}" dt="2024-01-25T14:27:56.468" v="60323" actId="14100"/>
          <ac:spMkLst>
            <pc:docMk/>
            <pc:sldMk cId="3439878872" sldId="1003"/>
            <ac:spMk id="18" creationId="{AA9C3FEB-9A5B-C666-AC65-B48A00FC7499}"/>
          </ac:spMkLst>
        </pc:spChg>
        <pc:spChg chg="add mod">
          <ac:chgData name="Palit, Tapti" userId="dec6fbcd-7598-406a-8cbf-504d4a3bac15" providerId="ADAL" clId="{ECD42228-5B96-4A72-B268-C46DF994E6B7}" dt="2024-01-25T14:29:15.552" v="60361" actId="14100"/>
          <ac:spMkLst>
            <pc:docMk/>
            <pc:sldMk cId="3439878872" sldId="1003"/>
            <ac:spMk id="31" creationId="{8230695D-B37D-5FE0-65A3-B7EBB05534C9}"/>
          </ac:spMkLst>
        </pc:spChg>
        <pc:cxnChg chg="add mod">
          <ac:chgData name="Palit, Tapti" userId="dec6fbcd-7598-406a-8cbf-504d4a3bac15" providerId="ADAL" clId="{ECD42228-5B96-4A72-B268-C46DF994E6B7}" dt="2024-01-25T14:28:00.055" v="60325" actId="14100"/>
          <ac:cxnSpMkLst>
            <pc:docMk/>
            <pc:sldMk cId="3439878872" sldId="1003"/>
            <ac:cxnSpMk id="11" creationId="{793AE2F1-0A87-E938-3583-5CFE42D0A1B5}"/>
          </ac:cxnSpMkLst>
        </pc:cxnChg>
        <pc:cxnChg chg="add mod">
          <ac:chgData name="Palit, Tapti" userId="dec6fbcd-7598-406a-8cbf-504d4a3bac15" providerId="ADAL" clId="{ECD42228-5B96-4A72-B268-C46DF994E6B7}" dt="2024-01-25T14:28:32.306" v="60334" actId="14100"/>
          <ac:cxnSpMkLst>
            <pc:docMk/>
            <pc:sldMk cId="3439878872" sldId="1003"/>
            <ac:cxnSpMk id="20" creationId="{9CAD641F-E34C-D2C6-7471-6B5DFD75074B}"/>
          </ac:cxnSpMkLst>
        </pc:cxnChg>
        <pc:cxnChg chg="add del mod">
          <ac:chgData name="Palit, Tapti" userId="dec6fbcd-7598-406a-8cbf-504d4a3bac15" providerId="ADAL" clId="{ECD42228-5B96-4A72-B268-C46DF994E6B7}" dt="2024-01-25T14:28:20.392" v="60331" actId="478"/>
          <ac:cxnSpMkLst>
            <pc:docMk/>
            <pc:sldMk cId="3439878872" sldId="1003"/>
            <ac:cxnSpMk id="23" creationId="{0DEE619F-AD82-2820-5739-2C754944642D}"/>
          </ac:cxnSpMkLst>
        </pc:cxnChg>
        <pc:cxnChg chg="add mod">
          <ac:chgData name="Palit, Tapti" userId="dec6fbcd-7598-406a-8cbf-504d4a3bac15" providerId="ADAL" clId="{ECD42228-5B96-4A72-B268-C46DF994E6B7}" dt="2024-01-25T14:28:42.257" v="60337" actId="14100"/>
          <ac:cxnSpMkLst>
            <pc:docMk/>
            <pc:sldMk cId="3439878872" sldId="1003"/>
            <ac:cxnSpMk id="28" creationId="{3A3930BB-3A6C-7898-0FC1-CAF433825808}"/>
          </ac:cxnSpMkLst>
        </pc:cxnChg>
      </pc:sldChg>
      <pc:sldChg chg="del">
        <pc:chgData name="Palit, Tapti" userId="dec6fbcd-7598-406a-8cbf-504d4a3bac15" providerId="ADAL" clId="{ECD42228-5B96-4A72-B268-C46DF994E6B7}" dt="2024-01-28T03:44:01.241" v="67437" actId="47"/>
        <pc:sldMkLst>
          <pc:docMk/>
          <pc:sldMk cId="1615624501" sldId="1004"/>
        </pc:sldMkLst>
      </pc:sldChg>
      <pc:sldChg chg="del">
        <pc:chgData name="Palit, Tapti" userId="dec6fbcd-7598-406a-8cbf-504d4a3bac15" providerId="ADAL" clId="{ECD42228-5B96-4A72-B268-C46DF994E6B7}" dt="2024-01-28T03:44:01.241" v="67437" actId="47"/>
        <pc:sldMkLst>
          <pc:docMk/>
          <pc:sldMk cId="3640892940" sldId="1005"/>
        </pc:sldMkLst>
      </pc:sldChg>
      <pc:sldChg chg="addSp delSp modSp del mod chgLayout modNotesTx">
        <pc:chgData name="Palit, Tapti" userId="dec6fbcd-7598-406a-8cbf-504d4a3bac15" providerId="ADAL" clId="{ECD42228-5B96-4A72-B268-C46DF994E6B7}" dt="2024-01-30T15:55:47.350" v="92166" actId="47"/>
        <pc:sldMkLst>
          <pc:docMk/>
          <pc:sldMk cId="1443657903" sldId="1006"/>
        </pc:sldMkLst>
        <pc:spChg chg="add mod">
          <ac:chgData name="Palit, Tapti" userId="dec6fbcd-7598-406a-8cbf-504d4a3bac15" providerId="ADAL" clId="{ECD42228-5B96-4A72-B268-C46DF994E6B7}" dt="2024-01-30T04:45:09.603" v="86724" actId="1076"/>
          <ac:spMkLst>
            <pc:docMk/>
            <pc:sldMk cId="1443657903" sldId="1006"/>
            <ac:spMk id="2" creationId="{42C7EA38-D775-DD8F-6F3A-D93D29EF1FEB}"/>
          </ac:spMkLst>
        </pc:spChg>
        <pc:spChg chg="add mod">
          <ac:chgData name="Palit, Tapti" userId="dec6fbcd-7598-406a-8cbf-504d4a3bac15" providerId="ADAL" clId="{ECD42228-5B96-4A72-B268-C46DF994E6B7}" dt="2024-01-30T04:38:12.239" v="86478" actId="1076"/>
          <ac:spMkLst>
            <pc:docMk/>
            <pc:sldMk cId="1443657903" sldId="1006"/>
            <ac:spMk id="2" creationId="{68BC85B3-136B-10F4-C08B-B77EFC58DC7C}"/>
          </ac:spMkLst>
        </pc:spChg>
        <pc:spChg chg="add del mod">
          <ac:chgData name="Palit, Tapti" userId="dec6fbcd-7598-406a-8cbf-504d4a3bac15" providerId="ADAL" clId="{ECD42228-5B96-4A72-B268-C46DF994E6B7}" dt="2024-01-29T23:49:22.004" v="83060" actId="478"/>
          <ac:spMkLst>
            <pc:docMk/>
            <pc:sldMk cId="1443657903" sldId="1006"/>
            <ac:spMk id="2" creationId="{DB530074-8830-4E87-3B45-44A447B6D634}"/>
          </ac:spMkLst>
        </pc:spChg>
        <pc:spChg chg="mod ord">
          <ac:chgData name="Palit, Tapti" userId="dec6fbcd-7598-406a-8cbf-504d4a3bac15" providerId="ADAL" clId="{ECD42228-5B96-4A72-B268-C46DF994E6B7}" dt="2024-01-30T04:41:25.645" v="86566" actId="6264"/>
          <ac:spMkLst>
            <pc:docMk/>
            <pc:sldMk cId="1443657903" sldId="1006"/>
            <ac:spMk id="3" creationId="{F41F5800-0C87-D92F-5B6B-52E096B070E2}"/>
          </ac:spMkLst>
        </pc:spChg>
        <pc:spChg chg="mod ord">
          <ac:chgData name="Palit, Tapti" userId="dec6fbcd-7598-406a-8cbf-504d4a3bac15" providerId="ADAL" clId="{ECD42228-5B96-4A72-B268-C46DF994E6B7}" dt="2024-01-30T04:41:25.645" v="86566" actId="6264"/>
          <ac:spMkLst>
            <pc:docMk/>
            <pc:sldMk cId="1443657903" sldId="1006"/>
            <ac:spMk id="4" creationId="{72B504F4-99B0-8DB2-F091-585A12AE0CD7}"/>
          </ac:spMkLst>
        </pc:spChg>
        <pc:spChg chg="add del mod">
          <ac:chgData name="Palit, Tapti" userId="dec6fbcd-7598-406a-8cbf-504d4a3bac15" providerId="ADAL" clId="{ECD42228-5B96-4A72-B268-C46DF994E6B7}" dt="2024-01-30T01:16:02.533" v="83684" actId="478"/>
          <ac:spMkLst>
            <pc:docMk/>
            <pc:sldMk cId="1443657903" sldId="1006"/>
            <ac:spMk id="5" creationId="{183ECB8E-03C0-B0D3-470A-5FC92381CE4D}"/>
          </ac:spMkLst>
        </pc:spChg>
        <pc:spChg chg="add mod">
          <ac:chgData name="Palit, Tapti" userId="dec6fbcd-7598-406a-8cbf-504d4a3bac15" providerId="ADAL" clId="{ECD42228-5B96-4A72-B268-C46DF994E6B7}" dt="2024-01-30T04:45:09.603" v="86724" actId="1076"/>
          <ac:spMkLst>
            <pc:docMk/>
            <pc:sldMk cId="1443657903" sldId="1006"/>
            <ac:spMk id="5" creationId="{D0020646-FB66-8852-F210-D58832B911A6}"/>
          </ac:spMkLst>
        </pc:spChg>
        <pc:spChg chg="add mod">
          <ac:chgData name="Palit, Tapti" userId="dec6fbcd-7598-406a-8cbf-504d4a3bac15" providerId="ADAL" clId="{ECD42228-5B96-4A72-B268-C46DF994E6B7}" dt="2024-01-30T04:38:10.997" v="86476" actId="1076"/>
          <ac:spMkLst>
            <pc:docMk/>
            <pc:sldMk cId="1443657903" sldId="1006"/>
            <ac:spMk id="5" creationId="{E7A9BF2B-BD6E-3EF3-1712-BA1B17788E4B}"/>
          </ac:spMkLst>
        </pc:spChg>
        <pc:spChg chg="add mod">
          <ac:chgData name="Palit, Tapti" userId="dec6fbcd-7598-406a-8cbf-504d4a3bac15" providerId="ADAL" clId="{ECD42228-5B96-4A72-B268-C46DF994E6B7}" dt="2024-01-30T05:11:25.245" v="86994" actId="20577"/>
          <ac:spMkLst>
            <pc:docMk/>
            <pc:sldMk cId="1443657903" sldId="1006"/>
            <ac:spMk id="6" creationId="{F62142A9-E3B1-C4B7-D8DB-1883CE405314}"/>
          </ac:spMkLst>
        </pc:spChg>
        <pc:spChg chg="add mod">
          <ac:chgData name="Palit, Tapti" userId="dec6fbcd-7598-406a-8cbf-504d4a3bac15" providerId="ADAL" clId="{ECD42228-5B96-4A72-B268-C46DF994E6B7}" dt="2024-01-30T04:45:09.603" v="86724" actId="1076"/>
          <ac:spMkLst>
            <pc:docMk/>
            <pc:sldMk cId="1443657903" sldId="1006"/>
            <ac:spMk id="7" creationId="{4EFD8585-0F9C-03A9-4803-B753DF786B32}"/>
          </ac:spMkLst>
        </pc:spChg>
        <pc:spChg chg="add mod">
          <ac:chgData name="Palit, Tapti" userId="dec6fbcd-7598-406a-8cbf-504d4a3bac15" providerId="ADAL" clId="{ECD42228-5B96-4A72-B268-C46DF994E6B7}" dt="2024-01-30T04:45:09.603" v="86724" actId="1076"/>
          <ac:spMkLst>
            <pc:docMk/>
            <pc:sldMk cId="1443657903" sldId="1006"/>
            <ac:spMk id="8" creationId="{205A3CA1-08DC-09A1-8308-1DACFFAF7AAB}"/>
          </ac:spMkLst>
        </pc:spChg>
        <pc:spChg chg="add del mod">
          <ac:chgData name="Palit, Tapti" userId="dec6fbcd-7598-406a-8cbf-504d4a3bac15" providerId="ADAL" clId="{ECD42228-5B96-4A72-B268-C46DF994E6B7}" dt="2024-01-30T00:42:29.638" v="83111" actId="478"/>
          <ac:spMkLst>
            <pc:docMk/>
            <pc:sldMk cId="1443657903" sldId="1006"/>
            <ac:spMk id="8" creationId="{C703D9F5-4792-20F4-A977-28A9573E14A4}"/>
          </ac:spMkLst>
        </pc:spChg>
        <pc:spChg chg="add mod">
          <ac:chgData name="Palit, Tapti" userId="dec6fbcd-7598-406a-8cbf-504d4a3bac15" providerId="ADAL" clId="{ECD42228-5B96-4A72-B268-C46DF994E6B7}" dt="2024-01-30T04:45:09.603" v="86724" actId="1076"/>
          <ac:spMkLst>
            <pc:docMk/>
            <pc:sldMk cId="1443657903" sldId="1006"/>
            <ac:spMk id="9" creationId="{FEE50486-ED62-0211-8495-141514841F17}"/>
          </ac:spMkLst>
        </pc:spChg>
        <pc:spChg chg="add del mod">
          <ac:chgData name="Palit, Tapti" userId="dec6fbcd-7598-406a-8cbf-504d4a3bac15" providerId="ADAL" clId="{ECD42228-5B96-4A72-B268-C46DF994E6B7}" dt="2024-01-30T01:15:57.368" v="83683" actId="478"/>
          <ac:spMkLst>
            <pc:docMk/>
            <pc:sldMk cId="1443657903" sldId="1006"/>
            <ac:spMk id="10" creationId="{10D98153-4479-02BF-2FCF-023EAF8C4F94}"/>
          </ac:spMkLst>
        </pc:spChg>
        <pc:spChg chg="add del mod">
          <ac:chgData name="Palit, Tapti" userId="dec6fbcd-7598-406a-8cbf-504d4a3bac15" providerId="ADAL" clId="{ECD42228-5B96-4A72-B268-C46DF994E6B7}" dt="2024-01-30T04:41:25.645" v="86566" actId="6264"/>
          <ac:spMkLst>
            <pc:docMk/>
            <pc:sldMk cId="1443657903" sldId="1006"/>
            <ac:spMk id="10" creationId="{AF66E0FE-97CA-7BFC-9720-96CD23283B4C}"/>
          </ac:spMkLst>
        </pc:spChg>
        <pc:spChg chg="add mod">
          <ac:chgData name="Palit, Tapti" userId="dec6fbcd-7598-406a-8cbf-504d4a3bac15" providerId="ADAL" clId="{ECD42228-5B96-4A72-B268-C46DF994E6B7}" dt="2024-01-30T05:06:21.916" v="86968" actId="692"/>
          <ac:spMkLst>
            <pc:docMk/>
            <pc:sldMk cId="1443657903" sldId="1006"/>
            <ac:spMk id="11" creationId="{5CD12B5E-EED1-D7C2-F857-A3873CADFBBF}"/>
          </ac:spMkLst>
        </pc:spChg>
        <pc:spChg chg="add mod">
          <ac:chgData name="Palit, Tapti" userId="dec6fbcd-7598-406a-8cbf-504d4a3bac15" providerId="ADAL" clId="{ECD42228-5B96-4A72-B268-C46DF994E6B7}" dt="2024-01-30T04:45:09.603" v="86724" actId="1076"/>
          <ac:spMkLst>
            <pc:docMk/>
            <pc:sldMk cId="1443657903" sldId="1006"/>
            <ac:spMk id="12" creationId="{333BB1BA-428F-94F5-CD81-06FB5528E221}"/>
          </ac:spMkLst>
        </pc:spChg>
        <pc:spChg chg="add del mod">
          <ac:chgData name="Palit, Tapti" userId="dec6fbcd-7598-406a-8cbf-504d4a3bac15" providerId="ADAL" clId="{ECD42228-5B96-4A72-B268-C46DF994E6B7}" dt="2024-01-30T04:41:25.645" v="86566" actId="6264"/>
          <ac:spMkLst>
            <pc:docMk/>
            <pc:sldMk cId="1443657903" sldId="1006"/>
            <ac:spMk id="13" creationId="{19F6B125-85E5-8691-84C7-C8363D7F2619}"/>
          </ac:spMkLst>
        </pc:spChg>
        <pc:spChg chg="add del mod">
          <ac:chgData name="Palit, Tapti" userId="dec6fbcd-7598-406a-8cbf-504d4a3bac15" providerId="ADAL" clId="{ECD42228-5B96-4A72-B268-C46DF994E6B7}" dt="2024-01-30T01:16:02.533" v="83684" actId="478"/>
          <ac:spMkLst>
            <pc:docMk/>
            <pc:sldMk cId="1443657903" sldId="1006"/>
            <ac:spMk id="13" creationId="{B7304097-DFBF-D910-D073-D97AFE7F2778}"/>
          </ac:spMkLst>
        </pc:spChg>
        <pc:spChg chg="add del mod">
          <ac:chgData name="Palit, Tapti" userId="dec6fbcd-7598-406a-8cbf-504d4a3bac15" providerId="ADAL" clId="{ECD42228-5B96-4A72-B268-C46DF994E6B7}" dt="2024-01-30T01:16:02.533" v="83684" actId="478"/>
          <ac:spMkLst>
            <pc:docMk/>
            <pc:sldMk cId="1443657903" sldId="1006"/>
            <ac:spMk id="14" creationId="{E7E615E4-1209-91C9-5D49-B54071413CD2}"/>
          </ac:spMkLst>
        </pc:spChg>
        <pc:spChg chg="add mod ord">
          <ac:chgData name="Palit, Tapti" userId="dec6fbcd-7598-406a-8cbf-504d4a3bac15" providerId="ADAL" clId="{ECD42228-5B96-4A72-B268-C46DF994E6B7}" dt="2024-01-30T04:50:40.971" v="86811" actId="20577"/>
          <ac:spMkLst>
            <pc:docMk/>
            <pc:sldMk cId="1443657903" sldId="1006"/>
            <ac:spMk id="14" creationId="{F55D1DCD-63AE-1B38-F985-84D9BB2AE721}"/>
          </ac:spMkLst>
        </pc:spChg>
        <pc:spChg chg="mod">
          <ac:chgData name="Palit, Tapti" userId="dec6fbcd-7598-406a-8cbf-504d4a3bac15" providerId="ADAL" clId="{ECD42228-5B96-4A72-B268-C46DF994E6B7}" dt="2024-01-30T13:11:17.877" v="91367" actId="20577"/>
          <ac:spMkLst>
            <pc:docMk/>
            <pc:sldMk cId="1443657903" sldId="1006"/>
            <ac:spMk id="15" creationId="{632CDA17-2240-B34F-44F8-5573404E1E94}"/>
          </ac:spMkLst>
        </pc:spChg>
        <pc:spChg chg="add del mod">
          <ac:chgData name="Palit, Tapti" userId="dec6fbcd-7598-406a-8cbf-504d4a3bac15" providerId="ADAL" clId="{ECD42228-5B96-4A72-B268-C46DF994E6B7}" dt="2024-01-30T01:16:02.533" v="83684" actId="478"/>
          <ac:spMkLst>
            <pc:docMk/>
            <pc:sldMk cId="1443657903" sldId="1006"/>
            <ac:spMk id="16" creationId="{4645C22E-44FF-BF81-7755-C7FCA524B6E1}"/>
          </ac:spMkLst>
        </pc:spChg>
        <pc:spChg chg="add mod">
          <ac:chgData name="Palit, Tapti" userId="dec6fbcd-7598-406a-8cbf-504d4a3bac15" providerId="ADAL" clId="{ECD42228-5B96-4A72-B268-C46DF994E6B7}" dt="2024-01-30T04:49:56.162" v="86787" actId="14100"/>
          <ac:spMkLst>
            <pc:docMk/>
            <pc:sldMk cId="1443657903" sldId="1006"/>
            <ac:spMk id="16" creationId="{5053E8DD-9E78-06B9-EEC8-4832A67849CA}"/>
          </ac:spMkLst>
        </pc:spChg>
        <pc:spChg chg="add del mod">
          <ac:chgData name="Palit, Tapti" userId="dec6fbcd-7598-406a-8cbf-504d4a3bac15" providerId="ADAL" clId="{ECD42228-5B96-4A72-B268-C46DF994E6B7}" dt="2024-01-30T01:16:02.533" v="83684" actId="478"/>
          <ac:spMkLst>
            <pc:docMk/>
            <pc:sldMk cId="1443657903" sldId="1006"/>
            <ac:spMk id="17" creationId="{5ECEFDC6-8E69-121D-C0F4-8405CA0DE315}"/>
          </ac:spMkLst>
        </pc:spChg>
        <pc:spChg chg="add mod">
          <ac:chgData name="Palit, Tapti" userId="dec6fbcd-7598-406a-8cbf-504d4a3bac15" providerId="ADAL" clId="{ECD42228-5B96-4A72-B268-C46DF994E6B7}" dt="2024-01-30T15:33:11.625" v="91463" actId="313"/>
          <ac:spMkLst>
            <pc:docMk/>
            <pc:sldMk cId="1443657903" sldId="1006"/>
            <ac:spMk id="20" creationId="{E6DAEF0D-E7B1-033C-5253-509FAE79E815}"/>
          </ac:spMkLst>
        </pc:spChg>
        <pc:spChg chg="add del mod">
          <ac:chgData name="Palit, Tapti" userId="dec6fbcd-7598-406a-8cbf-504d4a3bac15" providerId="ADAL" clId="{ECD42228-5B96-4A72-B268-C46DF994E6B7}" dt="2024-01-30T04:37:37.745" v="86459" actId="478"/>
          <ac:spMkLst>
            <pc:docMk/>
            <pc:sldMk cId="1443657903" sldId="1006"/>
            <ac:spMk id="21" creationId="{F9696A0A-8EF5-F1D4-EFC5-7AB3A18FF306}"/>
          </ac:spMkLst>
        </pc:spChg>
        <pc:spChg chg="add mod">
          <ac:chgData name="Palit, Tapti" userId="dec6fbcd-7598-406a-8cbf-504d4a3bac15" providerId="ADAL" clId="{ECD42228-5B96-4A72-B268-C46DF994E6B7}" dt="2024-01-30T05:06:21.916" v="86968" actId="692"/>
          <ac:spMkLst>
            <pc:docMk/>
            <pc:sldMk cId="1443657903" sldId="1006"/>
            <ac:spMk id="22" creationId="{B780F3A2-3E38-776A-B40B-BCCD258986B4}"/>
          </ac:spMkLst>
        </pc:spChg>
        <pc:spChg chg="add mod">
          <ac:chgData name="Palit, Tapti" userId="dec6fbcd-7598-406a-8cbf-504d4a3bac15" providerId="ADAL" clId="{ECD42228-5B96-4A72-B268-C46DF994E6B7}" dt="2024-01-30T15:33:08.917" v="91459" actId="313"/>
          <ac:spMkLst>
            <pc:docMk/>
            <pc:sldMk cId="1443657903" sldId="1006"/>
            <ac:spMk id="24" creationId="{E1161DEA-E409-E4AE-8CD4-21309B090A89}"/>
          </ac:spMkLst>
        </pc:spChg>
        <pc:spChg chg="add mod">
          <ac:chgData name="Palit, Tapti" userId="dec6fbcd-7598-406a-8cbf-504d4a3bac15" providerId="ADAL" clId="{ECD42228-5B96-4A72-B268-C46DF994E6B7}" dt="2024-01-30T15:33:13.833" v="91467" actId="313"/>
          <ac:spMkLst>
            <pc:docMk/>
            <pc:sldMk cId="1443657903" sldId="1006"/>
            <ac:spMk id="25" creationId="{363C4DD7-B853-9634-4200-0775FB68C8B7}"/>
          </ac:spMkLst>
        </pc:spChg>
        <pc:spChg chg="add mod">
          <ac:chgData name="Palit, Tapti" userId="dec6fbcd-7598-406a-8cbf-504d4a3bac15" providerId="ADAL" clId="{ECD42228-5B96-4A72-B268-C46DF994E6B7}" dt="2024-01-30T15:33:15.863" v="91471" actId="313"/>
          <ac:spMkLst>
            <pc:docMk/>
            <pc:sldMk cId="1443657903" sldId="1006"/>
            <ac:spMk id="26" creationId="{8A85FE1B-0536-7F03-7274-D71C669F9823}"/>
          </ac:spMkLst>
        </pc:spChg>
        <pc:spChg chg="del mod">
          <ac:chgData name="Palit, Tapti" userId="dec6fbcd-7598-406a-8cbf-504d4a3bac15" providerId="ADAL" clId="{ECD42228-5B96-4A72-B268-C46DF994E6B7}" dt="2024-01-29T23:49:31.249" v="83061" actId="478"/>
          <ac:spMkLst>
            <pc:docMk/>
            <pc:sldMk cId="1443657903" sldId="1006"/>
            <ac:spMk id="27" creationId="{A514031C-BE6B-B376-1F8D-A6CBB52D164E}"/>
          </ac:spMkLst>
        </pc:spChg>
        <pc:spChg chg="add mod">
          <ac:chgData name="Palit, Tapti" userId="dec6fbcd-7598-406a-8cbf-504d4a3bac15" providerId="ADAL" clId="{ECD42228-5B96-4A72-B268-C46DF994E6B7}" dt="2024-01-30T15:33:17.878" v="91475" actId="313"/>
          <ac:spMkLst>
            <pc:docMk/>
            <pc:sldMk cId="1443657903" sldId="1006"/>
            <ac:spMk id="28" creationId="{BDADD76B-8B24-ED1F-D3E3-C00BFBCEDCD4}"/>
          </ac:spMkLst>
        </pc:spChg>
        <pc:spChg chg="del mod">
          <ac:chgData name="Palit, Tapti" userId="dec6fbcd-7598-406a-8cbf-504d4a3bac15" providerId="ADAL" clId="{ECD42228-5B96-4A72-B268-C46DF994E6B7}" dt="2024-01-30T01:16:02.533" v="83684" actId="478"/>
          <ac:spMkLst>
            <pc:docMk/>
            <pc:sldMk cId="1443657903" sldId="1006"/>
            <ac:spMk id="29" creationId="{B51B138B-CA6E-D442-540A-519FABFF1C4E}"/>
          </ac:spMkLst>
        </pc:spChg>
        <pc:picChg chg="add mod">
          <ac:chgData name="Palit, Tapti" userId="dec6fbcd-7598-406a-8cbf-504d4a3bac15" providerId="ADAL" clId="{ECD42228-5B96-4A72-B268-C46DF994E6B7}" dt="2024-01-30T04:45:09.603" v="86724" actId="1076"/>
          <ac:picMkLst>
            <pc:docMk/>
            <pc:sldMk cId="1443657903" sldId="1006"/>
            <ac:picMk id="23" creationId="{4788B9D1-7CBD-2393-78F4-0915BE43944C}"/>
          </ac:picMkLst>
        </pc:picChg>
        <pc:picChg chg="add del mod">
          <ac:chgData name="Palit, Tapti" userId="dec6fbcd-7598-406a-8cbf-504d4a3bac15" providerId="ADAL" clId="{ECD42228-5B96-4A72-B268-C46DF994E6B7}" dt="2024-01-30T01:15:57.368" v="83683" actId="478"/>
          <ac:picMkLst>
            <pc:docMk/>
            <pc:sldMk cId="1443657903" sldId="1006"/>
            <ac:picMk id="1026" creationId="{FA72C589-D3CD-285E-5D5F-E6CB0EC94BDE}"/>
          </ac:picMkLst>
        </pc:picChg>
        <pc:picChg chg="add del mod">
          <ac:chgData name="Palit, Tapti" userId="dec6fbcd-7598-406a-8cbf-504d4a3bac15" providerId="ADAL" clId="{ECD42228-5B96-4A72-B268-C46DF994E6B7}" dt="2024-01-30T00:50:26.356" v="83311" actId="478"/>
          <ac:picMkLst>
            <pc:docMk/>
            <pc:sldMk cId="1443657903" sldId="1006"/>
            <ac:picMk id="1028" creationId="{284BC05A-F549-2124-7ED9-6297FDB6E4D1}"/>
          </ac:picMkLst>
        </pc:picChg>
        <pc:picChg chg="add mod">
          <ac:chgData name="Palit, Tapti" userId="dec6fbcd-7598-406a-8cbf-504d4a3bac15" providerId="ADAL" clId="{ECD42228-5B96-4A72-B268-C46DF994E6B7}" dt="2024-01-30T04:45:09.603" v="86724" actId="1076"/>
          <ac:picMkLst>
            <pc:docMk/>
            <pc:sldMk cId="1443657903" sldId="1006"/>
            <ac:picMk id="1030" creationId="{DB6227DC-641D-AF79-C7C8-B6FB1065B601}"/>
          </ac:picMkLst>
        </pc:picChg>
        <pc:cxnChg chg="del mod">
          <ac:chgData name="Palit, Tapti" userId="dec6fbcd-7598-406a-8cbf-504d4a3bac15" providerId="ADAL" clId="{ECD42228-5B96-4A72-B268-C46DF994E6B7}" dt="2024-01-30T01:16:02.533" v="83684" actId="478"/>
          <ac:cxnSpMkLst>
            <pc:docMk/>
            <pc:sldMk cId="1443657903" sldId="1006"/>
            <ac:cxnSpMk id="6" creationId="{9A228DE5-2A47-7DC0-AB7D-AA240CDBFA38}"/>
          </ac:cxnSpMkLst>
        </pc:cxnChg>
        <pc:cxnChg chg="del mod">
          <ac:chgData name="Palit, Tapti" userId="dec6fbcd-7598-406a-8cbf-504d4a3bac15" providerId="ADAL" clId="{ECD42228-5B96-4A72-B268-C46DF994E6B7}" dt="2024-01-30T01:16:02.533" v="83684" actId="478"/>
          <ac:cxnSpMkLst>
            <pc:docMk/>
            <pc:sldMk cId="1443657903" sldId="1006"/>
            <ac:cxnSpMk id="7" creationId="{61D65FAB-D08A-1F97-5A56-A0AFDCACE3EE}"/>
          </ac:cxnSpMkLst>
        </pc:cxnChg>
        <pc:cxnChg chg="add mod">
          <ac:chgData name="Palit, Tapti" userId="dec6fbcd-7598-406a-8cbf-504d4a3bac15" providerId="ADAL" clId="{ECD42228-5B96-4A72-B268-C46DF994E6B7}" dt="2024-01-30T04:45:09.603" v="86724" actId="1076"/>
          <ac:cxnSpMkLst>
            <pc:docMk/>
            <pc:sldMk cId="1443657903" sldId="1006"/>
            <ac:cxnSpMk id="18" creationId="{CD3C22E4-CD29-B36D-D37E-6B0049B13E32}"/>
          </ac:cxnSpMkLst>
        </pc:cxnChg>
        <pc:cxnChg chg="add mod">
          <ac:chgData name="Palit, Tapti" userId="dec6fbcd-7598-406a-8cbf-504d4a3bac15" providerId="ADAL" clId="{ECD42228-5B96-4A72-B268-C46DF994E6B7}" dt="2024-01-30T04:45:09.603" v="86724" actId="1076"/>
          <ac:cxnSpMkLst>
            <pc:docMk/>
            <pc:sldMk cId="1443657903" sldId="1006"/>
            <ac:cxnSpMk id="19" creationId="{BB579C67-E58B-2860-D4EE-F8F94059AA6B}"/>
          </ac:cxnSpMkLst>
        </pc:cxnChg>
        <pc:cxnChg chg="del">
          <ac:chgData name="Palit, Tapti" userId="dec6fbcd-7598-406a-8cbf-504d4a3bac15" providerId="ADAL" clId="{ECD42228-5B96-4A72-B268-C46DF994E6B7}" dt="2024-01-28T21:27:14.408" v="69081" actId="478"/>
          <ac:cxnSpMkLst>
            <pc:docMk/>
            <pc:sldMk cId="1443657903" sldId="1006"/>
            <ac:cxnSpMk id="23" creationId="{D16509D8-28D2-A44B-77B1-1128B454B009}"/>
          </ac:cxnSpMkLst>
        </pc:cxnChg>
        <pc:cxnChg chg="del">
          <ac:chgData name="Palit, Tapti" userId="dec6fbcd-7598-406a-8cbf-504d4a3bac15" providerId="ADAL" clId="{ECD42228-5B96-4A72-B268-C46DF994E6B7}" dt="2024-01-28T21:27:14.408" v="69081" actId="478"/>
          <ac:cxnSpMkLst>
            <pc:docMk/>
            <pc:sldMk cId="1443657903" sldId="1006"/>
            <ac:cxnSpMk id="26" creationId="{CC017F9E-EDAB-28CE-0FC4-6DC0F6308385}"/>
          </ac:cxnSpMkLst>
        </pc:cxnChg>
      </pc:sldChg>
      <pc:sldChg chg="modSp del mod">
        <pc:chgData name="Palit, Tapti" userId="dec6fbcd-7598-406a-8cbf-504d4a3bac15" providerId="ADAL" clId="{ECD42228-5B96-4A72-B268-C46DF994E6B7}" dt="2024-01-27T03:40:37.712" v="63005" actId="47"/>
        <pc:sldMkLst>
          <pc:docMk/>
          <pc:sldMk cId="2813534475" sldId="1008"/>
        </pc:sldMkLst>
        <pc:spChg chg="mod">
          <ac:chgData name="Palit, Tapti" userId="dec6fbcd-7598-406a-8cbf-504d4a3bac15" providerId="ADAL" clId="{ECD42228-5B96-4A72-B268-C46DF994E6B7}" dt="2024-01-26T14:58:07.696" v="60672" actId="20577"/>
          <ac:spMkLst>
            <pc:docMk/>
            <pc:sldMk cId="2813534475" sldId="1008"/>
            <ac:spMk id="27" creationId="{A514031C-BE6B-B376-1F8D-A6CBB52D164E}"/>
          </ac:spMkLst>
        </pc:spChg>
      </pc:sldChg>
      <pc:sldChg chg="addSp delSp modSp del mod">
        <pc:chgData name="Palit, Tapti" userId="dec6fbcd-7598-406a-8cbf-504d4a3bac15" providerId="ADAL" clId="{ECD42228-5B96-4A72-B268-C46DF994E6B7}" dt="2024-01-30T00:54:07.683" v="83369" actId="47"/>
        <pc:sldMkLst>
          <pc:docMk/>
          <pc:sldMk cId="2449023462" sldId="1009"/>
        </pc:sldMkLst>
        <pc:spChg chg="mod">
          <ac:chgData name="Palit, Tapti" userId="dec6fbcd-7598-406a-8cbf-504d4a3bac15" providerId="ADAL" clId="{ECD42228-5B96-4A72-B268-C46DF994E6B7}" dt="2024-01-29T23:50:07.326" v="83067" actId="1076"/>
          <ac:spMkLst>
            <pc:docMk/>
            <pc:sldMk cId="2449023462" sldId="1009"/>
            <ac:spMk id="2" creationId="{D3873BFE-ACFE-BB00-E09A-7B1A04485A82}"/>
          </ac:spMkLst>
        </pc:spChg>
        <pc:spChg chg="add mod">
          <ac:chgData name="Palit, Tapti" userId="dec6fbcd-7598-406a-8cbf-504d4a3bac15" providerId="ADAL" clId="{ECD42228-5B96-4A72-B268-C46DF994E6B7}" dt="2024-01-29T23:49:41.652" v="83064"/>
          <ac:spMkLst>
            <pc:docMk/>
            <pc:sldMk cId="2449023462" sldId="1009"/>
            <ac:spMk id="7" creationId="{1366D98E-A55F-01BF-E8CA-CE00CC00A1D0}"/>
          </ac:spMkLst>
        </pc:spChg>
        <pc:spChg chg="mod">
          <ac:chgData name="Palit, Tapti" userId="dec6fbcd-7598-406a-8cbf-504d4a3bac15" providerId="ADAL" clId="{ECD42228-5B96-4A72-B268-C46DF994E6B7}" dt="2024-01-29T23:50:07.326" v="83067" actId="1076"/>
          <ac:spMkLst>
            <pc:docMk/>
            <pc:sldMk cId="2449023462" sldId="1009"/>
            <ac:spMk id="8" creationId="{8D515AF9-6145-BAE6-B22C-D54DE2A65E6C}"/>
          </ac:spMkLst>
        </pc:spChg>
        <pc:spChg chg="del">
          <ac:chgData name="Palit, Tapti" userId="dec6fbcd-7598-406a-8cbf-504d4a3bac15" providerId="ADAL" clId="{ECD42228-5B96-4A72-B268-C46DF994E6B7}" dt="2024-01-26T14:29:44.710" v="60647" actId="478"/>
          <ac:spMkLst>
            <pc:docMk/>
            <pc:sldMk cId="2449023462" sldId="1009"/>
            <ac:spMk id="9" creationId="{CD63AD5F-C32F-D92B-6020-BAC303AA6DD1}"/>
          </ac:spMkLst>
        </pc:spChg>
        <pc:spChg chg="mod">
          <ac:chgData name="Palit, Tapti" userId="dec6fbcd-7598-406a-8cbf-504d4a3bac15" providerId="ADAL" clId="{ECD42228-5B96-4A72-B268-C46DF994E6B7}" dt="2024-01-29T23:50:07.326" v="83067" actId="1076"/>
          <ac:spMkLst>
            <pc:docMk/>
            <pc:sldMk cId="2449023462" sldId="1009"/>
            <ac:spMk id="10" creationId="{06447FF6-3561-1B45-5EE8-A5F58A28E6A8}"/>
          </ac:spMkLst>
        </pc:spChg>
        <pc:spChg chg="mod">
          <ac:chgData name="Palit, Tapti" userId="dec6fbcd-7598-406a-8cbf-504d4a3bac15" providerId="ADAL" clId="{ECD42228-5B96-4A72-B268-C46DF994E6B7}" dt="2024-01-29T23:50:11.108" v="83068" actId="1076"/>
          <ac:spMkLst>
            <pc:docMk/>
            <pc:sldMk cId="2449023462" sldId="1009"/>
            <ac:spMk id="11" creationId="{2BC49AFA-6CD9-D009-C0AF-D94B4C2435AB}"/>
          </ac:spMkLst>
        </pc:spChg>
        <pc:spChg chg="mod">
          <ac:chgData name="Palit, Tapti" userId="dec6fbcd-7598-406a-8cbf-504d4a3bac15" providerId="ADAL" clId="{ECD42228-5B96-4A72-B268-C46DF994E6B7}" dt="2024-01-30T00:42:05.726" v="83108" actId="1076"/>
          <ac:spMkLst>
            <pc:docMk/>
            <pc:sldMk cId="2449023462" sldId="1009"/>
            <ac:spMk id="12" creationId="{F5BB6969-D60C-29B4-57B4-DC799C0A5BB1}"/>
          </ac:spMkLst>
        </pc:spChg>
        <pc:spChg chg="add mod">
          <ac:chgData name="Palit, Tapti" userId="dec6fbcd-7598-406a-8cbf-504d4a3bac15" providerId="ADAL" clId="{ECD42228-5B96-4A72-B268-C46DF994E6B7}" dt="2024-01-29T23:50:07.326" v="83067" actId="1076"/>
          <ac:spMkLst>
            <pc:docMk/>
            <pc:sldMk cId="2449023462" sldId="1009"/>
            <ac:spMk id="13" creationId="{1637AB1B-B120-6924-D262-E5D73690FB39}"/>
          </ac:spMkLst>
        </pc:spChg>
        <pc:spChg chg="mod">
          <ac:chgData name="Palit, Tapti" userId="dec6fbcd-7598-406a-8cbf-504d4a3bac15" providerId="ADAL" clId="{ECD42228-5B96-4A72-B268-C46DF994E6B7}" dt="2024-01-30T00:41:59.709" v="83107" actId="1076"/>
          <ac:spMkLst>
            <pc:docMk/>
            <pc:sldMk cId="2449023462" sldId="1009"/>
            <ac:spMk id="15" creationId="{632CDA17-2240-B34F-44F8-5573404E1E94}"/>
          </ac:spMkLst>
        </pc:spChg>
        <pc:spChg chg="mod">
          <ac:chgData name="Palit, Tapti" userId="dec6fbcd-7598-406a-8cbf-504d4a3bac15" providerId="ADAL" clId="{ECD42228-5B96-4A72-B268-C46DF994E6B7}" dt="2024-01-30T00:42:25.958" v="83110" actId="1076"/>
          <ac:spMkLst>
            <pc:docMk/>
            <pc:sldMk cId="2449023462" sldId="1009"/>
            <ac:spMk id="27" creationId="{A514031C-BE6B-B376-1F8D-A6CBB52D164E}"/>
          </ac:spMkLst>
        </pc:spChg>
        <pc:spChg chg="mod">
          <ac:chgData name="Palit, Tapti" userId="dec6fbcd-7598-406a-8cbf-504d4a3bac15" providerId="ADAL" clId="{ECD42228-5B96-4A72-B268-C46DF994E6B7}" dt="2024-01-29T23:49:45.354" v="83066" actId="20577"/>
          <ac:spMkLst>
            <pc:docMk/>
            <pc:sldMk cId="2449023462" sldId="1009"/>
            <ac:spMk id="29" creationId="{B51B138B-CA6E-D442-540A-519FABFF1C4E}"/>
          </ac:spMkLst>
        </pc:spChg>
        <pc:cxnChg chg="mod">
          <ac:chgData name="Palit, Tapti" userId="dec6fbcd-7598-406a-8cbf-504d4a3bac15" providerId="ADAL" clId="{ECD42228-5B96-4A72-B268-C46DF994E6B7}" dt="2024-01-29T23:50:07.326" v="83067" actId="1076"/>
          <ac:cxnSpMkLst>
            <pc:docMk/>
            <pc:sldMk cId="2449023462" sldId="1009"/>
            <ac:cxnSpMk id="5" creationId="{925E64D1-9B5D-F27A-9F48-F69D09A7E1FC}"/>
          </ac:cxnSpMkLst>
        </pc:cxnChg>
        <pc:cxnChg chg="del">
          <ac:chgData name="Palit, Tapti" userId="dec6fbcd-7598-406a-8cbf-504d4a3bac15" providerId="ADAL" clId="{ECD42228-5B96-4A72-B268-C46DF994E6B7}" dt="2024-01-28T21:18:47.413" v="68920" actId="478"/>
          <ac:cxnSpMkLst>
            <pc:docMk/>
            <pc:sldMk cId="2449023462" sldId="1009"/>
            <ac:cxnSpMk id="7" creationId="{61D65FAB-D08A-1F97-5A56-A0AFDCACE3EE}"/>
          </ac:cxnSpMkLst>
        </pc:cxnChg>
        <pc:cxnChg chg="add mod">
          <ac:chgData name="Palit, Tapti" userId="dec6fbcd-7598-406a-8cbf-504d4a3bac15" providerId="ADAL" clId="{ECD42228-5B96-4A72-B268-C46DF994E6B7}" dt="2024-01-28T21:18:45.228" v="68919"/>
          <ac:cxnSpMkLst>
            <pc:docMk/>
            <pc:sldMk cId="2449023462" sldId="1009"/>
            <ac:cxnSpMk id="9" creationId="{BBCFC5AF-8B99-5AAC-85C1-3EFE21185E22}"/>
          </ac:cxnSpMkLst>
        </pc:cxnChg>
        <pc:cxnChg chg="del">
          <ac:chgData name="Palit, Tapti" userId="dec6fbcd-7598-406a-8cbf-504d4a3bac15" providerId="ADAL" clId="{ECD42228-5B96-4A72-B268-C46DF994E6B7}" dt="2024-01-28T21:26:48.781" v="69066" actId="478"/>
          <ac:cxnSpMkLst>
            <pc:docMk/>
            <pc:sldMk cId="2449023462" sldId="1009"/>
            <ac:cxnSpMk id="23" creationId="{D16509D8-28D2-A44B-77B1-1128B454B009}"/>
          </ac:cxnSpMkLst>
        </pc:cxnChg>
        <pc:cxnChg chg="del">
          <ac:chgData name="Palit, Tapti" userId="dec6fbcd-7598-406a-8cbf-504d4a3bac15" providerId="ADAL" clId="{ECD42228-5B96-4A72-B268-C46DF994E6B7}" dt="2024-01-28T21:26:48.781" v="69066" actId="478"/>
          <ac:cxnSpMkLst>
            <pc:docMk/>
            <pc:sldMk cId="2449023462" sldId="1009"/>
            <ac:cxnSpMk id="26" creationId="{CC017F9E-EDAB-28CE-0FC4-6DC0F6308385}"/>
          </ac:cxnSpMkLst>
        </pc:cxnChg>
      </pc:sldChg>
      <pc:sldChg chg="addSp delSp modSp del mod">
        <pc:chgData name="Palit, Tapti" userId="dec6fbcd-7598-406a-8cbf-504d4a3bac15" providerId="ADAL" clId="{ECD42228-5B96-4A72-B268-C46DF994E6B7}" dt="2024-01-30T01:07:43.965" v="83631" actId="47"/>
        <pc:sldMkLst>
          <pc:docMk/>
          <pc:sldMk cId="2829052815" sldId="1010"/>
        </pc:sldMkLst>
        <pc:spChg chg="add mod">
          <ac:chgData name="Palit, Tapti" userId="dec6fbcd-7598-406a-8cbf-504d4a3bac15" providerId="ADAL" clId="{ECD42228-5B96-4A72-B268-C46DF994E6B7}" dt="2024-01-28T21:19:41.597" v="68966"/>
          <ac:spMkLst>
            <pc:docMk/>
            <pc:sldMk cId="2829052815" sldId="1010"/>
            <ac:spMk id="2" creationId="{5B6E0F20-EB29-3005-2761-F1F57374ADA7}"/>
          </ac:spMkLst>
        </pc:spChg>
        <pc:spChg chg="mod">
          <ac:chgData name="Palit, Tapti" userId="dec6fbcd-7598-406a-8cbf-504d4a3bac15" providerId="ADAL" clId="{ECD42228-5B96-4A72-B268-C46DF994E6B7}" dt="2024-01-30T00:45:17.685" v="83144" actId="20577"/>
          <ac:spMkLst>
            <pc:docMk/>
            <pc:sldMk cId="2829052815" sldId="1010"/>
            <ac:spMk id="3" creationId="{F41F5800-0C87-D92F-5B6B-52E096B070E2}"/>
          </ac:spMkLst>
        </pc:spChg>
        <pc:spChg chg="add mod">
          <ac:chgData name="Palit, Tapti" userId="dec6fbcd-7598-406a-8cbf-504d4a3bac15" providerId="ADAL" clId="{ECD42228-5B96-4A72-B268-C46DF994E6B7}" dt="2024-01-30T00:44:51.921" v="83137"/>
          <ac:spMkLst>
            <pc:docMk/>
            <pc:sldMk cId="2829052815" sldId="1010"/>
            <ac:spMk id="7" creationId="{7A728FC0-04EA-40D4-44A8-29785FB64130}"/>
          </ac:spMkLst>
        </pc:spChg>
        <pc:spChg chg="mod">
          <ac:chgData name="Palit, Tapti" userId="dec6fbcd-7598-406a-8cbf-504d4a3bac15" providerId="ADAL" clId="{ECD42228-5B96-4A72-B268-C46DF994E6B7}" dt="2024-01-30T00:43:29.216" v="83117" actId="1076"/>
          <ac:spMkLst>
            <pc:docMk/>
            <pc:sldMk cId="2829052815" sldId="1010"/>
            <ac:spMk id="15" creationId="{632CDA17-2240-B34F-44F8-5573404E1E94}"/>
          </ac:spMkLst>
        </pc:spChg>
        <pc:spChg chg="add del mod">
          <ac:chgData name="Palit, Tapti" userId="dec6fbcd-7598-406a-8cbf-504d4a3bac15" providerId="ADAL" clId="{ECD42228-5B96-4A72-B268-C46DF994E6B7}" dt="2024-01-30T00:41:32.371" v="83095" actId="478"/>
          <ac:spMkLst>
            <pc:docMk/>
            <pc:sldMk cId="2829052815" sldId="1010"/>
            <ac:spMk id="19" creationId="{62A0C4CA-2A0C-7E20-4EEB-512723DBF9F9}"/>
          </ac:spMkLst>
        </pc:spChg>
        <pc:spChg chg="del">
          <ac:chgData name="Palit, Tapti" userId="dec6fbcd-7598-406a-8cbf-504d4a3bac15" providerId="ADAL" clId="{ECD42228-5B96-4A72-B268-C46DF994E6B7}" dt="2024-01-28T21:19:41.316" v="68965" actId="478"/>
          <ac:spMkLst>
            <pc:docMk/>
            <pc:sldMk cId="2829052815" sldId="1010"/>
            <ac:spMk id="21" creationId="{D7179A03-A83C-A828-EB03-DB0E95ED3A9F}"/>
          </ac:spMkLst>
        </pc:spChg>
        <pc:spChg chg="mod">
          <ac:chgData name="Palit, Tapti" userId="dec6fbcd-7598-406a-8cbf-504d4a3bac15" providerId="ADAL" clId="{ECD42228-5B96-4A72-B268-C46DF994E6B7}" dt="2024-01-30T00:45:13.513" v="83138" actId="20577"/>
          <ac:spMkLst>
            <pc:docMk/>
            <pc:sldMk cId="2829052815" sldId="1010"/>
            <ac:spMk id="24" creationId="{61E1D992-FB9B-AF0E-0524-B1AE2D228029}"/>
          </ac:spMkLst>
        </pc:spChg>
        <pc:spChg chg="del mod">
          <ac:chgData name="Palit, Tapti" userId="dec6fbcd-7598-406a-8cbf-504d4a3bac15" providerId="ADAL" clId="{ECD42228-5B96-4A72-B268-C46DF994E6B7}" dt="2024-01-30T00:44:51.412" v="83136" actId="478"/>
          <ac:spMkLst>
            <pc:docMk/>
            <pc:sldMk cId="2829052815" sldId="1010"/>
            <ac:spMk id="27" creationId="{A514031C-BE6B-B376-1F8D-A6CBB52D164E}"/>
          </ac:spMkLst>
        </pc:spChg>
        <pc:spChg chg="mod">
          <ac:chgData name="Palit, Tapti" userId="dec6fbcd-7598-406a-8cbf-504d4a3bac15" providerId="ADAL" clId="{ECD42228-5B96-4A72-B268-C46DF994E6B7}" dt="2024-01-28T21:30:14.063" v="69101"/>
          <ac:spMkLst>
            <pc:docMk/>
            <pc:sldMk cId="2829052815" sldId="1010"/>
            <ac:spMk id="29" creationId="{B51B138B-CA6E-D442-540A-519FABFF1C4E}"/>
          </ac:spMkLst>
        </pc:spChg>
        <pc:spChg chg="mod">
          <ac:chgData name="Palit, Tapti" userId="dec6fbcd-7598-406a-8cbf-504d4a3bac15" providerId="ADAL" clId="{ECD42228-5B96-4A72-B268-C46DF994E6B7}" dt="2024-01-30T00:45:27.072" v="83192" actId="20577"/>
          <ac:spMkLst>
            <pc:docMk/>
            <pc:sldMk cId="2829052815" sldId="1010"/>
            <ac:spMk id="31" creationId="{8066DF09-0DDE-0E4A-743E-1BD29398BBC7}"/>
          </ac:spMkLst>
        </pc:spChg>
        <pc:cxnChg chg="add mod">
          <ac:chgData name="Palit, Tapti" userId="dec6fbcd-7598-406a-8cbf-504d4a3bac15" providerId="ADAL" clId="{ECD42228-5B96-4A72-B268-C46DF994E6B7}" dt="2024-01-28T21:24:01.781" v="69041"/>
          <ac:cxnSpMkLst>
            <pc:docMk/>
            <pc:sldMk cId="2829052815" sldId="1010"/>
            <ac:cxnSpMk id="5" creationId="{8A7423F8-9EBF-AF45-08C7-66D51A00DF36}"/>
          </ac:cxnSpMkLst>
        </pc:cxnChg>
        <pc:cxnChg chg="del">
          <ac:chgData name="Palit, Tapti" userId="dec6fbcd-7598-406a-8cbf-504d4a3bac15" providerId="ADAL" clId="{ECD42228-5B96-4A72-B268-C46DF994E6B7}" dt="2024-01-28T21:24:03.688" v="69042" actId="478"/>
          <ac:cxnSpMkLst>
            <pc:docMk/>
            <pc:sldMk cId="2829052815" sldId="1010"/>
            <ac:cxnSpMk id="7" creationId="{61D65FAB-D08A-1F97-5A56-A0AFDCACE3EE}"/>
          </ac:cxnSpMkLst>
        </pc:cxnChg>
        <pc:cxnChg chg="del">
          <ac:chgData name="Palit, Tapti" userId="dec6fbcd-7598-406a-8cbf-504d4a3bac15" providerId="ADAL" clId="{ECD42228-5B96-4A72-B268-C46DF994E6B7}" dt="2024-01-28T21:24:44.933" v="69049" actId="478"/>
          <ac:cxnSpMkLst>
            <pc:docMk/>
            <pc:sldMk cId="2829052815" sldId="1010"/>
            <ac:cxnSpMk id="23" creationId="{D16509D8-28D2-A44B-77B1-1128B454B009}"/>
          </ac:cxnSpMkLst>
        </pc:cxnChg>
        <pc:cxnChg chg="del">
          <ac:chgData name="Palit, Tapti" userId="dec6fbcd-7598-406a-8cbf-504d4a3bac15" providerId="ADAL" clId="{ECD42228-5B96-4A72-B268-C46DF994E6B7}" dt="2024-01-28T21:24:47.170" v="69050" actId="478"/>
          <ac:cxnSpMkLst>
            <pc:docMk/>
            <pc:sldMk cId="2829052815" sldId="1010"/>
            <ac:cxnSpMk id="26" creationId="{CC017F9E-EDAB-28CE-0FC4-6DC0F6308385}"/>
          </ac:cxnSpMkLst>
        </pc:cxnChg>
      </pc:sldChg>
      <pc:sldChg chg="addSp delSp modSp del mod">
        <pc:chgData name="Palit, Tapti" userId="dec6fbcd-7598-406a-8cbf-504d4a3bac15" providerId="ADAL" clId="{ECD42228-5B96-4A72-B268-C46DF994E6B7}" dt="2024-01-30T00:55:05.595" v="83385" actId="47"/>
        <pc:sldMkLst>
          <pc:docMk/>
          <pc:sldMk cId="2580900859" sldId="1011"/>
        </pc:sldMkLst>
        <pc:spChg chg="add mod">
          <ac:chgData name="Palit, Tapti" userId="dec6fbcd-7598-406a-8cbf-504d4a3bac15" providerId="ADAL" clId="{ECD42228-5B96-4A72-B268-C46DF994E6B7}" dt="2024-01-28T21:19:28.210" v="68960"/>
          <ac:spMkLst>
            <pc:docMk/>
            <pc:sldMk cId="2580900859" sldId="1011"/>
            <ac:spMk id="5" creationId="{03527347-AF5A-D03C-77A4-BE5A0BD2FB39}"/>
          </ac:spMkLst>
        </pc:spChg>
        <pc:spChg chg="add mod">
          <ac:chgData name="Palit, Tapti" userId="dec6fbcd-7598-406a-8cbf-504d4a3bac15" providerId="ADAL" clId="{ECD42228-5B96-4A72-B268-C46DF994E6B7}" dt="2024-01-29T23:50:24.320" v="83070"/>
          <ac:spMkLst>
            <pc:docMk/>
            <pc:sldMk cId="2580900859" sldId="1011"/>
            <ac:spMk id="5" creationId="{4222C0D6-4E9D-BF1D-4761-2D5CBBF7520C}"/>
          </ac:spMkLst>
        </pc:spChg>
        <pc:spChg chg="add del mod">
          <ac:chgData name="Palit, Tapti" userId="dec6fbcd-7598-406a-8cbf-504d4a3bac15" providerId="ADAL" clId="{ECD42228-5B96-4A72-B268-C46DF994E6B7}" dt="2024-01-29T23:50:23.760" v="83069" actId="478"/>
          <ac:spMkLst>
            <pc:docMk/>
            <pc:sldMk cId="2580900859" sldId="1011"/>
            <ac:spMk id="8" creationId="{76AC31DF-4FFD-86A2-130F-5D75796AD6CA}"/>
          </ac:spMkLst>
        </pc:spChg>
        <pc:spChg chg="add mod">
          <ac:chgData name="Palit, Tapti" userId="dec6fbcd-7598-406a-8cbf-504d4a3bac15" providerId="ADAL" clId="{ECD42228-5B96-4A72-B268-C46DF994E6B7}" dt="2024-01-29T23:50:24.320" v="83070"/>
          <ac:spMkLst>
            <pc:docMk/>
            <pc:sldMk cId="2580900859" sldId="1011"/>
            <ac:spMk id="10" creationId="{4F6DD61D-AC20-5570-15EC-835B7CF593B8}"/>
          </ac:spMkLst>
        </pc:spChg>
        <pc:spChg chg="add mod">
          <ac:chgData name="Palit, Tapti" userId="dec6fbcd-7598-406a-8cbf-504d4a3bac15" providerId="ADAL" clId="{ECD42228-5B96-4A72-B268-C46DF994E6B7}" dt="2024-01-29T23:50:24.320" v="83070"/>
          <ac:spMkLst>
            <pc:docMk/>
            <pc:sldMk cId="2580900859" sldId="1011"/>
            <ac:spMk id="12" creationId="{0CC6220E-2662-15BA-CA4A-BF32735FD872}"/>
          </ac:spMkLst>
        </pc:spChg>
        <pc:spChg chg="add mod">
          <ac:chgData name="Palit, Tapti" userId="dec6fbcd-7598-406a-8cbf-504d4a3bac15" providerId="ADAL" clId="{ECD42228-5B96-4A72-B268-C46DF994E6B7}" dt="2024-01-29T23:50:24.320" v="83070"/>
          <ac:spMkLst>
            <pc:docMk/>
            <pc:sldMk cId="2580900859" sldId="1011"/>
            <ac:spMk id="13" creationId="{EAEE7A51-8B64-1A99-7731-56C7545448D0}"/>
          </ac:spMkLst>
        </pc:spChg>
        <pc:spChg chg="mod">
          <ac:chgData name="Palit, Tapti" userId="dec6fbcd-7598-406a-8cbf-504d4a3bac15" providerId="ADAL" clId="{ECD42228-5B96-4A72-B268-C46DF994E6B7}" dt="2024-01-30T00:42:14.403" v="83109" actId="1076"/>
          <ac:spMkLst>
            <pc:docMk/>
            <pc:sldMk cId="2580900859" sldId="1011"/>
            <ac:spMk id="15" creationId="{632CDA17-2240-B34F-44F8-5573404E1E94}"/>
          </ac:spMkLst>
        </pc:spChg>
        <pc:spChg chg="add mod">
          <ac:chgData name="Palit, Tapti" userId="dec6fbcd-7598-406a-8cbf-504d4a3bac15" providerId="ADAL" clId="{ECD42228-5B96-4A72-B268-C46DF994E6B7}" dt="2024-01-29T23:50:24.320" v="83070"/>
          <ac:spMkLst>
            <pc:docMk/>
            <pc:sldMk cId="2580900859" sldId="1011"/>
            <ac:spMk id="16" creationId="{1F22ADAC-F6CE-A377-B4A8-40E3E253C509}"/>
          </ac:spMkLst>
        </pc:spChg>
        <pc:spChg chg="add mod">
          <ac:chgData name="Palit, Tapti" userId="dec6fbcd-7598-406a-8cbf-504d4a3bac15" providerId="ADAL" clId="{ECD42228-5B96-4A72-B268-C46DF994E6B7}" dt="2024-01-29T23:50:41.309" v="83072"/>
          <ac:spMkLst>
            <pc:docMk/>
            <pc:sldMk cId="2580900859" sldId="1011"/>
            <ac:spMk id="17" creationId="{CDCA4CF0-89A7-E1DA-5E0E-AAB3CB470A49}"/>
          </ac:spMkLst>
        </pc:spChg>
        <pc:spChg chg="del">
          <ac:chgData name="Palit, Tapti" userId="dec6fbcd-7598-406a-8cbf-504d4a3bac15" providerId="ADAL" clId="{ECD42228-5B96-4A72-B268-C46DF994E6B7}" dt="2024-01-29T23:50:23.760" v="83069" actId="478"/>
          <ac:spMkLst>
            <pc:docMk/>
            <pc:sldMk cId="2580900859" sldId="1011"/>
            <ac:spMk id="18" creationId="{0BCA0547-F6B6-70BB-5E1F-CC3907292E09}"/>
          </ac:spMkLst>
        </pc:spChg>
        <pc:spChg chg="del">
          <ac:chgData name="Palit, Tapti" userId="dec6fbcd-7598-406a-8cbf-504d4a3bac15" providerId="ADAL" clId="{ECD42228-5B96-4A72-B268-C46DF994E6B7}" dt="2024-01-29T23:50:23.760" v="83069" actId="478"/>
          <ac:spMkLst>
            <pc:docMk/>
            <pc:sldMk cId="2580900859" sldId="1011"/>
            <ac:spMk id="24" creationId="{F5EB6ECF-2B21-E13E-B882-300FC3E908D5}"/>
          </ac:spMkLst>
        </pc:spChg>
        <pc:spChg chg="del">
          <ac:chgData name="Palit, Tapti" userId="dec6fbcd-7598-406a-8cbf-504d4a3bac15" providerId="ADAL" clId="{ECD42228-5B96-4A72-B268-C46DF994E6B7}" dt="2024-01-28T21:19:32.672" v="68961" actId="478"/>
          <ac:spMkLst>
            <pc:docMk/>
            <pc:sldMk cId="2580900859" sldId="1011"/>
            <ac:spMk id="25" creationId="{C08589F2-1AB1-D63A-BC4D-22C85B6593C2}"/>
          </ac:spMkLst>
        </pc:spChg>
        <pc:spChg chg="add mod">
          <ac:chgData name="Palit, Tapti" userId="dec6fbcd-7598-406a-8cbf-504d4a3bac15" providerId="ADAL" clId="{ECD42228-5B96-4A72-B268-C46DF994E6B7}" dt="2024-01-29T23:51:58.798" v="83083" actId="1076"/>
          <ac:spMkLst>
            <pc:docMk/>
            <pc:sldMk cId="2580900859" sldId="1011"/>
            <ac:spMk id="25" creationId="{D2F0CAF5-3413-D226-EA05-554168569B99}"/>
          </ac:spMkLst>
        </pc:spChg>
        <pc:spChg chg="del mod">
          <ac:chgData name="Palit, Tapti" userId="dec6fbcd-7598-406a-8cbf-504d4a3bac15" providerId="ADAL" clId="{ECD42228-5B96-4A72-B268-C46DF994E6B7}" dt="2024-01-30T00:42:33.033" v="83113" actId="478"/>
          <ac:spMkLst>
            <pc:docMk/>
            <pc:sldMk cId="2580900859" sldId="1011"/>
            <ac:spMk id="27" creationId="{A514031C-BE6B-B376-1F8D-A6CBB52D164E}"/>
          </ac:spMkLst>
        </pc:spChg>
        <pc:spChg chg="del">
          <ac:chgData name="Palit, Tapti" userId="dec6fbcd-7598-406a-8cbf-504d4a3bac15" providerId="ADAL" clId="{ECD42228-5B96-4A72-B268-C46DF994E6B7}" dt="2024-01-29T23:50:23.760" v="83069" actId="478"/>
          <ac:spMkLst>
            <pc:docMk/>
            <pc:sldMk cId="2580900859" sldId="1011"/>
            <ac:spMk id="28" creationId="{7E896B00-018F-CCAE-D730-D6F09C757594}"/>
          </ac:spMkLst>
        </pc:spChg>
        <pc:spChg chg="mod">
          <ac:chgData name="Palit, Tapti" userId="dec6fbcd-7598-406a-8cbf-504d4a3bac15" providerId="ADAL" clId="{ECD42228-5B96-4A72-B268-C46DF994E6B7}" dt="2024-01-29T23:50:36.598" v="83071" actId="6549"/>
          <ac:spMkLst>
            <pc:docMk/>
            <pc:sldMk cId="2580900859" sldId="1011"/>
            <ac:spMk id="29" creationId="{B51B138B-CA6E-D442-540A-519FABFF1C4E}"/>
          </ac:spMkLst>
        </pc:spChg>
        <pc:spChg chg="del">
          <ac:chgData name="Palit, Tapti" userId="dec6fbcd-7598-406a-8cbf-504d4a3bac15" providerId="ADAL" clId="{ECD42228-5B96-4A72-B268-C46DF994E6B7}" dt="2024-01-29T23:50:23.760" v="83069" actId="478"/>
          <ac:spMkLst>
            <pc:docMk/>
            <pc:sldMk cId="2580900859" sldId="1011"/>
            <ac:spMk id="30" creationId="{8690D08E-2392-0B78-CD59-63902FDD1BE1}"/>
          </ac:spMkLst>
        </pc:spChg>
        <pc:spChg chg="add mod">
          <ac:chgData name="Palit, Tapti" userId="dec6fbcd-7598-406a-8cbf-504d4a3bac15" providerId="ADAL" clId="{ECD42228-5B96-4A72-B268-C46DF994E6B7}" dt="2024-01-30T00:42:33.572" v="83114"/>
          <ac:spMkLst>
            <pc:docMk/>
            <pc:sldMk cId="2580900859" sldId="1011"/>
            <ac:spMk id="33" creationId="{947D29D2-8F9A-49AA-E1AE-A2B680664442}"/>
          </ac:spMkLst>
        </pc:spChg>
        <pc:cxnChg chg="del">
          <ac:chgData name="Palit, Tapti" userId="dec6fbcd-7598-406a-8cbf-504d4a3bac15" providerId="ADAL" clId="{ECD42228-5B96-4A72-B268-C46DF994E6B7}" dt="2024-01-28T21:20:55.528" v="68988" actId="478"/>
          <ac:cxnSpMkLst>
            <pc:docMk/>
            <pc:sldMk cId="2580900859" sldId="1011"/>
            <ac:cxnSpMk id="7" creationId="{61D65FAB-D08A-1F97-5A56-A0AFDCACE3EE}"/>
          </ac:cxnSpMkLst>
        </pc:cxnChg>
        <pc:cxnChg chg="add mod">
          <ac:chgData name="Palit, Tapti" userId="dec6fbcd-7598-406a-8cbf-504d4a3bac15" providerId="ADAL" clId="{ECD42228-5B96-4A72-B268-C46DF994E6B7}" dt="2024-01-29T23:50:24.320" v="83070"/>
          <ac:cxnSpMkLst>
            <pc:docMk/>
            <pc:sldMk cId="2580900859" sldId="1011"/>
            <ac:cxnSpMk id="7" creationId="{75F51ADE-9BCC-FA0E-E8AE-92108B6F0334}"/>
          </ac:cxnSpMkLst>
        </pc:cxnChg>
        <pc:cxnChg chg="add mod">
          <ac:chgData name="Palit, Tapti" userId="dec6fbcd-7598-406a-8cbf-504d4a3bac15" providerId="ADAL" clId="{ECD42228-5B96-4A72-B268-C46DF994E6B7}" dt="2024-01-28T21:20:53.474" v="68987"/>
          <ac:cxnSpMkLst>
            <pc:docMk/>
            <pc:sldMk cId="2580900859" sldId="1011"/>
            <ac:cxnSpMk id="9" creationId="{EE52514C-AEBA-D309-039F-076E18C0694D}"/>
          </ac:cxnSpMkLst>
        </pc:cxnChg>
        <pc:cxnChg chg="del mod">
          <ac:chgData name="Palit, Tapti" userId="dec6fbcd-7598-406a-8cbf-504d4a3bac15" providerId="ADAL" clId="{ECD42228-5B96-4A72-B268-C46DF994E6B7}" dt="2024-01-29T23:51:15.746" v="83077" actId="478"/>
          <ac:cxnSpMkLst>
            <pc:docMk/>
            <pc:sldMk cId="2580900859" sldId="1011"/>
            <ac:cxnSpMk id="14" creationId="{E3057DF5-1ED5-9116-B096-D42DE1A11886}"/>
          </ac:cxnSpMkLst>
        </pc:cxnChg>
        <pc:cxnChg chg="del mod">
          <ac:chgData name="Palit, Tapti" userId="dec6fbcd-7598-406a-8cbf-504d4a3bac15" providerId="ADAL" clId="{ECD42228-5B96-4A72-B268-C46DF994E6B7}" dt="2024-01-29T23:50:23.760" v="83069" actId="478"/>
          <ac:cxnSpMkLst>
            <pc:docMk/>
            <pc:sldMk cId="2580900859" sldId="1011"/>
            <ac:cxnSpMk id="19" creationId="{8D92BDAF-8408-5E98-485C-93BA575839DD}"/>
          </ac:cxnSpMkLst>
        </pc:cxnChg>
        <pc:cxnChg chg="add mod">
          <ac:chgData name="Palit, Tapti" userId="dec6fbcd-7598-406a-8cbf-504d4a3bac15" providerId="ADAL" clId="{ECD42228-5B96-4A72-B268-C46DF994E6B7}" dt="2024-01-29T23:51:58.798" v="83083" actId="1076"/>
          <ac:cxnSpMkLst>
            <pc:docMk/>
            <pc:sldMk cId="2580900859" sldId="1011"/>
            <ac:cxnSpMk id="23" creationId="{1031B1DE-F250-DE79-81C2-5C1ECEFBFEEA}"/>
          </ac:cxnSpMkLst>
        </pc:cxnChg>
        <pc:cxnChg chg="del">
          <ac:chgData name="Palit, Tapti" userId="dec6fbcd-7598-406a-8cbf-504d4a3bac15" providerId="ADAL" clId="{ECD42228-5B96-4A72-B268-C46DF994E6B7}" dt="2024-01-28T21:26:19.641" v="69060" actId="478"/>
          <ac:cxnSpMkLst>
            <pc:docMk/>
            <pc:sldMk cId="2580900859" sldId="1011"/>
            <ac:cxnSpMk id="23" creationId="{D16509D8-28D2-A44B-77B1-1128B454B009}"/>
          </ac:cxnSpMkLst>
        </pc:cxnChg>
        <pc:cxnChg chg="del">
          <ac:chgData name="Palit, Tapti" userId="dec6fbcd-7598-406a-8cbf-504d4a3bac15" providerId="ADAL" clId="{ECD42228-5B96-4A72-B268-C46DF994E6B7}" dt="2024-01-28T21:26:19.641" v="69060" actId="478"/>
          <ac:cxnSpMkLst>
            <pc:docMk/>
            <pc:sldMk cId="2580900859" sldId="1011"/>
            <ac:cxnSpMk id="26" creationId="{CC017F9E-EDAB-28CE-0FC4-6DC0F6308385}"/>
          </ac:cxnSpMkLst>
        </pc:cxnChg>
      </pc:sldChg>
      <pc:sldChg chg="addSp delSp modSp del mod">
        <pc:chgData name="Palit, Tapti" userId="dec6fbcd-7598-406a-8cbf-504d4a3bac15" providerId="ADAL" clId="{ECD42228-5B96-4A72-B268-C46DF994E6B7}" dt="2024-01-29T23:53:07.511" v="83092" actId="47"/>
        <pc:sldMkLst>
          <pc:docMk/>
          <pc:sldMk cId="1902476853" sldId="1013"/>
        </pc:sldMkLst>
        <pc:spChg chg="add mod">
          <ac:chgData name="Palit, Tapti" userId="dec6fbcd-7598-406a-8cbf-504d4a3bac15" providerId="ADAL" clId="{ECD42228-5B96-4A72-B268-C46DF994E6B7}" dt="2024-01-28T21:19:37.671" v="68964"/>
          <ac:spMkLst>
            <pc:docMk/>
            <pc:sldMk cId="1902476853" sldId="1013"/>
            <ac:spMk id="11" creationId="{934BC510-7EEC-DFDA-B9FD-E51DC7C57D3B}"/>
          </ac:spMkLst>
        </pc:spChg>
        <pc:spChg chg="mod">
          <ac:chgData name="Palit, Tapti" userId="dec6fbcd-7598-406a-8cbf-504d4a3bac15" providerId="ADAL" clId="{ECD42228-5B96-4A72-B268-C46DF994E6B7}" dt="2024-01-28T21:21:42.753" v="68999"/>
          <ac:spMkLst>
            <pc:docMk/>
            <pc:sldMk cId="1902476853" sldId="1013"/>
            <ac:spMk id="15" creationId="{632CDA17-2240-B34F-44F8-5573404E1E94}"/>
          </ac:spMkLst>
        </pc:spChg>
        <pc:spChg chg="mod">
          <ac:chgData name="Palit, Tapti" userId="dec6fbcd-7598-406a-8cbf-504d4a3bac15" providerId="ADAL" clId="{ECD42228-5B96-4A72-B268-C46DF994E6B7}" dt="2024-01-28T21:21:32.244" v="68997" actId="1038"/>
          <ac:spMkLst>
            <pc:docMk/>
            <pc:sldMk cId="1902476853" sldId="1013"/>
            <ac:spMk id="19" creationId="{62A0C4CA-2A0C-7E20-4EEB-512723DBF9F9}"/>
          </ac:spMkLst>
        </pc:spChg>
        <pc:spChg chg="del">
          <ac:chgData name="Palit, Tapti" userId="dec6fbcd-7598-406a-8cbf-504d4a3bac15" providerId="ADAL" clId="{ECD42228-5B96-4A72-B268-C46DF994E6B7}" dt="2024-01-28T21:19:37.301" v="68963" actId="478"/>
          <ac:spMkLst>
            <pc:docMk/>
            <pc:sldMk cId="1902476853" sldId="1013"/>
            <ac:spMk id="21" creationId="{D7179A03-A83C-A828-EB03-DB0E95ED3A9F}"/>
          </ac:spMkLst>
        </pc:spChg>
        <pc:spChg chg="del">
          <ac:chgData name="Palit, Tapti" userId="dec6fbcd-7598-406a-8cbf-504d4a3bac15" providerId="ADAL" clId="{ECD42228-5B96-4A72-B268-C46DF994E6B7}" dt="2024-01-26T14:30:38.737" v="60649" actId="478"/>
          <ac:spMkLst>
            <pc:docMk/>
            <pc:sldMk cId="1902476853" sldId="1013"/>
            <ac:spMk id="24" creationId="{61E1D992-FB9B-AF0E-0524-B1AE2D228029}"/>
          </ac:spMkLst>
        </pc:spChg>
        <pc:spChg chg="mod">
          <ac:chgData name="Palit, Tapti" userId="dec6fbcd-7598-406a-8cbf-504d4a3bac15" providerId="ADAL" clId="{ECD42228-5B96-4A72-B268-C46DF994E6B7}" dt="2024-01-26T14:58:16.257" v="60684" actId="20577"/>
          <ac:spMkLst>
            <pc:docMk/>
            <pc:sldMk cId="1902476853" sldId="1013"/>
            <ac:spMk id="27" creationId="{A514031C-BE6B-B376-1F8D-A6CBB52D164E}"/>
          </ac:spMkLst>
        </pc:spChg>
        <pc:spChg chg="mod">
          <ac:chgData name="Palit, Tapti" userId="dec6fbcd-7598-406a-8cbf-504d4a3bac15" providerId="ADAL" clId="{ECD42228-5B96-4A72-B268-C46DF994E6B7}" dt="2024-01-28T21:26:01.144" v="69057" actId="692"/>
          <ac:spMkLst>
            <pc:docMk/>
            <pc:sldMk cId="1902476853" sldId="1013"/>
            <ac:spMk id="29" creationId="{B51B138B-CA6E-D442-540A-519FABFF1C4E}"/>
          </ac:spMkLst>
        </pc:spChg>
        <pc:cxnChg chg="del">
          <ac:chgData name="Palit, Tapti" userId="dec6fbcd-7598-406a-8cbf-504d4a3bac15" providerId="ADAL" clId="{ECD42228-5B96-4A72-B268-C46DF994E6B7}" dt="2024-01-28T21:21:59.110" v="69001" actId="478"/>
          <ac:cxnSpMkLst>
            <pc:docMk/>
            <pc:sldMk cId="1902476853" sldId="1013"/>
            <ac:cxnSpMk id="7" creationId="{61D65FAB-D08A-1F97-5A56-A0AFDCACE3EE}"/>
          </ac:cxnSpMkLst>
        </pc:cxnChg>
        <pc:cxnChg chg="add mod">
          <ac:chgData name="Palit, Tapti" userId="dec6fbcd-7598-406a-8cbf-504d4a3bac15" providerId="ADAL" clId="{ECD42228-5B96-4A72-B268-C46DF994E6B7}" dt="2024-01-28T21:21:59.527" v="69002"/>
          <ac:cxnSpMkLst>
            <pc:docMk/>
            <pc:sldMk cId="1902476853" sldId="1013"/>
            <ac:cxnSpMk id="13" creationId="{10574F4B-AF2F-1CA2-04FC-138012FD756E}"/>
          </ac:cxnSpMkLst>
        </pc:cxnChg>
        <pc:cxnChg chg="mod">
          <ac:chgData name="Palit, Tapti" userId="dec6fbcd-7598-406a-8cbf-504d4a3bac15" providerId="ADAL" clId="{ECD42228-5B96-4A72-B268-C46DF994E6B7}" dt="2024-01-28T21:25:57.464" v="69055" actId="1076"/>
          <ac:cxnSpMkLst>
            <pc:docMk/>
            <pc:sldMk cId="1902476853" sldId="1013"/>
            <ac:cxnSpMk id="14" creationId="{E3057DF5-1ED5-9116-B096-D42DE1A11886}"/>
          </ac:cxnSpMkLst>
        </pc:cxnChg>
        <pc:cxnChg chg="del">
          <ac:chgData name="Palit, Tapti" userId="dec6fbcd-7598-406a-8cbf-504d4a3bac15" providerId="ADAL" clId="{ECD42228-5B96-4A72-B268-C46DF994E6B7}" dt="2024-01-28T21:25:50.619" v="69054" actId="478"/>
          <ac:cxnSpMkLst>
            <pc:docMk/>
            <pc:sldMk cId="1902476853" sldId="1013"/>
            <ac:cxnSpMk id="23" creationId="{D16509D8-28D2-A44B-77B1-1128B454B009}"/>
          </ac:cxnSpMkLst>
        </pc:cxnChg>
        <pc:cxnChg chg="del">
          <ac:chgData name="Palit, Tapti" userId="dec6fbcd-7598-406a-8cbf-504d4a3bac15" providerId="ADAL" clId="{ECD42228-5B96-4A72-B268-C46DF994E6B7}" dt="2024-01-28T21:25:50.619" v="69054" actId="478"/>
          <ac:cxnSpMkLst>
            <pc:docMk/>
            <pc:sldMk cId="1902476853" sldId="1013"/>
            <ac:cxnSpMk id="26" creationId="{CC017F9E-EDAB-28CE-0FC4-6DC0F6308385}"/>
          </ac:cxnSpMkLst>
        </pc:cxnChg>
      </pc:sldChg>
      <pc:sldChg chg="addSp delSp modSp del mod">
        <pc:chgData name="Palit, Tapti" userId="dec6fbcd-7598-406a-8cbf-504d4a3bac15" providerId="ADAL" clId="{ECD42228-5B96-4A72-B268-C46DF994E6B7}" dt="2024-01-30T02:12:28.699" v="83740" actId="47"/>
        <pc:sldMkLst>
          <pc:docMk/>
          <pc:sldMk cId="339716786" sldId="1014"/>
        </pc:sldMkLst>
        <pc:spChg chg="add mod">
          <ac:chgData name="Palit, Tapti" userId="dec6fbcd-7598-406a-8cbf-504d4a3bac15" providerId="ADAL" clId="{ECD42228-5B96-4A72-B268-C46DF994E6B7}" dt="2024-01-30T00:45:34.184" v="83193"/>
          <ac:spMkLst>
            <pc:docMk/>
            <pc:sldMk cId="339716786" sldId="1014"/>
            <ac:spMk id="7" creationId="{DB0B2318-0A33-91A9-545F-CEA8A5110467}"/>
          </ac:spMkLst>
        </pc:spChg>
        <pc:spChg chg="add mod">
          <ac:chgData name="Palit, Tapti" userId="dec6fbcd-7598-406a-8cbf-504d4a3bac15" providerId="ADAL" clId="{ECD42228-5B96-4A72-B268-C46DF994E6B7}" dt="2024-01-28T21:19:45.233" v="68968"/>
          <ac:spMkLst>
            <pc:docMk/>
            <pc:sldMk cId="339716786" sldId="1014"/>
            <ac:spMk id="13" creationId="{24A7F9D6-B685-B3F2-3C86-D8C5FCD120B2}"/>
          </ac:spMkLst>
        </pc:spChg>
        <pc:spChg chg="mod">
          <ac:chgData name="Palit, Tapti" userId="dec6fbcd-7598-406a-8cbf-504d4a3bac15" providerId="ADAL" clId="{ECD42228-5B96-4A72-B268-C46DF994E6B7}" dt="2024-01-30T00:43:39.730" v="83118" actId="1076"/>
          <ac:spMkLst>
            <pc:docMk/>
            <pc:sldMk cId="339716786" sldId="1014"/>
            <ac:spMk id="15" creationId="{632CDA17-2240-B34F-44F8-5573404E1E94}"/>
          </ac:spMkLst>
        </pc:spChg>
        <pc:spChg chg="del mod">
          <ac:chgData name="Palit, Tapti" userId="dec6fbcd-7598-406a-8cbf-504d4a3bac15" providerId="ADAL" clId="{ECD42228-5B96-4A72-B268-C46DF994E6B7}" dt="2024-01-28T21:29:48.142" v="69099" actId="478"/>
          <ac:spMkLst>
            <pc:docMk/>
            <pc:sldMk cId="339716786" sldId="1014"/>
            <ac:spMk id="19" creationId="{62A0C4CA-2A0C-7E20-4EEB-512723DBF9F9}"/>
          </ac:spMkLst>
        </pc:spChg>
        <pc:spChg chg="del">
          <ac:chgData name="Palit, Tapti" userId="dec6fbcd-7598-406a-8cbf-504d4a3bac15" providerId="ADAL" clId="{ECD42228-5B96-4A72-B268-C46DF994E6B7}" dt="2024-01-28T21:19:44.937" v="68967" actId="478"/>
          <ac:spMkLst>
            <pc:docMk/>
            <pc:sldMk cId="339716786" sldId="1014"/>
            <ac:spMk id="21" creationId="{D7179A03-A83C-A828-EB03-DB0E95ED3A9F}"/>
          </ac:spMkLst>
        </pc:spChg>
        <pc:spChg chg="mod">
          <ac:chgData name="Palit, Tapti" userId="dec6fbcd-7598-406a-8cbf-504d4a3bac15" providerId="ADAL" clId="{ECD42228-5B96-4A72-B268-C46DF994E6B7}" dt="2024-01-26T14:00:18.940" v="60646" actId="5793"/>
          <ac:spMkLst>
            <pc:docMk/>
            <pc:sldMk cId="339716786" sldId="1014"/>
            <ac:spMk id="24" creationId="{61E1D992-FB9B-AF0E-0524-B1AE2D228029}"/>
          </ac:spMkLst>
        </pc:spChg>
        <pc:spChg chg="add mod">
          <ac:chgData name="Palit, Tapti" userId="dec6fbcd-7598-406a-8cbf-504d4a3bac15" providerId="ADAL" clId="{ECD42228-5B96-4A72-B268-C46DF994E6B7}" dt="2024-01-30T00:43:45.510" v="83119" actId="1076"/>
          <ac:spMkLst>
            <pc:docMk/>
            <pc:sldMk cId="339716786" sldId="1014"/>
            <ac:spMk id="25" creationId="{2546B71F-EBBF-68C8-EF81-E22594154AF7}"/>
          </ac:spMkLst>
        </pc:spChg>
        <pc:spChg chg="del">
          <ac:chgData name="Palit, Tapti" userId="dec6fbcd-7598-406a-8cbf-504d4a3bac15" providerId="ADAL" clId="{ECD42228-5B96-4A72-B268-C46DF994E6B7}" dt="2024-01-30T00:45:36.530" v="83194" actId="478"/>
          <ac:spMkLst>
            <pc:docMk/>
            <pc:sldMk cId="339716786" sldId="1014"/>
            <ac:spMk id="27" creationId="{A514031C-BE6B-B376-1F8D-A6CBB52D164E}"/>
          </ac:spMkLst>
        </pc:spChg>
        <pc:spChg chg="mod">
          <ac:chgData name="Palit, Tapti" userId="dec6fbcd-7598-406a-8cbf-504d4a3bac15" providerId="ADAL" clId="{ECD42228-5B96-4A72-B268-C46DF994E6B7}" dt="2024-01-29T03:56:20.417" v="75286" actId="20577"/>
          <ac:spMkLst>
            <pc:docMk/>
            <pc:sldMk cId="339716786" sldId="1014"/>
            <ac:spMk id="29" creationId="{B51B138B-CA6E-D442-540A-519FABFF1C4E}"/>
          </ac:spMkLst>
        </pc:spChg>
        <pc:cxnChg chg="del">
          <ac:chgData name="Palit, Tapti" userId="dec6fbcd-7598-406a-8cbf-504d4a3bac15" providerId="ADAL" clId="{ECD42228-5B96-4A72-B268-C46DF994E6B7}" dt="2024-01-28T21:30:28.990" v="69102" actId="478"/>
          <ac:cxnSpMkLst>
            <pc:docMk/>
            <pc:sldMk cId="339716786" sldId="1014"/>
            <ac:cxnSpMk id="7" creationId="{61D65FAB-D08A-1F97-5A56-A0AFDCACE3EE}"/>
          </ac:cxnSpMkLst>
        </pc:cxnChg>
        <pc:cxnChg chg="mod">
          <ac:chgData name="Palit, Tapti" userId="dec6fbcd-7598-406a-8cbf-504d4a3bac15" providerId="ADAL" clId="{ECD42228-5B96-4A72-B268-C46DF994E6B7}" dt="2024-01-28T21:31:12.447" v="69113" actId="14100"/>
          <ac:cxnSpMkLst>
            <pc:docMk/>
            <pc:sldMk cId="339716786" sldId="1014"/>
            <ac:cxnSpMk id="14" creationId="{E3057DF5-1ED5-9116-B096-D42DE1A11886}"/>
          </ac:cxnSpMkLst>
        </pc:cxnChg>
        <pc:cxnChg chg="del">
          <ac:chgData name="Palit, Tapti" userId="dec6fbcd-7598-406a-8cbf-504d4a3bac15" providerId="ADAL" clId="{ECD42228-5B96-4A72-B268-C46DF994E6B7}" dt="2024-01-28T21:30:35.429" v="69105" actId="478"/>
          <ac:cxnSpMkLst>
            <pc:docMk/>
            <pc:sldMk cId="339716786" sldId="1014"/>
            <ac:cxnSpMk id="23" creationId="{D16509D8-28D2-A44B-77B1-1128B454B009}"/>
          </ac:cxnSpMkLst>
        </pc:cxnChg>
        <pc:cxnChg chg="del">
          <ac:chgData name="Palit, Tapti" userId="dec6fbcd-7598-406a-8cbf-504d4a3bac15" providerId="ADAL" clId="{ECD42228-5B96-4A72-B268-C46DF994E6B7}" dt="2024-01-28T21:30:37.886" v="69106" actId="478"/>
          <ac:cxnSpMkLst>
            <pc:docMk/>
            <pc:sldMk cId="339716786" sldId="1014"/>
            <ac:cxnSpMk id="26" creationId="{CC017F9E-EDAB-28CE-0FC4-6DC0F6308385}"/>
          </ac:cxnSpMkLst>
        </pc:cxnChg>
        <pc:cxnChg chg="add mod">
          <ac:chgData name="Palit, Tapti" userId="dec6fbcd-7598-406a-8cbf-504d4a3bac15" providerId="ADAL" clId="{ECD42228-5B96-4A72-B268-C46DF994E6B7}" dt="2024-01-28T21:30:29.326" v="69103"/>
          <ac:cxnSpMkLst>
            <pc:docMk/>
            <pc:sldMk cId="339716786" sldId="1014"/>
            <ac:cxnSpMk id="28" creationId="{35845EE0-9608-0C0A-7235-A4335188FE0D}"/>
          </ac:cxnSpMkLst>
        </pc:cxnChg>
      </pc:sldChg>
      <pc:sldChg chg="addSp delSp modSp add del mod">
        <pc:chgData name="Palit, Tapti" userId="dec6fbcd-7598-406a-8cbf-504d4a3bac15" providerId="ADAL" clId="{ECD42228-5B96-4A72-B268-C46DF994E6B7}" dt="2024-02-13T16:18:05.638" v="116083" actId="20577"/>
        <pc:sldMkLst>
          <pc:docMk/>
          <pc:sldMk cId="2803374258" sldId="1015"/>
        </pc:sldMkLst>
        <pc:spChg chg="add mod">
          <ac:chgData name="Palit, Tapti" userId="dec6fbcd-7598-406a-8cbf-504d4a3bac15" providerId="ADAL" clId="{ECD42228-5B96-4A72-B268-C46DF994E6B7}" dt="2024-01-30T04:45:43.418" v="86761" actId="1076"/>
          <ac:spMkLst>
            <pc:docMk/>
            <pc:sldMk cId="2803374258" sldId="1015"/>
            <ac:spMk id="2" creationId="{58F9C52F-0AE5-F439-633C-ED37D05782D8}"/>
          </ac:spMkLst>
        </pc:spChg>
        <pc:spChg chg="mod">
          <ac:chgData name="Palit, Tapti" userId="dec6fbcd-7598-406a-8cbf-504d4a3bac15" providerId="ADAL" clId="{ECD42228-5B96-4A72-B268-C46DF994E6B7}" dt="2024-02-13T16:18:05.638" v="116083" actId="20577"/>
          <ac:spMkLst>
            <pc:docMk/>
            <pc:sldMk cId="2803374258" sldId="1015"/>
            <ac:spMk id="8" creationId="{3AD16BBA-9E50-9D23-3A25-A65A60C6AE84}"/>
          </ac:spMkLst>
        </pc:spChg>
        <pc:spChg chg="del mod">
          <ac:chgData name="Palit, Tapti" userId="dec6fbcd-7598-406a-8cbf-504d4a3bac15" providerId="ADAL" clId="{ECD42228-5B96-4A72-B268-C46DF994E6B7}" dt="2024-01-30T00:45:41.423" v="83195" actId="478"/>
          <ac:spMkLst>
            <pc:docMk/>
            <pc:sldMk cId="2803374258" sldId="1015"/>
            <ac:spMk id="9" creationId="{0F07A7A9-30C7-EC2B-A2F6-D9B920E88235}"/>
          </ac:spMkLst>
        </pc:spChg>
        <pc:spChg chg="add mod">
          <ac:chgData name="Palit, Tapti" userId="dec6fbcd-7598-406a-8cbf-504d4a3bac15" providerId="ADAL" clId="{ECD42228-5B96-4A72-B268-C46DF994E6B7}" dt="2024-01-30T04:58:37.808" v="86887" actId="1076"/>
          <ac:spMkLst>
            <pc:docMk/>
            <pc:sldMk cId="2803374258" sldId="1015"/>
            <ac:spMk id="9" creationId="{8512971C-3AA0-0D9A-81F6-776FF61CE3C0}"/>
          </ac:spMkLst>
        </pc:spChg>
        <pc:spChg chg="mod">
          <ac:chgData name="Palit, Tapti" userId="dec6fbcd-7598-406a-8cbf-504d4a3bac15" providerId="ADAL" clId="{ECD42228-5B96-4A72-B268-C46DF994E6B7}" dt="2024-01-30T04:58:37.808" v="86887" actId="1076"/>
          <ac:spMkLst>
            <pc:docMk/>
            <pc:sldMk cId="2803374258" sldId="1015"/>
            <ac:spMk id="10" creationId="{60578343-3247-45B1-F912-EF15944628D4}"/>
          </ac:spMkLst>
        </pc:spChg>
        <pc:spChg chg="add mod">
          <ac:chgData name="Palit, Tapti" userId="dec6fbcd-7598-406a-8cbf-504d4a3bac15" providerId="ADAL" clId="{ECD42228-5B96-4A72-B268-C46DF994E6B7}" dt="2024-01-30T04:58:37.808" v="86887" actId="1076"/>
          <ac:spMkLst>
            <pc:docMk/>
            <pc:sldMk cId="2803374258" sldId="1015"/>
            <ac:spMk id="11" creationId="{A34537B7-437F-0804-F74D-AE5DA61F843C}"/>
          </ac:spMkLst>
        </pc:spChg>
        <pc:spChg chg="add mod">
          <ac:chgData name="Palit, Tapti" userId="dec6fbcd-7598-406a-8cbf-504d4a3bac15" providerId="ADAL" clId="{ECD42228-5B96-4A72-B268-C46DF994E6B7}" dt="2024-01-30T05:08:45.373" v="86982" actId="692"/>
          <ac:spMkLst>
            <pc:docMk/>
            <pc:sldMk cId="2803374258" sldId="1015"/>
            <ac:spMk id="12" creationId="{7744297D-948A-9D8F-3FB1-941C5FF88E08}"/>
          </ac:spMkLst>
        </pc:spChg>
        <pc:spChg chg="mod">
          <ac:chgData name="Palit, Tapti" userId="dec6fbcd-7598-406a-8cbf-504d4a3bac15" providerId="ADAL" clId="{ECD42228-5B96-4A72-B268-C46DF994E6B7}" dt="2024-01-30T04:58:37.808" v="86887" actId="1076"/>
          <ac:spMkLst>
            <pc:docMk/>
            <pc:sldMk cId="2803374258" sldId="1015"/>
            <ac:spMk id="14" creationId="{ACAEF37B-D43E-8312-01C3-22B507D5A0C3}"/>
          </ac:spMkLst>
        </pc:spChg>
        <pc:spChg chg="mod">
          <ac:chgData name="Palit, Tapti" userId="dec6fbcd-7598-406a-8cbf-504d4a3bac15" providerId="ADAL" clId="{ECD42228-5B96-4A72-B268-C46DF994E6B7}" dt="2024-01-30T04:58:37.808" v="86887" actId="1076"/>
          <ac:spMkLst>
            <pc:docMk/>
            <pc:sldMk cId="2803374258" sldId="1015"/>
            <ac:spMk id="15" creationId="{9E603483-9179-2600-1DD8-23DA16760B0E}"/>
          </ac:spMkLst>
        </pc:spChg>
        <pc:spChg chg="add mod">
          <ac:chgData name="Palit, Tapti" userId="dec6fbcd-7598-406a-8cbf-504d4a3bac15" providerId="ADAL" clId="{ECD42228-5B96-4A72-B268-C46DF994E6B7}" dt="2024-01-30T04:58:13.714" v="86883" actId="1037"/>
          <ac:spMkLst>
            <pc:docMk/>
            <pc:sldMk cId="2803374258" sldId="1015"/>
            <ac:spMk id="16" creationId="{F79C6EAE-1B3C-F322-85A6-46E9AA646290}"/>
          </ac:spMkLst>
        </pc:spChg>
        <pc:spChg chg="add mod">
          <ac:chgData name="Palit, Tapti" userId="dec6fbcd-7598-406a-8cbf-504d4a3bac15" providerId="ADAL" clId="{ECD42228-5B96-4A72-B268-C46DF994E6B7}" dt="2024-01-30T04:58:08.952" v="86880" actId="20577"/>
          <ac:spMkLst>
            <pc:docMk/>
            <pc:sldMk cId="2803374258" sldId="1015"/>
            <ac:spMk id="17" creationId="{ADC65659-ED84-4BF6-C4B8-A4A23C1C4FDF}"/>
          </ac:spMkLst>
        </pc:spChg>
        <pc:spChg chg="add mod">
          <ac:chgData name="Palit, Tapti" userId="dec6fbcd-7598-406a-8cbf-504d4a3bac15" providerId="ADAL" clId="{ECD42228-5B96-4A72-B268-C46DF994E6B7}" dt="2024-01-30T05:08:45.373" v="86982" actId="692"/>
          <ac:spMkLst>
            <pc:docMk/>
            <pc:sldMk cId="2803374258" sldId="1015"/>
            <ac:spMk id="20" creationId="{AEBF150A-FCAA-9AC7-9FF4-170FA24F750B}"/>
          </ac:spMkLst>
        </pc:spChg>
        <pc:spChg chg="add mod">
          <ac:chgData name="Palit, Tapti" userId="dec6fbcd-7598-406a-8cbf-504d4a3bac15" providerId="ADAL" clId="{ECD42228-5B96-4A72-B268-C46DF994E6B7}" dt="2024-01-30T04:58:55.147" v="86891" actId="14100"/>
          <ac:spMkLst>
            <pc:docMk/>
            <pc:sldMk cId="2803374258" sldId="1015"/>
            <ac:spMk id="21" creationId="{981255EA-8156-2A0C-8278-BD086229DE28}"/>
          </ac:spMkLst>
        </pc:spChg>
        <pc:spChg chg="mod">
          <ac:chgData name="Palit, Tapti" userId="dec6fbcd-7598-406a-8cbf-504d4a3bac15" providerId="ADAL" clId="{ECD42228-5B96-4A72-B268-C46DF994E6B7}" dt="2024-01-30T04:58:37.808" v="86887" actId="1076"/>
          <ac:spMkLst>
            <pc:docMk/>
            <pc:sldMk cId="2803374258" sldId="1015"/>
            <ac:spMk id="24" creationId="{DC9E6FBF-EDC6-38E0-5ECC-0FC22CD0B37F}"/>
          </ac:spMkLst>
        </pc:spChg>
        <pc:spChg chg="add mod">
          <ac:chgData name="Palit, Tapti" userId="dec6fbcd-7598-406a-8cbf-504d4a3bac15" providerId="ADAL" clId="{ECD42228-5B96-4A72-B268-C46DF994E6B7}" dt="2024-01-30T04:45:43.418" v="86761" actId="1076"/>
          <ac:spMkLst>
            <pc:docMk/>
            <pc:sldMk cId="2803374258" sldId="1015"/>
            <ac:spMk id="25" creationId="{6CB39F25-9659-6F6A-E67F-8D3BD41C2E98}"/>
          </ac:spMkLst>
        </pc:spChg>
        <pc:spChg chg="add del mod">
          <ac:chgData name="Palit, Tapti" userId="dec6fbcd-7598-406a-8cbf-504d4a3bac15" providerId="ADAL" clId="{ECD42228-5B96-4A72-B268-C46DF994E6B7}" dt="2024-01-30T02:20:36.198" v="83861" actId="478"/>
          <ac:spMkLst>
            <pc:docMk/>
            <pc:sldMk cId="2803374258" sldId="1015"/>
            <ac:spMk id="27" creationId="{C374E0D6-4EBF-B299-B9D7-DD3AA9ED15FE}"/>
          </ac:spMkLst>
        </pc:spChg>
        <pc:spChg chg="add mod">
          <ac:chgData name="Palit, Tapti" userId="dec6fbcd-7598-406a-8cbf-504d4a3bac15" providerId="ADAL" clId="{ECD42228-5B96-4A72-B268-C46DF994E6B7}" dt="2024-01-30T04:58:16.733" v="86884" actId="1037"/>
          <ac:spMkLst>
            <pc:docMk/>
            <pc:sldMk cId="2803374258" sldId="1015"/>
            <ac:spMk id="28" creationId="{0727AA0B-7156-FABA-FCF6-CFF7304E9427}"/>
          </ac:spMkLst>
        </pc:spChg>
        <pc:picChg chg="add mod">
          <ac:chgData name="Palit, Tapti" userId="dec6fbcd-7598-406a-8cbf-504d4a3bac15" providerId="ADAL" clId="{ECD42228-5B96-4A72-B268-C46DF994E6B7}" dt="2024-01-30T04:45:43.418" v="86761" actId="1076"/>
          <ac:picMkLst>
            <pc:docMk/>
            <pc:sldMk cId="2803374258" sldId="1015"/>
            <ac:picMk id="13" creationId="{2A0D23A5-6B70-EF75-319D-AD671772919E}"/>
          </ac:picMkLst>
        </pc:picChg>
        <pc:picChg chg="add mod">
          <ac:chgData name="Palit, Tapti" userId="dec6fbcd-7598-406a-8cbf-504d4a3bac15" providerId="ADAL" clId="{ECD42228-5B96-4A72-B268-C46DF994E6B7}" dt="2024-01-30T04:58:55.147" v="86891" actId="14100"/>
          <ac:picMkLst>
            <pc:docMk/>
            <pc:sldMk cId="2803374258" sldId="1015"/>
            <ac:picMk id="18" creationId="{333C0064-47BC-C026-92BA-41EF50709368}"/>
          </ac:picMkLst>
        </pc:picChg>
        <pc:picChg chg="add mod">
          <ac:chgData name="Palit, Tapti" userId="dec6fbcd-7598-406a-8cbf-504d4a3bac15" providerId="ADAL" clId="{ECD42228-5B96-4A72-B268-C46DF994E6B7}" dt="2024-01-30T04:58:29.250" v="86886" actId="1076"/>
          <ac:picMkLst>
            <pc:docMk/>
            <pc:sldMk cId="2803374258" sldId="1015"/>
            <ac:picMk id="26" creationId="{3276DAFB-B2BA-298D-13A6-8FE1C0525C85}"/>
          </ac:picMkLst>
        </pc:picChg>
        <pc:cxnChg chg="mod">
          <ac:chgData name="Palit, Tapti" userId="dec6fbcd-7598-406a-8cbf-504d4a3bac15" providerId="ADAL" clId="{ECD42228-5B96-4A72-B268-C46DF994E6B7}" dt="2024-01-30T04:58:37.808" v="86887" actId="1076"/>
          <ac:cxnSpMkLst>
            <pc:docMk/>
            <pc:sldMk cId="2803374258" sldId="1015"/>
            <ac:cxnSpMk id="6" creationId="{F1CE6DBC-315A-FA73-BE86-076DDA3B98B4}"/>
          </ac:cxnSpMkLst>
        </pc:cxnChg>
        <pc:cxnChg chg="mod">
          <ac:chgData name="Palit, Tapti" userId="dec6fbcd-7598-406a-8cbf-504d4a3bac15" providerId="ADAL" clId="{ECD42228-5B96-4A72-B268-C46DF994E6B7}" dt="2024-01-30T05:27:15.376" v="87566" actId="1037"/>
          <ac:cxnSpMkLst>
            <pc:docMk/>
            <pc:sldMk cId="2803374258" sldId="1015"/>
            <ac:cxnSpMk id="7" creationId="{9859F1F9-8EB8-7EAB-CC74-B05567FB2191}"/>
          </ac:cxnSpMkLst>
        </pc:cxnChg>
        <pc:cxnChg chg="add mod">
          <ac:chgData name="Palit, Tapti" userId="dec6fbcd-7598-406a-8cbf-504d4a3bac15" providerId="ADAL" clId="{ECD42228-5B96-4A72-B268-C46DF994E6B7}" dt="2024-01-30T05:05:23.133" v="86955" actId="692"/>
          <ac:cxnSpMkLst>
            <pc:docMk/>
            <pc:sldMk cId="2803374258" sldId="1015"/>
            <ac:cxnSpMk id="19" creationId="{30266390-1B23-CA74-1DF2-6B4FDB019A44}"/>
          </ac:cxnSpMkLst>
        </pc:cxnChg>
        <pc:cxnChg chg="mod">
          <ac:chgData name="Palit, Tapti" userId="dec6fbcd-7598-406a-8cbf-504d4a3bac15" providerId="ADAL" clId="{ECD42228-5B96-4A72-B268-C46DF994E6B7}" dt="2024-01-30T05:04:56.109" v="86944" actId="692"/>
          <ac:cxnSpMkLst>
            <pc:docMk/>
            <pc:sldMk cId="2803374258" sldId="1015"/>
            <ac:cxnSpMk id="22" creationId="{9998D824-83E1-6A52-866E-EF4B4A183116}"/>
          </ac:cxnSpMkLst>
        </pc:cxnChg>
      </pc:sldChg>
      <pc:sldChg chg="addSp delSp modSp del mod">
        <pc:chgData name="Palit, Tapti" userId="dec6fbcd-7598-406a-8cbf-504d4a3bac15" providerId="ADAL" clId="{ECD42228-5B96-4A72-B268-C46DF994E6B7}" dt="2024-01-30T02:25:57.835" v="84021" actId="47"/>
        <pc:sldMkLst>
          <pc:docMk/>
          <pc:sldMk cId="2719160243" sldId="1016"/>
        </pc:sldMkLst>
        <pc:spChg chg="mod">
          <ac:chgData name="Palit, Tapti" userId="dec6fbcd-7598-406a-8cbf-504d4a3bac15" providerId="ADAL" clId="{ECD42228-5B96-4A72-B268-C46DF994E6B7}" dt="2024-01-30T00:44:02.508" v="83121" actId="1076"/>
          <ac:spMkLst>
            <pc:docMk/>
            <pc:sldMk cId="2719160243" sldId="1016"/>
            <ac:spMk id="8" creationId="{3AD16BBA-9E50-9D23-3A25-A65A60C6AE84}"/>
          </ac:spMkLst>
        </pc:spChg>
        <pc:spChg chg="del mod">
          <ac:chgData name="Palit, Tapti" userId="dec6fbcd-7598-406a-8cbf-504d4a3bac15" providerId="ADAL" clId="{ECD42228-5B96-4A72-B268-C46DF994E6B7}" dt="2024-01-30T00:45:48.880" v="83198" actId="478"/>
          <ac:spMkLst>
            <pc:docMk/>
            <pc:sldMk cId="2719160243" sldId="1016"/>
            <ac:spMk id="9" creationId="{0F07A7A9-30C7-EC2B-A2F6-D9B920E88235}"/>
          </ac:spMkLst>
        </pc:spChg>
        <pc:spChg chg="add mod">
          <ac:chgData name="Palit, Tapti" userId="dec6fbcd-7598-406a-8cbf-504d4a3bac15" providerId="ADAL" clId="{ECD42228-5B96-4A72-B268-C46DF994E6B7}" dt="2024-01-30T00:45:47.078" v="83197"/>
          <ac:spMkLst>
            <pc:docMk/>
            <pc:sldMk cId="2719160243" sldId="1016"/>
            <ac:spMk id="13" creationId="{ECA959BE-947B-5E9F-1ABF-84BEBD152B5C}"/>
          </ac:spMkLst>
        </pc:spChg>
        <pc:spChg chg="mod">
          <ac:chgData name="Palit, Tapti" userId="dec6fbcd-7598-406a-8cbf-504d4a3bac15" providerId="ADAL" clId="{ECD42228-5B96-4A72-B268-C46DF994E6B7}" dt="2024-01-29T03:07:46.650" v="74797" actId="20577"/>
          <ac:spMkLst>
            <pc:docMk/>
            <pc:sldMk cId="2719160243" sldId="1016"/>
            <ac:spMk id="14" creationId="{ACAEF37B-D43E-8312-01C3-22B507D5A0C3}"/>
          </ac:spMkLst>
        </pc:spChg>
      </pc:sldChg>
      <pc:sldChg chg="addSp delSp modSp del mod">
        <pc:chgData name="Palit, Tapti" userId="dec6fbcd-7598-406a-8cbf-504d4a3bac15" providerId="ADAL" clId="{ECD42228-5B96-4A72-B268-C46DF994E6B7}" dt="2024-01-30T02:26:24.277" v="84028" actId="47"/>
        <pc:sldMkLst>
          <pc:docMk/>
          <pc:sldMk cId="3236774336" sldId="1017"/>
        </pc:sldMkLst>
        <pc:spChg chg="mod">
          <ac:chgData name="Palit, Tapti" userId="dec6fbcd-7598-406a-8cbf-504d4a3bac15" providerId="ADAL" clId="{ECD42228-5B96-4A72-B268-C46DF994E6B7}" dt="2024-01-30T00:44:09.608" v="83122" actId="1076"/>
          <ac:spMkLst>
            <pc:docMk/>
            <pc:sldMk cId="3236774336" sldId="1017"/>
            <ac:spMk id="8" creationId="{3AD16BBA-9E50-9D23-3A25-A65A60C6AE84}"/>
          </ac:spMkLst>
        </pc:spChg>
        <pc:spChg chg="del mod">
          <ac:chgData name="Palit, Tapti" userId="dec6fbcd-7598-406a-8cbf-504d4a3bac15" providerId="ADAL" clId="{ECD42228-5B96-4A72-B268-C46DF994E6B7}" dt="2024-01-30T00:45:53.343" v="83199" actId="478"/>
          <ac:spMkLst>
            <pc:docMk/>
            <pc:sldMk cId="3236774336" sldId="1017"/>
            <ac:spMk id="9" creationId="{0F07A7A9-30C7-EC2B-A2F6-D9B920E88235}"/>
          </ac:spMkLst>
        </pc:spChg>
        <pc:spChg chg="add mod">
          <ac:chgData name="Palit, Tapti" userId="dec6fbcd-7598-406a-8cbf-504d4a3bac15" providerId="ADAL" clId="{ECD42228-5B96-4A72-B268-C46DF994E6B7}" dt="2024-01-30T00:45:53.827" v="83200"/>
          <ac:spMkLst>
            <pc:docMk/>
            <pc:sldMk cId="3236774336" sldId="1017"/>
            <ac:spMk id="11" creationId="{C1277439-CC04-7E86-765F-5E26FDCC5282}"/>
          </ac:spMkLst>
        </pc:spChg>
        <pc:spChg chg="mod">
          <ac:chgData name="Palit, Tapti" userId="dec6fbcd-7598-406a-8cbf-504d4a3bac15" providerId="ADAL" clId="{ECD42228-5B96-4A72-B268-C46DF994E6B7}" dt="2024-01-30T00:44:22.559" v="83131" actId="1035"/>
          <ac:spMkLst>
            <pc:docMk/>
            <pc:sldMk cId="3236774336" sldId="1017"/>
            <ac:spMk id="13" creationId="{3A766046-F365-556D-7E61-7E2920DD9BCF}"/>
          </ac:spMkLst>
        </pc:spChg>
        <pc:spChg chg="mod">
          <ac:chgData name="Palit, Tapti" userId="dec6fbcd-7598-406a-8cbf-504d4a3bac15" providerId="ADAL" clId="{ECD42228-5B96-4A72-B268-C46DF994E6B7}" dt="2024-01-29T03:07:52.781" v="74805" actId="20577"/>
          <ac:spMkLst>
            <pc:docMk/>
            <pc:sldMk cId="3236774336" sldId="1017"/>
            <ac:spMk id="14" creationId="{ACAEF37B-D43E-8312-01C3-22B507D5A0C3}"/>
          </ac:spMkLst>
        </pc:spChg>
      </pc:sldChg>
      <pc:sldChg chg="addSp delSp modSp del mod">
        <pc:chgData name="Palit, Tapti" userId="dec6fbcd-7598-406a-8cbf-504d4a3bac15" providerId="ADAL" clId="{ECD42228-5B96-4A72-B268-C46DF994E6B7}" dt="2024-01-30T02:26:24.277" v="84028" actId="47"/>
        <pc:sldMkLst>
          <pc:docMk/>
          <pc:sldMk cId="852812054" sldId="1018"/>
        </pc:sldMkLst>
        <pc:spChg chg="mod">
          <ac:chgData name="Palit, Tapti" userId="dec6fbcd-7598-406a-8cbf-504d4a3bac15" providerId="ADAL" clId="{ECD42228-5B96-4A72-B268-C46DF994E6B7}" dt="2024-01-30T00:44:30.215" v="83132" actId="1076"/>
          <ac:spMkLst>
            <pc:docMk/>
            <pc:sldMk cId="852812054" sldId="1018"/>
            <ac:spMk id="8" creationId="{3AD16BBA-9E50-9D23-3A25-A65A60C6AE84}"/>
          </ac:spMkLst>
        </pc:spChg>
        <pc:spChg chg="del mod">
          <ac:chgData name="Palit, Tapti" userId="dec6fbcd-7598-406a-8cbf-504d4a3bac15" providerId="ADAL" clId="{ECD42228-5B96-4A72-B268-C46DF994E6B7}" dt="2024-01-30T00:45:58.402" v="83201" actId="478"/>
          <ac:spMkLst>
            <pc:docMk/>
            <pc:sldMk cId="852812054" sldId="1018"/>
            <ac:spMk id="9" creationId="{0F07A7A9-30C7-EC2B-A2F6-D9B920E88235}"/>
          </ac:spMkLst>
        </pc:spChg>
        <pc:spChg chg="add mod">
          <ac:chgData name="Palit, Tapti" userId="dec6fbcd-7598-406a-8cbf-504d4a3bac15" providerId="ADAL" clId="{ECD42228-5B96-4A72-B268-C46DF994E6B7}" dt="2024-01-30T00:45:58.737" v="83202"/>
          <ac:spMkLst>
            <pc:docMk/>
            <pc:sldMk cId="852812054" sldId="1018"/>
            <ac:spMk id="12" creationId="{A73B67EA-DF62-E3B2-1EAB-AC5761381ECC}"/>
          </ac:spMkLst>
        </pc:spChg>
        <pc:spChg chg="mod">
          <ac:chgData name="Palit, Tapti" userId="dec6fbcd-7598-406a-8cbf-504d4a3bac15" providerId="ADAL" clId="{ECD42228-5B96-4A72-B268-C46DF994E6B7}" dt="2024-01-30T00:44:34.982" v="83133" actId="14100"/>
          <ac:spMkLst>
            <pc:docMk/>
            <pc:sldMk cId="852812054" sldId="1018"/>
            <ac:spMk id="13" creationId="{3A766046-F365-556D-7E61-7E2920DD9BCF}"/>
          </ac:spMkLst>
        </pc:spChg>
        <pc:spChg chg="mod">
          <ac:chgData name="Palit, Tapti" userId="dec6fbcd-7598-406a-8cbf-504d4a3bac15" providerId="ADAL" clId="{ECD42228-5B96-4A72-B268-C46DF994E6B7}" dt="2024-01-29T04:07:54.805" v="75353" actId="20577"/>
          <ac:spMkLst>
            <pc:docMk/>
            <pc:sldMk cId="852812054" sldId="1018"/>
            <ac:spMk id="18" creationId="{F6909437-D043-2C29-21BC-C06F5DCB2F59}"/>
          </ac:spMkLst>
        </pc:spChg>
      </pc:sldChg>
      <pc:sldChg chg="del">
        <pc:chgData name="Palit, Tapti" userId="dec6fbcd-7598-406a-8cbf-504d4a3bac15" providerId="ADAL" clId="{ECD42228-5B96-4A72-B268-C46DF994E6B7}" dt="2024-02-12T19:21:54.456" v="112479" actId="47"/>
        <pc:sldMkLst>
          <pc:docMk/>
          <pc:sldMk cId="3604206084" sldId="1019"/>
        </pc:sldMkLst>
      </pc:sldChg>
      <pc:sldChg chg="addSp delSp modSp del mod addCm modCm">
        <pc:chgData name="Palit, Tapti" userId="dec6fbcd-7598-406a-8cbf-504d4a3bac15" providerId="ADAL" clId="{ECD42228-5B96-4A72-B268-C46DF994E6B7}" dt="2024-02-12T14:28:38.098" v="112343" actId="2696"/>
        <pc:sldMkLst>
          <pc:docMk/>
          <pc:sldMk cId="73727201" sldId="1020"/>
        </pc:sldMkLst>
        <pc:spChg chg="add mod">
          <ac:chgData name="Palit, Tapti" userId="dec6fbcd-7598-406a-8cbf-504d4a3bac15" providerId="ADAL" clId="{ECD42228-5B96-4A72-B268-C46DF994E6B7}" dt="2024-02-08T21:06:21.269" v="100762" actId="1076"/>
          <ac:spMkLst>
            <pc:docMk/>
            <pc:sldMk cId="73727201" sldId="1020"/>
            <ac:spMk id="4" creationId="{CA3B7B51-7796-5C0A-675F-C143388F5610}"/>
          </ac:spMkLst>
        </pc:spChg>
        <pc:spChg chg="add mod">
          <ac:chgData name="Palit, Tapti" userId="dec6fbcd-7598-406a-8cbf-504d4a3bac15" providerId="ADAL" clId="{ECD42228-5B96-4A72-B268-C46DF994E6B7}" dt="2024-02-09T14:40:49.295" v="105661" actId="14100"/>
          <ac:spMkLst>
            <pc:docMk/>
            <pc:sldMk cId="73727201" sldId="1020"/>
            <ac:spMk id="5" creationId="{005F0D2F-3A86-EFE0-C5AE-D13AC03F6369}"/>
          </ac:spMkLst>
        </pc:spChg>
        <pc:spChg chg="mod">
          <ac:chgData name="Palit, Tapti" userId="dec6fbcd-7598-406a-8cbf-504d4a3bac15" providerId="ADAL" clId="{ECD42228-5B96-4A72-B268-C46DF994E6B7}" dt="2024-01-30T02:31:25.666" v="84103" actId="21"/>
          <ac:spMkLst>
            <pc:docMk/>
            <pc:sldMk cId="73727201" sldId="1020"/>
            <ac:spMk id="9" creationId="{05E5E1A5-9203-86D7-D2D2-6F8449423FB7}"/>
          </ac:spMkLst>
        </pc:spChg>
        <pc:picChg chg="add del mod">
          <ac:chgData name="Palit, Tapti" userId="dec6fbcd-7598-406a-8cbf-504d4a3bac15" providerId="ADAL" clId="{ECD42228-5B96-4A72-B268-C46DF994E6B7}" dt="2024-02-09T01:50:23.835" v="102472" actId="22"/>
          <ac:picMkLst>
            <pc:docMk/>
            <pc:sldMk cId="73727201" sldId="1020"/>
            <ac:picMk id="8" creationId="{53C4B9D6-7CCC-080D-1156-6E9F317217E7}"/>
          </ac:picMkLst>
        </pc:picChg>
        <pc:picChg chg="add del mod">
          <ac:chgData name="Palit, Tapti" userId="dec6fbcd-7598-406a-8cbf-504d4a3bac15" providerId="ADAL" clId="{ECD42228-5B96-4A72-B268-C46DF994E6B7}" dt="2024-02-09T01:51:19.738" v="102482" actId="478"/>
          <ac:picMkLst>
            <pc:docMk/>
            <pc:sldMk cId="73727201" sldId="1020"/>
            <ac:picMk id="11" creationId="{B3DF4E16-F495-3387-541E-23551023B817}"/>
          </ac:picMkLst>
        </pc:picChg>
        <pc:picChg chg="add del mod">
          <ac:chgData name="Palit, Tapti" userId="dec6fbcd-7598-406a-8cbf-504d4a3bac15" providerId="ADAL" clId="{ECD42228-5B96-4A72-B268-C46DF994E6B7}" dt="2024-02-09T01:52:20.712" v="102487" actId="478"/>
          <ac:picMkLst>
            <pc:docMk/>
            <pc:sldMk cId="73727201" sldId="1020"/>
            <ac:picMk id="13" creationId="{D8F1A6DE-FF21-AACE-486E-0D89116ACCA2}"/>
          </ac:picMkLst>
        </pc:picChg>
        <pc:picChg chg="add mod">
          <ac:chgData name="Palit, Tapti" userId="dec6fbcd-7598-406a-8cbf-504d4a3bac15" providerId="ADAL" clId="{ECD42228-5B96-4A72-B268-C46DF994E6B7}" dt="2024-02-09T01:52:26.903" v="102490" actId="1076"/>
          <ac:picMkLst>
            <pc:docMk/>
            <pc:sldMk cId="73727201" sldId="1020"/>
            <ac:picMk id="15" creationId="{B85D0602-410C-6E5E-85C4-12CB8DA296DE}"/>
          </ac:picMkLst>
        </pc:picChg>
        <pc:picChg chg="add del">
          <ac:chgData name="Palit, Tapti" userId="dec6fbcd-7598-406a-8cbf-504d4a3bac15" providerId="ADAL" clId="{ECD42228-5B96-4A72-B268-C46DF994E6B7}" dt="2024-02-09T01:50:37.508" v="102474" actId="478"/>
          <ac:picMkLst>
            <pc:docMk/>
            <pc:sldMk cId="73727201" sldId="1020"/>
            <ac:picMk id="10242" creationId="{55574BE8-49C9-9D58-3C26-6916ED265C76}"/>
          </ac:picMkLst>
        </pc:picChg>
        <pc:extLst>
          <p:ext xmlns:p="http://schemas.openxmlformats.org/presentationml/2006/main" uri="{D6D511B9-2390-475A-947B-AFAB55BFBCF1}">
            <pc226:cmChg xmlns:pc226="http://schemas.microsoft.com/office/powerpoint/2022/06/main/command" chg="">
              <pc226:chgData name="Palit, Tapti" userId="dec6fbcd-7598-406a-8cbf-504d4a3bac15" providerId="ADAL" clId="{ECD42228-5B96-4A72-B268-C46DF994E6B7}" dt="2024-02-08T20:43:15.284" v="100666"/>
              <pc2:cmMkLst xmlns:pc2="http://schemas.microsoft.com/office/powerpoint/2019/9/main/command">
                <pc:docMk/>
                <pc:sldMk cId="73727201" sldId="1020"/>
                <pc2:cmMk id="{11DA3170-2077-4F0E-8C42-8CEFF570DF50}"/>
              </pc2:cmMkLst>
              <pc226:cmRplyChg chg="add">
                <pc226:chgData name="Palit, Tapti" userId="dec6fbcd-7598-406a-8cbf-504d4a3bac15" providerId="ADAL" clId="{ECD42228-5B96-4A72-B268-C46DF994E6B7}" dt="2024-02-08T20:43:15.284" v="100666"/>
                <pc2:cmRplyMkLst xmlns:pc2="http://schemas.microsoft.com/office/powerpoint/2019/9/main/command">
                  <pc:docMk/>
                  <pc:sldMk cId="73727201" sldId="1020"/>
                  <pc2:cmMk id="{11DA3170-2077-4F0E-8C42-8CEFF570DF50}"/>
                  <pc2:cmRplyMk id="{3EB8790B-1AE0-47E5-BCDC-CCED638BB95D}"/>
                </pc2:cmRplyMkLst>
              </pc226:cmRplyChg>
            </pc226:cmChg>
            <pc226:cmChg xmlns:pc226="http://schemas.microsoft.com/office/powerpoint/2022/06/main/command" chg="add">
              <pc226:chgData name="Palit, Tapti" userId="dec6fbcd-7598-406a-8cbf-504d4a3bac15" providerId="ADAL" clId="{ECD42228-5B96-4A72-B268-C46DF994E6B7}" dt="2024-02-07T04:04:35.499" v="100167"/>
              <pc2:cmMkLst xmlns:pc2="http://schemas.microsoft.com/office/powerpoint/2019/9/main/command">
                <pc:docMk/>
                <pc:sldMk cId="73727201" sldId="1020"/>
                <pc2:cmMk id="{E7EBBEB0-D584-427F-BB1B-4F83A2FDA8AA}"/>
              </pc2:cmMkLst>
            </pc226:cmChg>
          </p:ext>
        </pc:extLst>
      </pc:sldChg>
      <pc:sldChg chg="add del mod modShow">
        <pc:chgData name="Palit, Tapti" userId="dec6fbcd-7598-406a-8cbf-504d4a3bac15" providerId="ADAL" clId="{ECD42228-5B96-4A72-B268-C46DF994E6B7}" dt="2024-02-12T19:22:55.054" v="112489" actId="2696"/>
        <pc:sldMkLst>
          <pc:docMk/>
          <pc:sldMk cId="414179091" sldId="1020"/>
        </pc:sldMkLst>
      </pc:sldChg>
      <pc:sldChg chg="delSp add mod modShow modNotesTx">
        <pc:chgData name="Palit, Tapti" userId="dec6fbcd-7598-406a-8cbf-504d4a3bac15" providerId="ADAL" clId="{ECD42228-5B96-4A72-B268-C46DF994E6B7}" dt="2024-02-13T02:42:29.304" v="113530"/>
        <pc:sldMkLst>
          <pc:docMk/>
          <pc:sldMk cId="1268782865" sldId="1020"/>
        </pc:sldMkLst>
        <pc:spChg chg="del">
          <ac:chgData name="Palit, Tapti" userId="dec6fbcd-7598-406a-8cbf-504d4a3bac15" providerId="ADAL" clId="{ECD42228-5B96-4A72-B268-C46DF994E6B7}" dt="2024-02-12T19:23:08.530" v="112492" actId="478"/>
          <ac:spMkLst>
            <pc:docMk/>
            <pc:sldMk cId="1268782865" sldId="1020"/>
            <ac:spMk id="4" creationId="{523D6B34-C031-A659-8D64-3DCDC1B1DC78}"/>
          </ac:spMkLst>
        </pc:spChg>
        <pc:spChg chg="del">
          <ac:chgData name="Palit, Tapti" userId="dec6fbcd-7598-406a-8cbf-504d4a3bac15" providerId="ADAL" clId="{ECD42228-5B96-4A72-B268-C46DF994E6B7}" dt="2024-02-12T19:23:12.382" v="112493" actId="478"/>
          <ac:spMkLst>
            <pc:docMk/>
            <pc:sldMk cId="1268782865" sldId="1020"/>
            <ac:spMk id="5" creationId="{0D830A60-12D2-526E-1127-1E7A45BB32E1}"/>
          </ac:spMkLst>
        </pc:spChg>
      </pc:sldChg>
      <pc:sldChg chg="modSp del mod modNotesTx">
        <pc:chgData name="Palit, Tapti" userId="dec6fbcd-7598-406a-8cbf-504d4a3bac15" providerId="ADAL" clId="{ECD42228-5B96-4A72-B268-C46DF994E6B7}" dt="2024-01-27T02:02:07.387" v="61980" actId="2696"/>
        <pc:sldMkLst>
          <pc:docMk/>
          <pc:sldMk cId="1011192950" sldId="1021"/>
        </pc:sldMkLst>
        <pc:spChg chg="mod">
          <ac:chgData name="Palit, Tapti" userId="dec6fbcd-7598-406a-8cbf-504d4a3bac15" providerId="ADAL" clId="{ECD42228-5B96-4A72-B268-C46DF994E6B7}" dt="2024-01-26T15:32:31.625" v="61278" actId="5793"/>
          <ac:spMkLst>
            <pc:docMk/>
            <pc:sldMk cId="1011192950" sldId="1021"/>
            <ac:spMk id="3" creationId="{DBF81D88-EE7F-4956-ADB0-DA856615FD00}"/>
          </ac:spMkLst>
        </pc:spChg>
      </pc:sldChg>
      <pc:sldChg chg="addSp delSp modSp add mod addAnim delAnim modAnim modNotesTx">
        <pc:chgData name="Palit, Tapti" userId="dec6fbcd-7598-406a-8cbf-504d4a3bac15" providerId="ADAL" clId="{ECD42228-5B96-4A72-B268-C46DF994E6B7}" dt="2024-02-11T18:00:56.570" v="110961"/>
        <pc:sldMkLst>
          <pc:docMk/>
          <pc:sldMk cId="2364622868" sldId="1021"/>
        </pc:sldMkLst>
        <pc:spChg chg="mod">
          <ac:chgData name="Palit, Tapti" userId="dec6fbcd-7598-406a-8cbf-504d4a3bac15" providerId="ADAL" clId="{ECD42228-5B96-4A72-B268-C46DF994E6B7}" dt="2024-01-29T14:44:46.723" v="78770" actId="20577"/>
          <ac:spMkLst>
            <pc:docMk/>
            <pc:sldMk cId="2364622868" sldId="1021"/>
            <ac:spMk id="3" creationId="{DBF81D88-EE7F-4956-ADB0-DA856615FD00}"/>
          </ac:spMkLst>
        </pc:spChg>
        <pc:spChg chg="add mod">
          <ac:chgData name="Palit, Tapti" userId="dec6fbcd-7598-406a-8cbf-504d4a3bac15" providerId="ADAL" clId="{ECD42228-5B96-4A72-B268-C46DF994E6B7}" dt="2024-02-11T18:00:53.880" v="110960" actId="164"/>
          <ac:spMkLst>
            <pc:docMk/>
            <pc:sldMk cId="2364622868" sldId="1021"/>
            <ac:spMk id="5" creationId="{ED96C230-024C-6A72-3250-54FF1529BAF4}"/>
          </ac:spMkLst>
        </pc:spChg>
        <pc:spChg chg="add mod">
          <ac:chgData name="Palit, Tapti" userId="dec6fbcd-7598-406a-8cbf-504d4a3bac15" providerId="ADAL" clId="{ECD42228-5B96-4A72-B268-C46DF994E6B7}" dt="2024-02-11T18:00:53.880" v="110960" actId="164"/>
          <ac:spMkLst>
            <pc:docMk/>
            <pc:sldMk cId="2364622868" sldId="1021"/>
            <ac:spMk id="6" creationId="{37AD71AE-7F3E-85E8-94B8-698C4851D3DB}"/>
          </ac:spMkLst>
        </pc:spChg>
        <pc:spChg chg="add mod">
          <ac:chgData name="Palit, Tapti" userId="dec6fbcd-7598-406a-8cbf-504d4a3bac15" providerId="ADAL" clId="{ECD42228-5B96-4A72-B268-C46DF994E6B7}" dt="2024-02-11T18:00:53.880" v="110960" actId="164"/>
          <ac:spMkLst>
            <pc:docMk/>
            <pc:sldMk cId="2364622868" sldId="1021"/>
            <ac:spMk id="7" creationId="{E76E5C45-2BED-9F28-56CF-5E949F78037E}"/>
          </ac:spMkLst>
        </pc:spChg>
        <pc:spChg chg="add mod">
          <ac:chgData name="Palit, Tapti" userId="dec6fbcd-7598-406a-8cbf-504d4a3bac15" providerId="ADAL" clId="{ECD42228-5B96-4A72-B268-C46DF994E6B7}" dt="2024-02-11T18:00:53.880" v="110960" actId="164"/>
          <ac:spMkLst>
            <pc:docMk/>
            <pc:sldMk cId="2364622868" sldId="1021"/>
            <ac:spMk id="8" creationId="{7B3A3810-E5E4-3858-FA8C-A3BA07992130}"/>
          </ac:spMkLst>
        </pc:spChg>
        <pc:spChg chg="add mod">
          <ac:chgData name="Palit, Tapti" userId="dec6fbcd-7598-406a-8cbf-504d4a3bac15" providerId="ADAL" clId="{ECD42228-5B96-4A72-B268-C46DF994E6B7}" dt="2024-02-11T18:00:53.880" v="110960" actId="164"/>
          <ac:spMkLst>
            <pc:docMk/>
            <pc:sldMk cId="2364622868" sldId="1021"/>
            <ac:spMk id="9" creationId="{8ABBC10B-95DF-6E59-6504-DDCDBF591FA5}"/>
          </ac:spMkLst>
        </pc:spChg>
        <pc:spChg chg="mod">
          <ac:chgData name="Palit, Tapti" userId="dec6fbcd-7598-406a-8cbf-504d4a3bac15" providerId="ADAL" clId="{ECD42228-5B96-4A72-B268-C46DF994E6B7}" dt="2024-01-30T21:27:39.938" v="94860" actId="20577"/>
          <ac:spMkLst>
            <pc:docMk/>
            <pc:sldMk cId="2364622868" sldId="1021"/>
            <ac:spMk id="31" creationId="{A1AE6AAE-C7D3-E8E2-BBBE-C8BA0B0FDD7B}"/>
          </ac:spMkLst>
        </pc:spChg>
        <pc:grpChg chg="add mod">
          <ac:chgData name="Palit, Tapti" userId="dec6fbcd-7598-406a-8cbf-504d4a3bac15" providerId="ADAL" clId="{ECD42228-5B96-4A72-B268-C46DF994E6B7}" dt="2024-02-11T18:00:53.880" v="110960" actId="164"/>
          <ac:grpSpMkLst>
            <pc:docMk/>
            <pc:sldMk cId="2364622868" sldId="1021"/>
            <ac:grpSpMk id="10" creationId="{C3323663-54D9-58C3-FB03-0CAA90DEAAE1}"/>
          </ac:grpSpMkLst>
        </pc:grpChg>
        <pc:graphicFrameChg chg="add del mod modGraphic">
          <ac:chgData name="Palit, Tapti" userId="dec6fbcd-7598-406a-8cbf-504d4a3bac15" providerId="ADAL" clId="{ECD42228-5B96-4A72-B268-C46DF994E6B7}" dt="2024-01-30T17:10:52.354" v="93768" actId="478"/>
          <ac:graphicFrameMkLst>
            <pc:docMk/>
            <pc:sldMk cId="2364622868" sldId="1021"/>
            <ac:graphicFrameMk id="32" creationId="{662E3E91-EC1F-FAC9-6710-BA112B8C33B9}"/>
          </ac:graphicFrameMkLst>
        </pc:graphicFrameChg>
        <pc:cxnChg chg="add del mod">
          <ac:chgData name="Palit, Tapti" userId="dec6fbcd-7598-406a-8cbf-504d4a3bac15" providerId="ADAL" clId="{ECD42228-5B96-4A72-B268-C46DF994E6B7}" dt="2024-01-30T17:07:59.950" v="93744" actId="478"/>
          <ac:cxnSpMkLst>
            <pc:docMk/>
            <pc:sldMk cId="2364622868" sldId="1021"/>
            <ac:cxnSpMk id="7" creationId="{2D01C04F-B62D-80D3-AEF0-9BC894752CEC}"/>
          </ac:cxnSpMkLst>
        </pc:cxnChg>
      </pc:sldChg>
      <pc:sldChg chg="del">
        <pc:chgData name="Palit, Tapti" userId="dec6fbcd-7598-406a-8cbf-504d4a3bac15" providerId="ADAL" clId="{ECD42228-5B96-4A72-B268-C46DF994E6B7}" dt="2024-01-28T03:44:01.241" v="67437" actId="47"/>
        <pc:sldMkLst>
          <pc:docMk/>
          <pc:sldMk cId="1500167412" sldId="1022"/>
        </pc:sldMkLst>
      </pc:sldChg>
      <pc:sldChg chg="addSp delSp modSp mod chgLayout modNotesTx">
        <pc:chgData name="Palit, Tapti" userId="dec6fbcd-7598-406a-8cbf-504d4a3bac15" providerId="ADAL" clId="{ECD42228-5B96-4A72-B268-C46DF994E6B7}" dt="2024-01-26T15:34:16.556" v="61287" actId="20577"/>
        <pc:sldMkLst>
          <pc:docMk/>
          <pc:sldMk cId="2493544275" sldId="1022"/>
        </pc:sldMkLst>
        <pc:spChg chg="mod ord">
          <ac:chgData name="Palit, Tapti" userId="dec6fbcd-7598-406a-8cbf-504d4a3bac15" providerId="ADAL" clId="{ECD42228-5B96-4A72-B268-C46DF994E6B7}" dt="2024-01-26T15:21:24.859" v="60924" actId="20577"/>
          <ac:spMkLst>
            <pc:docMk/>
            <pc:sldMk cId="2493544275" sldId="1022"/>
            <ac:spMk id="2" creationId="{D7EC638E-4A77-46B8-B32A-298B47F2DEB0}"/>
          </ac:spMkLst>
        </pc:spChg>
        <pc:spChg chg="mod ord">
          <ac:chgData name="Palit, Tapti" userId="dec6fbcd-7598-406a-8cbf-504d4a3bac15" providerId="ADAL" clId="{ECD42228-5B96-4A72-B268-C46DF994E6B7}" dt="2024-01-26T15:21:37.623" v="60961" actId="20577"/>
          <ac:spMkLst>
            <pc:docMk/>
            <pc:sldMk cId="2493544275" sldId="1022"/>
            <ac:spMk id="3" creationId="{DBF81D88-EE7F-4956-ADB0-DA856615FD00}"/>
          </ac:spMkLst>
        </pc:spChg>
        <pc:spChg chg="mod ord">
          <ac:chgData name="Palit, Tapti" userId="dec6fbcd-7598-406a-8cbf-504d4a3bac15" providerId="ADAL" clId="{ECD42228-5B96-4A72-B268-C46DF994E6B7}" dt="2024-01-26T15:21:19.730" v="60918" actId="6264"/>
          <ac:spMkLst>
            <pc:docMk/>
            <pc:sldMk cId="2493544275" sldId="1022"/>
            <ac:spMk id="4" creationId="{51C8A26E-666D-4C70-84CF-ED9A6EADF9F2}"/>
          </ac:spMkLst>
        </pc:spChg>
        <pc:spChg chg="add del mod">
          <ac:chgData name="Palit, Tapti" userId="dec6fbcd-7598-406a-8cbf-504d4a3bac15" providerId="ADAL" clId="{ECD42228-5B96-4A72-B268-C46DF994E6B7}" dt="2024-01-26T15:21:19.730" v="60918" actId="6264"/>
          <ac:spMkLst>
            <pc:docMk/>
            <pc:sldMk cId="2493544275" sldId="1022"/>
            <ac:spMk id="6" creationId="{BB5C30C4-2293-EDEA-FAF5-C0F2510BC8B3}"/>
          </ac:spMkLst>
        </pc:spChg>
        <pc:spChg chg="add del mod">
          <ac:chgData name="Palit, Tapti" userId="dec6fbcd-7598-406a-8cbf-504d4a3bac15" providerId="ADAL" clId="{ECD42228-5B96-4A72-B268-C46DF994E6B7}" dt="2024-01-26T15:21:19.730" v="60918" actId="6264"/>
          <ac:spMkLst>
            <pc:docMk/>
            <pc:sldMk cId="2493544275" sldId="1022"/>
            <ac:spMk id="7" creationId="{FBC1CEB5-18F3-AE03-6732-8911CD738B6F}"/>
          </ac:spMkLst>
        </pc:spChg>
        <pc:spChg chg="add del mod">
          <ac:chgData name="Palit, Tapti" userId="dec6fbcd-7598-406a-8cbf-504d4a3bac15" providerId="ADAL" clId="{ECD42228-5B96-4A72-B268-C46DF994E6B7}" dt="2024-01-26T15:21:19.730" v="60918" actId="6264"/>
          <ac:spMkLst>
            <pc:docMk/>
            <pc:sldMk cId="2493544275" sldId="1022"/>
            <ac:spMk id="8" creationId="{CA111ED3-08D8-79D5-1CFD-CB935764CCF3}"/>
          </ac:spMkLst>
        </pc:spChg>
      </pc:sldChg>
      <pc:sldChg chg="addSp delSp modSp mod chgLayout modNotesTx">
        <pc:chgData name="Palit, Tapti" userId="dec6fbcd-7598-406a-8cbf-504d4a3bac15" providerId="ADAL" clId="{ECD42228-5B96-4A72-B268-C46DF994E6B7}" dt="2024-01-26T15:34:52.684" v="61300" actId="207"/>
        <pc:sldMkLst>
          <pc:docMk/>
          <pc:sldMk cId="2688675452" sldId="1023"/>
        </pc:sldMkLst>
        <pc:spChg chg="mod ord">
          <ac:chgData name="Palit, Tapti" userId="dec6fbcd-7598-406a-8cbf-504d4a3bac15" providerId="ADAL" clId="{ECD42228-5B96-4A72-B268-C46DF994E6B7}" dt="2024-01-26T15:21:46.405" v="60962" actId="6264"/>
          <ac:spMkLst>
            <pc:docMk/>
            <pc:sldMk cId="2688675452" sldId="1023"/>
            <ac:spMk id="2" creationId="{D7EC638E-4A77-46B8-B32A-298B47F2DEB0}"/>
          </ac:spMkLst>
        </pc:spChg>
        <pc:spChg chg="mod ord">
          <ac:chgData name="Palit, Tapti" userId="dec6fbcd-7598-406a-8cbf-504d4a3bac15" providerId="ADAL" clId="{ECD42228-5B96-4A72-B268-C46DF994E6B7}" dt="2024-01-26T15:21:56.566" v="60993" actId="20577"/>
          <ac:spMkLst>
            <pc:docMk/>
            <pc:sldMk cId="2688675452" sldId="1023"/>
            <ac:spMk id="3" creationId="{DBF81D88-EE7F-4956-ADB0-DA856615FD00}"/>
          </ac:spMkLst>
        </pc:spChg>
        <pc:spChg chg="mod ord">
          <ac:chgData name="Palit, Tapti" userId="dec6fbcd-7598-406a-8cbf-504d4a3bac15" providerId="ADAL" clId="{ECD42228-5B96-4A72-B268-C46DF994E6B7}" dt="2024-01-26T15:21:46.405" v="60962" actId="6264"/>
          <ac:spMkLst>
            <pc:docMk/>
            <pc:sldMk cId="2688675452" sldId="1023"/>
            <ac:spMk id="4" creationId="{51C8A26E-666D-4C70-84CF-ED9A6EADF9F2}"/>
          </ac:spMkLst>
        </pc:spChg>
        <pc:spChg chg="add del mod">
          <ac:chgData name="Palit, Tapti" userId="dec6fbcd-7598-406a-8cbf-504d4a3bac15" providerId="ADAL" clId="{ECD42228-5B96-4A72-B268-C46DF994E6B7}" dt="2024-01-26T15:21:46.405" v="60962" actId="6264"/>
          <ac:spMkLst>
            <pc:docMk/>
            <pc:sldMk cId="2688675452" sldId="1023"/>
            <ac:spMk id="6" creationId="{655BA58C-8FDC-4523-8F4A-26D215DD98A3}"/>
          </ac:spMkLst>
        </pc:spChg>
        <pc:spChg chg="add del mod">
          <ac:chgData name="Palit, Tapti" userId="dec6fbcd-7598-406a-8cbf-504d4a3bac15" providerId="ADAL" clId="{ECD42228-5B96-4A72-B268-C46DF994E6B7}" dt="2024-01-26T15:21:46.405" v="60962" actId="6264"/>
          <ac:spMkLst>
            <pc:docMk/>
            <pc:sldMk cId="2688675452" sldId="1023"/>
            <ac:spMk id="7" creationId="{DFB70FA5-879A-2CA5-F76A-43489BED7B5C}"/>
          </ac:spMkLst>
        </pc:spChg>
        <pc:spChg chg="add del mod">
          <ac:chgData name="Palit, Tapti" userId="dec6fbcd-7598-406a-8cbf-504d4a3bac15" providerId="ADAL" clId="{ECD42228-5B96-4A72-B268-C46DF994E6B7}" dt="2024-01-26T15:21:46.405" v="60962" actId="6264"/>
          <ac:spMkLst>
            <pc:docMk/>
            <pc:sldMk cId="2688675452" sldId="1023"/>
            <ac:spMk id="8" creationId="{A1804319-38E1-E2E1-C447-F45D48C4EBF1}"/>
          </ac:spMkLst>
        </pc:spChg>
        <pc:graphicFrameChg chg="modGraphic">
          <ac:chgData name="Palit, Tapti" userId="dec6fbcd-7598-406a-8cbf-504d4a3bac15" providerId="ADAL" clId="{ECD42228-5B96-4A72-B268-C46DF994E6B7}" dt="2024-01-26T15:34:52.684" v="61300" actId="207"/>
          <ac:graphicFrameMkLst>
            <pc:docMk/>
            <pc:sldMk cId="2688675452" sldId="1023"/>
            <ac:graphicFrameMk id="32" creationId="{662E3E91-EC1F-FAC9-6710-BA112B8C33B9}"/>
          </ac:graphicFrameMkLst>
        </pc:graphicFrameChg>
      </pc:sldChg>
      <pc:sldChg chg="addSp delSp modSp mod addCm delCm chgLayout modNotesTx">
        <pc:chgData name="Palit, Tapti" userId="dec6fbcd-7598-406a-8cbf-504d4a3bac15" providerId="ADAL" clId="{ECD42228-5B96-4A72-B268-C46DF994E6B7}" dt="2024-01-30T21:28:01.529" v="94868" actId="20577"/>
        <pc:sldMkLst>
          <pc:docMk/>
          <pc:sldMk cId="3926940956" sldId="1023"/>
        </pc:sldMkLst>
        <pc:spChg chg="mod ord">
          <ac:chgData name="Palit, Tapti" userId="dec6fbcd-7598-406a-8cbf-504d4a3bac15" providerId="ADAL" clId="{ECD42228-5B96-4A72-B268-C46DF994E6B7}" dt="2024-01-29T04:45:14.325" v="75838" actId="20577"/>
          <ac:spMkLst>
            <pc:docMk/>
            <pc:sldMk cId="3926940956" sldId="1023"/>
            <ac:spMk id="2" creationId="{D7EC638E-4A77-46B8-B32A-298B47F2DEB0}"/>
          </ac:spMkLst>
        </pc:spChg>
        <pc:spChg chg="mod ord">
          <ac:chgData name="Palit, Tapti" userId="dec6fbcd-7598-406a-8cbf-504d4a3bac15" providerId="ADAL" clId="{ECD42228-5B96-4A72-B268-C46DF994E6B7}" dt="2024-01-27T18:13:12.388" v="63794" actId="5793"/>
          <ac:spMkLst>
            <pc:docMk/>
            <pc:sldMk cId="3926940956" sldId="1023"/>
            <ac:spMk id="3" creationId="{DBF81D88-EE7F-4956-ADB0-DA856615FD00}"/>
          </ac:spMkLst>
        </pc:spChg>
        <pc:spChg chg="mod ord">
          <ac:chgData name="Palit, Tapti" userId="dec6fbcd-7598-406a-8cbf-504d4a3bac15" providerId="ADAL" clId="{ECD42228-5B96-4A72-B268-C46DF994E6B7}" dt="2024-01-27T03:43:58.003" v="63062" actId="6264"/>
          <ac:spMkLst>
            <pc:docMk/>
            <pc:sldMk cId="3926940956" sldId="1023"/>
            <ac:spMk id="4" creationId="{51C8A26E-666D-4C70-84CF-ED9A6EADF9F2}"/>
          </ac:spMkLst>
        </pc:spChg>
        <pc:spChg chg="del mod">
          <ac:chgData name="Palit, Tapti" userId="dec6fbcd-7598-406a-8cbf-504d4a3bac15" providerId="ADAL" clId="{ECD42228-5B96-4A72-B268-C46DF994E6B7}" dt="2024-01-30T02:57:31.956" v="84836" actId="478"/>
          <ac:spMkLst>
            <pc:docMk/>
            <pc:sldMk cId="3926940956" sldId="1023"/>
            <ac:spMk id="5" creationId="{31DCD2A0-6CAE-119A-2D94-9777B39F7F53}"/>
          </ac:spMkLst>
        </pc:spChg>
        <pc:spChg chg="add mod">
          <ac:chgData name="Palit, Tapti" userId="dec6fbcd-7598-406a-8cbf-504d4a3bac15" providerId="ADAL" clId="{ECD42228-5B96-4A72-B268-C46DF994E6B7}" dt="2024-01-30T17:12:30.700" v="93840"/>
          <ac:spMkLst>
            <pc:docMk/>
            <pc:sldMk cId="3926940956" sldId="1023"/>
            <ac:spMk id="5" creationId="{6D5FFB33-EE71-BB03-B555-D5AC9BD51003}"/>
          </ac:spMkLst>
        </pc:spChg>
        <pc:spChg chg="add mod">
          <ac:chgData name="Palit, Tapti" userId="dec6fbcd-7598-406a-8cbf-504d4a3bac15" providerId="ADAL" clId="{ECD42228-5B96-4A72-B268-C46DF994E6B7}" dt="2024-01-30T17:12:30.700" v="93840"/>
          <ac:spMkLst>
            <pc:docMk/>
            <pc:sldMk cId="3926940956" sldId="1023"/>
            <ac:spMk id="6" creationId="{3E2BC944-AA4D-F445-AAAA-AEDDE94AC755}"/>
          </ac:spMkLst>
        </pc:spChg>
        <pc:spChg chg="add del mod">
          <ac:chgData name="Palit, Tapti" userId="dec6fbcd-7598-406a-8cbf-504d4a3bac15" providerId="ADAL" clId="{ECD42228-5B96-4A72-B268-C46DF994E6B7}" dt="2024-01-27T03:43:58.003" v="63062" actId="6264"/>
          <ac:spMkLst>
            <pc:docMk/>
            <pc:sldMk cId="3926940956" sldId="1023"/>
            <ac:spMk id="6" creationId="{5998B395-C7D9-6A87-1B7A-D05677D55D4D}"/>
          </ac:spMkLst>
        </pc:spChg>
        <pc:spChg chg="add del mod">
          <ac:chgData name="Palit, Tapti" userId="dec6fbcd-7598-406a-8cbf-504d4a3bac15" providerId="ADAL" clId="{ECD42228-5B96-4A72-B268-C46DF994E6B7}" dt="2024-01-27T03:43:58.003" v="63062" actId="6264"/>
          <ac:spMkLst>
            <pc:docMk/>
            <pc:sldMk cId="3926940956" sldId="1023"/>
            <ac:spMk id="7" creationId="{9D853C66-34D4-34A3-2482-6D80DACF4CFA}"/>
          </ac:spMkLst>
        </pc:spChg>
        <pc:spChg chg="add mod">
          <ac:chgData name="Palit, Tapti" userId="dec6fbcd-7598-406a-8cbf-504d4a3bac15" providerId="ADAL" clId="{ECD42228-5B96-4A72-B268-C46DF994E6B7}" dt="2024-01-30T17:12:30.700" v="93840"/>
          <ac:spMkLst>
            <pc:docMk/>
            <pc:sldMk cId="3926940956" sldId="1023"/>
            <ac:spMk id="7" creationId="{C1EBED47-4CFA-42D0-16C1-E3268B3FDBE8}"/>
          </ac:spMkLst>
        </pc:spChg>
        <pc:spChg chg="add mod">
          <ac:chgData name="Palit, Tapti" userId="dec6fbcd-7598-406a-8cbf-504d4a3bac15" providerId="ADAL" clId="{ECD42228-5B96-4A72-B268-C46DF994E6B7}" dt="2024-01-30T17:12:30.700" v="93840"/>
          <ac:spMkLst>
            <pc:docMk/>
            <pc:sldMk cId="3926940956" sldId="1023"/>
            <ac:spMk id="8" creationId="{6C5D866E-BACE-7095-C4F1-06A2D0A43673}"/>
          </ac:spMkLst>
        </pc:spChg>
        <pc:spChg chg="add del mod">
          <ac:chgData name="Palit, Tapti" userId="dec6fbcd-7598-406a-8cbf-504d4a3bac15" providerId="ADAL" clId="{ECD42228-5B96-4A72-B268-C46DF994E6B7}" dt="2024-01-27T03:43:58.003" v="63062" actId="6264"/>
          <ac:spMkLst>
            <pc:docMk/>
            <pc:sldMk cId="3926940956" sldId="1023"/>
            <ac:spMk id="8" creationId="{7ABD2C13-EBC2-9B30-8A4D-6864EE09A62B}"/>
          </ac:spMkLst>
        </pc:spChg>
        <pc:spChg chg="add del">
          <ac:chgData name="Palit, Tapti" userId="dec6fbcd-7598-406a-8cbf-504d4a3bac15" providerId="ADAL" clId="{ECD42228-5B96-4A72-B268-C46DF994E6B7}" dt="2024-01-27T16:08:36.022" v="63709" actId="22"/>
          <ac:spMkLst>
            <pc:docMk/>
            <pc:sldMk cId="3926940956" sldId="1023"/>
            <ac:spMk id="10" creationId="{934F009D-8421-0929-05A5-8160AACB5BBD}"/>
          </ac:spMkLst>
        </pc:spChg>
        <pc:spChg chg="add mod">
          <ac:chgData name="Palit, Tapti" userId="dec6fbcd-7598-406a-8cbf-504d4a3bac15" providerId="ADAL" clId="{ECD42228-5B96-4A72-B268-C46DF994E6B7}" dt="2024-01-30T17:12:30.700" v="93840"/>
          <ac:spMkLst>
            <pc:docMk/>
            <pc:sldMk cId="3926940956" sldId="1023"/>
            <ac:spMk id="11" creationId="{5BBCC3D6-A83C-E672-189D-38F54BF7E759}"/>
          </ac:spMkLst>
        </pc:spChg>
        <pc:spChg chg="mod">
          <ac:chgData name="Palit, Tapti" userId="dec6fbcd-7598-406a-8cbf-504d4a3bac15" providerId="ADAL" clId="{ECD42228-5B96-4A72-B268-C46DF994E6B7}" dt="2024-01-30T21:28:01.529" v="94868" actId="20577"/>
          <ac:spMkLst>
            <pc:docMk/>
            <pc:sldMk cId="3926940956" sldId="1023"/>
            <ac:spMk id="31" creationId="{A1AE6AAE-C7D3-E8E2-BBBE-C8BA0B0FDD7B}"/>
          </ac:spMkLst>
        </pc:spChg>
        <pc:graphicFrameChg chg="del mod modGraphic">
          <ac:chgData name="Palit, Tapti" userId="dec6fbcd-7598-406a-8cbf-504d4a3bac15" providerId="ADAL" clId="{ECD42228-5B96-4A72-B268-C46DF994E6B7}" dt="2024-01-30T17:12:24.047" v="93839" actId="478"/>
          <ac:graphicFrameMkLst>
            <pc:docMk/>
            <pc:sldMk cId="3926940956" sldId="1023"/>
            <ac:graphicFrameMk id="32" creationId="{662E3E91-EC1F-FAC9-6710-BA112B8C33B9}"/>
          </ac:graphicFrameMkLst>
        </pc:graphicFrameChg>
        <pc:cxnChg chg="add mod">
          <ac:chgData name="Palit, Tapti" userId="dec6fbcd-7598-406a-8cbf-504d4a3bac15" providerId="ADAL" clId="{ECD42228-5B96-4A72-B268-C46DF994E6B7}" dt="2024-01-30T17:12:30.700" v="93840"/>
          <ac:cxnSpMkLst>
            <pc:docMk/>
            <pc:sldMk cId="3926940956" sldId="1023"/>
            <ac:cxnSpMk id="9" creationId="{2DB4CB82-A7E4-5AEF-728D-6994BDB42795}"/>
          </ac:cxnSpMkLst>
        </pc:cxnChg>
        <pc:cxnChg chg="add mod">
          <ac:chgData name="Palit, Tapti" userId="dec6fbcd-7598-406a-8cbf-504d4a3bac15" providerId="ADAL" clId="{ECD42228-5B96-4A72-B268-C46DF994E6B7}" dt="2024-01-30T17:12:30.700" v="93840"/>
          <ac:cxnSpMkLst>
            <pc:docMk/>
            <pc:sldMk cId="3926940956" sldId="1023"/>
            <ac:cxnSpMk id="10" creationId="{26476821-BA35-4E51-F736-DEC680942A8D}"/>
          </ac:cxnSpMkLst>
        </pc:cxnChg>
        <pc:cxnChg chg="add mod">
          <ac:chgData name="Palit, Tapti" userId="dec6fbcd-7598-406a-8cbf-504d4a3bac15" providerId="ADAL" clId="{ECD42228-5B96-4A72-B268-C46DF994E6B7}" dt="2024-01-30T17:12:52.473" v="93853" actId="14100"/>
          <ac:cxnSpMkLst>
            <pc:docMk/>
            <pc:sldMk cId="3926940956" sldId="1023"/>
            <ac:cxnSpMk id="13" creationId="{9E372A13-3045-3859-C788-A9422D7BD9CA}"/>
          </ac:cxnSpMkLst>
        </pc:cxnChg>
        <pc:cxnChg chg="add mod">
          <ac:chgData name="Palit, Tapti" userId="dec6fbcd-7598-406a-8cbf-504d4a3bac15" providerId="ADAL" clId="{ECD42228-5B96-4A72-B268-C46DF994E6B7}" dt="2024-01-30T17:12:50.377" v="93852" actId="14100"/>
          <ac:cxnSpMkLst>
            <pc:docMk/>
            <pc:sldMk cId="3926940956" sldId="1023"/>
            <ac:cxnSpMk id="14" creationId="{6B8D200B-A2DB-C016-D2AE-461E33F48259}"/>
          </ac:cxnSpMkLst>
        </pc:cxnChg>
        <pc:extLst>
          <p:ext xmlns:p="http://schemas.openxmlformats.org/presentationml/2006/main" uri="{D6D511B9-2390-475A-947B-AFAB55BFBCF1}">
            <pc226:cmChg xmlns:pc226="http://schemas.microsoft.com/office/powerpoint/2022/06/main/command" chg="add del">
              <pc226:chgData name="Palit, Tapti" userId="dec6fbcd-7598-406a-8cbf-504d4a3bac15" providerId="ADAL" clId="{ECD42228-5B96-4A72-B268-C46DF994E6B7}" dt="2024-01-29T04:41:21.937" v="75731"/>
              <pc2:cmMkLst xmlns:pc2="http://schemas.microsoft.com/office/powerpoint/2019/9/main/command">
                <pc:docMk/>
                <pc:sldMk cId="3926940956" sldId="1023"/>
                <pc2:cmMk id="{10A918B6-37BF-4F76-A922-C85FBF218E78}"/>
              </pc2:cmMkLst>
            </pc226:cmChg>
          </p:ext>
        </pc:extLst>
      </pc:sldChg>
      <pc:sldChg chg="addSp delSp modSp mod addCm modCm modNotesTx">
        <pc:chgData name="Palit, Tapti" userId="dec6fbcd-7598-406a-8cbf-504d4a3bac15" providerId="ADAL" clId="{ECD42228-5B96-4A72-B268-C46DF994E6B7}" dt="2024-02-13T13:14:06.320" v="115793" actId="20577"/>
        <pc:sldMkLst>
          <pc:docMk/>
          <pc:sldMk cId="271275750" sldId="1024"/>
        </pc:sldMkLst>
        <pc:spChg chg="mod">
          <ac:chgData name="Palit, Tapti" userId="dec6fbcd-7598-406a-8cbf-504d4a3bac15" providerId="ADAL" clId="{ECD42228-5B96-4A72-B268-C46DF994E6B7}" dt="2024-01-27T04:02:18.745" v="63128" actId="20577"/>
          <ac:spMkLst>
            <pc:docMk/>
            <pc:sldMk cId="271275750" sldId="1024"/>
            <ac:spMk id="2" creationId="{E470CC57-6C32-7825-9CCD-F4A192D3119F}"/>
          </ac:spMkLst>
        </pc:spChg>
        <pc:spChg chg="mod">
          <ac:chgData name="Palit, Tapti" userId="dec6fbcd-7598-406a-8cbf-504d4a3bac15" providerId="ADAL" clId="{ECD42228-5B96-4A72-B268-C46DF994E6B7}" dt="2024-01-27T02:02:26.403" v="62011" actId="20577"/>
          <ac:spMkLst>
            <pc:docMk/>
            <pc:sldMk cId="271275750" sldId="1024"/>
            <ac:spMk id="3" creationId="{E4A3937F-3571-5A5D-0101-49651F5C7D3F}"/>
          </ac:spMkLst>
        </pc:spChg>
        <pc:spChg chg="mod">
          <ac:chgData name="Palit, Tapti" userId="dec6fbcd-7598-406a-8cbf-504d4a3bac15" providerId="ADAL" clId="{ECD42228-5B96-4A72-B268-C46DF994E6B7}" dt="2024-01-30T16:54:08.817" v="93112" actId="20577"/>
          <ac:spMkLst>
            <pc:docMk/>
            <pc:sldMk cId="271275750" sldId="1024"/>
            <ac:spMk id="5" creationId="{F5F324E9-714C-1CBF-1CCD-9A6C2AA76298}"/>
          </ac:spMkLst>
        </pc:spChg>
        <pc:spChg chg="mod">
          <ac:chgData name="Palit, Tapti" userId="dec6fbcd-7598-406a-8cbf-504d4a3bac15" providerId="ADAL" clId="{ECD42228-5B96-4A72-B268-C46DF994E6B7}" dt="2024-01-30T16:54:12.701" v="93114" actId="20577"/>
          <ac:spMkLst>
            <pc:docMk/>
            <pc:sldMk cId="271275750" sldId="1024"/>
            <ac:spMk id="6" creationId="{18132DDA-DB08-4137-C62D-F1B586D0284D}"/>
          </ac:spMkLst>
        </pc:spChg>
        <pc:spChg chg="mod">
          <ac:chgData name="Palit, Tapti" userId="dec6fbcd-7598-406a-8cbf-504d4a3bac15" providerId="ADAL" clId="{ECD42228-5B96-4A72-B268-C46DF994E6B7}" dt="2024-01-27T02:04:19.106" v="62128" actId="1076"/>
          <ac:spMkLst>
            <pc:docMk/>
            <pc:sldMk cId="271275750" sldId="1024"/>
            <ac:spMk id="8" creationId="{CD142230-6606-3059-9159-E801862B6AB2}"/>
          </ac:spMkLst>
        </pc:spChg>
        <pc:spChg chg="del mod">
          <ac:chgData name="Palit, Tapti" userId="dec6fbcd-7598-406a-8cbf-504d4a3bac15" providerId="ADAL" clId="{ECD42228-5B96-4A72-B268-C46DF994E6B7}" dt="2024-01-30T03:00:43.887" v="85036" actId="478"/>
          <ac:spMkLst>
            <pc:docMk/>
            <pc:sldMk cId="271275750" sldId="1024"/>
            <ac:spMk id="9" creationId="{A0FEF42B-E7F8-3BFC-B50B-0179F150BFEA}"/>
          </ac:spMkLst>
        </pc:spChg>
        <pc:spChg chg="add mod">
          <ac:chgData name="Palit, Tapti" userId="dec6fbcd-7598-406a-8cbf-504d4a3bac15" providerId="ADAL" clId="{ECD42228-5B96-4A72-B268-C46DF994E6B7}" dt="2024-01-30T19:44:25.604" v="94721" actId="20577"/>
          <ac:spMkLst>
            <pc:docMk/>
            <pc:sldMk cId="271275750" sldId="1024"/>
            <ac:spMk id="9" creationId="{B6EA2D89-810C-AE28-37BF-B9D24992AE20}"/>
          </ac:spMkLst>
        </pc:spChg>
        <pc:spChg chg="add mod">
          <ac:chgData name="Palit, Tapti" userId="dec6fbcd-7598-406a-8cbf-504d4a3bac15" providerId="ADAL" clId="{ECD42228-5B96-4A72-B268-C46DF994E6B7}" dt="2024-01-30T03:05:31.849" v="85091" actId="14100"/>
          <ac:spMkLst>
            <pc:docMk/>
            <pc:sldMk cId="271275750" sldId="1024"/>
            <ac:spMk id="10" creationId="{46849302-1299-6088-3944-A4A5A488C43C}"/>
          </ac:spMkLst>
        </pc:spChg>
        <pc:spChg chg="add mod">
          <ac:chgData name="Palit, Tapti" userId="dec6fbcd-7598-406a-8cbf-504d4a3bac15" providerId="ADAL" clId="{ECD42228-5B96-4A72-B268-C46DF994E6B7}" dt="2024-01-30T19:44:31.764" v="94725" actId="20577"/>
          <ac:spMkLst>
            <pc:docMk/>
            <pc:sldMk cId="271275750" sldId="1024"/>
            <ac:spMk id="12" creationId="{B45C68AF-79FF-97D3-03A3-B6F915DF77AF}"/>
          </ac:spMkLst>
        </pc:spChg>
        <pc:picChg chg="add mod">
          <ac:chgData name="Palit, Tapti" userId="dec6fbcd-7598-406a-8cbf-504d4a3bac15" providerId="ADAL" clId="{ECD42228-5B96-4A72-B268-C46DF994E6B7}" dt="2024-01-30T03:00:52.121" v="85039" actId="14100"/>
          <ac:picMkLst>
            <pc:docMk/>
            <pc:sldMk cId="271275750" sldId="1024"/>
            <ac:picMk id="11" creationId="{923357D2-30CA-B996-1977-2EE94E9B961D}"/>
          </ac:picMkLst>
        </pc:picChg>
        <pc:cxnChg chg="mod">
          <ac:chgData name="Palit, Tapti" userId="dec6fbcd-7598-406a-8cbf-504d4a3bac15" providerId="ADAL" clId="{ECD42228-5B96-4A72-B268-C46DF994E6B7}" dt="2024-01-27T02:04:19.106" v="62128" actId="1076"/>
          <ac:cxnSpMkLst>
            <pc:docMk/>
            <pc:sldMk cId="271275750" sldId="1024"/>
            <ac:cxnSpMk id="7" creationId="{BC8EB2D9-0A72-0953-FC3C-1ECB90465A56}"/>
          </ac:cxnSpMkLst>
        </pc:cxn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2-12T19:23:44.835" v="112510"/>
              <pc2:cmMkLst xmlns:pc2="http://schemas.microsoft.com/office/powerpoint/2019/9/main/command">
                <pc:docMk/>
                <pc:sldMk cId="271275750" sldId="1024"/>
                <pc2:cmMk id="{C3125093-DDEE-4F4A-9578-6E2304D1A06D}"/>
              </pc2:cmMkLst>
            </pc226:cmChg>
            <pc226:cmChg xmlns:pc226="http://schemas.microsoft.com/office/powerpoint/2022/06/main/command" chg="">
              <pc226:chgData name="Palit, Tapti" userId="dec6fbcd-7598-406a-8cbf-504d4a3bac15" providerId="ADAL" clId="{ECD42228-5B96-4A72-B268-C46DF994E6B7}" dt="2024-02-08T20:41:38.774" v="100662"/>
              <pc2:cmMkLst xmlns:pc2="http://schemas.microsoft.com/office/powerpoint/2019/9/main/command">
                <pc:docMk/>
                <pc:sldMk cId="271275750" sldId="1024"/>
                <pc2:cmMk id="{B2BDA4D2-2882-4B08-B924-A3B27FC51D67}"/>
              </pc2:cmMkLst>
              <pc226:cmRplyChg chg="add">
                <pc226:chgData name="Palit, Tapti" userId="dec6fbcd-7598-406a-8cbf-504d4a3bac15" providerId="ADAL" clId="{ECD42228-5B96-4A72-B268-C46DF994E6B7}" dt="2024-02-08T20:41:38.774" v="100662"/>
                <pc2:cmRplyMkLst xmlns:pc2="http://schemas.microsoft.com/office/powerpoint/2019/9/main/command">
                  <pc:docMk/>
                  <pc:sldMk cId="271275750" sldId="1024"/>
                  <pc2:cmMk id="{B2BDA4D2-2882-4B08-B924-A3B27FC51D67}"/>
                  <pc2:cmRplyMk id="{6D883C5A-4879-46BF-BAC8-B4744EC20BB5}"/>
                </pc2:cmRplyMkLst>
              </pc226:cmRplyChg>
            </pc226:cmChg>
          </p:ext>
        </pc:extLst>
      </pc:sldChg>
      <pc:sldChg chg="addSp delSp modSp mod modClrScheme chgLayout">
        <pc:chgData name="Palit, Tapti" userId="dec6fbcd-7598-406a-8cbf-504d4a3bac15" providerId="ADAL" clId="{ECD42228-5B96-4A72-B268-C46DF994E6B7}" dt="2024-01-30T19:44:42.334" v="94731" actId="20577"/>
        <pc:sldMkLst>
          <pc:docMk/>
          <pc:sldMk cId="395946385" sldId="1025"/>
        </pc:sldMkLst>
        <pc:spChg chg="mod ord">
          <ac:chgData name="Palit, Tapti" userId="dec6fbcd-7598-406a-8cbf-504d4a3bac15" providerId="ADAL" clId="{ECD42228-5B96-4A72-B268-C46DF994E6B7}" dt="2024-01-30T19:22:32.061" v="93981" actId="700"/>
          <ac:spMkLst>
            <pc:docMk/>
            <pc:sldMk cId="395946385" sldId="1025"/>
            <ac:spMk id="2" creationId="{E470CC57-6C32-7825-9CCD-F4A192D3119F}"/>
          </ac:spMkLst>
        </pc:spChg>
        <pc:spChg chg="mod ord">
          <ac:chgData name="Palit, Tapti" userId="dec6fbcd-7598-406a-8cbf-504d4a3bac15" providerId="ADAL" clId="{ECD42228-5B96-4A72-B268-C46DF994E6B7}" dt="2024-01-30T19:22:32.061" v="93981" actId="700"/>
          <ac:spMkLst>
            <pc:docMk/>
            <pc:sldMk cId="395946385" sldId="1025"/>
            <ac:spMk id="3" creationId="{E4A3937F-3571-5A5D-0101-49651F5C7D3F}"/>
          </ac:spMkLst>
        </pc:spChg>
        <pc:spChg chg="mod ord">
          <ac:chgData name="Palit, Tapti" userId="dec6fbcd-7598-406a-8cbf-504d4a3bac15" providerId="ADAL" clId="{ECD42228-5B96-4A72-B268-C46DF994E6B7}" dt="2024-01-30T19:22:32.061" v="93981" actId="700"/>
          <ac:spMkLst>
            <pc:docMk/>
            <pc:sldMk cId="395946385" sldId="1025"/>
            <ac:spMk id="4" creationId="{84E4AC4E-46D8-F107-6CE5-3DD0AA5C64D2}"/>
          </ac:spMkLst>
        </pc:spChg>
        <pc:spChg chg="add mod">
          <ac:chgData name="Palit, Tapti" userId="dec6fbcd-7598-406a-8cbf-504d4a3bac15" providerId="ADAL" clId="{ECD42228-5B96-4A72-B268-C46DF994E6B7}" dt="2024-01-30T03:05:24.985" v="85090" actId="14100"/>
          <ac:spMkLst>
            <pc:docMk/>
            <pc:sldMk cId="395946385" sldId="1025"/>
            <ac:spMk id="5" creationId="{0170A918-B646-3767-DDF3-CCA132463C1F}"/>
          </ac:spMkLst>
        </pc:spChg>
        <pc:spChg chg="del">
          <ac:chgData name="Palit, Tapti" userId="dec6fbcd-7598-406a-8cbf-504d4a3bac15" providerId="ADAL" clId="{ECD42228-5B96-4A72-B268-C46DF994E6B7}" dt="2024-01-27T02:04:45.247" v="62130" actId="478"/>
          <ac:spMkLst>
            <pc:docMk/>
            <pc:sldMk cId="395946385" sldId="1025"/>
            <ac:spMk id="5" creationId="{F5F324E9-714C-1CBF-1CCD-9A6C2AA76298}"/>
          </ac:spMkLst>
        </pc:spChg>
        <pc:spChg chg="del">
          <ac:chgData name="Palit, Tapti" userId="dec6fbcd-7598-406a-8cbf-504d4a3bac15" providerId="ADAL" clId="{ECD42228-5B96-4A72-B268-C46DF994E6B7}" dt="2024-01-27T02:04:45.247" v="62130" actId="478"/>
          <ac:spMkLst>
            <pc:docMk/>
            <pc:sldMk cId="395946385" sldId="1025"/>
            <ac:spMk id="6" creationId="{18132DDA-DB08-4137-C62D-F1B586D0284D}"/>
          </ac:spMkLst>
        </pc:spChg>
        <pc:spChg chg="add mod">
          <ac:chgData name="Palit, Tapti" userId="dec6fbcd-7598-406a-8cbf-504d4a3bac15" providerId="ADAL" clId="{ECD42228-5B96-4A72-B268-C46DF994E6B7}" dt="2024-01-30T19:44:42.334" v="94731" actId="20577"/>
          <ac:spMkLst>
            <pc:docMk/>
            <pc:sldMk cId="395946385" sldId="1025"/>
            <ac:spMk id="7" creationId="{6452CF1B-78A0-4648-919A-8D05EDE36AEA}"/>
          </ac:spMkLst>
        </pc:spChg>
        <pc:spChg chg="add del mod">
          <ac:chgData name="Palit, Tapti" userId="dec6fbcd-7598-406a-8cbf-504d4a3bac15" providerId="ADAL" clId="{ECD42228-5B96-4A72-B268-C46DF994E6B7}" dt="2024-01-30T19:18:00.913" v="93975" actId="478"/>
          <ac:spMkLst>
            <pc:docMk/>
            <pc:sldMk cId="395946385" sldId="1025"/>
            <ac:spMk id="8" creationId="{32D7F35A-CD5B-AE3A-0351-0EA4B4028233}"/>
          </ac:spMkLst>
        </pc:spChg>
        <pc:spChg chg="del">
          <ac:chgData name="Palit, Tapti" userId="dec6fbcd-7598-406a-8cbf-504d4a3bac15" providerId="ADAL" clId="{ECD42228-5B96-4A72-B268-C46DF994E6B7}" dt="2024-01-27T02:04:45.247" v="62130" actId="478"/>
          <ac:spMkLst>
            <pc:docMk/>
            <pc:sldMk cId="395946385" sldId="1025"/>
            <ac:spMk id="8" creationId="{CD142230-6606-3059-9159-E801862B6AB2}"/>
          </ac:spMkLst>
        </pc:spChg>
        <pc:spChg chg="add mod">
          <ac:chgData name="Palit, Tapti" userId="dec6fbcd-7598-406a-8cbf-504d4a3bac15" providerId="ADAL" clId="{ECD42228-5B96-4A72-B268-C46DF994E6B7}" dt="2024-01-30T19:44:36.495" v="94727" actId="20577"/>
          <ac:spMkLst>
            <pc:docMk/>
            <pc:sldMk cId="395946385" sldId="1025"/>
            <ac:spMk id="9" creationId="{548E055E-8202-34EC-F68E-0D55388DC0B5}"/>
          </ac:spMkLst>
        </pc:spChg>
        <pc:spChg chg="del">
          <ac:chgData name="Palit, Tapti" userId="dec6fbcd-7598-406a-8cbf-504d4a3bac15" providerId="ADAL" clId="{ECD42228-5B96-4A72-B268-C46DF994E6B7}" dt="2024-01-27T02:04:45.247" v="62130" actId="478"/>
          <ac:spMkLst>
            <pc:docMk/>
            <pc:sldMk cId="395946385" sldId="1025"/>
            <ac:spMk id="9" creationId="{A0FEF42B-E7F8-3BFC-B50B-0179F150BFEA}"/>
          </ac:spMkLst>
        </pc:spChg>
        <pc:spChg chg="add mod">
          <ac:chgData name="Palit, Tapti" userId="dec6fbcd-7598-406a-8cbf-504d4a3bac15" providerId="ADAL" clId="{ECD42228-5B96-4A72-B268-C46DF994E6B7}" dt="2024-01-30T16:54:16.301" v="93115" actId="20577"/>
          <ac:spMkLst>
            <pc:docMk/>
            <pc:sldMk cId="395946385" sldId="1025"/>
            <ac:spMk id="11" creationId="{29307AF8-12AE-6E55-7E39-F5C536917790}"/>
          </ac:spMkLst>
        </pc:spChg>
        <pc:spChg chg="add mod">
          <ac:chgData name="Palit, Tapti" userId="dec6fbcd-7598-406a-8cbf-504d4a3bac15" providerId="ADAL" clId="{ECD42228-5B96-4A72-B268-C46DF994E6B7}" dt="2024-01-30T16:54:21.971" v="93118" actId="20577"/>
          <ac:spMkLst>
            <pc:docMk/>
            <pc:sldMk cId="395946385" sldId="1025"/>
            <ac:spMk id="12" creationId="{A0852633-8E31-2A62-E860-8DFCA65ACC96}"/>
          </ac:spMkLst>
        </pc:spChg>
        <pc:spChg chg="add mod">
          <ac:chgData name="Palit, Tapti" userId="dec6fbcd-7598-406a-8cbf-504d4a3bac15" providerId="ADAL" clId="{ECD42228-5B96-4A72-B268-C46DF994E6B7}" dt="2024-01-27T03:41:23.663" v="63006" actId="1076"/>
          <ac:spMkLst>
            <pc:docMk/>
            <pc:sldMk cId="395946385" sldId="1025"/>
            <ac:spMk id="14" creationId="{99307434-CDE7-A06A-150C-EAE54C4A357B}"/>
          </ac:spMkLst>
        </pc:spChg>
        <pc:spChg chg="add mod ord">
          <ac:chgData name="Palit, Tapti" userId="dec6fbcd-7598-406a-8cbf-504d4a3bac15" providerId="ADAL" clId="{ECD42228-5B96-4A72-B268-C46DF994E6B7}" dt="2024-01-30T19:23:08.957" v="94024" actId="20577"/>
          <ac:spMkLst>
            <pc:docMk/>
            <pc:sldMk cId="395946385" sldId="1025"/>
            <ac:spMk id="15" creationId="{0888F352-8C5F-6E76-4296-4B2830B4F613}"/>
          </ac:spMkLst>
        </pc:spChg>
        <pc:spChg chg="add del mod">
          <ac:chgData name="Palit, Tapti" userId="dec6fbcd-7598-406a-8cbf-504d4a3bac15" providerId="ADAL" clId="{ECD42228-5B96-4A72-B268-C46DF994E6B7}" dt="2024-01-30T03:00:56.371" v="85040" actId="478"/>
          <ac:spMkLst>
            <pc:docMk/>
            <pc:sldMk cId="395946385" sldId="1025"/>
            <ac:spMk id="15" creationId="{47F17FE7-CC15-A36A-4194-D4565C7062F4}"/>
          </ac:spMkLst>
        </pc:spChg>
        <pc:picChg chg="add mod">
          <ac:chgData name="Palit, Tapti" userId="dec6fbcd-7598-406a-8cbf-504d4a3bac15" providerId="ADAL" clId="{ECD42228-5B96-4A72-B268-C46DF994E6B7}" dt="2024-01-30T03:01:32.111" v="85048" actId="1076"/>
          <ac:picMkLst>
            <pc:docMk/>
            <pc:sldMk cId="395946385" sldId="1025"/>
            <ac:picMk id="6" creationId="{58A45215-2165-9773-A4DA-17EC016BF255}"/>
          </ac:picMkLst>
        </pc:picChg>
        <pc:picChg chg="mod">
          <ac:chgData name="Palit, Tapti" userId="dec6fbcd-7598-406a-8cbf-504d4a3bac15" providerId="ADAL" clId="{ECD42228-5B96-4A72-B268-C46DF994E6B7}" dt="2024-01-30T19:22:34.379" v="93982" actId="1076"/>
          <ac:picMkLst>
            <pc:docMk/>
            <pc:sldMk cId="395946385" sldId="1025"/>
            <ac:picMk id="10" creationId="{613987A6-F187-E522-A11D-DFEAB29D1236}"/>
          </ac:picMkLst>
        </pc:picChg>
        <pc:cxnChg chg="del mod">
          <ac:chgData name="Palit, Tapti" userId="dec6fbcd-7598-406a-8cbf-504d4a3bac15" providerId="ADAL" clId="{ECD42228-5B96-4A72-B268-C46DF994E6B7}" dt="2024-01-27T02:04:45.247" v="62130" actId="478"/>
          <ac:cxnSpMkLst>
            <pc:docMk/>
            <pc:sldMk cId="395946385" sldId="1025"/>
            <ac:cxnSpMk id="7" creationId="{BC8EB2D9-0A72-0953-FC3C-1ECB90465A56}"/>
          </ac:cxnSpMkLst>
        </pc:cxnChg>
        <pc:cxnChg chg="add mod">
          <ac:chgData name="Palit, Tapti" userId="dec6fbcd-7598-406a-8cbf-504d4a3bac15" providerId="ADAL" clId="{ECD42228-5B96-4A72-B268-C46DF994E6B7}" dt="2024-01-27T02:04:53.075" v="62131"/>
          <ac:cxnSpMkLst>
            <pc:docMk/>
            <pc:sldMk cId="395946385" sldId="1025"/>
            <ac:cxnSpMk id="13" creationId="{37C1C6C8-4576-F2D5-D089-08AEDDB464F4}"/>
          </ac:cxnSpMkLst>
        </pc:cxnChg>
      </pc:sldChg>
      <pc:sldChg chg="addSp delSp modSp del mod addCm">
        <pc:chgData name="Palit, Tapti" userId="dec6fbcd-7598-406a-8cbf-504d4a3bac15" providerId="ADAL" clId="{ECD42228-5B96-4A72-B268-C46DF994E6B7}" dt="2024-01-28T03:47:38.566" v="67439" actId="47"/>
        <pc:sldMkLst>
          <pc:docMk/>
          <pc:sldMk cId="1600423913" sldId="1026"/>
        </pc:sldMkLst>
        <pc:spChg chg="del mod">
          <ac:chgData name="Palit, Tapti" userId="dec6fbcd-7598-406a-8cbf-504d4a3bac15" providerId="ADAL" clId="{ECD42228-5B96-4A72-B268-C46DF994E6B7}" dt="2024-01-28T02:27:06.394" v="67396" actId="478"/>
          <ac:spMkLst>
            <pc:docMk/>
            <pc:sldMk cId="1600423913" sldId="1026"/>
            <ac:spMk id="3" creationId="{1DE32838-0EFD-ED43-CD51-D5E95C26D3D4}"/>
          </ac:spMkLst>
        </pc:spChg>
        <pc:spChg chg="add mod">
          <ac:chgData name="Palit, Tapti" userId="dec6fbcd-7598-406a-8cbf-504d4a3bac15" providerId="ADAL" clId="{ECD42228-5B96-4A72-B268-C46DF994E6B7}" dt="2024-01-28T02:27:06.394" v="67396" actId="478"/>
          <ac:spMkLst>
            <pc:docMk/>
            <pc:sldMk cId="1600423913" sldId="1026"/>
            <ac:spMk id="6" creationId="{F2BC335F-E1BC-BAE0-1813-A1C89CF9AAD5}"/>
          </ac:spMkLst>
        </pc:sp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28T02:01:09.197" v="67394"/>
              <pc2:cmMkLst xmlns:pc2="http://schemas.microsoft.com/office/powerpoint/2019/9/main/command">
                <pc:docMk/>
                <pc:sldMk cId="1600423913" sldId="1026"/>
                <pc2:cmMk id="{90075579-E442-4764-BFCC-C181C808E853}"/>
              </pc2:cmMkLst>
            </pc226:cmChg>
          </p:ext>
        </pc:extLst>
      </pc:sldChg>
      <pc:sldChg chg="modSp del mod">
        <pc:chgData name="Palit, Tapti" userId="dec6fbcd-7598-406a-8cbf-504d4a3bac15" providerId="ADAL" clId="{ECD42228-5B96-4A72-B268-C46DF994E6B7}" dt="2024-01-27T21:30:06.770" v="65329" actId="2696"/>
        <pc:sldMkLst>
          <pc:docMk/>
          <pc:sldMk cId="1072800903" sldId="1027"/>
        </pc:sldMkLst>
        <pc:spChg chg="mod">
          <ac:chgData name="Palit, Tapti" userId="dec6fbcd-7598-406a-8cbf-504d4a3bac15" providerId="ADAL" clId="{ECD42228-5B96-4A72-B268-C46DF994E6B7}" dt="2024-01-27T03:53:34.920" v="63069" actId="20577"/>
          <ac:spMkLst>
            <pc:docMk/>
            <pc:sldMk cId="1072800903" sldId="1027"/>
            <ac:spMk id="3" creationId="{718731F3-A54E-5387-C447-464520FADB53}"/>
          </ac:spMkLst>
        </pc:spChg>
        <pc:spChg chg="mod">
          <ac:chgData name="Palit, Tapti" userId="dec6fbcd-7598-406a-8cbf-504d4a3bac15" providerId="ADAL" clId="{ECD42228-5B96-4A72-B268-C46DF994E6B7}" dt="2024-01-27T02:44:19.036" v="62287" actId="20577"/>
          <ac:spMkLst>
            <pc:docMk/>
            <pc:sldMk cId="1072800903" sldId="1027"/>
            <ac:spMk id="13" creationId="{DC9952A5-D4AA-48DB-2BE7-931A7943F3FA}"/>
          </ac:spMkLst>
        </pc:spChg>
        <pc:spChg chg="mod">
          <ac:chgData name="Palit, Tapti" userId="dec6fbcd-7598-406a-8cbf-504d4a3bac15" providerId="ADAL" clId="{ECD42228-5B96-4A72-B268-C46DF994E6B7}" dt="2024-01-27T02:45:14.589" v="62308" actId="1076"/>
          <ac:spMkLst>
            <pc:docMk/>
            <pc:sldMk cId="1072800903" sldId="1027"/>
            <ac:spMk id="14" creationId="{41691B7A-4D79-9769-AABF-974AD25932B3}"/>
          </ac:spMkLst>
        </pc:spChg>
      </pc:sldChg>
      <pc:sldChg chg="add del mod modShow">
        <pc:chgData name="Palit, Tapti" userId="dec6fbcd-7598-406a-8cbf-504d4a3bac15" providerId="ADAL" clId="{ECD42228-5B96-4A72-B268-C46DF994E6B7}" dt="2024-01-28T03:44:01.241" v="67437" actId="47"/>
        <pc:sldMkLst>
          <pc:docMk/>
          <pc:sldMk cId="2362010012" sldId="1027"/>
        </pc:sldMkLst>
      </pc:sldChg>
      <pc:sldChg chg="add del mod modShow">
        <pc:chgData name="Palit, Tapti" userId="dec6fbcd-7598-406a-8cbf-504d4a3bac15" providerId="ADAL" clId="{ECD42228-5B96-4A72-B268-C46DF994E6B7}" dt="2024-01-28T03:44:01.241" v="67437" actId="47"/>
        <pc:sldMkLst>
          <pc:docMk/>
          <pc:sldMk cId="338300706" sldId="1028"/>
        </pc:sldMkLst>
      </pc:sldChg>
      <pc:sldChg chg="modSp del mod">
        <pc:chgData name="Palit, Tapti" userId="dec6fbcd-7598-406a-8cbf-504d4a3bac15" providerId="ADAL" clId="{ECD42228-5B96-4A72-B268-C46DF994E6B7}" dt="2024-01-27T21:30:06.770" v="65329" actId="2696"/>
        <pc:sldMkLst>
          <pc:docMk/>
          <pc:sldMk cId="2515668265" sldId="1028"/>
        </pc:sldMkLst>
        <pc:spChg chg="mod">
          <ac:chgData name="Palit, Tapti" userId="dec6fbcd-7598-406a-8cbf-504d4a3bac15" providerId="ADAL" clId="{ECD42228-5B96-4A72-B268-C46DF994E6B7}" dt="2024-01-27T03:53:29.471" v="63068" actId="20577"/>
          <ac:spMkLst>
            <pc:docMk/>
            <pc:sldMk cId="2515668265" sldId="1028"/>
            <ac:spMk id="3" creationId="{718731F3-A54E-5387-C447-464520FADB53}"/>
          </ac:spMkLst>
        </pc:spChg>
        <pc:spChg chg="mod">
          <ac:chgData name="Palit, Tapti" userId="dec6fbcd-7598-406a-8cbf-504d4a3bac15" providerId="ADAL" clId="{ECD42228-5B96-4A72-B268-C46DF994E6B7}" dt="2024-01-27T02:44:08.847" v="62251" actId="20577"/>
          <ac:spMkLst>
            <pc:docMk/>
            <pc:sldMk cId="2515668265" sldId="1028"/>
            <ac:spMk id="13" creationId="{DC9952A5-D4AA-48DB-2BE7-931A7943F3FA}"/>
          </ac:spMkLst>
        </pc:spChg>
        <pc:spChg chg="mod">
          <ac:chgData name="Palit, Tapti" userId="dec6fbcd-7598-406a-8cbf-504d4a3bac15" providerId="ADAL" clId="{ECD42228-5B96-4A72-B268-C46DF994E6B7}" dt="2024-01-27T02:45:02.661" v="62307" actId="1076"/>
          <ac:spMkLst>
            <pc:docMk/>
            <pc:sldMk cId="2515668265" sldId="1028"/>
            <ac:spMk id="14" creationId="{41691B7A-4D79-9769-AABF-974AD25932B3}"/>
          </ac:spMkLst>
        </pc:spChg>
      </pc:sldChg>
      <pc:sldChg chg="modSp del mod">
        <pc:chgData name="Palit, Tapti" userId="dec6fbcd-7598-406a-8cbf-504d4a3bac15" providerId="ADAL" clId="{ECD42228-5B96-4A72-B268-C46DF994E6B7}" dt="2024-01-28T22:01:16.961" v="69534" actId="2696"/>
        <pc:sldMkLst>
          <pc:docMk/>
          <pc:sldMk cId="478277902" sldId="1029"/>
        </pc:sldMkLst>
        <pc:spChg chg="mod">
          <ac:chgData name="Palit, Tapti" userId="dec6fbcd-7598-406a-8cbf-504d4a3bac15" providerId="ADAL" clId="{ECD42228-5B96-4A72-B268-C46DF994E6B7}" dt="2024-01-28T01:42:31.982" v="67387" actId="114"/>
          <ac:spMkLst>
            <pc:docMk/>
            <pc:sldMk cId="478277902" sldId="1029"/>
            <ac:spMk id="3" creationId="{1DE32838-0EFD-ED43-CD51-D5E95C26D3D4}"/>
          </ac:spMkLst>
        </pc:spChg>
      </pc:sldChg>
      <pc:sldChg chg="add mod modShow">
        <pc:chgData name="Palit, Tapti" userId="dec6fbcd-7598-406a-8cbf-504d4a3bac15" providerId="ADAL" clId="{ECD42228-5B96-4A72-B268-C46DF994E6B7}" dt="2024-01-28T22:01:46.692" v="69549" actId="729"/>
        <pc:sldMkLst>
          <pc:docMk/>
          <pc:sldMk cId="4012539516" sldId="1029"/>
        </pc:sldMkLst>
      </pc:sldChg>
      <pc:sldChg chg="modSp mod modAnim modNotesTx">
        <pc:chgData name="Palit, Tapti" userId="dec6fbcd-7598-406a-8cbf-504d4a3bac15" providerId="ADAL" clId="{ECD42228-5B96-4A72-B268-C46DF994E6B7}" dt="2024-02-11T18:11:51.457" v="111430"/>
        <pc:sldMkLst>
          <pc:docMk/>
          <pc:sldMk cId="2951242320" sldId="1030"/>
        </pc:sldMkLst>
        <pc:spChg chg="mod">
          <ac:chgData name="Palit, Tapti" userId="dec6fbcd-7598-406a-8cbf-504d4a3bac15" providerId="ADAL" clId="{ECD42228-5B96-4A72-B268-C46DF994E6B7}" dt="2024-01-26T16:26:20.206" v="61858" actId="20577"/>
          <ac:spMkLst>
            <pc:docMk/>
            <pc:sldMk cId="2951242320" sldId="1030"/>
            <ac:spMk id="3" creationId="{2246E50D-C821-CBE0-85B0-00E195167CAF}"/>
          </ac:spMkLst>
        </pc:spChg>
      </pc:sldChg>
      <pc:sldChg chg="add mod modShow">
        <pc:chgData name="Palit, Tapti" userId="dec6fbcd-7598-406a-8cbf-504d4a3bac15" providerId="ADAL" clId="{ECD42228-5B96-4A72-B268-C46DF994E6B7}" dt="2024-01-29T02:35:47.517" v="74599" actId="729"/>
        <pc:sldMkLst>
          <pc:docMk/>
          <pc:sldMk cId="385804854" sldId="1031"/>
        </pc:sldMkLst>
      </pc:sldChg>
      <pc:sldChg chg="modSp del mod modAnim">
        <pc:chgData name="Palit, Tapti" userId="dec6fbcd-7598-406a-8cbf-504d4a3bac15" providerId="ADAL" clId="{ECD42228-5B96-4A72-B268-C46DF994E6B7}" dt="2024-01-29T02:35:41.927" v="74597" actId="2696"/>
        <pc:sldMkLst>
          <pc:docMk/>
          <pc:sldMk cId="3400384913" sldId="1031"/>
        </pc:sldMkLst>
        <pc:spChg chg="mod">
          <ac:chgData name="Palit, Tapti" userId="dec6fbcd-7598-406a-8cbf-504d4a3bac15" providerId="ADAL" clId="{ECD42228-5B96-4A72-B268-C46DF994E6B7}" dt="2024-01-28T00:48:10.638" v="67140" actId="20577"/>
          <ac:spMkLst>
            <pc:docMk/>
            <pc:sldMk cId="3400384913" sldId="1031"/>
            <ac:spMk id="2" creationId="{D7EC638E-4A77-46B8-B32A-298B47F2DEB0}"/>
          </ac:spMkLst>
        </pc:spChg>
        <pc:spChg chg="mod">
          <ac:chgData name="Palit, Tapti" userId="dec6fbcd-7598-406a-8cbf-504d4a3bac15" providerId="ADAL" clId="{ECD42228-5B96-4A72-B268-C46DF994E6B7}" dt="2024-01-27T04:06:56.521" v="63205" actId="20577"/>
          <ac:spMkLst>
            <pc:docMk/>
            <pc:sldMk cId="3400384913" sldId="1031"/>
            <ac:spMk id="3" creationId="{DBF81D88-EE7F-4956-ADB0-DA856615FD00}"/>
          </ac:spMkLst>
        </pc:spChg>
        <pc:spChg chg="mod">
          <ac:chgData name="Palit, Tapti" userId="dec6fbcd-7598-406a-8cbf-504d4a3bac15" providerId="ADAL" clId="{ECD42228-5B96-4A72-B268-C46DF994E6B7}" dt="2024-01-27T03:00:56.774" v="62533" actId="207"/>
          <ac:spMkLst>
            <pc:docMk/>
            <pc:sldMk cId="3400384913" sldId="1031"/>
            <ac:spMk id="31" creationId="{A1AE6AAE-C7D3-E8E2-BBBE-C8BA0B0FDD7B}"/>
          </ac:spMkLst>
        </pc:spChg>
      </pc:sldChg>
      <pc:sldChg chg="del">
        <pc:chgData name="Palit, Tapti" userId="dec6fbcd-7598-406a-8cbf-504d4a3bac15" providerId="ADAL" clId="{ECD42228-5B96-4A72-B268-C46DF994E6B7}" dt="2024-01-26T21:24:07.210" v="61900" actId="2696"/>
        <pc:sldMkLst>
          <pc:docMk/>
          <pc:sldMk cId="3824714029" sldId="1032"/>
        </pc:sldMkLst>
      </pc:sldChg>
      <pc:sldChg chg="add del mod modShow">
        <pc:chgData name="Palit, Tapti" userId="dec6fbcd-7598-406a-8cbf-504d4a3bac15" providerId="ADAL" clId="{ECD42228-5B96-4A72-B268-C46DF994E6B7}" dt="2024-01-28T03:44:01.241" v="67437" actId="47"/>
        <pc:sldMkLst>
          <pc:docMk/>
          <pc:sldMk cId="4105096930" sldId="1032"/>
        </pc:sldMkLst>
      </pc:sldChg>
      <pc:sldChg chg="modSp mod">
        <pc:chgData name="Palit, Tapti" userId="dec6fbcd-7598-406a-8cbf-504d4a3bac15" providerId="ADAL" clId="{ECD42228-5B96-4A72-B268-C46DF994E6B7}" dt="2024-01-29T23:44:33.456" v="83025" actId="20577"/>
        <pc:sldMkLst>
          <pc:docMk/>
          <pc:sldMk cId="1040606210" sldId="1033"/>
        </pc:sldMkLst>
        <pc:spChg chg="mod">
          <ac:chgData name="Palit, Tapti" userId="dec6fbcd-7598-406a-8cbf-504d4a3bac15" providerId="ADAL" clId="{ECD42228-5B96-4A72-B268-C46DF994E6B7}" dt="2024-01-29T23:44:33.456" v="83025" actId="20577"/>
          <ac:spMkLst>
            <pc:docMk/>
            <pc:sldMk cId="1040606210" sldId="1033"/>
            <ac:spMk id="5" creationId="{D2BE94A9-6C37-52C8-1C76-B6946FAE9B43}"/>
          </ac:spMkLst>
        </pc:spChg>
      </pc:sldChg>
      <pc:sldChg chg="addSp delSp modSp mod delCm modCm chgLayout modNotesTx">
        <pc:chgData name="Palit, Tapti" userId="dec6fbcd-7598-406a-8cbf-504d4a3bac15" providerId="ADAL" clId="{ECD42228-5B96-4A72-B268-C46DF994E6B7}" dt="2024-02-15T15:15:16.439" v="116106" actId="20577"/>
        <pc:sldMkLst>
          <pc:docMk/>
          <pc:sldMk cId="3386390439" sldId="1034"/>
        </pc:sldMkLst>
        <pc:spChg chg="add mod">
          <ac:chgData name="Palit, Tapti" userId="dec6fbcd-7598-406a-8cbf-504d4a3bac15" providerId="ADAL" clId="{ECD42228-5B96-4A72-B268-C46DF994E6B7}" dt="2024-02-08T20:21:47.803" v="100572" actId="1076"/>
          <ac:spMkLst>
            <pc:docMk/>
            <pc:sldMk cId="3386390439" sldId="1034"/>
            <ac:spMk id="2" creationId="{B16CB0CC-B28E-E01B-974F-AFF1D9C3B81A}"/>
          </ac:spMkLst>
        </pc:spChg>
        <pc:spChg chg="add del mod">
          <ac:chgData name="Palit, Tapti" userId="dec6fbcd-7598-406a-8cbf-504d4a3bac15" providerId="ADAL" clId="{ECD42228-5B96-4A72-B268-C46DF994E6B7}" dt="2024-01-30T02:12:39.242" v="83741" actId="6264"/>
          <ac:spMkLst>
            <pc:docMk/>
            <pc:sldMk cId="3386390439" sldId="1034"/>
            <ac:spMk id="2" creationId="{B41F5BDF-526D-005A-79EE-1A9ADC5BFF62}"/>
          </ac:spMkLst>
        </pc:spChg>
        <pc:spChg chg="mod ord">
          <ac:chgData name="Palit, Tapti" userId="dec6fbcd-7598-406a-8cbf-504d4a3bac15" providerId="ADAL" clId="{ECD42228-5B96-4A72-B268-C46DF994E6B7}" dt="2024-01-30T02:44:20.648" v="84179" actId="6264"/>
          <ac:spMkLst>
            <pc:docMk/>
            <pc:sldMk cId="3386390439" sldId="1034"/>
            <ac:spMk id="3" creationId="{F41F5800-0C87-D92F-5B6B-52E096B070E2}"/>
          </ac:spMkLst>
        </pc:spChg>
        <pc:spChg chg="mod ord">
          <ac:chgData name="Palit, Tapti" userId="dec6fbcd-7598-406a-8cbf-504d4a3bac15" providerId="ADAL" clId="{ECD42228-5B96-4A72-B268-C46DF994E6B7}" dt="2024-01-30T02:44:20.648" v="84179" actId="6264"/>
          <ac:spMkLst>
            <pc:docMk/>
            <pc:sldMk cId="3386390439" sldId="1034"/>
            <ac:spMk id="4" creationId="{72B504F4-99B0-8DB2-F091-585A12AE0CD7}"/>
          </ac:spMkLst>
        </pc:spChg>
        <pc:spChg chg="add mod">
          <ac:chgData name="Palit, Tapti" userId="dec6fbcd-7598-406a-8cbf-504d4a3bac15" providerId="ADAL" clId="{ECD42228-5B96-4A72-B268-C46DF994E6B7}" dt="2024-02-08T20:23:07.431" v="100578" actId="164"/>
          <ac:spMkLst>
            <pc:docMk/>
            <pc:sldMk cId="3386390439" sldId="1034"/>
            <ac:spMk id="4" creationId="{A977E787-BEAD-576A-35F7-75979D04208F}"/>
          </ac:spMkLst>
        </pc:spChg>
        <pc:spChg chg="add del mod">
          <ac:chgData name="Palit, Tapti" userId="dec6fbcd-7598-406a-8cbf-504d4a3bac15" providerId="ADAL" clId="{ECD42228-5B96-4A72-B268-C46DF994E6B7}" dt="2024-01-30T02:12:39.242" v="83741" actId="6264"/>
          <ac:spMkLst>
            <pc:docMk/>
            <pc:sldMk cId="3386390439" sldId="1034"/>
            <ac:spMk id="5" creationId="{A69DB04A-3901-697A-8A89-CFDA70AA7A5D}"/>
          </ac:spMkLst>
        </pc:spChg>
        <pc:spChg chg="add mod">
          <ac:chgData name="Palit, Tapti" userId="dec6fbcd-7598-406a-8cbf-504d4a3bac15" providerId="ADAL" clId="{ECD42228-5B96-4A72-B268-C46DF994E6B7}" dt="2024-02-08T20:21:47.803" v="100572" actId="1076"/>
          <ac:spMkLst>
            <pc:docMk/>
            <pc:sldMk cId="3386390439" sldId="1034"/>
            <ac:spMk id="5" creationId="{F4B76F6E-31E1-0932-57F4-D19B2CD2163B}"/>
          </ac:spMkLst>
        </pc:spChg>
        <pc:spChg chg="add del mod">
          <ac:chgData name="Palit, Tapti" userId="dec6fbcd-7598-406a-8cbf-504d4a3bac15" providerId="ADAL" clId="{ECD42228-5B96-4A72-B268-C46DF994E6B7}" dt="2024-01-30T02:12:39.242" v="83741" actId="6264"/>
          <ac:spMkLst>
            <pc:docMk/>
            <pc:sldMk cId="3386390439" sldId="1034"/>
            <ac:spMk id="6" creationId="{788904DF-6C6F-FE27-D8B4-1E1D4CF44844}"/>
          </ac:spMkLst>
        </pc:spChg>
        <pc:spChg chg="add mod">
          <ac:chgData name="Palit, Tapti" userId="dec6fbcd-7598-406a-8cbf-504d4a3bac15" providerId="ADAL" clId="{ECD42228-5B96-4A72-B268-C46DF994E6B7}" dt="2024-02-08T20:21:47.803" v="100572" actId="1076"/>
          <ac:spMkLst>
            <pc:docMk/>
            <pc:sldMk cId="3386390439" sldId="1034"/>
            <ac:spMk id="6" creationId="{A797CC12-8105-5D87-A2BD-A3EF76CAFE7C}"/>
          </ac:spMkLst>
        </pc:spChg>
        <pc:spChg chg="add del mod">
          <ac:chgData name="Palit, Tapti" userId="dec6fbcd-7598-406a-8cbf-504d4a3bac15" providerId="ADAL" clId="{ECD42228-5B96-4A72-B268-C46DF994E6B7}" dt="2024-01-30T02:44:20.648" v="84179" actId="6264"/>
          <ac:spMkLst>
            <pc:docMk/>
            <pc:sldMk cId="3386390439" sldId="1034"/>
            <ac:spMk id="7" creationId="{14A028CA-A67C-49E3-7F87-BF235B106205}"/>
          </ac:spMkLst>
        </pc:spChg>
        <pc:spChg chg="add mod">
          <ac:chgData name="Palit, Tapti" userId="dec6fbcd-7598-406a-8cbf-504d4a3bac15" providerId="ADAL" clId="{ECD42228-5B96-4A72-B268-C46DF994E6B7}" dt="2024-02-08T20:23:07.431" v="100578" actId="164"/>
          <ac:spMkLst>
            <pc:docMk/>
            <pc:sldMk cId="3386390439" sldId="1034"/>
            <ac:spMk id="7" creationId="{56AF7747-D031-DA8D-9E13-05822BBD00FC}"/>
          </ac:spMkLst>
        </pc:spChg>
        <pc:spChg chg="add del mod">
          <ac:chgData name="Palit, Tapti" userId="dec6fbcd-7598-406a-8cbf-504d4a3bac15" providerId="ADAL" clId="{ECD42228-5B96-4A72-B268-C46DF994E6B7}" dt="2024-01-30T02:12:39.242" v="83741" actId="6264"/>
          <ac:spMkLst>
            <pc:docMk/>
            <pc:sldMk cId="3386390439" sldId="1034"/>
            <ac:spMk id="7" creationId="{CF0242F4-359F-BA21-4C91-9D9F2B64E8D9}"/>
          </ac:spMkLst>
        </pc:spChg>
        <pc:spChg chg="add del mod">
          <ac:chgData name="Palit, Tapti" userId="dec6fbcd-7598-406a-8cbf-504d4a3bac15" providerId="ADAL" clId="{ECD42228-5B96-4A72-B268-C46DF994E6B7}" dt="2024-01-30T02:44:20.648" v="84179" actId="6264"/>
          <ac:spMkLst>
            <pc:docMk/>
            <pc:sldMk cId="3386390439" sldId="1034"/>
            <ac:spMk id="8" creationId="{78FE7821-70DC-16EB-564C-995EFB95ADF8}"/>
          </ac:spMkLst>
        </pc:spChg>
        <pc:spChg chg="add del mod">
          <ac:chgData name="Palit, Tapti" userId="dec6fbcd-7598-406a-8cbf-504d4a3bac15" providerId="ADAL" clId="{ECD42228-5B96-4A72-B268-C46DF994E6B7}" dt="2024-01-30T02:12:41.836" v="83742" actId="6264"/>
          <ac:spMkLst>
            <pc:docMk/>
            <pc:sldMk cId="3386390439" sldId="1034"/>
            <ac:spMk id="8" creationId="{ED787C76-6FB9-6862-8A3C-97A406559A74}"/>
          </ac:spMkLst>
        </pc:spChg>
        <pc:spChg chg="add del mod">
          <ac:chgData name="Palit, Tapti" userId="dec6fbcd-7598-406a-8cbf-504d4a3bac15" providerId="ADAL" clId="{ECD42228-5B96-4A72-B268-C46DF994E6B7}" dt="2024-01-30T02:12:41.836" v="83742" actId="6264"/>
          <ac:spMkLst>
            <pc:docMk/>
            <pc:sldMk cId="3386390439" sldId="1034"/>
            <ac:spMk id="9" creationId="{5E31596A-4E7F-6331-A97F-D32646EA8977}"/>
          </ac:spMkLst>
        </pc:spChg>
        <pc:spChg chg="add del mod">
          <ac:chgData name="Palit, Tapti" userId="dec6fbcd-7598-406a-8cbf-504d4a3bac15" providerId="ADAL" clId="{ECD42228-5B96-4A72-B268-C46DF994E6B7}" dt="2024-01-30T02:44:20.648" v="84179" actId="6264"/>
          <ac:spMkLst>
            <pc:docMk/>
            <pc:sldMk cId="3386390439" sldId="1034"/>
            <ac:spMk id="9" creationId="{96859225-A70A-34A7-A190-B1B7914B11A3}"/>
          </ac:spMkLst>
        </pc:spChg>
        <pc:spChg chg="add del mod">
          <ac:chgData name="Palit, Tapti" userId="dec6fbcd-7598-406a-8cbf-504d4a3bac15" providerId="ADAL" clId="{ECD42228-5B96-4A72-B268-C46DF994E6B7}" dt="2024-01-30T02:44:20.648" v="84179" actId="6264"/>
          <ac:spMkLst>
            <pc:docMk/>
            <pc:sldMk cId="3386390439" sldId="1034"/>
            <ac:spMk id="10" creationId="{91EA2B50-98CA-1606-7BA2-43120D0BB733}"/>
          </ac:spMkLst>
        </pc:spChg>
        <pc:spChg chg="add del mod">
          <ac:chgData name="Palit, Tapti" userId="dec6fbcd-7598-406a-8cbf-504d4a3bac15" providerId="ADAL" clId="{ECD42228-5B96-4A72-B268-C46DF994E6B7}" dt="2024-01-30T02:12:41.836" v="83742" actId="6264"/>
          <ac:spMkLst>
            <pc:docMk/>
            <pc:sldMk cId="3386390439" sldId="1034"/>
            <ac:spMk id="10" creationId="{A11F5571-F8FB-69C6-8C5D-20E069B3AD76}"/>
          </ac:spMkLst>
        </pc:spChg>
        <pc:spChg chg="add del mod">
          <ac:chgData name="Palit, Tapti" userId="dec6fbcd-7598-406a-8cbf-504d4a3bac15" providerId="ADAL" clId="{ECD42228-5B96-4A72-B268-C46DF994E6B7}" dt="2024-01-30T02:12:41.836" v="83742" actId="6264"/>
          <ac:spMkLst>
            <pc:docMk/>
            <pc:sldMk cId="3386390439" sldId="1034"/>
            <ac:spMk id="11" creationId="{5E7E55A1-7AEB-3947-7B24-5D9B19B3BDD3}"/>
          </ac:spMkLst>
        </pc:spChg>
        <pc:spChg chg="add mod">
          <ac:chgData name="Palit, Tapti" userId="dec6fbcd-7598-406a-8cbf-504d4a3bac15" providerId="ADAL" clId="{ECD42228-5B96-4A72-B268-C46DF994E6B7}" dt="2024-02-08T20:21:47.803" v="100572" actId="1076"/>
          <ac:spMkLst>
            <pc:docMk/>
            <pc:sldMk cId="3386390439" sldId="1034"/>
            <ac:spMk id="13" creationId="{AE168849-B940-1A51-E35A-20BE57C63333}"/>
          </ac:spMkLst>
        </pc:spChg>
        <pc:spChg chg="mod ord">
          <ac:chgData name="Palit, Tapti" userId="dec6fbcd-7598-406a-8cbf-504d4a3bac15" providerId="ADAL" clId="{ECD42228-5B96-4A72-B268-C46DF994E6B7}" dt="2024-02-15T15:15:16.439" v="116106" actId="20577"/>
          <ac:spMkLst>
            <pc:docMk/>
            <pc:sldMk cId="3386390439" sldId="1034"/>
            <ac:spMk id="24" creationId="{61E1D992-FB9B-AF0E-0524-B1AE2D228029}"/>
          </ac:spMkLst>
        </pc:spChg>
        <pc:spChg chg="mod ord">
          <ac:chgData name="Palit, Tapti" userId="dec6fbcd-7598-406a-8cbf-504d4a3bac15" providerId="ADAL" clId="{ECD42228-5B96-4A72-B268-C46DF994E6B7}" dt="2024-01-30T02:44:20.648" v="84179" actId="6264"/>
          <ac:spMkLst>
            <pc:docMk/>
            <pc:sldMk cId="3386390439" sldId="1034"/>
            <ac:spMk id="31" creationId="{8066DF09-0DDE-0E4A-743E-1BD29398BBC7}"/>
          </ac:spMkLst>
        </pc:spChg>
        <pc:grpChg chg="add mod">
          <ac:chgData name="Palit, Tapti" userId="dec6fbcd-7598-406a-8cbf-504d4a3bac15" providerId="ADAL" clId="{ECD42228-5B96-4A72-B268-C46DF994E6B7}" dt="2024-02-08T20:21:47.803" v="100572" actId="1076"/>
          <ac:grpSpMkLst>
            <pc:docMk/>
            <pc:sldMk cId="3386390439" sldId="1034"/>
            <ac:grpSpMk id="19" creationId="{099290DC-AE40-AA6D-8B1A-2492CB39186E}"/>
          </ac:grpSpMkLst>
        </pc:grpChg>
        <pc:grpChg chg="add mod">
          <ac:chgData name="Palit, Tapti" userId="dec6fbcd-7598-406a-8cbf-504d4a3bac15" providerId="ADAL" clId="{ECD42228-5B96-4A72-B268-C46DF994E6B7}" dt="2024-01-30T02:45:10.965" v="84296" actId="571"/>
          <ac:grpSpMkLst>
            <pc:docMk/>
            <pc:sldMk cId="3386390439" sldId="1034"/>
            <ac:grpSpMk id="21" creationId="{CF0E4CD7-998C-F696-DA31-E14A9FCEB8D4}"/>
          </ac:grpSpMkLst>
        </pc:grpChg>
        <pc:grpChg chg="add mod">
          <ac:chgData name="Palit, Tapti" userId="dec6fbcd-7598-406a-8cbf-504d4a3bac15" providerId="ADAL" clId="{ECD42228-5B96-4A72-B268-C46DF994E6B7}" dt="2024-02-08T20:23:07.431" v="100578" actId="164"/>
          <ac:grpSpMkLst>
            <pc:docMk/>
            <pc:sldMk cId="3386390439" sldId="1034"/>
            <ac:grpSpMk id="25" creationId="{0E5054DB-054A-0656-9B20-8F4BEC812235}"/>
          </ac:grpSpMkLst>
        </pc:grpChg>
        <pc:grpChg chg="add mod">
          <ac:chgData name="Palit, Tapti" userId="dec6fbcd-7598-406a-8cbf-504d4a3bac15" providerId="ADAL" clId="{ECD42228-5B96-4A72-B268-C46DF994E6B7}" dt="2024-02-08T20:23:07.431" v="100578" actId="164"/>
          <ac:grpSpMkLst>
            <pc:docMk/>
            <pc:sldMk cId="3386390439" sldId="1034"/>
            <ac:grpSpMk id="29" creationId="{04936173-5E06-854D-BFBF-7F6397791948}"/>
          </ac:grpSpMkLst>
        </pc:grpChg>
        <pc:picChg chg="add mod">
          <ac:chgData name="Palit, Tapti" userId="dec6fbcd-7598-406a-8cbf-504d4a3bac15" providerId="ADAL" clId="{ECD42228-5B96-4A72-B268-C46DF994E6B7}" dt="2024-01-30T02:45:10.965" v="84296" actId="571"/>
          <ac:picMkLst>
            <pc:docMk/>
            <pc:sldMk cId="3386390439" sldId="1034"/>
            <ac:picMk id="11" creationId="{AEAA44F1-D5D8-0824-A2D2-816BD500B49E}"/>
          </ac:picMkLst>
        </pc:picChg>
        <pc:picChg chg="add mod">
          <ac:chgData name="Palit, Tapti" userId="dec6fbcd-7598-406a-8cbf-504d4a3bac15" providerId="ADAL" clId="{ECD42228-5B96-4A72-B268-C46DF994E6B7}" dt="2024-02-08T20:21:47.803" v="100572" actId="1076"/>
          <ac:picMkLst>
            <pc:docMk/>
            <pc:sldMk cId="3386390439" sldId="1034"/>
            <ac:picMk id="12" creationId="{A2035D66-1516-65C3-80F3-3DE04C92C321}"/>
          </ac:picMkLst>
        </pc:picChg>
        <pc:picChg chg="add mod">
          <ac:chgData name="Palit, Tapti" userId="dec6fbcd-7598-406a-8cbf-504d4a3bac15" providerId="ADAL" clId="{ECD42228-5B96-4A72-B268-C46DF994E6B7}" dt="2024-01-30T02:45:10.965" v="84296" actId="571"/>
          <ac:picMkLst>
            <pc:docMk/>
            <pc:sldMk cId="3386390439" sldId="1034"/>
            <ac:picMk id="15" creationId="{6E080A41-810C-0F48-B5A6-6A63DE226645}"/>
          </ac:picMkLst>
        </pc:picChg>
        <pc:picChg chg="add mod">
          <ac:chgData name="Palit, Tapti" userId="dec6fbcd-7598-406a-8cbf-504d4a3bac15" providerId="ADAL" clId="{ECD42228-5B96-4A72-B268-C46DF994E6B7}" dt="2024-02-08T20:21:47.803" v="100572" actId="1076"/>
          <ac:picMkLst>
            <pc:docMk/>
            <pc:sldMk cId="3386390439" sldId="1034"/>
            <ac:picMk id="18" creationId="{0017E71C-70EB-F990-C623-43C624096DCD}"/>
          </ac:picMkLst>
        </pc:picChg>
        <pc:picChg chg="mod">
          <ac:chgData name="Palit, Tapti" userId="dec6fbcd-7598-406a-8cbf-504d4a3bac15" providerId="ADAL" clId="{ECD42228-5B96-4A72-B268-C46DF994E6B7}" dt="2024-01-30T02:45:10.965" v="84296" actId="571"/>
          <ac:picMkLst>
            <pc:docMk/>
            <pc:sldMk cId="3386390439" sldId="1034"/>
            <ac:picMk id="22" creationId="{D619C0DB-FF6A-B960-EE43-692EDFF49A47}"/>
          </ac:picMkLst>
        </pc:picChg>
        <pc:picChg chg="mod">
          <ac:chgData name="Palit, Tapti" userId="dec6fbcd-7598-406a-8cbf-504d4a3bac15" providerId="ADAL" clId="{ECD42228-5B96-4A72-B268-C46DF994E6B7}" dt="2024-01-30T02:45:10.965" v="84296" actId="571"/>
          <ac:picMkLst>
            <pc:docMk/>
            <pc:sldMk cId="3386390439" sldId="1034"/>
            <ac:picMk id="23" creationId="{3DB653FA-8C67-57D4-63D5-5B36F85168C4}"/>
          </ac:picMkLst>
        </pc:picChg>
        <pc:picChg chg="del mod">
          <ac:chgData name="Palit, Tapti" userId="dec6fbcd-7598-406a-8cbf-504d4a3bac15" providerId="ADAL" clId="{ECD42228-5B96-4A72-B268-C46DF994E6B7}" dt="2024-01-30T02:14:57.980" v="83785" actId="478"/>
          <ac:picMkLst>
            <pc:docMk/>
            <pc:sldMk cId="3386390439" sldId="1034"/>
            <ac:picMk id="30" creationId="{C4A9D9C3-B220-ECBA-34F5-F32FE43D70F1}"/>
          </ac:picMkLst>
        </pc:picChg>
        <pc:picChg chg="del">
          <ac:chgData name="Palit, Tapti" userId="dec6fbcd-7598-406a-8cbf-504d4a3bac15" providerId="ADAL" clId="{ECD42228-5B96-4A72-B268-C46DF994E6B7}" dt="2024-01-27T15:07:31.835" v="63249" actId="478"/>
          <ac:picMkLst>
            <pc:docMk/>
            <pc:sldMk cId="3386390439" sldId="1034"/>
            <ac:picMk id="1026" creationId="{85D56089-2BE5-60FF-6DAA-7CE90B5C9556}"/>
          </ac:picMkLst>
        </pc:picChg>
        <pc:picChg chg="add mod">
          <ac:chgData name="Palit, Tapti" userId="dec6fbcd-7598-406a-8cbf-504d4a3bac15" providerId="ADAL" clId="{ECD42228-5B96-4A72-B268-C46DF994E6B7}" dt="2024-02-08T20:21:47.803" v="100572" actId="1076"/>
          <ac:picMkLst>
            <pc:docMk/>
            <pc:sldMk cId="3386390439" sldId="1034"/>
            <ac:picMk id="2050" creationId="{FA8C3CEE-6285-3249-BFE3-25D2D4931571}"/>
          </ac:picMkLst>
        </pc:picChg>
        <pc:picChg chg="add mod">
          <ac:chgData name="Palit, Tapti" userId="dec6fbcd-7598-406a-8cbf-504d4a3bac15" providerId="ADAL" clId="{ECD42228-5B96-4A72-B268-C46DF994E6B7}" dt="2024-02-08T20:21:47.803" v="100572" actId="1076"/>
          <ac:picMkLst>
            <pc:docMk/>
            <pc:sldMk cId="3386390439" sldId="1034"/>
            <ac:picMk id="6146" creationId="{B3D1F34D-1130-5633-E5C0-2FACCAEC2AF4}"/>
          </ac:picMkLst>
        </pc:picChg>
        <pc:cxnChg chg="add mod">
          <ac:chgData name="Palit, Tapti" userId="dec6fbcd-7598-406a-8cbf-504d4a3bac15" providerId="ADAL" clId="{ECD42228-5B96-4A72-B268-C46DF994E6B7}" dt="2024-02-08T20:21:47.803" v="100572" actId="1076"/>
          <ac:cxnSpMkLst>
            <pc:docMk/>
            <pc:sldMk cId="3386390439" sldId="1034"/>
            <ac:cxnSpMk id="14" creationId="{7348B360-C6B8-384A-1C7D-0F89F02A9729}"/>
          </ac:cxnSpMkLst>
        </pc:cxnChg>
        <pc:cxnChg chg="add mod">
          <ac:chgData name="Palit, Tapti" userId="dec6fbcd-7598-406a-8cbf-504d4a3bac15" providerId="ADAL" clId="{ECD42228-5B96-4A72-B268-C46DF994E6B7}" dt="2024-01-30T02:45:10.965" v="84296" actId="571"/>
          <ac:cxnSpMkLst>
            <pc:docMk/>
            <pc:sldMk cId="3386390439" sldId="1034"/>
            <ac:cxnSpMk id="16" creationId="{F2EE4DEA-E227-0E5B-7AD1-D2927C3938D7}"/>
          </ac:cxnSpMkLst>
        </pc:cxnChg>
        <pc:cxnChg chg="add mod">
          <ac:chgData name="Palit, Tapti" userId="dec6fbcd-7598-406a-8cbf-504d4a3bac15" providerId="ADAL" clId="{ECD42228-5B96-4A72-B268-C46DF994E6B7}" dt="2024-02-08T20:21:58.628" v="100576" actId="1076"/>
          <ac:cxnSpMkLst>
            <pc:docMk/>
            <pc:sldMk cId="3386390439" sldId="1034"/>
            <ac:cxnSpMk id="17" creationId="{FCE46454-1F32-F9AA-F85B-A413189B7C18}"/>
          </ac:cxnSpMkLst>
        </pc:cxnChg>
        <pc:cxnChg chg="add mod">
          <ac:chgData name="Palit, Tapti" userId="dec6fbcd-7598-406a-8cbf-504d4a3bac15" providerId="ADAL" clId="{ECD42228-5B96-4A72-B268-C46DF994E6B7}" dt="2024-01-30T02:45:10.965" v="84296" actId="571"/>
          <ac:cxnSpMkLst>
            <pc:docMk/>
            <pc:sldMk cId="3386390439" sldId="1034"/>
            <ac:cxnSpMk id="20" creationId="{818DF6AB-A6EF-8AAF-5B48-7C485D44CA0C}"/>
          </ac:cxnSpMkLst>
        </pc:cxnChg>
        <pc:cxnChg chg="add mod">
          <ac:chgData name="Palit, Tapti" userId="dec6fbcd-7598-406a-8cbf-504d4a3bac15" providerId="ADAL" clId="{ECD42228-5B96-4A72-B268-C46DF994E6B7}" dt="2024-02-08T20:23:07.431" v="100578" actId="164"/>
          <ac:cxnSpMkLst>
            <pc:docMk/>
            <pc:sldMk cId="3386390439" sldId="1034"/>
            <ac:cxnSpMk id="22" creationId="{289E6E4D-5238-B97F-7E3C-D62CB7388630}"/>
          </ac:cxnSpMkLst>
        </pc:cxnChg>
        <pc:extLst>
          <p:ext xmlns:p="http://schemas.openxmlformats.org/presentationml/2006/main" uri="{D6D511B9-2390-475A-947B-AFAB55BFBCF1}">
            <pc226:cmChg xmlns:pc226="http://schemas.microsoft.com/office/powerpoint/2022/06/main/command" chg="">
              <pc226:chgData name="Palit, Tapti" userId="dec6fbcd-7598-406a-8cbf-504d4a3bac15" providerId="ADAL" clId="{ECD42228-5B96-4A72-B268-C46DF994E6B7}" dt="2024-02-08T20:42:48.787" v="100665"/>
              <pc2:cmMkLst xmlns:pc2="http://schemas.microsoft.com/office/powerpoint/2019/9/main/command">
                <pc:docMk/>
                <pc:sldMk cId="3386390439" sldId="1034"/>
                <pc2:cmMk id="{2BB0CF21-460F-4B92-936F-A824753710C8}"/>
              </pc2:cmMkLst>
              <pc226:cmRplyChg chg="add">
                <pc226:chgData name="Palit, Tapti" userId="dec6fbcd-7598-406a-8cbf-504d4a3bac15" providerId="ADAL" clId="{ECD42228-5B96-4A72-B268-C46DF994E6B7}" dt="2024-02-08T20:42:48.787" v="100665"/>
                <pc2:cmRplyMkLst xmlns:pc2="http://schemas.microsoft.com/office/powerpoint/2019/9/main/command">
                  <pc:docMk/>
                  <pc:sldMk cId="3386390439" sldId="1034"/>
                  <pc2:cmMk id="{2BB0CF21-460F-4B92-936F-A824753710C8}"/>
                  <pc2:cmRplyMk id="{C0B92BF1-A04A-4B06-BC25-5ADB5393CB88}"/>
                </pc2:cmRplyMkLst>
              </pc226:cmRplyChg>
            </pc226:cmChg>
            <pc226:cmChg xmlns:pc226="http://schemas.microsoft.com/office/powerpoint/2022/06/main/command" chg="del">
              <pc226:chgData name="Palit, Tapti" userId="dec6fbcd-7598-406a-8cbf-504d4a3bac15" providerId="ADAL" clId="{ECD42228-5B96-4A72-B268-C46DF994E6B7}" dt="2024-02-08T20:22:09.316" v="100577"/>
              <pc2:cmMkLst xmlns:pc2="http://schemas.microsoft.com/office/powerpoint/2019/9/main/command">
                <pc:docMk/>
                <pc:sldMk cId="3386390439" sldId="1034"/>
                <pc2:cmMk id="{409A4FB5-0779-4C44-B1ED-07A27718C28E}"/>
              </pc2:cmMkLst>
            </pc226:cmChg>
          </p:ext>
        </pc:extLst>
      </pc:sldChg>
      <pc:sldChg chg="modSp del mod">
        <pc:chgData name="Palit, Tapti" userId="dec6fbcd-7598-406a-8cbf-504d4a3bac15" providerId="ADAL" clId="{ECD42228-5B96-4A72-B268-C46DF994E6B7}" dt="2024-01-30T05:10:16.623" v="86987" actId="47"/>
        <pc:sldMkLst>
          <pc:docMk/>
          <pc:sldMk cId="2254985898" sldId="1035"/>
        </pc:sldMkLst>
        <pc:spChg chg="mod">
          <ac:chgData name="Palit, Tapti" userId="dec6fbcd-7598-406a-8cbf-504d4a3bac15" providerId="ADAL" clId="{ECD42228-5B96-4A72-B268-C46DF994E6B7}" dt="2024-01-28T04:45:02.964" v="68476" actId="20577"/>
          <ac:spMkLst>
            <pc:docMk/>
            <pc:sldMk cId="2254985898" sldId="1035"/>
            <ac:spMk id="9" creationId="{0F07A7A9-30C7-EC2B-A2F6-D9B920E88235}"/>
          </ac:spMkLst>
        </pc:spChg>
      </pc:sldChg>
      <pc:sldChg chg="del">
        <pc:chgData name="Palit, Tapti" userId="dec6fbcd-7598-406a-8cbf-504d4a3bac15" providerId="ADAL" clId="{ECD42228-5B96-4A72-B268-C46DF994E6B7}" dt="2024-01-28T03:44:01.241" v="67437" actId="47"/>
        <pc:sldMkLst>
          <pc:docMk/>
          <pc:sldMk cId="2068681319" sldId="1036"/>
        </pc:sldMkLst>
      </pc:sldChg>
      <pc:sldChg chg="addSp delSp modSp add del mod modClrScheme addCm chgLayout modNotesTx">
        <pc:chgData name="Palit, Tapti" userId="dec6fbcd-7598-406a-8cbf-504d4a3bac15" providerId="ADAL" clId="{ECD42228-5B96-4A72-B268-C46DF994E6B7}" dt="2024-01-29T04:30:48.887" v="75442" actId="2696"/>
        <pc:sldMkLst>
          <pc:docMk/>
          <pc:sldMk cId="1424143934" sldId="1037"/>
        </pc:sldMkLst>
        <pc:spChg chg="add del mod ord">
          <ac:chgData name="Palit, Tapti" userId="dec6fbcd-7598-406a-8cbf-504d4a3bac15" providerId="ADAL" clId="{ECD42228-5B96-4A72-B268-C46DF994E6B7}" dt="2024-01-26T15:58:27.936" v="61507" actId="700"/>
          <ac:spMkLst>
            <pc:docMk/>
            <pc:sldMk cId="1424143934" sldId="1037"/>
            <ac:spMk id="2" creationId="{75A2ABBC-A449-01D7-0FDD-4CE9D0B76F6B}"/>
          </ac:spMkLst>
        </pc:spChg>
        <pc:spChg chg="mod">
          <ac:chgData name="Palit, Tapti" userId="dec6fbcd-7598-406a-8cbf-504d4a3bac15" providerId="ADAL" clId="{ECD42228-5B96-4A72-B268-C46DF994E6B7}" dt="2024-01-28T19:49:22.113" v="68602" actId="20577"/>
          <ac:spMkLst>
            <pc:docMk/>
            <pc:sldMk cId="1424143934" sldId="1037"/>
            <ac:spMk id="2" creationId="{9DACA139-6BE7-72A7-42F6-952EC2B3A3DC}"/>
          </ac:spMkLst>
        </pc:spChg>
        <pc:spChg chg="mod ord">
          <ac:chgData name="Palit, Tapti" userId="dec6fbcd-7598-406a-8cbf-504d4a3bac15" providerId="ADAL" clId="{ECD42228-5B96-4A72-B268-C46DF994E6B7}" dt="2024-01-26T15:58:27.936" v="61507" actId="700"/>
          <ac:spMkLst>
            <pc:docMk/>
            <pc:sldMk cId="1424143934" sldId="1037"/>
            <ac:spMk id="4" creationId="{98D80283-D8DA-71D9-5393-C040601DD2E7}"/>
          </ac:spMkLst>
        </pc:spChg>
        <pc:spChg chg="mod">
          <ac:chgData name="Palit, Tapti" userId="dec6fbcd-7598-406a-8cbf-504d4a3bac15" providerId="ADAL" clId="{ECD42228-5B96-4A72-B268-C46DF994E6B7}" dt="2024-01-27T21:08:24.416" v="64765" actId="20577"/>
          <ac:spMkLst>
            <pc:docMk/>
            <pc:sldMk cId="1424143934" sldId="1037"/>
            <ac:spMk id="5" creationId="{266BC853-2E85-D496-9042-967B14123CA6}"/>
          </ac:spMkLst>
        </pc:spChg>
        <pc:spChg chg="mod ord">
          <ac:chgData name="Palit, Tapti" userId="dec6fbcd-7598-406a-8cbf-504d4a3bac15" providerId="ADAL" clId="{ECD42228-5B96-4A72-B268-C46DF994E6B7}" dt="2024-01-27T21:08:20.373" v="64754" actId="20577"/>
          <ac:spMkLst>
            <pc:docMk/>
            <pc:sldMk cId="1424143934" sldId="1037"/>
            <ac:spMk id="6" creationId="{C83B4F0D-9E97-1F40-2BE7-29B171E0C65F}"/>
          </ac:spMkLst>
        </pc:spChg>
        <pc:spChg chg="add mod">
          <ac:chgData name="Palit, Tapti" userId="dec6fbcd-7598-406a-8cbf-504d4a3bac15" providerId="ADAL" clId="{ECD42228-5B96-4A72-B268-C46DF994E6B7}" dt="2024-01-26T15:51:36.176" v="61499"/>
          <ac:spMkLst>
            <pc:docMk/>
            <pc:sldMk cId="1424143934" sldId="1037"/>
            <ac:spMk id="8" creationId="{E57A6D7C-83DE-1543-DC61-1C8C07AE809F}"/>
          </ac:spMkLst>
        </pc:spChg>
        <pc:spChg chg="add mod">
          <ac:chgData name="Palit, Tapti" userId="dec6fbcd-7598-406a-8cbf-504d4a3bac15" providerId="ADAL" clId="{ECD42228-5B96-4A72-B268-C46DF994E6B7}" dt="2024-01-26T15:51:36.176" v="61499"/>
          <ac:spMkLst>
            <pc:docMk/>
            <pc:sldMk cId="1424143934" sldId="1037"/>
            <ac:spMk id="9" creationId="{C5B8CD42-94C9-4AE1-330C-08B3AA666835}"/>
          </ac:spMkLst>
        </pc:spChg>
        <pc:grpChg chg="add mod">
          <ac:chgData name="Palit, Tapti" userId="dec6fbcd-7598-406a-8cbf-504d4a3bac15" providerId="ADAL" clId="{ECD42228-5B96-4A72-B268-C46DF994E6B7}" dt="2024-01-26T15:51:36.176" v="61499"/>
          <ac:grpSpMkLst>
            <pc:docMk/>
            <pc:sldMk cId="1424143934" sldId="1037"/>
            <ac:grpSpMk id="3" creationId="{40A84796-A729-8B71-19E0-7BACB21148A3}"/>
          </ac:grpSpMkLst>
        </pc:grpChg>
        <pc:picChg chg="mod">
          <ac:chgData name="Palit, Tapti" userId="dec6fbcd-7598-406a-8cbf-504d4a3bac15" providerId="ADAL" clId="{ECD42228-5B96-4A72-B268-C46DF994E6B7}" dt="2024-01-26T15:51:36.176" v="61499"/>
          <ac:picMkLst>
            <pc:docMk/>
            <pc:sldMk cId="1424143934" sldId="1037"/>
            <ac:picMk id="5" creationId="{0FD0D8F9-2017-47FC-EB65-3E3641F4B32A}"/>
          </ac:picMkLst>
        </pc:picChg>
        <pc:picChg chg="mod">
          <ac:chgData name="Palit, Tapti" userId="dec6fbcd-7598-406a-8cbf-504d4a3bac15" providerId="ADAL" clId="{ECD42228-5B96-4A72-B268-C46DF994E6B7}" dt="2024-01-26T15:51:36.176" v="61499"/>
          <ac:picMkLst>
            <pc:docMk/>
            <pc:sldMk cId="1424143934" sldId="1037"/>
            <ac:picMk id="7" creationId="{ECB93B8F-2115-0F2A-DA8F-DF44D0DB760E}"/>
          </ac:picMkLst>
        </pc:picChg>
        <pc:picChg chg="mod">
          <ac:chgData name="Palit, Tapti" userId="dec6fbcd-7598-406a-8cbf-504d4a3bac15" providerId="ADAL" clId="{ECD42228-5B96-4A72-B268-C46DF994E6B7}" dt="2024-01-28T04:25:55.867" v="67829" actId="1076"/>
          <ac:picMkLst>
            <pc:docMk/>
            <pc:sldMk cId="1424143934" sldId="1037"/>
            <ac:picMk id="2052" creationId="{E801F39D-0E03-5226-EA64-06BC0B2511E1}"/>
          </ac:picMkLst>
        </pc:pic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27T02:48:37.955" v="62372"/>
              <pc2:cmMkLst xmlns:pc2="http://schemas.microsoft.com/office/powerpoint/2019/9/main/command">
                <pc:docMk/>
                <pc:sldMk cId="1424143934" sldId="1037"/>
                <pc2:cmMk id="{7560EDA1-51AC-423E-838A-0BA178D8B598}"/>
              </pc2:cmMkLst>
            </pc226:cmChg>
          </p:ext>
        </pc:extLst>
      </pc:sldChg>
      <pc:sldChg chg="addSp delSp modSp add del mod modClrScheme chgLayout modNotesTx">
        <pc:chgData name="Palit, Tapti" userId="dec6fbcd-7598-406a-8cbf-504d4a3bac15" providerId="ADAL" clId="{ECD42228-5B96-4A72-B268-C46DF994E6B7}" dt="2024-01-30T15:37:32.727" v="91646" actId="2696"/>
        <pc:sldMkLst>
          <pc:docMk/>
          <pc:sldMk cId="1453779046" sldId="1037"/>
        </pc:sldMkLst>
        <pc:spChg chg="mod ord">
          <ac:chgData name="Palit, Tapti" userId="dec6fbcd-7598-406a-8cbf-504d4a3bac15" providerId="ADAL" clId="{ECD42228-5B96-4A72-B268-C46DF994E6B7}" dt="2024-01-29T15:40:26.135" v="79521" actId="20577"/>
          <ac:spMkLst>
            <pc:docMk/>
            <pc:sldMk cId="1453779046" sldId="1037"/>
            <ac:spMk id="2" creationId="{9DACA139-6BE7-72A7-42F6-952EC2B3A3DC}"/>
          </ac:spMkLst>
        </pc:spChg>
        <pc:spChg chg="mod">
          <ac:chgData name="Palit, Tapti" userId="dec6fbcd-7598-406a-8cbf-504d4a3bac15" providerId="ADAL" clId="{ECD42228-5B96-4A72-B268-C46DF994E6B7}" dt="2024-01-29T05:01:56.981" v="77031" actId="1076"/>
          <ac:spMkLst>
            <pc:docMk/>
            <pc:sldMk cId="1453779046" sldId="1037"/>
            <ac:spMk id="3" creationId="{E470BD9D-EFD5-3C86-9E4F-CDA368536399}"/>
          </ac:spMkLst>
        </pc:spChg>
        <pc:spChg chg="mod ord">
          <ac:chgData name="Palit, Tapti" userId="dec6fbcd-7598-406a-8cbf-504d4a3bac15" providerId="ADAL" clId="{ECD42228-5B96-4A72-B268-C46DF994E6B7}" dt="2024-01-29T05:00:15.729" v="76822" actId="6264"/>
          <ac:spMkLst>
            <pc:docMk/>
            <pc:sldMk cId="1453779046" sldId="1037"/>
            <ac:spMk id="4" creationId="{98D80283-D8DA-71D9-5393-C040601DD2E7}"/>
          </ac:spMkLst>
        </pc:spChg>
        <pc:spChg chg="mod">
          <ac:chgData name="Palit, Tapti" userId="dec6fbcd-7598-406a-8cbf-504d4a3bac15" providerId="ADAL" clId="{ECD42228-5B96-4A72-B268-C46DF994E6B7}" dt="2024-01-29T05:02:03.213" v="77032" actId="1076"/>
          <ac:spMkLst>
            <pc:docMk/>
            <pc:sldMk cId="1453779046" sldId="1037"/>
            <ac:spMk id="5" creationId="{266BC853-2E85-D496-9042-967B14123CA6}"/>
          </ac:spMkLst>
        </pc:spChg>
        <pc:spChg chg="mod ord">
          <ac:chgData name="Palit, Tapti" userId="dec6fbcd-7598-406a-8cbf-504d4a3bac15" providerId="ADAL" clId="{ECD42228-5B96-4A72-B268-C46DF994E6B7}" dt="2024-01-30T03:04:10.431" v="85083" actId="20577"/>
          <ac:spMkLst>
            <pc:docMk/>
            <pc:sldMk cId="1453779046" sldId="1037"/>
            <ac:spMk id="6" creationId="{C83B4F0D-9E97-1F40-2BE7-29B171E0C65F}"/>
          </ac:spMkLst>
        </pc:spChg>
        <pc:spChg chg="add del mod ord">
          <ac:chgData name="Palit, Tapti" userId="dec6fbcd-7598-406a-8cbf-504d4a3bac15" providerId="ADAL" clId="{ECD42228-5B96-4A72-B268-C46DF994E6B7}" dt="2024-01-29T04:55:42.371" v="76580" actId="478"/>
          <ac:spMkLst>
            <pc:docMk/>
            <pc:sldMk cId="1453779046" sldId="1037"/>
            <ac:spMk id="7" creationId="{2BB1B334-0F5F-1900-5CCE-76E91AB572FA}"/>
          </ac:spMkLst>
        </pc:spChg>
        <pc:spChg chg="add mod ord">
          <ac:chgData name="Palit, Tapti" userId="dec6fbcd-7598-406a-8cbf-504d4a3bac15" providerId="ADAL" clId="{ECD42228-5B96-4A72-B268-C46DF994E6B7}" dt="2024-01-29T05:02:05.683" v="77033" actId="20577"/>
          <ac:spMkLst>
            <pc:docMk/>
            <pc:sldMk cId="1453779046" sldId="1037"/>
            <ac:spMk id="8" creationId="{9E98A3E0-82A5-FED5-A9A8-EE775C523FB8}"/>
          </ac:spMkLst>
        </pc:spChg>
        <pc:spChg chg="add del mod">
          <ac:chgData name="Palit, Tapti" userId="dec6fbcd-7598-406a-8cbf-504d4a3bac15" providerId="ADAL" clId="{ECD42228-5B96-4A72-B268-C46DF994E6B7}" dt="2024-01-29T05:00:15.729" v="76822" actId="6264"/>
          <ac:spMkLst>
            <pc:docMk/>
            <pc:sldMk cId="1453779046" sldId="1037"/>
            <ac:spMk id="9" creationId="{29469BD4-7A0E-853F-C924-FFD868BCF3B2}"/>
          </ac:spMkLst>
        </pc:spChg>
        <pc:spChg chg="add del mod">
          <ac:chgData name="Palit, Tapti" userId="dec6fbcd-7598-406a-8cbf-504d4a3bac15" providerId="ADAL" clId="{ECD42228-5B96-4A72-B268-C46DF994E6B7}" dt="2024-01-29T05:00:15.729" v="76822" actId="6264"/>
          <ac:spMkLst>
            <pc:docMk/>
            <pc:sldMk cId="1453779046" sldId="1037"/>
            <ac:spMk id="10" creationId="{26C28CED-5F82-C8B0-FB46-097B5DD1713F}"/>
          </ac:spMkLst>
        </pc:spChg>
        <pc:spChg chg="add del mod">
          <ac:chgData name="Palit, Tapti" userId="dec6fbcd-7598-406a-8cbf-504d4a3bac15" providerId="ADAL" clId="{ECD42228-5B96-4A72-B268-C46DF994E6B7}" dt="2024-01-29T05:00:15.729" v="76822" actId="6264"/>
          <ac:spMkLst>
            <pc:docMk/>
            <pc:sldMk cId="1453779046" sldId="1037"/>
            <ac:spMk id="11" creationId="{2482B4DF-3BBC-055A-991A-86792210EDEF}"/>
          </ac:spMkLst>
        </pc:spChg>
        <pc:spChg chg="add del mod">
          <ac:chgData name="Palit, Tapti" userId="dec6fbcd-7598-406a-8cbf-504d4a3bac15" providerId="ADAL" clId="{ECD42228-5B96-4A72-B268-C46DF994E6B7}" dt="2024-01-29T05:00:15.729" v="76822" actId="6264"/>
          <ac:spMkLst>
            <pc:docMk/>
            <pc:sldMk cId="1453779046" sldId="1037"/>
            <ac:spMk id="12" creationId="{C8A10444-A7E1-065D-A6EB-E446F3613B90}"/>
          </ac:spMkLst>
        </pc:spChg>
        <pc:picChg chg="mod">
          <ac:chgData name="Palit, Tapti" userId="dec6fbcd-7598-406a-8cbf-504d4a3bac15" providerId="ADAL" clId="{ECD42228-5B96-4A72-B268-C46DF994E6B7}" dt="2024-01-29T05:01:51.236" v="77029" actId="1076"/>
          <ac:picMkLst>
            <pc:docMk/>
            <pc:sldMk cId="1453779046" sldId="1037"/>
            <ac:picMk id="2052" creationId="{E801F39D-0E03-5226-EA64-06BC0B2511E1}"/>
          </ac:picMkLst>
        </pc:picChg>
        <pc:picChg chg="mod">
          <ac:chgData name="Palit, Tapti" userId="dec6fbcd-7598-406a-8cbf-504d4a3bac15" providerId="ADAL" clId="{ECD42228-5B96-4A72-B268-C46DF994E6B7}" dt="2024-01-29T05:01:54.091" v="77030" actId="1076"/>
          <ac:picMkLst>
            <pc:docMk/>
            <pc:sldMk cId="1453779046" sldId="1037"/>
            <ac:picMk id="2054" creationId="{ECBCF509-6FCC-3CF6-E3A2-3CB61E2601C3}"/>
          </ac:picMkLst>
        </pc:picChg>
      </pc:sldChg>
      <pc:sldChg chg="add mod modShow">
        <pc:chgData name="Palit, Tapti" userId="dec6fbcd-7598-406a-8cbf-504d4a3bac15" providerId="ADAL" clId="{ECD42228-5B96-4A72-B268-C46DF994E6B7}" dt="2024-01-30T15:37:38.647" v="91648" actId="729"/>
        <pc:sldMkLst>
          <pc:docMk/>
          <pc:sldMk cId="2861725771" sldId="1037"/>
        </pc:sldMkLst>
      </pc:sldChg>
      <pc:sldChg chg="modSp del mod">
        <pc:chgData name="Palit, Tapti" userId="dec6fbcd-7598-406a-8cbf-504d4a3bac15" providerId="ADAL" clId="{ECD42228-5B96-4A72-B268-C46DF994E6B7}" dt="2024-01-27T18:18:03.543" v="64124" actId="47"/>
        <pc:sldMkLst>
          <pc:docMk/>
          <pc:sldMk cId="665262604" sldId="1038"/>
        </pc:sldMkLst>
        <pc:spChg chg="mod">
          <ac:chgData name="Palit, Tapti" userId="dec6fbcd-7598-406a-8cbf-504d4a3bac15" providerId="ADAL" clId="{ECD42228-5B96-4A72-B268-C46DF994E6B7}" dt="2024-01-27T16:07:48.160" v="63707" actId="20577"/>
          <ac:spMkLst>
            <pc:docMk/>
            <pc:sldMk cId="665262604" sldId="1038"/>
            <ac:spMk id="3" creationId="{C2AC3463-E898-8385-593F-593DA4125E40}"/>
          </ac:spMkLst>
        </pc:spChg>
        <pc:spChg chg="mod">
          <ac:chgData name="Palit, Tapti" userId="dec6fbcd-7598-406a-8cbf-504d4a3bac15" providerId="ADAL" clId="{ECD42228-5B96-4A72-B268-C46DF994E6B7}" dt="2024-01-27T18:14:36.511" v="63801"/>
          <ac:spMkLst>
            <pc:docMk/>
            <pc:sldMk cId="665262604" sldId="1038"/>
            <ac:spMk id="10" creationId="{EEA573DB-F656-4DB1-2FEF-7880B86E2669}"/>
          </ac:spMkLst>
        </pc:spChg>
        <pc:spChg chg="mod">
          <ac:chgData name="Palit, Tapti" userId="dec6fbcd-7598-406a-8cbf-504d4a3bac15" providerId="ADAL" clId="{ECD42228-5B96-4A72-B268-C46DF994E6B7}" dt="2024-01-27T02:26:14.978" v="62189" actId="21"/>
          <ac:spMkLst>
            <pc:docMk/>
            <pc:sldMk cId="665262604" sldId="1038"/>
            <ac:spMk id="33" creationId="{0FF329FA-AD80-3EF8-2E40-78DBA07B6413}"/>
          </ac:spMkLst>
        </pc:spChg>
      </pc:sldChg>
      <pc:sldChg chg="modSp mod ord">
        <pc:chgData name="Palit, Tapti" userId="dec6fbcd-7598-406a-8cbf-504d4a3bac15" providerId="ADAL" clId="{ECD42228-5B96-4A72-B268-C46DF994E6B7}" dt="2024-01-26T15:25:35.042" v="61059" actId="20577"/>
        <pc:sldMkLst>
          <pc:docMk/>
          <pc:sldMk cId="1055822117" sldId="1038"/>
        </pc:sldMkLst>
        <pc:spChg chg="mod">
          <ac:chgData name="Palit, Tapti" userId="dec6fbcd-7598-406a-8cbf-504d4a3bac15" providerId="ADAL" clId="{ECD42228-5B96-4A72-B268-C46DF994E6B7}" dt="2024-01-26T15:25:35.042" v="61059" actId="20577"/>
          <ac:spMkLst>
            <pc:docMk/>
            <pc:sldMk cId="1055822117" sldId="1038"/>
            <ac:spMk id="3" creationId="{C2AC3463-E898-8385-593F-593DA4125E40}"/>
          </ac:spMkLst>
        </pc:spChg>
      </pc:sldChg>
      <pc:sldChg chg="modSp del mod">
        <pc:chgData name="Palit, Tapti" userId="dec6fbcd-7598-406a-8cbf-504d4a3bac15" providerId="ADAL" clId="{ECD42228-5B96-4A72-B268-C46DF994E6B7}" dt="2024-01-27T18:18:03.543" v="64124" actId="47"/>
        <pc:sldMkLst>
          <pc:docMk/>
          <pc:sldMk cId="1642077207" sldId="1039"/>
        </pc:sldMkLst>
        <pc:spChg chg="mod">
          <ac:chgData name="Palit, Tapti" userId="dec6fbcd-7598-406a-8cbf-504d4a3bac15" providerId="ADAL" clId="{ECD42228-5B96-4A72-B268-C46DF994E6B7}" dt="2024-01-27T02:26:19.294" v="62191"/>
          <ac:spMkLst>
            <pc:docMk/>
            <pc:sldMk cId="1642077207" sldId="1039"/>
            <ac:spMk id="3" creationId="{C2AC3463-E898-8385-593F-593DA4125E40}"/>
          </ac:spMkLst>
        </pc:spChg>
        <pc:spChg chg="mod">
          <ac:chgData name="Palit, Tapti" userId="dec6fbcd-7598-406a-8cbf-504d4a3bac15" providerId="ADAL" clId="{ECD42228-5B96-4A72-B268-C46DF994E6B7}" dt="2024-01-27T15:08:36.703" v="63293" actId="20577"/>
          <ac:spMkLst>
            <pc:docMk/>
            <pc:sldMk cId="1642077207" sldId="1039"/>
            <ac:spMk id="34" creationId="{337688A2-C1F0-0967-CEF4-B0179A62746A}"/>
          </ac:spMkLst>
        </pc:spChg>
      </pc:sldChg>
      <pc:sldChg chg="modSp mod ord">
        <pc:chgData name="Palit, Tapti" userId="dec6fbcd-7598-406a-8cbf-504d4a3bac15" providerId="ADAL" clId="{ECD42228-5B96-4A72-B268-C46DF994E6B7}" dt="2024-01-26T15:29:34.424" v="61277" actId="1036"/>
        <pc:sldMkLst>
          <pc:docMk/>
          <pc:sldMk cId="4270396083" sldId="1039"/>
        </pc:sldMkLst>
        <pc:spChg chg="mod">
          <ac:chgData name="Palit, Tapti" userId="dec6fbcd-7598-406a-8cbf-504d4a3bac15" providerId="ADAL" clId="{ECD42228-5B96-4A72-B268-C46DF994E6B7}" dt="2024-01-26T15:29:34.424" v="61277" actId="1036"/>
          <ac:spMkLst>
            <pc:docMk/>
            <pc:sldMk cId="4270396083" sldId="1039"/>
            <ac:spMk id="2" creationId="{73CD119E-45E4-D4D8-E56F-3DC82B055878}"/>
          </ac:spMkLst>
        </pc:spChg>
        <pc:spChg chg="mod">
          <ac:chgData name="Palit, Tapti" userId="dec6fbcd-7598-406a-8cbf-504d4a3bac15" providerId="ADAL" clId="{ECD42228-5B96-4A72-B268-C46DF994E6B7}" dt="2024-01-26T15:25:41.997" v="61078" actId="20577"/>
          <ac:spMkLst>
            <pc:docMk/>
            <pc:sldMk cId="4270396083" sldId="1039"/>
            <ac:spMk id="3" creationId="{C2AC3463-E898-8385-593F-593DA4125E40}"/>
          </ac:spMkLst>
        </pc:spChg>
        <pc:spChg chg="mod">
          <ac:chgData name="Palit, Tapti" userId="dec6fbcd-7598-406a-8cbf-504d4a3bac15" providerId="ADAL" clId="{ECD42228-5B96-4A72-B268-C46DF994E6B7}" dt="2024-01-26T15:25:56.911" v="61107" actId="20577"/>
          <ac:spMkLst>
            <pc:docMk/>
            <pc:sldMk cId="4270396083" sldId="1039"/>
            <ac:spMk id="34" creationId="{337688A2-C1F0-0967-CEF4-B0179A62746A}"/>
          </ac:spMkLst>
        </pc:spChg>
      </pc:sldChg>
      <pc:sldChg chg="add mod modShow">
        <pc:chgData name="Palit, Tapti" userId="dec6fbcd-7598-406a-8cbf-504d4a3bac15" providerId="ADAL" clId="{ECD42228-5B96-4A72-B268-C46DF994E6B7}" dt="2024-01-29T04:32:12.363" v="75448" actId="729"/>
        <pc:sldMkLst>
          <pc:docMk/>
          <pc:sldMk cId="1690036250" sldId="1040"/>
        </pc:sldMkLst>
      </pc:sldChg>
      <pc:sldChg chg="modSp del mod ord addCm">
        <pc:chgData name="Palit, Tapti" userId="dec6fbcd-7598-406a-8cbf-504d4a3bac15" providerId="ADAL" clId="{ECD42228-5B96-4A72-B268-C46DF994E6B7}" dt="2024-01-29T04:32:05.518" v="75446" actId="2696"/>
        <pc:sldMkLst>
          <pc:docMk/>
          <pc:sldMk cId="2504136269" sldId="1040"/>
        </pc:sldMkLst>
        <pc:spChg chg="mod">
          <ac:chgData name="Palit, Tapti" userId="dec6fbcd-7598-406a-8cbf-504d4a3bac15" providerId="ADAL" clId="{ECD42228-5B96-4A72-B268-C46DF994E6B7}" dt="2024-01-29T04:02:30.930" v="75352" actId="20577"/>
          <ac:spMkLst>
            <pc:docMk/>
            <pc:sldMk cId="2504136269" sldId="1040"/>
            <ac:spMk id="6" creationId="{E821C609-F920-0F4B-CA3D-7BC4E0A8FDBA}"/>
          </ac:spMkLst>
        </pc:sp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27T04:55:07.876" v="63233"/>
              <pc2:cmMkLst xmlns:pc2="http://schemas.microsoft.com/office/powerpoint/2019/9/main/command">
                <pc:docMk/>
                <pc:sldMk cId="2504136269" sldId="1040"/>
                <pc2:cmMk id="{0F3F5EC7-DDFD-478F-B84F-6571348AD585}"/>
              </pc2:cmMkLst>
            </pc226:cmChg>
          </p:ext>
        </pc:extLst>
      </pc:sldChg>
      <pc:sldChg chg="modSp add del mod ord">
        <pc:chgData name="Palit, Tapti" userId="dec6fbcd-7598-406a-8cbf-504d4a3bac15" providerId="ADAL" clId="{ECD42228-5B96-4A72-B268-C46DF994E6B7}" dt="2024-01-30T05:14:58.434" v="87316" actId="47"/>
        <pc:sldMkLst>
          <pc:docMk/>
          <pc:sldMk cId="10976018" sldId="1041"/>
        </pc:sldMkLst>
        <pc:spChg chg="mod">
          <ac:chgData name="Palit, Tapti" userId="dec6fbcd-7598-406a-8cbf-504d4a3bac15" providerId="ADAL" clId="{ECD42228-5B96-4A72-B268-C46DF994E6B7}" dt="2024-01-30T05:14:52.578" v="87312" actId="21"/>
          <ac:spMkLst>
            <pc:docMk/>
            <pc:sldMk cId="10976018" sldId="1041"/>
            <ac:spMk id="6" creationId="{FDC74DA8-C237-A341-3E03-E5F1314CC573}"/>
          </ac:spMkLst>
        </pc:spChg>
      </pc:sldChg>
      <pc:sldChg chg="addSp modSp new mod">
        <pc:chgData name="Palit, Tapti" userId="dec6fbcd-7598-406a-8cbf-504d4a3bac15" providerId="ADAL" clId="{ECD42228-5B96-4A72-B268-C46DF994E6B7}" dt="2024-01-26T17:25:05.591" v="61895" actId="207"/>
        <pc:sldMkLst>
          <pc:docMk/>
          <pc:sldMk cId="90702374" sldId="1042"/>
        </pc:sldMkLst>
        <pc:spChg chg="mod">
          <ac:chgData name="Palit, Tapti" userId="dec6fbcd-7598-406a-8cbf-504d4a3bac15" providerId="ADAL" clId="{ECD42228-5B96-4A72-B268-C46DF994E6B7}" dt="2024-01-26T15:28:22.528" v="61265" actId="20577"/>
          <ac:spMkLst>
            <pc:docMk/>
            <pc:sldMk cId="90702374" sldId="1042"/>
            <ac:spMk id="2" creationId="{B14E3A00-F9F1-0F7F-FC31-B79896477F22}"/>
          </ac:spMkLst>
        </pc:spChg>
        <pc:spChg chg="mod">
          <ac:chgData name="Palit, Tapti" userId="dec6fbcd-7598-406a-8cbf-504d4a3bac15" providerId="ADAL" clId="{ECD42228-5B96-4A72-B268-C46DF994E6B7}" dt="2024-01-26T15:28:23.382" v="61266" actId="20577"/>
          <ac:spMkLst>
            <pc:docMk/>
            <pc:sldMk cId="90702374" sldId="1042"/>
            <ac:spMk id="3" creationId="{C343FF30-3F93-C0B0-EE77-861CE789DCD4}"/>
          </ac:spMkLst>
        </pc:spChg>
        <pc:spChg chg="add mod">
          <ac:chgData name="Palit, Tapti" userId="dec6fbcd-7598-406a-8cbf-504d4a3bac15" providerId="ADAL" clId="{ECD42228-5B96-4A72-B268-C46DF994E6B7}" dt="2024-01-26T15:27:32.657" v="61222" actId="20577"/>
          <ac:spMkLst>
            <pc:docMk/>
            <pc:sldMk cId="90702374" sldId="1042"/>
            <ac:spMk id="5" creationId="{0678F1A9-B663-6DE9-2E6E-F826E641E103}"/>
          </ac:spMkLst>
        </pc:spChg>
        <pc:spChg chg="add mod">
          <ac:chgData name="Palit, Tapti" userId="dec6fbcd-7598-406a-8cbf-504d4a3bac15" providerId="ADAL" clId="{ECD42228-5B96-4A72-B268-C46DF994E6B7}" dt="2024-01-26T17:23:43.687" v="61886" actId="14100"/>
          <ac:spMkLst>
            <pc:docMk/>
            <pc:sldMk cId="90702374" sldId="1042"/>
            <ac:spMk id="6" creationId="{055AEA24-7981-894A-12F1-23185A3472D6}"/>
          </ac:spMkLst>
        </pc:spChg>
        <pc:graphicFrameChg chg="add mod modGraphic">
          <ac:chgData name="Palit, Tapti" userId="dec6fbcd-7598-406a-8cbf-504d4a3bac15" providerId="ADAL" clId="{ECD42228-5B96-4A72-B268-C46DF994E6B7}" dt="2024-01-26T17:25:05.591" v="61895" actId="207"/>
          <ac:graphicFrameMkLst>
            <pc:docMk/>
            <pc:sldMk cId="90702374" sldId="1042"/>
            <ac:graphicFrameMk id="7" creationId="{7FB95747-6BF9-2F56-5051-E05960A8385D}"/>
          </ac:graphicFrameMkLst>
        </pc:graphicFrameChg>
      </pc:sldChg>
      <pc:sldChg chg="addSp modSp add del mod">
        <pc:chgData name="Palit, Tapti" userId="dec6fbcd-7598-406a-8cbf-504d4a3bac15" providerId="ADAL" clId="{ECD42228-5B96-4A72-B268-C46DF994E6B7}" dt="2024-01-27T15:44:12.469" v="63685" actId="2696"/>
        <pc:sldMkLst>
          <pc:docMk/>
          <pc:sldMk cId="325945214" sldId="1042"/>
        </pc:sldMkLst>
        <pc:spChg chg="mod">
          <ac:chgData name="Palit, Tapti" userId="dec6fbcd-7598-406a-8cbf-504d4a3bac15" providerId="ADAL" clId="{ECD42228-5B96-4A72-B268-C46DF994E6B7}" dt="2024-01-27T15:43:40.687" v="63682" actId="20577"/>
          <ac:spMkLst>
            <pc:docMk/>
            <pc:sldMk cId="325945214" sldId="1042"/>
            <ac:spMk id="5" creationId="{0678F1A9-B663-6DE9-2E6E-F826E641E103}"/>
          </ac:spMkLst>
        </pc:spChg>
        <pc:spChg chg="add mod">
          <ac:chgData name="Palit, Tapti" userId="dec6fbcd-7598-406a-8cbf-504d4a3bac15" providerId="ADAL" clId="{ECD42228-5B96-4A72-B268-C46DF994E6B7}" dt="2024-01-27T04:03:40.201" v="63133" actId="1076"/>
          <ac:spMkLst>
            <pc:docMk/>
            <pc:sldMk cId="325945214" sldId="1042"/>
            <ac:spMk id="8" creationId="{CF17E449-5B55-6AA3-DCAD-2BAA2D7BF9F4}"/>
          </ac:spMkLst>
        </pc:spChg>
        <pc:graphicFrameChg chg="modGraphic">
          <ac:chgData name="Palit, Tapti" userId="dec6fbcd-7598-406a-8cbf-504d4a3bac15" providerId="ADAL" clId="{ECD42228-5B96-4A72-B268-C46DF994E6B7}" dt="2024-01-27T03:44:28.537" v="63063" actId="2165"/>
          <ac:graphicFrameMkLst>
            <pc:docMk/>
            <pc:sldMk cId="325945214" sldId="1042"/>
            <ac:graphicFrameMk id="7" creationId="{7FB95747-6BF9-2F56-5051-E05960A8385D}"/>
          </ac:graphicFrameMkLst>
        </pc:graphicFrameChg>
      </pc:sldChg>
      <pc:sldChg chg="new del">
        <pc:chgData name="Palit, Tapti" userId="dec6fbcd-7598-406a-8cbf-504d4a3bac15" providerId="ADAL" clId="{ECD42228-5B96-4A72-B268-C46DF994E6B7}" dt="2024-01-26T15:28:51.975" v="61268" actId="47"/>
        <pc:sldMkLst>
          <pc:docMk/>
          <pc:sldMk cId="130043795" sldId="1043"/>
        </pc:sldMkLst>
      </pc:sldChg>
      <pc:sldChg chg="addSp delSp modSp new del mod ord">
        <pc:chgData name="Palit, Tapti" userId="dec6fbcd-7598-406a-8cbf-504d4a3bac15" providerId="ADAL" clId="{ECD42228-5B96-4A72-B268-C46DF994E6B7}" dt="2024-01-26T16:24:18.112" v="61844" actId="47"/>
        <pc:sldMkLst>
          <pc:docMk/>
          <pc:sldMk cId="435093919" sldId="1043"/>
        </pc:sldMkLst>
        <pc:spChg chg="add del mod">
          <ac:chgData name="Palit, Tapti" userId="dec6fbcd-7598-406a-8cbf-504d4a3bac15" providerId="ADAL" clId="{ECD42228-5B96-4A72-B268-C46DF994E6B7}" dt="2024-01-26T16:24:16.330" v="61843" actId="478"/>
          <ac:spMkLst>
            <pc:docMk/>
            <pc:sldMk cId="435093919" sldId="1043"/>
            <ac:spMk id="5" creationId="{29EDA7A5-14F4-1782-50AF-EAE6AD1B85C3}"/>
          </ac:spMkLst>
        </pc:spChg>
      </pc:sldChg>
      <pc:sldChg chg="modSp new add del mod addCm">
        <pc:chgData name="Palit, Tapti" userId="dec6fbcd-7598-406a-8cbf-504d4a3bac15" providerId="ADAL" clId="{ECD42228-5B96-4A72-B268-C46DF994E6B7}" dt="2024-01-26T15:58:30.637" v="61508" actId="47"/>
        <pc:sldMkLst>
          <pc:docMk/>
          <pc:sldMk cId="856166444" sldId="1043"/>
        </pc:sldMkLst>
        <pc:spChg chg="mod">
          <ac:chgData name="Palit, Tapti" userId="dec6fbcd-7598-406a-8cbf-504d4a3bac15" providerId="ADAL" clId="{ECD42228-5B96-4A72-B268-C46DF994E6B7}" dt="2024-01-26T15:40:45.086" v="61459" actId="20577"/>
          <ac:spMkLst>
            <pc:docMk/>
            <pc:sldMk cId="856166444" sldId="1043"/>
            <ac:spMk id="2" creationId="{828EDB0C-C503-0842-AB0C-6C86DCB8A6B4}"/>
          </ac:spMkLst>
        </pc:sp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26T15:40:56.045" v="61460"/>
              <pc2:cmMkLst xmlns:pc2="http://schemas.microsoft.com/office/powerpoint/2019/9/main/command">
                <pc:docMk/>
                <pc:sldMk cId="856166444" sldId="1043"/>
                <pc2:cmMk id="{C98D65ED-9E03-4061-AC47-1AD616D4D30D}"/>
              </pc2:cmMkLst>
            </pc226:cmChg>
          </p:ext>
        </pc:extLst>
      </pc:sldChg>
      <pc:sldChg chg="modSp new add del mod">
        <pc:chgData name="Palit, Tapti" userId="dec6fbcd-7598-406a-8cbf-504d4a3bac15" providerId="ADAL" clId="{ECD42228-5B96-4A72-B268-C46DF994E6B7}" dt="2024-01-26T16:10:54.094" v="61593" actId="680"/>
        <pc:sldMkLst>
          <pc:docMk/>
          <pc:sldMk cId="3186179104" sldId="1043"/>
        </pc:sldMkLst>
        <pc:spChg chg="mod">
          <ac:chgData name="Palit, Tapti" userId="dec6fbcd-7598-406a-8cbf-504d4a3bac15" providerId="ADAL" clId="{ECD42228-5B96-4A72-B268-C46DF994E6B7}" dt="2024-01-26T16:10:52.868" v="61591" actId="20577"/>
          <ac:spMkLst>
            <pc:docMk/>
            <pc:sldMk cId="3186179104" sldId="1043"/>
            <ac:spMk id="2" creationId="{9F1297D9-9F61-0F38-5837-0D704B40274E}"/>
          </ac:spMkLst>
        </pc:spChg>
        <pc:spChg chg="mod">
          <ac:chgData name="Palit, Tapti" userId="dec6fbcd-7598-406a-8cbf-504d4a3bac15" providerId="ADAL" clId="{ECD42228-5B96-4A72-B268-C46DF994E6B7}" dt="2024-01-26T16:10:53.359" v="61592" actId="20577"/>
          <ac:spMkLst>
            <pc:docMk/>
            <pc:sldMk cId="3186179104" sldId="1043"/>
            <ac:spMk id="3" creationId="{6E17DF26-6B1D-AE9C-1FB5-A1FFE97438C4}"/>
          </ac:spMkLst>
        </pc:spChg>
      </pc:sldChg>
      <pc:sldChg chg="add">
        <pc:chgData name="Palit, Tapti" userId="dec6fbcd-7598-406a-8cbf-504d4a3bac15" providerId="ADAL" clId="{ECD42228-5B96-4A72-B268-C46DF994E6B7}" dt="2024-01-26T17:23:23.456" v="61879" actId="2890"/>
        <pc:sldMkLst>
          <pc:docMk/>
          <pc:sldMk cId="3205366510" sldId="1043"/>
        </pc:sldMkLst>
      </pc:sldChg>
      <pc:sldChg chg="modSp add del mod ord">
        <pc:chgData name="Palit, Tapti" userId="dec6fbcd-7598-406a-8cbf-504d4a3bac15" providerId="ADAL" clId="{ECD42228-5B96-4A72-B268-C46DF994E6B7}" dt="2024-01-26T16:21:01.871" v="61814" actId="47"/>
        <pc:sldMkLst>
          <pc:docMk/>
          <pc:sldMk cId="4282209541" sldId="1043"/>
        </pc:sldMkLst>
        <pc:spChg chg="mod">
          <ac:chgData name="Palit, Tapti" userId="dec6fbcd-7598-406a-8cbf-504d4a3bac15" providerId="ADAL" clId="{ECD42228-5B96-4A72-B268-C46DF994E6B7}" dt="2024-01-26T16:20:59.130" v="61813" actId="20577"/>
          <ac:spMkLst>
            <pc:docMk/>
            <pc:sldMk cId="4282209541" sldId="1043"/>
            <ac:spMk id="3" creationId="{1DE32838-0EFD-ED43-CD51-D5E95C26D3D4}"/>
          </ac:spMkLst>
        </pc:spChg>
      </pc:sldChg>
      <pc:sldChg chg="add">
        <pc:chgData name="Palit, Tapti" userId="dec6fbcd-7598-406a-8cbf-504d4a3bac15" providerId="ADAL" clId="{ECD42228-5B96-4A72-B268-C46DF994E6B7}" dt="2024-01-26T17:23:25.341" v="61880" actId="2890"/>
        <pc:sldMkLst>
          <pc:docMk/>
          <pc:sldMk cId="4202352494" sldId="1044"/>
        </pc:sldMkLst>
      </pc:sldChg>
      <pc:sldChg chg="addSp delSp modSp add del mod">
        <pc:chgData name="Palit, Tapti" userId="dec6fbcd-7598-406a-8cbf-504d4a3bac15" providerId="ADAL" clId="{ECD42228-5B96-4A72-B268-C46DF994E6B7}" dt="2024-01-27T15:44:12.469" v="63685" actId="2696"/>
        <pc:sldMkLst>
          <pc:docMk/>
          <pc:sldMk cId="1025534057" sldId="1045"/>
        </pc:sldMkLst>
        <pc:spChg chg="del">
          <ac:chgData name="Palit, Tapti" userId="dec6fbcd-7598-406a-8cbf-504d4a3bac15" providerId="ADAL" clId="{ECD42228-5B96-4A72-B268-C46DF994E6B7}" dt="2024-01-27T04:03:25.401" v="63129" actId="21"/>
          <ac:spMkLst>
            <pc:docMk/>
            <pc:sldMk cId="1025534057" sldId="1045"/>
            <ac:spMk id="6" creationId="{055AEA24-7981-894A-12F1-23185A3472D6}"/>
          </ac:spMkLst>
        </pc:spChg>
        <pc:spChg chg="add mod">
          <ac:chgData name="Palit, Tapti" userId="dec6fbcd-7598-406a-8cbf-504d4a3bac15" providerId="ADAL" clId="{ECD42228-5B96-4A72-B268-C46DF994E6B7}" dt="2024-01-27T04:03:30.275" v="63131" actId="1076"/>
          <ac:spMkLst>
            <pc:docMk/>
            <pc:sldMk cId="1025534057" sldId="1045"/>
            <ac:spMk id="8" creationId="{055AEA24-7981-894A-12F1-23185A3472D6}"/>
          </ac:spMkLst>
        </pc:spChg>
        <pc:graphicFrameChg chg="modGraphic">
          <ac:chgData name="Palit, Tapti" userId="dec6fbcd-7598-406a-8cbf-504d4a3bac15" providerId="ADAL" clId="{ECD42228-5B96-4A72-B268-C46DF994E6B7}" dt="2024-01-27T03:44:38.652" v="63064" actId="2165"/>
          <ac:graphicFrameMkLst>
            <pc:docMk/>
            <pc:sldMk cId="1025534057" sldId="1045"/>
            <ac:graphicFrameMk id="7" creationId="{7FB95747-6BF9-2F56-5051-E05960A8385D}"/>
          </ac:graphicFrameMkLst>
        </pc:graphicFrameChg>
      </pc:sldChg>
      <pc:sldChg chg="modSp add mod">
        <pc:chgData name="Palit, Tapti" userId="dec6fbcd-7598-406a-8cbf-504d4a3bac15" providerId="ADAL" clId="{ECD42228-5B96-4A72-B268-C46DF994E6B7}" dt="2024-01-26T17:24:51.758" v="61891" actId="1076"/>
        <pc:sldMkLst>
          <pc:docMk/>
          <pc:sldMk cId="2524436785" sldId="1045"/>
        </pc:sldMkLst>
        <pc:spChg chg="mod">
          <ac:chgData name="Palit, Tapti" userId="dec6fbcd-7598-406a-8cbf-504d4a3bac15" providerId="ADAL" clId="{ECD42228-5B96-4A72-B268-C46DF994E6B7}" dt="2024-01-26T17:24:51.758" v="61891" actId="1076"/>
          <ac:spMkLst>
            <pc:docMk/>
            <pc:sldMk cId="2524436785" sldId="1045"/>
            <ac:spMk id="6" creationId="{055AEA24-7981-894A-12F1-23185A3472D6}"/>
          </ac:spMkLst>
        </pc:spChg>
      </pc:sldChg>
      <pc:sldChg chg="addSp delSp modSp del mod modNotesTx">
        <pc:chgData name="Palit, Tapti" userId="dec6fbcd-7598-406a-8cbf-504d4a3bac15" providerId="ADAL" clId="{ECD42228-5B96-4A72-B268-C46DF994E6B7}" dt="2024-01-29T03:50:29.932" v="75284" actId="47"/>
        <pc:sldMkLst>
          <pc:docMk/>
          <pc:sldMk cId="461927356" sldId="1047"/>
        </pc:sldMkLst>
        <pc:spChg chg="mod">
          <ac:chgData name="Palit, Tapti" userId="dec6fbcd-7598-406a-8cbf-504d4a3bac15" providerId="ADAL" clId="{ECD42228-5B96-4A72-B268-C46DF994E6B7}" dt="2024-01-28T04:29:01.162" v="67985" actId="20577"/>
          <ac:spMkLst>
            <pc:docMk/>
            <pc:sldMk cId="461927356" sldId="1047"/>
            <ac:spMk id="2" creationId="{85BB36D4-0D34-594A-B8AD-6FD2FD35DD7E}"/>
          </ac:spMkLst>
        </pc:spChg>
        <pc:spChg chg="mod">
          <ac:chgData name="Palit, Tapti" userId="dec6fbcd-7598-406a-8cbf-504d4a3bac15" providerId="ADAL" clId="{ECD42228-5B96-4A72-B268-C46DF994E6B7}" dt="2024-01-27T21:08:34.726" v="64776" actId="20577"/>
          <ac:spMkLst>
            <pc:docMk/>
            <pc:sldMk cId="461927356" sldId="1047"/>
            <ac:spMk id="3" creationId="{E8DCE5B1-F4A6-5476-8A4E-2E2E78733BA8}"/>
          </ac:spMkLst>
        </pc:spChg>
        <pc:spChg chg="add del mod">
          <ac:chgData name="Palit, Tapti" userId="dec6fbcd-7598-406a-8cbf-504d4a3bac15" providerId="ADAL" clId="{ECD42228-5B96-4A72-B268-C46DF994E6B7}" dt="2024-01-27T21:11:37.735" v="64834" actId="478"/>
          <ac:spMkLst>
            <pc:docMk/>
            <pc:sldMk cId="461927356" sldId="1047"/>
            <ac:spMk id="10" creationId="{D90FE0FB-9DF3-880E-9A32-CEFD9115E033}"/>
          </ac:spMkLst>
        </pc:spChg>
        <pc:spChg chg="add del mod">
          <ac:chgData name="Palit, Tapti" userId="dec6fbcd-7598-406a-8cbf-504d4a3bac15" providerId="ADAL" clId="{ECD42228-5B96-4A72-B268-C46DF994E6B7}" dt="2024-01-27T21:11:37.735" v="64834" actId="478"/>
          <ac:spMkLst>
            <pc:docMk/>
            <pc:sldMk cId="461927356" sldId="1047"/>
            <ac:spMk id="11" creationId="{849223D1-9D6E-7B27-5A36-2E13FD48F731}"/>
          </ac:spMkLst>
        </pc:spChg>
        <pc:picChg chg="add del mod">
          <ac:chgData name="Palit, Tapti" userId="dec6fbcd-7598-406a-8cbf-504d4a3bac15" providerId="ADAL" clId="{ECD42228-5B96-4A72-B268-C46DF994E6B7}" dt="2024-01-27T15:06:49.558" v="63239" actId="478"/>
          <ac:picMkLst>
            <pc:docMk/>
            <pc:sldMk cId="461927356" sldId="1047"/>
            <ac:picMk id="5" creationId="{7AAEFED3-6869-AA04-11FB-A5D5698054F8}"/>
          </ac:picMkLst>
        </pc:picChg>
        <pc:picChg chg="add del mod">
          <ac:chgData name="Palit, Tapti" userId="dec6fbcd-7598-406a-8cbf-504d4a3bac15" providerId="ADAL" clId="{ECD42228-5B96-4A72-B268-C46DF994E6B7}" dt="2024-01-27T21:11:41.051" v="64835" actId="478"/>
          <ac:picMkLst>
            <pc:docMk/>
            <pc:sldMk cId="461927356" sldId="1047"/>
            <ac:picMk id="6" creationId="{C11430F6-2646-240E-BA12-D35D4D4BCE1C}"/>
          </ac:picMkLst>
        </pc:picChg>
        <pc:picChg chg="add del mod">
          <ac:chgData name="Palit, Tapti" userId="dec6fbcd-7598-406a-8cbf-504d4a3bac15" providerId="ADAL" clId="{ECD42228-5B96-4A72-B268-C46DF994E6B7}" dt="2024-01-27T15:07:22.476" v="63246" actId="478"/>
          <ac:picMkLst>
            <pc:docMk/>
            <pc:sldMk cId="461927356" sldId="1047"/>
            <ac:picMk id="7" creationId="{95B1E95F-2700-0134-756C-A39352566095}"/>
          </ac:picMkLst>
        </pc:picChg>
        <pc:picChg chg="add mod">
          <ac:chgData name="Palit, Tapti" userId="dec6fbcd-7598-406a-8cbf-504d4a3bac15" providerId="ADAL" clId="{ECD42228-5B96-4A72-B268-C46DF994E6B7}" dt="2024-01-28T04:29:45.763" v="67991" actId="1076"/>
          <ac:picMkLst>
            <pc:docMk/>
            <pc:sldMk cId="461927356" sldId="1047"/>
            <ac:picMk id="8" creationId="{366EC38B-CD37-A8CD-97A5-D043DFBCED5F}"/>
          </ac:picMkLst>
        </pc:picChg>
        <pc:picChg chg="add mod">
          <ac:chgData name="Palit, Tapti" userId="dec6fbcd-7598-406a-8cbf-504d4a3bac15" providerId="ADAL" clId="{ECD42228-5B96-4A72-B268-C46DF994E6B7}" dt="2024-01-28T04:29:45.763" v="67991" actId="1076"/>
          <ac:picMkLst>
            <pc:docMk/>
            <pc:sldMk cId="461927356" sldId="1047"/>
            <ac:picMk id="9" creationId="{1E14B468-0131-AC3A-56B4-322FAFFF67D8}"/>
          </ac:picMkLst>
        </pc:picChg>
        <pc:picChg chg="add mod">
          <ac:chgData name="Palit, Tapti" userId="dec6fbcd-7598-406a-8cbf-504d4a3bac15" providerId="ADAL" clId="{ECD42228-5B96-4A72-B268-C46DF994E6B7}" dt="2024-01-28T21:05:40.734" v="68627" actId="14100"/>
          <ac:picMkLst>
            <pc:docMk/>
            <pc:sldMk cId="461927356" sldId="1047"/>
            <ac:picMk id="13" creationId="{4453C35E-4085-EF04-85C5-275F73910F2F}"/>
          </ac:picMkLst>
        </pc:picChg>
        <pc:picChg chg="del mod">
          <ac:chgData name="Palit, Tapti" userId="dec6fbcd-7598-406a-8cbf-504d4a3bac15" providerId="ADAL" clId="{ECD42228-5B96-4A72-B268-C46DF994E6B7}" dt="2024-01-28T21:05:28.260" v="68621" actId="478"/>
          <ac:picMkLst>
            <pc:docMk/>
            <pc:sldMk cId="461927356" sldId="1047"/>
            <ac:picMk id="1026" creationId="{2741BB2C-9BB8-CB63-35AE-0EDCAF4019B2}"/>
          </ac:picMkLst>
        </pc:picChg>
        <pc:picChg chg="add del mod">
          <ac:chgData name="Palit, Tapti" userId="dec6fbcd-7598-406a-8cbf-504d4a3bac15" providerId="ADAL" clId="{ECD42228-5B96-4A72-B268-C46DF994E6B7}" dt="2024-01-27T21:11:37.735" v="64834" actId="478"/>
          <ac:picMkLst>
            <pc:docMk/>
            <pc:sldMk cId="461927356" sldId="1047"/>
            <ac:picMk id="1028" creationId="{1741705E-DA8B-1AEC-6BF6-D4A5135A8EC8}"/>
          </ac:picMkLst>
        </pc:picChg>
        <pc:picChg chg="add del mod">
          <ac:chgData name="Palit, Tapti" userId="dec6fbcd-7598-406a-8cbf-504d4a3bac15" providerId="ADAL" clId="{ECD42228-5B96-4A72-B268-C46DF994E6B7}" dt="2024-01-27T21:11:37.735" v="64834" actId="478"/>
          <ac:picMkLst>
            <pc:docMk/>
            <pc:sldMk cId="461927356" sldId="1047"/>
            <ac:picMk id="1030" creationId="{8D78B493-7ED8-F252-68E5-27303818D863}"/>
          </ac:picMkLst>
        </pc:picChg>
      </pc:sldChg>
      <pc:sldChg chg="del">
        <pc:chgData name="Palit, Tapti" userId="dec6fbcd-7598-406a-8cbf-504d4a3bac15" providerId="ADAL" clId="{ECD42228-5B96-4A72-B268-C46DF994E6B7}" dt="2024-01-27T02:02:07.387" v="61980" actId="2696"/>
        <pc:sldMkLst>
          <pc:docMk/>
          <pc:sldMk cId="317721606" sldId="1048"/>
        </pc:sldMkLst>
      </pc:sldChg>
      <pc:sldChg chg="add del">
        <pc:chgData name="Palit, Tapti" userId="dec6fbcd-7598-406a-8cbf-504d4a3bac15" providerId="ADAL" clId="{ECD42228-5B96-4A72-B268-C46DF994E6B7}" dt="2024-01-27T02:08:14.919" v="62170" actId="47"/>
        <pc:sldMkLst>
          <pc:docMk/>
          <pc:sldMk cId="1439626712" sldId="1048"/>
        </pc:sldMkLst>
      </pc:sldChg>
      <pc:sldChg chg="modSp del mod">
        <pc:chgData name="Palit, Tapti" userId="dec6fbcd-7598-406a-8cbf-504d4a3bac15" providerId="ADAL" clId="{ECD42228-5B96-4A72-B268-C46DF994E6B7}" dt="2024-01-27T02:06:22.372" v="62169" actId="47"/>
        <pc:sldMkLst>
          <pc:docMk/>
          <pc:sldMk cId="636879538" sldId="1049"/>
        </pc:sldMkLst>
        <pc:spChg chg="mod">
          <ac:chgData name="Palit, Tapti" userId="dec6fbcd-7598-406a-8cbf-504d4a3bac15" providerId="ADAL" clId="{ECD42228-5B96-4A72-B268-C46DF994E6B7}" dt="2024-01-27T00:09:44.274" v="61965" actId="20577"/>
          <ac:spMkLst>
            <pc:docMk/>
            <pc:sldMk cId="636879538" sldId="1049"/>
            <ac:spMk id="3" creationId="{E8DCE5B1-F4A6-5476-8A4E-2E2E78733BA8}"/>
          </ac:spMkLst>
        </pc:spChg>
      </pc:sldChg>
      <pc:sldChg chg="modSp mod modCm modNotesTx">
        <pc:chgData name="Palit, Tapti" userId="dec6fbcd-7598-406a-8cbf-504d4a3bac15" providerId="ADAL" clId="{ECD42228-5B96-4A72-B268-C46DF994E6B7}" dt="2024-02-08T20:44:22.988" v="100668"/>
        <pc:sldMkLst>
          <pc:docMk/>
          <pc:sldMk cId="2934567446" sldId="1050"/>
        </pc:sldMkLst>
        <pc:spChg chg="mod">
          <ac:chgData name="Palit, Tapti" userId="dec6fbcd-7598-406a-8cbf-504d4a3bac15" providerId="ADAL" clId="{ECD42228-5B96-4A72-B268-C46DF994E6B7}" dt="2024-01-28T19:48:20.607" v="68568" actId="20577"/>
          <ac:spMkLst>
            <pc:docMk/>
            <pc:sldMk cId="2934567446" sldId="1050"/>
            <ac:spMk id="7" creationId="{E498D4B2-BB20-4B40-B85D-554C40BE6DB1}"/>
          </ac:spMkLst>
        </pc:spChg>
        <pc:extLst>
          <p:ext xmlns:p="http://schemas.openxmlformats.org/presentationml/2006/main" uri="{D6D511B9-2390-475A-947B-AFAB55BFBCF1}">
            <pc226:cmChg xmlns:pc226="http://schemas.microsoft.com/office/powerpoint/2022/06/main/command" chg="">
              <pc226:chgData name="Palit, Tapti" userId="dec6fbcd-7598-406a-8cbf-504d4a3bac15" providerId="ADAL" clId="{ECD42228-5B96-4A72-B268-C46DF994E6B7}" dt="2024-02-08T20:44:22.988" v="100668"/>
              <pc2:cmMkLst xmlns:pc2="http://schemas.microsoft.com/office/powerpoint/2019/9/main/command">
                <pc:docMk/>
                <pc:sldMk cId="2934567446" sldId="1050"/>
                <pc2:cmMk id="{F5469A51-AE60-4412-9F0F-BBB496E58B16}"/>
              </pc2:cmMkLst>
              <pc226:cmRplyChg chg="add">
                <pc226:chgData name="Palit, Tapti" userId="dec6fbcd-7598-406a-8cbf-504d4a3bac15" providerId="ADAL" clId="{ECD42228-5B96-4A72-B268-C46DF994E6B7}" dt="2024-02-08T20:44:22.988" v="100668"/>
                <pc2:cmRplyMkLst xmlns:pc2="http://schemas.microsoft.com/office/powerpoint/2019/9/main/command">
                  <pc:docMk/>
                  <pc:sldMk cId="2934567446" sldId="1050"/>
                  <pc2:cmMk id="{F5469A51-AE60-4412-9F0F-BBB496E58B16}"/>
                  <pc2:cmRplyMk id="{E7D914CC-7AA5-4874-8B5B-2E5C52247D79}"/>
                </pc2:cmRplyMkLst>
              </pc226:cmRplyChg>
            </pc226:cmChg>
          </p:ext>
        </pc:extLst>
      </pc:sldChg>
      <pc:sldChg chg="add del">
        <pc:chgData name="Palit, Tapti" userId="dec6fbcd-7598-406a-8cbf-504d4a3bac15" providerId="ADAL" clId="{ECD42228-5B96-4A72-B268-C46DF994E6B7}" dt="2024-01-27T02:08:14.919" v="62170" actId="47"/>
        <pc:sldMkLst>
          <pc:docMk/>
          <pc:sldMk cId="2026540579" sldId="1053"/>
        </pc:sldMkLst>
      </pc:sldChg>
      <pc:sldChg chg="del">
        <pc:chgData name="Palit, Tapti" userId="dec6fbcd-7598-406a-8cbf-504d4a3bac15" providerId="ADAL" clId="{ECD42228-5B96-4A72-B268-C46DF994E6B7}" dt="2024-01-27T02:02:07.387" v="61980" actId="2696"/>
        <pc:sldMkLst>
          <pc:docMk/>
          <pc:sldMk cId="2131034263" sldId="1053"/>
        </pc:sldMkLst>
      </pc:sldChg>
      <pc:sldChg chg="add mod modShow">
        <pc:chgData name="Palit, Tapti" userId="dec6fbcd-7598-406a-8cbf-504d4a3bac15" providerId="ADAL" clId="{ECD42228-5B96-4A72-B268-C46DF994E6B7}" dt="2024-01-28T19:50:02.989" v="68605" actId="729"/>
        <pc:sldMkLst>
          <pc:docMk/>
          <pc:sldMk cId="2333820600" sldId="1055"/>
        </pc:sldMkLst>
      </pc:sldChg>
      <pc:sldChg chg="addSp delSp modSp del mod">
        <pc:chgData name="Palit, Tapti" userId="dec6fbcd-7598-406a-8cbf-504d4a3bac15" providerId="ADAL" clId="{ECD42228-5B96-4A72-B268-C46DF994E6B7}" dt="2024-01-28T19:49:55.813" v="68603" actId="2696"/>
        <pc:sldMkLst>
          <pc:docMk/>
          <pc:sldMk cId="2862058683" sldId="1055"/>
        </pc:sldMkLst>
        <pc:spChg chg="mod">
          <ac:chgData name="Palit, Tapti" userId="dec6fbcd-7598-406a-8cbf-504d4a3bac15" providerId="ADAL" clId="{ECD42228-5B96-4A72-B268-C46DF994E6B7}" dt="2024-01-27T02:26:00.342" v="62188" actId="20577"/>
          <ac:spMkLst>
            <pc:docMk/>
            <pc:sldMk cId="2862058683" sldId="1055"/>
            <ac:spMk id="3" creationId="{F41F5800-0C87-D92F-5B6B-52E096B070E2}"/>
          </ac:spMkLst>
        </pc:spChg>
        <pc:spChg chg="add mod">
          <ac:chgData name="Palit, Tapti" userId="dec6fbcd-7598-406a-8cbf-504d4a3bac15" providerId="ADAL" clId="{ECD42228-5B96-4A72-B268-C46DF994E6B7}" dt="2024-01-26T21:27:25.443" v="61922" actId="478"/>
          <ac:spMkLst>
            <pc:docMk/>
            <pc:sldMk cId="2862058683" sldId="1055"/>
            <ac:spMk id="6" creationId="{8EC7C01F-5E55-E3C8-0257-291075C3A2AD}"/>
          </ac:spMkLst>
        </pc:spChg>
        <pc:spChg chg="del">
          <ac:chgData name="Palit, Tapti" userId="dec6fbcd-7598-406a-8cbf-504d4a3bac15" providerId="ADAL" clId="{ECD42228-5B96-4A72-B268-C46DF994E6B7}" dt="2024-01-26T21:27:25.443" v="61922" actId="478"/>
          <ac:spMkLst>
            <pc:docMk/>
            <pc:sldMk cId="2862058683" sldId="1055"/>
            <ac:spMk id="31" creationId="{8066DF09-0DDE-0E4A-743E-1BD29398BBC7}"/>
          </ac:spMkLst>
        </pc:spChg>
      </pc:sldChg>
      <pc:sldChg chg="del">
        <pc:chgData name="Palit, Tapti" userId="dec6fbcd-7598-406a-8cbf-504d4a3bac15" providerId="ADAL" clId="{ECD42228-5B96-4A72-B268-C46DF994E6B7}" dt="2024-01-26T21:27:21.405" v="61921" actId="47"/>
        <pc:sldMkLst>
          <pc:docMk/>
          <pc:sldMk cId="3149305771" sldId="1056"/>
        </pc:sldMkLst>
      </pc:sldChg>
      <pc:sldChg chg="add del">
        <pc:chgData name="Palit, Tapti" userId="dec6fbcd-7598-406a-8cbf-504d4a3bac15" providerId="ADAL" clId="{ECD42228-5B96-4A72-B268-C46DF994E6B7}" dt="2024-01-27T02:05:36.825" v="62158" actId="47"/>
        <pc:sldMkLst>
          <pc:docMk/>
          <pc:sldMk cId="3389630931" sldId="1056"/>
        </pc:sldMkLst>
      </pc:sldChg>
      <pc:sldChg chg="addSp delSp modSp new mod modClrScheme delCm chgLayout modNotesTx">
        <pc:chgData name="Palit, Tapti" userId="dec6fbcd-7598-406a-8cbf-504d4a3bac15" providerId="ADAL" clId="{ECD42228-5B96-4A72-B268-C46DF994E6B7}" dt="2024-02-12T19:31:29.651" v="112664" actId="14100"/>
        <pc:sldMkLst>
          <pc:docMk/>
          <pc:sldMk cId="3931205847" sldId="1056"/>
        </pc:sldMkLst>
        <pc:spChg chg="del">
          <ac:chgData name="Palit, Tapti" userId="dec6fbcd-7598-406a-8cbf-504d4a3bac15" providerId="ADAL" clId="{ECD42228-5B96-4A72-B268-C46DF994E6B7}" dt="2024-01-27T02:47:36.332" v="62310" actId="700"/>
          <ac:spMkLst>
            <pc:docMk/>
            <pc:sldMk cId="3931205847" sldId="1056"/>
            <ac:spMk id="2" creationId="{F2E12F0C-29AE-5AE2-1C3D-0BE1427F62C4}"/>
          </ac:spMkLst>
        </pc:spChg>
        <pc:spChg chg="del mod ord">
          <ac:chgData name="Palit, Tapti" userId="dec6fbcd-7598-406a-8cbf-504d4a3bac15" providerId="ADAL" clId="{ECD42228-5B96-4A72-B268-C46DF994E6B7}" dt="2024-01-27T02:47:36.332" v="62310" actId="700"/>
          <ac:spMkLst>
            <pc:docMk/>
            <pc:sldMk cId="3931205847" sldId="1056"/>
            <ac:spMk id="3" creationId="{AC2CB383-C8CE-A552-B4A2-735AFD1D1F50}"/>
          </ac:spMkLst>
        </pc:spChg>
        <pc:spChg chg="mod ord">
          <ac:chgData name="Palit, Tapti" userId="dec6fbcd-7598-406a-8cbf-504d4a3bac15" providerId="ADAL" clId="{ECD42228-5B96-4A72-B268-C46DF994E6B7}" dt="2024-01-27T02:47:36.332" v="62310" actId="700"/>
          <ac:spMkLst>
            <pc:docMk/>
            <pc:sldMk cId="3931205847" sldId="1056"/>
            <ac:spMk id="4" creationId="{3E6E53FA-03B9-1180-8414-812F60F9EC54}"/>
          </ac:spMkLst>
        </pc:spChg>
        <pc:spChg chg="del">
          <ac:chgData name="Palit, Tapti" userId="dec6fbcd-7598-406a-8cbf-504d4a3bac15" providerId="ADAL" clId="{ECD42228-5B96-4A72-B268-C46DF994E6B7}" dt="2024-01-27T02:47:36.332" v="62310" actId="700"/>
          <ac:spMkLst>
            <pc:docMk/>
            <pc:sldMk cId="3931205847" sldId="1056"/>
            <ac:spMk id="5" creationId="{DE413BA0-E0E9-7124-E2A6-3494A0090679}"/>
          </ac:spMkLst>
        </pc:spChg>
        <pc:spChg chg="add mod ord">
          <ac:chgData name="Palit, Tapti" userId="dec6fbcd-7598-406a-8cbf-504d4a3bac15" providerId="ADAL" clId="{ECD42228-5B96-4A72-B268-C46DF994E6B7}" dt="2024-02-12T19:31:29.651" v="112664" actId="14100"/>
          <ac:spMkLst>
            <pc:docMk/>
            <pc:sldMk cId="3931205847" sldId="1056"/>
            <ac:spMk id="6" creationId="{910529FC-DDE5-9112-621B-039FFAD41807}"/>
          </ac:spMkLst>
        </pc:spChg>
        <pc:extLst>
          <p:ext xmlns:p="http://schemas.openxmlformats.org/presentationml/2006/main" uri="{D6D511B9-2390-475A-947B-AFAB55BFBCF1}">
            <pc226:cmChg xmlns:pc226="http://schemas.microsoft.com/office/powerpoint/2022/06/main/command" chg="del">
              <pc226:chgData name="Palit, Tapti" userId="dec6fbcd-7598-406a-8cbf-504d4a3bac15" providerId="ADAL" clId="{ECD42228-5B96-4A72-B268-C46DF994E6B7}" dt="2024-02-08T20:42:10.806" v="100663"/>
              <pc2:cmMkLst xmlns:pc2="http://schemas.microsoft.com/office/powerpoint/2019/9/main/command">
                <pc:docMk/>
                <pc:sldMk cId="3931205847" sldId="1056"/>
                <pc2:cmMk id="{E9D4E47C-80E9-49E7-B237-6D083D4C5808}"/>
              </pc2:cmMkLst>
            </pc226:cmChg>
          </p:ext>
        </pc:extLst>
      </pc:sldChg>
      <pc:sldChg chg="add del">
        <pc:chgData name="Palit, Tapti" userId="dec6fbcd-7598-406a-8cbf-504d4a3bac15" providerId="ADAL" clId="{ECD42228-5B96-4A72-B268-C46DF994E6B7}" dt="2024-01-27T00:07:57.664" v="61923" actId="47"/>
        <pc:sldMkLst>
          <pc:docMk/>
          <pc:sldMk cId="1269888319" sldId="1057"/>
        </pc:sldMkLst>
      </pc:sldChg>
      <pc:sldChg chg="modSp add del mod">
        <pc:chgData name="Palit, Tapti" userId="dec6fbcd-7598-406a-8cbf-504d4a3bac15" providerId="ADAL" clId="{ECD42228-5B96-4A72-B268-C46DF994E6B7}" dt="2024-01-27T03:18:15.715" v="62939" actId="47"/>
        <pc:sldMkLst>
          <pc:docMk/>
          <pc:sldMk cId="3444416838" sldId="1057"/>
        </pc:sldMkLst>
        <pc:spChg chg="mod">
          <ac:chgData name="Palit, Tapti" userId="dec6fbcd-7598-406a-8cbf-504d4a3bac15" providerId="ADAL" clId="{ECD42228-5B96-4A72-B268-C46DF994E6B7}" dt="2024-01-27T03:13:17.536" v="62677" actId="108"/>
          <ac:spMkLst>
            <pc:docMk/>
            <pc:sldMk cId="3444416838" sldId="1057"/>
            <ac:spMk id="3" creationId="{C6F7F3C5-AB15-8F2A-0991-A0F1851DA81A}"/>
          </ac:spMkLst>
        </pc:spChg>
      </pc:sldChg>
      <pc:sldChg chg="addSp delSp modSp new del mod modClrScheme chgLayout">
        <pc:chgData name="Palit, Tapti" userId="dec6fbcd-7598-406a-8cbf-504d4a3bac15" providerId="ADAL" clId="{ECD42228-5B96-4A72-B268-C46DF994E6B7}" dt="2024-01-27T02:49:59.841" v="62377" actId="47"/>
        <pc:sldMkLst>
          <pc:docMk/>
          <pc:sldMk cId="3722216264" sldId="1057"/>
        </pc:sldMkLst>
        <pc:spChg chg="del">
          <ac:chgData name="Palit, Tapti" userId="dec6fbcd-7598-406a-8cbf-504d4a3bac15" providerId="ADAL" clId="{ECD42228-5B96-4A72-B268-C46DF994E6B7}" dt="2024-01-27T02:49:37.429" v="62376" actId="700"/>
          <ac:spMkLst>
            <pc:docMk/>
            <pc:sldMk cId="3722216264" sldId="1057"/>
            <ac:spMk id="2" creationId="{6F92EE04-CA64-38BA-66E6-0DA3AA35415F}"/>
          </ac:spMkLst>
        </pc:spChg>
        <pc:spChg chg="del mod ord">
          <ac:chgData name="Palit, Tapti" userId="dec6fbcd-7598-406a-8cbf-504d4a3bac15" providerId="ADAL" clId="{ECD42228-5B96-4A72-B268-C46DF994E6B7}" dt="2024-01-27T02:49:37.429" v="62376" actId="700"/>
          <ac:spMkLst>
            <pc:docMk/>
            <pc:sldMk cId="3722216264" sldId="1057"/>
            <ac:spMk id="3" creationId="{33CC0E76-3538-CD7F-EE53-A682B9B9CB36}"/>
          </ac:spMkLst>
        </pc:spChg>
        <pc:spChg chg="mod ord">
          <ac:chgData name="Palit, Tapti" userId="dec6fbcd-7598-406a-8cbf-504d4a3bac15" providerId="ADAL" clId="{ECD42228-5B96-4A72-B268-C46DF994E6B7}" dt="2024-01-27T02:49:37.429" v="62376" actId="700"/>
          <ac:spMkLst>
            <pc:docMk/>
            <pc:sldMk cId="3722216264" sldId="1057"/>
            <ac:spMk id="4" creationId="{0A3B0741-3E14-F8D1-172C-00E2F6BD1F43}"/>
          </ac:spMkLst>
        </pc:spChg>
        <pc:spChg chg="del">
          <ac:chgData name="Palit, Tapti" userId="dec6fbcd-7598-406a-8cbf-504d4a3bac15" providerId="ADAL" clId="{ECD42228-5B96-4A72-B268-C46DF994E6B7}" dt="2024-01-27T02:49:37.429" v="62376" actId="700"/>
          <ac:spMkLst>
            <pc:docMk/>
            <pc:sldMk cId="3722216264" sldId="1057"/>
            <ac:spMk id="5" creationId="{9AE5C180-E0DE-1E1F-45FF-5FA847767995}"/>
          </ac:spMkLst>
        </pc:spChg>
        <pc:spChg chg="add mod ord">
          <ac:chgData name="Palit, Tapti" userId="dec6fbcd-7598-406a-8cbf-504d4a3bac15" providerId="ADAL" clId="{ECD42228-5B96-4A72-B268-C46DF994E6B7}" dt="2024-01-27T02:49:37.429" v="62376" actId="700"/>
          <ac:spMkLst>
            <pc:docMk/>
            <pc:sldMk cId="3722216264" sldId="1057"/>
            <ac:spMk id="6" creationId="{564E1D22-185A-3772-3C6F-9E090EDEF38A}"/>
          </ac:spMkLst>
        </pc:spChg>
      </pc:sldChg>
      <pc:sldChg chg="addSp delSp modSp add mod modNotesTx">
        <pc:chgData name="Palit, Tapti" userId="dec6fbcd-7598-406a-8cbf-504d4a3bac15" providerId="ADAL" clId="{ECD42228-5B96-4A72-B268-C46DF994E6B7}" dt="2024-02-12T20:00:58.240" v="113038" actId="6549"/>
        <pc:sldMkLst>
          <pc:docMk/>
          <pc:sldMk cId="3578698306" sldId="1058"/>
        </pc:sldMkLst>
        <pc:spChg chg="mod">
          <ac:chgData name="Palit, Tapti" userId="dec6fbcd-7598-406a-8cbf-504d4a3bac15" providerId="ADAL" clId="{ECD42228-5B96-4A72-B268-C46DF994E6B7}" dt="2024-02-12T20:00:58.240" v="113038" actId="6549"/>
          <ac:spMkLst>
            <pc:docMk/>
            <pc:sldMk cId="3578698306" sldId="1058"/>
            <ac:spMk id="2" creationId="{C3C46814-2A6F-41B6-904E-8EDDD855207C}"/>
          </ac:spMkLst>
        </pc:spChg>
        <pc:spChg chg="add mod">
          <ac:chgData name="Palit, Tapti" userId="dec6fbcd-7598-406a-8cbf-504d4a3bac15" providerId="ADAL" clId="{ECD42228-5B96-4A72-B268-C46DF994E6B7}" dt="2024-01-30T15:46:39.755" v="91914"/>
          <ac:spMkLst>
            <pc:docMk/>
            <pc:sldMk cId="3578698306" sldId="1058"/>
            <ac:spMk id="3" creationId="{5EF3E37A-7B2A-6060-7CBF-7CC0F9D03027}"/>
          </ac:spMkLst>
        </pc:spChg>
        <pc:spChg chg="del mod">
          <ac:chgData name="Palit, Tapti" userId="dec6fbcd-7598-406a-8cbf-504d4a3bac15" providerId="ADAL" clId="{ECD42228-5B96-4A72-B268-C46DF994E6B7}" dt="2024-01-29T16:35:41.008" v="80806" actId="478"/>
          <ac:spMkLst>
            <pc:docMk/>
            <pc:sldMk cId="3578698306" sldId="1058"/>
            <ac:spMk id="3" creationId="{C6F7F3C5-AB15-8F2A-0991-A0F1851DA81A}"/>
          </ac:spMkLst>
        </pc:spChg>
        <pc:spChg chg="add del mod ord">
          <ac:chgData name="Palit, Tapti" userId="dec6fbcd-7598-406a-8cbf-504d4a3bac15" providerId="ADAL" clId="{ECD42228-5B96-4A72-B268-C46DF994E6B7}" dt="2024-01-30T15:46:39.400" v="91913" actId="478"/>
          <ac:spMkLst>
            <pc:docMk/>
            <pc:sldMk cId="3578698306" sldId="1058"/>
            <ac:spMk id="5" creationId="{C265635E-A358-D68F-85CE-F13ED997E94D}"/>
          </ac:spMkLst>
        </pc:spChg>
        <pc:spChg chg="add del mod ord">
          <ac:chgData name="Palit, Tapti" userId="dec6fbcd-7598-406a-8cbf-504d4a3bac15" providerId="ADAL" clId="{ECD42228-5B96-4A72-B268-C46DF994E6B7}" dt="2024-01-30T15:46:48.160" v="91916" actId="478"/>
          <ac:spMkLst>
            <pc:docMk/>
            <pc:sldMk cId="3578698306" sldId="1058"/>
            <ac:spMk id="6" creationId="{3D25321B-C25D-9CB0-EADC-7219DDAD505D}"/>
          </ac:spMkLst>
        </pc:spChg>
        <pc:spChg chg="add mod">
          <ac:chgData name="Palit, Tapti" userId="dec6fbcd-7598-406a-8cbf-504d4a3bac15" providerId="ADAL" clId="{ECD42228-5B96-4A72-B268-C46DF994E6B7}" dt="2024-01-29T16:35:46.452" v="80807"/>
          <ac:spMkLst>
            <pc:docMk/>
            <pc:sldMk cId="3578698306" sldId="1058"/>
            <ac:spMk id="7" creationId="{44DA1501-834F-F117-678C-547002392480}"/>
          </ac:spMkLst>
        </pc:spChg>
        <pc:spChg chg="add mod">
          <ac:chgData name="Palit, Tapti" userId="dec6fbcd-7598-406a-8cbf-504d4a3bac15" providerId="ADAL" clId="{ECD42228-5B96-4A72-B268-C46DF994E6B7}" dt="2024-01-30T15:46:59.871" v="91919" actId="207"/>
          <ac:spMkLst>
            <pc:docMk/>
            <pc:sldMk cId="3578698306" sldId="1058"/>
            <ac:spMk id="9" creationId="{102DCD12-7BCA-9412-91DD-88B2C053F109}"/>
          </ac:spMkLst>
        </pc:spChg>
        <pc:spChg chg="add mod">
          <ac:chgData name="Palit, Tapti" userId="dec6fbcd-7598-406a-8cbf-504d4a3bac15" providerId="ADAL" clId="{ECD42228-5B96-4A72-B268-C46DF994E6B7}" dt="2024-01-29T16:41:04.022" v="80923"/>
          <ac:spMkLst>
            <pc:docMk/>
            <pc:sldMk cId="3578698306" sldId="1058"/>
            <ac:spMk id="10" creationId="{6C5A8A56-B5B8-A74E-8600-72944FB98C0E}"/>
          </ac:spMkLst>
        </pc:spChg>
        <pc:spChg chg="del">
          <ac:chgData name="Palit, Tapti" userId="dec6fbcd-7598-406a-8cbf-504d4a3bac15" providerId="ADAL" clId="{ECD42228-5B96-4A72-B268-C46DF994E6B7}" dt="2024-01-27T03:13:36.188" v="62680" actId="478"/>
          <ac:spMkLst>
            <pc:docMk/>
            <pc:sldMk cId="3578698306" sldId="1058"/>
            <ac:spMk id="10" creationId="{EFBC459A-B22D-05D7-3691-868DBB088467}"/>
          </ac:spMkLst>
        </pc:spChg>
        <pc:spChg chg="del">
          <ac:chgData name="Palit, Tapti" userId="dec6fbcd-7598-406a-8cbf-504d4a3bac15" providerId="ADAL" clId="{ECD42228-5B96-4A72-B268-C46DF994E6B7}" dt="2024-01-27T03:13:38.105" v="62681" actId="478"/>
          <ac:spMkLst>
            <pc:docMk/>
            <pc:sldMk cId="3578698306" sldId="1058"/>
            <ac:spMk id="11" creationId="{1253BCD1-133E-B204-5090-B866DF8C97AC}"/>
          </ac:spMkLst>
        </pc:spChg>
        <pc:spChg chg="mod">
          <ac:chgData name="Palit, Tapti" userId="dec6fbcd-7598-406a-8cbf-504d4a3bac15" providerId="ADAL" clId="{ECD42228-5B96-4A72-B268-C46DF994E6B7}" dt="2024-02-07T03:03:46.274" v="100004" actId="20577"/>
          <ac:spMkLst>
            <pc:docMk/>
            <pc:sldMk cId="3578698306" sldId="1058"/>
            <ac:spMk id="14" creationId="{A19E8EDF-6681-42C8-AB61-DCACB7B7EEB5}"/>
          </ac:spMkLst>
        </pc:spChg>
        <pc:spChg chg="add mod">
          <ac:chgData name="Palit, Tapti" userId="dec6fbcd-7598-406a-8cbf-504d4a3bac15" providerId="ADAL" clId="{ECD42228-5B96-4A72-B268-C46DF994E6B7}" dt="2024-01-29T16:41:04.022" v="80923"/>
          <ac:spMkLst>
            <pc:docMk/>
            <pc:sldMk cId="3578698306" sldId="1058"/>
            <ac:spMk id="17" creationId="{DFDFC5E1-6CAA-A5FF-B382-54C8E96F9248}"/>
          </ac:spMkLst>
        </pc:spChg>
        <pc:spChg chg="add mod">
          <ac:chgData name="Palit, Tapti" userId="dec6fbcd-7598-406a-8cbf-504d4a3bac15" providerId="ADAL" clId="{ECD42228-5B96-4A72-B268-C46DF994E6B7}" dt="2024-01-29T16:41:04.022" v="80923"/>
          <ac:spMkLst>
            <pc:docMk/>
            <pc:sldMk cId="3578698306" sldId="1058"/>
            <ac:spMk id="18" creationId="{21AA8286-6A90-968E-075B-16B95CB0255C}"/>
          </ac:spMkLst>
        </pc:spChg>
        <pc:spChg chg="add mod">
          <ac:chgData name="Palit, Tapti" userId="dec6fbcd-7598-406a-8cbf-504d4a3bac15" providerId="ADAL" clId="{ECD42228-5B96-4A72-B268-C46DF994E6B7}" dt="2024-01-29T16:41:04.022" v="80923"/>
          <ac:spMkLst>
            <pc:docMk/>
            <pc:sldMk cId="3578698306" sldId="1058"/>
            <ac:spMk id="19" creationId="{7F9715A6-A7EA-205B-A127-4BF0503FB72E}"/>
          </ac:spMkLst>
        </pc:spChg>
        <pc:spChg chg="add mod">
          <ac:chgData name="Palit, Tapti" userId="dec6fbcd-7598-406a-8cbf-504d4a3bac15" providerId="ADAL" clId="{ECD42228-5B96-4A72-B268-C46DF994E6B7}" dt="2024-01-29T16:41:04.022" v="80923"/>
          <ac:spMkLst>
            <pc:docMk/>
            <pc:sldMk cId="3578698306" sldId="1058"/>
            <ac:spMk id="20" creationId="{AB4DFFA4-605E-CF1D-6EDC-4A3B4254D6B5}"/>
          </ac:spMkLst>
        </pc:spChg>
        <pc:spChg chg="add mod">
          <ac:chgData name="Palit, Tapti" userId="dec6fbcd-7598-406a-8cbf-504d4a3bac15" providerId="ADAL" clId="{ECD42228-5B96-4A72-B268-C46DF994E6B7}" dt="2024-01-29T16:41:04.022" v="80923"/>
          <ac:spMkLst>
            <pc:docMk/>
            <pc:sldMk cId="3578698306" sldId="1058"/>
            <ac:spMk id="21" creationId="{28769A1D-388F-CFF8-983F-64C4D9CB6C98}"/>
          </ac:spMkLst>
        </pc:spChg>
        <pc:spChg chg="add mod">
          <ac:chgData name="Palit, Tapti" userId="dec6fbcd-7598-406a-8cbf-504d4a3bac15" providerId="ADAL" clId="{ECD42228-5B96-4A72-B268-C46DF994E6B7}" dt="2024-01-29T16:41:04.022" v="80923"/>
          <ac:spMkLst>
            <pc:docMk/>
            <pc:sldMk cId="3578698306" sldId="1058"/>
            <ac:spMk id="22" creationId="{54F7AFA5-7BDA-F0A2-CCDF-DE293BD3781A}"/>
          </ac:spMkLst>
        </pc:spChg>
        <pc:spChg chg="add mod">
          <ac:chgData name="Palit, Tapti" userId="dec6fbcd-7598-406a-8cbf-504d4a3bac15" providerId="ADAL" clId="{ECD42228-5B96-4A72-B268-C46DF994E6B7}" dt="2024-01-29T16:41:04.022" v="80923"/>
          <ac:spMkLst>
            <pc:docMk/>
            <pc:sldMk cId="3578698306" sldId="1058"/>
            <ac:spMk id="23" creationId="{CDEA4157-7B5B-4175-BB86-20D8D63A958A}"/>
          </ac:spMkLst>
        </pc:spChg>
        <pc:spChg chg="add mod">
          <ac:chgData name="Palit, Tapti" userId="dec6fbcd-7598-406a-8cbf-504d4a3bac15" providerId="ADAL" clId="{ECD42228-5B96-4A72-B268-C46DF994E6B7}" dt="2024-01-29T16:41:04.022" v="80923"/>
          <ac:spMkLst>
            <pc:docMk/>
            <pc:sldMk cId="3578698306" sldId="1058"/>
            <ac:spMk id="24" creationId="{D4681BEE-44A1-B835-9102-69E33B3866E0}"/>
          </ac:spMkLst>
        </pc:spChg>
        <pc:spChg chg="add mod">
          <ac:chgData name="Palit, Tapti" userId="dec6fbcd-7598-406a-8cbf-504d4a3bac15" providerId="ADAL" clId="{ECD42228-5B96-4A72-B268-C46DF994E6B7}" dt="2024-01-29T16:41:04.022" v="80923"/>
          <ac:spMkLst>
            <pc:docMk/>
            <pc:sldMk cId="3578698306" sldId="1058"/>
            <ac:spMk id="25" creationId="{46AB7EFA-857D-CCD1-1D9A-7101163F7668}"/>
          </ac:spMkLst>
        </pc:spChg>
        <pc:spChg chg="add mod">
          <ac:chgData name="Palit, Tapti" userId="dec6fbcd-7598-406a-8cbf-504d4a3bac15" providerId="ADAL" clId="{ECD42228-5B96-4A72-B268-C46DF994E6B7}" dt="2024-01-29T16:41:04.022" v="80923"/>
          <ac:spMkLst>
            <pc:docMk/>
            <pc:sldMk cId="3578698306" sldId="1058"/>
            <ac:spMk id="26" creationId="{122507C9-22CD-A17B-0336-6FCFC58EE37E}"/>
          </ac:spMkLst>
        </pc:spChg>
        <pc:spChg chg="add mod">
          <ac:chgData name="Palit, Tapti" userId="dec6fbcd-7598-406a-8cbf-504d4a3bac15" providerId="ADAL" clId="{ECD42228-5B96-4A72-B268-C46DF994E6B7}" dt="2024-01-29T16:41:04.022" v="80923"/>
          <ac:spMkLst>
            <pc:docMk/>
            <pc:sldMk cId="3578698306" sldId="1058"/>
            <ac:spMk id="27" creationId="{C82DAB6C-1843-C1C4-9C19-C16B0DD9E5A3}"/>
          </ac:spMkLst>
        </pc:spChg>
        <pc:spChg chg="add mod">
          <ac:chgData name="Palit, Tapti" userId="dec6fbcd-7598-406a-8cbf-504d4a3bac15" providerId="ADAL" clId="{ECD42228-5B96-4A72-B268-C46DF994E6B7}" dt="2024-01-29T16:41:04.022" v="80923"/>
          <ac:spMkLst>
            <pc:docMk/>
            <pc:sldMk cId="3578698306" sldId="1058"/>
            <ac:spMk id="28" creationId="{94C7847C-3071-534A-B698-559F6B907F86}"/>
          </ac:spMkLst>
        </pc:spChg>
        <pc:spChg chg="add mod">
          <ac:chgData name="Palit, Tapti" userId="dec6fbcd-7598-406a-8cbf-504d4a3bac15" providerId="ADAL" clId="{ECD42228-5B96-4A72-B268-C46DF994E6B7}" dt="2024-01-29T16:41:04.022" v="80923"/>
          <ac:spMkLst>
            <pc:docMk/>
            <pc:sldMk cId="3578698306" sldId="1058"/>
            <ac:spMk id="29" creationId="{A0D06D8E-8649-3036-B9A4-5564B297DF90}"/>
          </ac:spMkLst>
        </pc:spChg>
        <pc:spChg chg="add mod">
          <ac:chgData name="Palit, Tapti" userId="dec6fbcd-7598-406a-8cbf-504d4a3bac15" providerId="ADAL" clId="{ECD42228-5B96-4A72-B268-C46DF994E6B7}" dt="2024-01-29T16:41:04.022" v="80923"/>
          <ac:spMkLst>
            <pc:docMk/>
            <pc:sldMk cId="3578698306" sldId="1058"/>
            <ac:spMk id="30" creationId="{C486651C-75E6-F042-D7F6-88A7669EDCC5}"/>
          </ac:spMkLst>
        </pc:spChg>
        <pc:spChg chg="add mod">
          <ac:chgData name="Palit, Tapti" userId="dec6fbcd-7598-406a-8cbf-504d4a3bac15" providerId="ADAL" clId="{ECD42228-5B96-4A72-B268-C46DF994E6B7}" dt="2024-01-29T16:41:04.022" v="80923"/>
          <ac:spMkLst>
            <pc:docMk/>
            <pc:sldMk cId="3578698306" sldId="1058"/>
            <ac:spMk id="31" creationId="{FFCC67EA-393B-888D-6327-5FC917DCA57D}"/>
          </ac:spMkLst>
        </pc:spChg>
        <pc:spChg chg="add mod">
          <ac:chgData name="Palit, Tapti" userId="dec6fbcd-7598-406a-8cbf-504d4a3bac15" providerId="ADAL" clId="{ECD42228-5B96-4A72-B268-C46DF994E6B7}" dt="2024-01-29T16:41:04.022" v="80923"/>
          <ac:spMkLst>
            <pc:docMk/>
            <pc:sldMk cId="3578698306" sldId="1058"/>
            <ac:spMk id="33" creationId="{3107A53D-BD69-E4CF-E6A8-D96C5B657EA2}"/>
          </ac:spMkLst>
        </pc:spChg>
        <pc:spChg chg="add mod">
          <ac:chgData name="Palit, Tapti" userId="dec6fbcd-7598-406a-8cbf-504d4a3bac15" providerId="ADAL" clId="{ECD42228-5B96-4A72-B268-C46DF994E6B7}" dt="2024-01-29T16:41:04.022" v="80923"/>
          <ac:spMkLst>
            <pc:docMk/>
            <pc:sldMk cId="3578698306" sldId="1058"/>
            <ac:spMk id="35" creationId="{B062F4BF-C698-7A36-06A4-E9355611BD83}"/>
          </ac:spMkLst>
        </pc:spChg>
        <pc:spChg chg="add mod">
          <ac:chgData name="Palit, Tapti" userId="dec6fbcd-7598-406a-8cbf-504d4a3bac15" providerId="ADAL" clId="{ECD42228-5B96-4A72-B268-C46DF994E6B7}" dt="2024-01-29T16:41:04.022" v="80923"/>
          <ac:spMkLst>
            <pc:docMk/>
            <pc:sldMk cId="3578698306" sldId="1058"/>
            <ac:spMk id="36" creationId="{1026725F-B56A-9492-D86C-73E27192033B}"/>
          </ac:spMkLst>
        </pc:spChg>
        <pc:spChg chg="add mod">
          <ac:chgData name="Palit, Tapti" userId="dec6fbcd-7598-406a-8cbf-504d4a3bac15" providerId="ADAL" clId="{ECD42228-5B96-4A72-B268-C46DF994E6B7}" dt="2024-01-30T15:46:48.553" v="91917"/>
          <ac:spMkLst>
            <pc:docMk/>
            <pc:sldMk cId="3578698306" sldId="1058"/>
            <ac:spMk id="37" creationId="{62F312AB-EF08-02CA-4F8C-BE19541F2B74}"/>
          </ac:spMkLst>
        </pc:spChg>
        <pc:spChg chg="add mod">
          <ac:chgData name="Palit, Tapti" userId="dec6fbcd-7598-406a-8cbf-504d4a3bac15" providerId="ADAL" clId="{ECD42228-5B96-4A72-B268-C46DF994E6B7}" dt="2024-01-30T15:46:56.156" v="91918"/>
          <ac:spMkLst>
            <pc:docMk/>
            <pc:sldMk cId="3578698306" sldId="1058"/>
            <ac:spMk id="39" creationId="{39B74DF5-8697-B515-6EB2-18377728A187}"/>
          </ac:spMkLst>
        </pc:spChg>
        <pc:picChg chg="add mod">
          <ac:chgData name="Palit, Tapti" userId="dec6fbcd-7598-406a-8cbf-504d4a3bac15" providerId="ADAL" clId="{ECD42228-5B96-4A72-B268-C46DF994E6B7}" dt="2024-01-30T15:46:39.755" v="91914"/>
          <ac:picMkLst>
            <pc:docMk/>
            <pc:sldMk cId="3578698306" sldId="1058"/>
            <ac:picMk id="7" creationId="{BC91343D-10E8-A067-2E54-0E6039EDF2FB}"/>
          </ac:picMkLst>
        </pc:picChg>
        <pc:picChg chg="add mod">
          <ac:chgData name="Palit, Tapti" userId="dec6fbcd-7598-406a-8cbf-504d4a3bac15" providerId="ADAL" clId="{ECD42228-5B96-4A72-B268-C46DF994E6B7}" dt="2024-01-30T15:46:48.553" v="91917"/>
          <ac:picMkLst>
            <pc:docMk/>
            <pc:sldMk cId="3578698306" sldId="1058"/>
            <ac:picMk id="38" creationId="{02EE64D8-EBB2-2FA9-BD6E-E12FFF6BAD6A}"/>
          </ac:picMkLst>
        </pc:picChg>
        <pc:picChg chg="add mod">
          <ac:chgData name="Palit, Tapti" userId="dec6fbcd-7598-406a-8cbf-504d4a3bac15" providerId="ADAL" clId="{ECD42228-5B96-4A72-B268-C46DF994E6B7}" dt="2024-01-30T15:46:56.156" v="91918"/>
          <ac:picMkLst>
            <pc:docMk/>
            <pc:sldMk cId="3578698306" sldId="1058"/>
            <ac:picMk id="40" creationId="{CF3ED8F5-C405-5187-77A5-091113490915}"/>
          </ac:picMkLst>
        </pc:picChg>
        <pc:cxnChg chg="add mod">
          <ac:chgData name="Palit, Tapti" userId="dec6fbcd-7598-406a-8cbf-504d4a3bac15" providerId="ADAL" clId="{ECD42228-5B96-4A72-B268-C46DF994E6B7}" dt="2024-01-29T16:41:04.022" v="80923"/>
          <ac:cxnSpMkLst>
            <pc:docMk/>
            <pc:sldMk cId="3578698306" sldId="1058"/>
            <ac:cxnSpMk id="11" creationId="{69C3F00C-F57F-444F-CB4A-79DBF38510A1}"/>
          </ac:cxnSpMkLst>
        </pc:cxnChg>
        <pc:cxnChg chg="add mod">
          <ac:chgData name="Palit, Tapti" userId="dec6fbcd-7598-406a-8cbf-504d4a3bac15" providerId="ADAL" clId="{ECD42228-5B96-4A72-B268-C46DF994E6B7}" dt="2024-01-29T16:41:04.022" v="80923"/>
          <ac:cxnSpMkLst>
            <pc:docMk/>
            <pc:sldMk cId="3578698306" sldId="1058"/>
            <ac:cxnSpMk id="12" creationId="{377D5622-D74B-A134-D306-A5C95B01833D}"/>
          </ac:cxnSpMkLst>
        </pc:cxnChg>
        <pc:cxnChg chg="add mod">
          <ac:chgData name="Palit, Tapti" userId="dec6fbcd-7598-406a-8cbf-504d4a3bac15" providerId="ADAL" clId="{ECD42228-5B96-4A72-B268-C46DF994E6B7}" dt="2024-01-29T16:41:04.022" v="80923"/>
          <ac:cxnSpMkLst>
            <pc:docMk/>
            <pc:sldMk cId="3578698306" sldId="1058"/>
            <ac:cxnSpMk id="13" creationId="{2774753D-F606-6BA2-8EA0-8149AC88E71A}"/>
          </ac:cxnSpMkLst>
        </pc:cxnChg>
        <pc:cxnChg chg="add mod">
          <ac:chgData name="Palit, Tapti" userId="dec6fbcd-7598-406a-8cbf-504d4a3bac15" providerId="ADAL" clId="{ECD42228-5B96-4A72-B268-C46DF994E6B7}" dt="2024-01-29T16:41:04.022" v="80923"/>
          <ac:cxnSpMkLst>
            <pc:docMk/>
            <pc:sldMk cId="3578698306" sldId="1058"/>
            <ac:cxnSpMk id="15" creationId="{D92423DE-1332-3775-B3D9-FC44ABDFCD67}"/>
          </ac:cxnSpMkLst>
        </pc:cxnChg>
        <pc:cxnChg chg="add mod">
          <ac:chgData name="Palit, Tapti" userId="dec6fbcd-7598-406a-8cbf-504d4a3bac15" providerId="ADAL" clId="{ECD42228-5B96-4A72-B268-C46DF994E6B7}" dt="2024-01-29T16:41:04.022" v="80923"/>
          <ac:cxnSpMkLst>
            <pc:docMk/>
            <pc:sldMk cId="3578698306" sldId="1058"/>
            <ac:cxnSpMk id="16" creationId="{8297D5EB-761D-DAFF-AA10-BB442347CB5B}"/>
          </ac:cxnSpMkLst>
        </pc:cxnChg>
        <pc:cxnChg chg="add mod">
          <ac:chgData name="Palit, Tapti" userId="dec6fbcd-7598-406a-8cbf-504d4a3bac15" providerId="ADAL" clId="{ECD42228-5B96-4A72-B268-C46DF994E6B7}" dt="2024-01-29T16:41:04.022" v="80923"/>
          <ac:cxnSpMkLst>
            <pc:docMk/>
            <pc:sldMk cId="3578698306" sldId="1058"/>
            <ac:cxnSpMk id="32" creationId="{49AAABCC-82A1-5B09-6170-DC88DCCB9379}"/>
          </ac:cxnSpMkLst>
        </pc:cxnChg>
        <pc:cxnChg chg="add mod">
          <ac:chgData name="Palit, Tapti" userId="dec6fbcd-7598-406a-8cbf-504d4a3bac15" providerId="ADAL" clId="{ECD42228-5B96-4A72-B268-C46DF994E6B7}" dt="2024-01-29T16:41:04.022" v="80923"/>
          <ac:cxnSpMkLst>
            <pc:docMk/>
            <pc:sldMk cId="3578698306" sldId="1058"/>
            <ac:cxnSpMk id="34" creationId="{5CCB1BCC-6DEC-EF70-4E05-DE92EB1B65D7}"/>
          </ac:cxnSpMkLst>
        </pc:cxnChg>
      </pc:sldChg>
      <pc:sldChg chg="delSp modSp add del mod addCm modNotesTx">
        <pc:chgData name="Palit, Tapti" userId="dec6fbcd-7598-406a-8cbf-504d4a3bac15" providerId="ADAL" clId="{ECD42228-5B96-4A72-B268-C46DF994E6B7}" dt="2024-01-29T16:42:14.111" v="80934" actId="47"/>
        <pc:sldMkLst>
          <pc:docMk/>
          <pc:sldMk cId="3336573834" sldId="1059"/>
        </pc:sldMkLst>
        <pc:spChg chg="mod">
          <ac:chgData name="Palit, Tapti" userId="dec6fbcd-7598-406a-8cbf-504d4a3bac15" providerId="ADAL" clId="{ECD42228-5B96-4A72-B268-C46DF994E6B7}" dt="2024-01-28T22:48:41.576" v="70217" actId="1076"/>
          <ac:spMkLst>
            <pc:docMk/>
            <pc:sldMk cId="3336573834" sldId="1059"/>
            <ac:spMk id="3" creationId="{C6F7F3C5-AB15-8F2A-0991-A0F1851DA81A}"/>
          </ac:spMkLst>
        </pc:spChg>
        <pc:spChg chg="del">
          <ac:chgData name="Palit, Tapti" userId="dec6fbcd-7598-406a-8cbf-504d4a3bac15" providerId="ADAL" clId="{ECD42228-5B96-4A72-B268-C46DF994E6B7}" dt="2024-01-27T03:17:37.494" v="62932" actId="478"/>
          <ac:spMkLst>
            <pc:docMk/>
            <pc:sldMk cId="3336573834" sldId="1059"/>
            <ac:spMk id="5" creationId="{C265635E-A358-D68F-85CE-F13ED997E94D}"/>
          </ac:spMkLst>
        </pc:spChg>
        <pc:spChg chg="del">
          <ac:chgData name="Palit, Tapti" userId="dec6fbcd-7598-406a-8cbf-504d4a3bac15" providerId="ADAL" clId="{ECD42228-5B96-4A72-B268-C46DF994E6B7}" dt="2024-01-27T03:17:39.927" v="62933" actId="478"/>
          <ac:spMkLst>
            <pc:docMk/>
            <pc:sldMk cId="3336573834" sldId="1059"/>
            <ac:spMk id="6" creationId="{3D25321B-C25D-9CB0-EADC-7219DDAD505D}"/>
          </ac:spMkLst>
        </pc:spChg>
        <pc:spChg chg="mod">
          <ac:chgData name="Palit, Tapti" userId="dec6fbcd-7598-406a-8cbf-504d4a3bac15" providerId="ADAL" clId="{ECD42228-5B96-4A72-B268-C46DF994E6B7}" dt="2024-01-27T03:17:34.141" v="62931" actId="20577"/>
          <ac:spMkLst>
            <pc:docMk/>
            <pc:sldMk cId="3336573834" sldId="1059"/>
            <ac:spMk id="8" creationId="{44EDCAB2-9584-52B6-E584-745069BDD665}"/>
          </ac:spMkLst>
        </pc:sp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27T03:18:35.817" v="62941"/>
              <pc2:cmMkLst xmlns:pc2="http://schemas.microsoft.com/office/powerpoint/2019/9/main/command">
                <pc:docMk/>
                <pc:sldMk cId="3336573834" sldId="1059"/>
                <pc2:cmMk id="{7EC4EAE0-0304-4D76-B1FF-0E871510C341}"/>
              </pc2:cmMkLst>
            </pc226:cmChg>
          </p:ext>
        </pc:extLst>
      </pc:sldChg>
      <pc:sldChg chg="modSp add del mod modAnim addCm">
        <pc:chgData name="Palit, Tapti" userId="dec6fbcd-7598-406a-8cbf-504d4a3bac15" providerId="ADAL" clId="{ECD42228-5B96-4A72-B268-C46DF994E6B7}" dt="2024-01-28T00:38:49.882" v="67001" actId="2696"/>
        <pc:sldMkLst>
          <pc:docMk/>
          <pc:sldMk cId="963365186" sldId="1060"/>
        </pc:sldMkLst>
        <pc:spChg chg="mod">
          <ac:chgData name="Palit, Tapti" userId="dec6fbcd-7598-406a-8cbf-504d4a3bac15" providerId="ADAL" clId="{ECD42228-5B96-4A72-B268-C46DF994E6B7}" dt="2024-01-27T03:29:55.292" v="62959" actId="20577"/>
          <ac:spMkLst>
            <pc:docMk/>
            <pc:sldMk cId="963365186" sldId="1060"/>
            <ac:spMk id="2" creationId="{D7EC638E-4A77-46B8-B32A-298B47F2DEB0}"/>
          </ac:spMkLst>
        </pc:spChg>
        <pc:spChg chg="mod">
          <ac:chgData name="Palit, Tapti" userId="dec6fbcd-7598-406a-8cbf-504d4a3bac15" providerId="ADAL" clId="{ECD42228-5B96-4A72-B268-C46DF994E6B7}" dt="2024-01-27T03:30:04.273" v="62997" actId="20577"/>
          <ac:spMkLst>
            <pc:docMk/>
            <pc:sldMk cId="963365186" sldId="1060"/>
            <ac:spMk id="3" creationId="{DBF81D88-EE7F-4956-ADB0-DA856615FD00}"/>
          </ac:spMkLst>
        </pc:spChg>
        <pc:spChg chg="mod">
          <ac:chgData name="Palit, Tapti" userId="dec6fbcd-7598-406a-8cbf-504d4a3bac15" providerId="ADAL" clId="{ECD42228-5B96-4A72-B268-C46DF994E6B7}" dt="2024-01-27T03:30:16.639" v="63001" actId="207"/>
          <ac:spMkLst>
            <pc:docMk/>
            <pc:sldMk cId="963365186" sldId="1060"/>
            <ac:spMk id="31" creationId="{A1AE6AAE-C7D3-E8E2-BBBE-C8BA0B0FDD7B}"/>
          </ac:spMkLst>
        </pc:sp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27T04:12:21.299" v="63209"/>
              <pc2:cmMkLst xmlns:pc2="http://schemas.microsoft.com/office/powerpoint/2019/9/main/command">
                <pc:docMk/>
                <pc:sldMk cId="963365186" sldId="1060"/>
                <pc2:cmMk id="{8501D33E-3106-4519-B3C5-4AB96D6D7A44}"/>
              </pc2:cmMkLst>
            </pc226:cmChg>
          </p:ext>
        </pc:extLst>
      </pc:sldChg>
      <pc:sldChg chg="add del mod modShow">
        <pc:chgData name="Palit, Tapti" userId="dec6fbcd-7598-406a-8cbf-504d4a3bac15" providerId="ADAL" clId="{ECD42228-5B96-4A72-B268-C46DF994E6B7}" dt="2024-01-28T03:44:01.241" v="67437" actId="47"/>
        <pc:sldMkLst>
          <pc:docMk/>
          <pc:sldMk cId="3415435656" sldId="1060"/>
        </pc:sldMkLst>
      </pc:sldChg>
      <pc:sldChg chg="addSp delSp modSp add mod modShow modNotesTx">
        <pc:chgData name="Palit, Tapti" userId="dec6fbcd-7598-406a-8cbf-504d4a3bac15" providerId="ADAL" clId="{ECD42228-5B96-4A72-B268-C46DF994E6B7}" dt="2024-02-11T18:01:38.902" v="110964" actId="20577"/>
        <pc:sldMkLst>
          <pc:docMk/>
          <pc:sldMk cId="1309478449" sldId="1061"/>
        </pc:sldMkLst>
        <pc:spChg chg="mod">
          <ac:chgData name="Palit, Tapti" userId="dec6fbcd-7598-406a-8cbf-504d4a3bac15" providerId="ADAL" clId="{ECD42228-5B96-4A72-B268-C46DF994E6B7}" dt="2024-01-29T04:45:07.228" v="75809" actId="20577"/>
          <ac:spMkLst>
            <pc:docMk/>
            <pc:sldMk cId="1309478449" sldId="1061"/>
            <ac:spMk id="2" creationId="{D7EC638E-4A77-46B8-B32A-298B47F2DEB0}"/>
          </ac:spMkLst>
        </pc:spChg>
        <pc:spChg chg="mod">
          <ac:chgData name="Palit, Tapti" userId="dec6fbcd-7598-406a-8cbf-504d4a3bac15" providerId="ADAL" clId="{ECD42228-5B96-4A72-B268-C46DF994E6B7}" dt="2024-01-29T14:43:11.947" v="78755" actId="20577"/>
          <ac:spMkLst>
            <pc:docMk/>
            <pc:sldMk cId="1309478449" sldId="1061"/>
            <ac:spMk id="3" creationId="{DBF81D88-EE7F-4956-ADB0-DA856615FD00}"/>
          </ac:spMkLst>
        </pc:spChg>
        <pc:spChg chg="del">
          <ac:chgData name="Palit, Tapti" userId="dec6fbcd-7598-406a-8cbf-504d4a3bac15" providerId="ADAL" clId="{ECD42228-5B96-4A72-B268-C46DF994E6B7}" dt="2024-01-30T02:57:28.175" v="84835" actId="478"/>
          <ac:spMkLst>
            <pc:docMk/>
            <pc:sldMk cId="1309478449" sldId="1061"/>
            <ac:spMk id="5" creationId="{31DCD2A0-6CAE-119A-2D94-9777B39F7F53}"/>
          </ac:spMkLst>
        </pc:spChg>
        <pc:spChg chg="add mod">
          <ac:chgData name="Palit, Tapti" userId="dec6fbcd-7598-406a-8cbf-504d4a3bac15" providerId="ADAL" clId="{ECD42228-5B96-4A72-B268-C46DF994E6B7}" dt="2024-01-30T17:11:29.889" v="93809"/>
          <ac:spMkLst>
            <pc:docMk/>
            <pc:sldMk cId="1309478449" sldId="1061"/>
            <ac:spMk id="5" creationId="{4A1174FA-0606-FA68-32B5-4A8D9623B740}"/>
          </ac:spMkLst>
        </pc:spChg>
        <pc:spChg chg="add mod">
          <ac:chgData name="Palit, Tapti" userId="dec6fbcd-7598-406a-8cbf-504d4a3bac15" providerId="ADAL" clId="{ECD42228-5B96-4A72-B268-C46DF994E6B7}" dt="2024-01-30T17:11:29.889" v="93809"/>
          <ac:spMkLst>
            <pc:docMk/>
            <pc:sldMk cId="1309478449" sldId="1061"/>
            <ac:spMk id="6" creationId="{746F818A-B914-4A2C-9ED3-C02650E2C1C9}"/>
          </ac:spMkLst>
        </pc:spChg>
        <pc:spChg chg="add mod">
          <ac:chgData name="Palit, Tapti" userId="dec6fbcd-7598-406a-8cbf-504d4a3bac15" providerId="ADAL" clId="{ECD42228-5B96-4A72-B268-C46DF994E6B7}" dt="2024-01-30T17:11:56.353" v="93819" actId="1076"/>
          <ac:spMkLst>
            <pc:docMk/>
            <pc:sldMk cId="1309478449" sldId="1061"/>
            <ac:spMk id="7" creationId="{592FD328-0EEA-6C1D-E490-D8494DDEBC8D}"/>
          </ac:spMkLst>
        </pc:spChg>
        <pc:spChg chg="add mod">
          <ac:chgData name="Palit, Tapti" userId="dec6fbcd-7598-406a-8cbf-504d4a3bac15" providerId="ADAL" clId="{ECD42228-5B96-4A72-B268-C46DF994E6B7}" dt="2024-01-30T17:11:29.889" v="93809"/>
          <ac:spMkLst>
            <pc:docMk/>
            <pc:sldMk cId="1309478449" sldId="1061"/>
            <ac:spMk id="8" creationId="{A01FE536-54B3-0BA0-9323-F8CBCEDA1406}"/>
          </ac:spMkLst>
        </pc:spChg>
        <pc:spChg chg="add mod">
          <ac:chgData name="Palit, Tapti" userId="dec6fbcd-7598-406a-8cbf-504d4a3bac15" providerId="ADAL" clId="{ECD42228-5B96-4A72-B268-C46DF994E6B7}" dt="2024-01-30T17:12:16.960" v="93838"/>
          <ac:spMkLst>
            <pc:docMk/>
            <pc:sldMk cId="1309478449" sldId="1061"/>
            <ac:spMk id="15" creationId="{D56244BB-28E2-402B-2049-BA0E9861946A}"/>
          </ac:spMkLst>
        </pc:spChg>
        <pc:spChg chg="mod">
          <ac:chgData name="Palit, Tapti" userId="dec6fbcd-7598-406a-8cbf-504d4a3bac15" providerId="ADAL" clId="{ECD42228-5B96-4A72-B268-C46DF994E6B7}" dt="2024-01-30T21:27:56.823" v="94866" actId="20577"/>
          <ac:spMkLst>
            <pc:docMk/>
            <pc:sldMk cId="1309478449" sldId="1061"/>
            <ac:spMk id="31" creationId="{A1AE6AAE-C7D3-E8E2-BBBE-C8BA0B0FDD7B}"/>
          </ac:spMkLst>
        </pc:spChg>
        <pc:graphicFrameChg chg="del mod modGraphic">
          <ac:chgData name="Palit, Tapti" userId="dec6fbcd-7598-406a-8cbf-504d4a3bac15" providerId="ADAL" clId="{ECD42228-5B96-4A72-B268-C46DF994E6B7}" dt="2024-01-30T17:11:29.480" v="93808" actId="478"/>
          <ac:graphicFrameMkLst>
            <pc:docMk/>
            <pc:sldMk cId="1309478449" sldId="1061"/>
            <ac:graphicFrameMk id="32" creationId="{662E3E91-EC1F-FAC9-6710-BA112B8C33B9}"/>
          </ac:graphicFrameMkLst>
        </pc:graphicFrameChg>
        <pc:cxnChg chg="add mod">
          <ac:chgData name="Palit, Tapti" userId="dec6fbcd-7598-406a-8cbf-504d4a3bac15" providerId="ADAL" clId="{ECD42228-5B96-4A72-B268-C46DF994E6B7}" dt="2024-01-30T17:11:45.750" v="93815" actId="692"/>
          <ac:cxnSpMkLst>
            <pc:docMk/>
            <pc:sldMk cId="1309478449" sldId="1061"/>
            <ac:cxnSpMk id="10" creationId="{2695A27E-5420-9DB0-2566-0A4FF3F0964F}"/>
          </ac:cxnSpMkLst>
        </pc:cxnChg>
        <pc:cxnChg chg="add mod">
          <ac:chgData name="Palit, Tapti" userId="dec6fbcd-7598-406a-8cbf-504d4a3bac15" providerId="ADAL" clId="{ECD42228-5B96-4A72-B268-C46DF994E6B7}" dt="2024-01-30T17:11:56.353" v="93819" actId="1076"/>
          <ac:cxnSpMkLst>
            <pc:docMk/>
            <pc:sldMk cId="1309478449" sldId="1061"/>
            <ac:cxnSpMk id="11" creationId="{8D652C41-A744-5D1A-A789-31AFCF57818E}"/>
          </ac:cxnSpMkLst>
        </pc:cxnChg>
      </pc:sldChg>
      <pc:sldChg chg="add del">
        <pc:chgData name="Palit, Tapti" userId="dec6fbcd-7598-406a-8cbf-504d4a3bac15" providerId="ADAL" clId="{ECD42228-5B96-4A72-B268-C46DF994E6B7}" dt="2024-01-27T18:18:03.543" v="64124" actId="47"/>
        <pc:sldMkLst>
          <pc:docMk/>
          <pc:sldMk cId="3458951938" sldId="1062"/>
        </pc:sldMkLst>
      </pc:sldChg>
      <pc:sldChg chg="add mod modShow">
        <pc:chgData name="Palit, Tapti" userId="dec6fbcd-7598-406a-8cbf-504d4a3bac15" providerId="ADAL" clId="{ECD42228-5B96-4A72-B268-C46DF994E6B7}" dt="2024-01-30T16:45:49.955" v="92722" actId="729"/>
        <pc:sldMkLst>
          <pc:docMk/>
          <pc:sldMk cId="1942745651" sldId="1063"/>
        </pc:sldMkLst>
      </pc:sldChg>
      <pc:sldChg chg="addSp delSp modSp add del mod chgLayout modNotesTx">
        <pc:chgData name="Palit, Tapti" userId="dec6fbcd-7598-406a-8cbf-504d4a3bac15" providerId="ADAL" clId="{ECD42228-5B96-4A72-B268-C46DF994E6B7}" dt="2024-01-30T16:45:43.815" v="92720" actId="2696"/>
        <pc:sldMkLst>
          <pc:docMk/>
          <pc:sldMk cId="3760959893" sldId="1063"/>
        </pc:sldMkLst>
        <pc:spChg chg="mod ord">
          <ac:chgData name="Palit, Tapti" userId="dec6fbcd-7598-406a-8cbf-504d4a3bac15" providerId="ADAL" clId="{ECD42228-5B96-4A72-B268-C46DF994E6B7}" dt="2024-01-30T02:58:53.020" v="84984"/>
          <ac:spMkLst>
            <pc:docMk/>
            <pc:sldMk cId="3760959893" sldId="1063"/>
            <ac:spMk id="2" creationId="{D7EC638E-4A77-46B8-B32A-298B47F2DEB0}"/>
          </ac:spMkLst>
        </pc:spChg>
        <pc:spChg chg="mod ord">
          <ac:chgData name="Palit, Tapti" userId="dec6fbcd-7598-406a-8cbf-504d4a3bac15" providerId="ADAL" clId="{ECD42228-5B96-4A72-B268-C46DF994E6B7}" dt="2024-01-29T14:29:09.255" v="78243" actId="20577"/>
          <ac:spMkLst>
            <pc:docMk/>
            <pc:sldMk cId="3760959893" sldId="1063"/>
            <ac:spMk id="3" creationId="{DBF81D88-EE7F-4956-ADB0-DA856615FD00}"/>
          </ac:spMkLst>
        </pc:spChg>
        <pc:spChg chg="mod ord">
          <ac:chgData name="Palit, Tapti" userId="dec6fbcd-7598-406a-8cbf-504d4a3bac15" providerId="ADAL" clId="{ECD42228-5B96-4A72-B268-C46DF994E6B7}" dt="2024-01-27T18:14:58.325" v="63812" actId="6264"/>
          <ac:spMkLst>
            <pc:docMk/>
            <pc:sldMk cId="3760959893" sldId="1063"/>
            <ac:spMk id="4" creationId="{51C8A26E-666D-4C70-84CF-ED9A6EADF9F2}"/>
          </ac:spMkLst>
        </pc:spChg>
        <pc:spChg chg="del">
          <ac:chgData name="Palit, Tapti" userId="dec6fbcd-7598-406a-8cbf-504d4a3bac15" providerId="ADAL" clId="{ECD42228-5B96-4A72-B268-C46DF994E6B7}" dt="2024-01-27T18:17:34.782" v="64098" actId="478"/>
          <ac:spMkLst>
            <pc:docMk/>
            <pc:sldMk cId="3760959893" sldId="1063"/>
            <ac:spMk id="5" creationId="{31DCD2A0-6CAE-119A-2D94-9777B39F7F53}"/>
          </ac:spMkLst>
        </pc:spChg>
        <pc:spChg chg="add mod">
          <ac:chgData name="Palit, Tapti" userId="dec6fbcd-7598-406a-8cbf-504d4a3bac15" providerId="ADAL" clId="{ECD42228-5B96-4A72-B268-C46DF994E6B7}" dt="2024-01-29T04:38:26.654" v="75586" actId="1076"/>
          <ac:spMkLst>
            <pc:docMk/>
            <pc:sldMk cId="3760959893" sldId="1063"/>
            <ac:spMk id="5" creationId="{8D8C4F1D-2AFD-F2D6-77B9-0C10F0B76BB6}"/>
          </ac:spMkLst>
        </pc:spChg>
        <pc:spChg chg="add del mod">
          <ac:chgData name="Palit, Tapti" userId="dec6fbcd-7598-406a-8cbf-504d4a3bac15" providerId="ADAL" clId="{ECD42228-5B96-4A72-B268-C46DF994E6B7}" dt="2024-01-27T18:14:58.325" v="63812" actId="6264"/>
          <ac:spMkLst>
            <pc:docMk/>
            <pc:sldMk cId="3760959893" sldId="1063"/>
            <ac:spMk id="6" creationId="{A32CC2AD-31F7-D179-EB43-65BF6EBDB296}"/>
          </ac:spMkLst>
        </pc:spChg>
        <pc:spChg chg="add del mod">
          <ac:chgData name="Palit, Tapti" userId="dec6fbcd-7598-406a-8cbf-504d4a3bac15" providerId="ADAL" clId="{ECD42228-5B96-4A72-B268-C46DF994E6B7}" dt="2024-01-27T18:14:58.325" v="63812" actId="6264"/>
          <ac:spMkLst>
            <pc:docMk/>
            <pc:sldMk cId="3760959893" sldId="1063"/>
            <ac:spMk id="7" creationId="{816420C5-2989-5F6D-B936-18C99C5130AD}"/>
          </ac:spMkLst>
        </pc:spChg>
        <pc:spChg chg="add del mod">
          <ac:chgData name="Palit, Tapti" userId="dec6fbcd-7598-406a-8cbf-504d4a3bac15" providerId="ADAL" clId="{ECD42228-5B96-4A72-B268-C46DF994E6B7}" dt="2024-01-27T18:14:58.325" v="63812" actId="6264"/>
          <ac:spMkLst>
            <pc:docMk/>
            <pc:sldMk cId="3760959893" sldId="1063"/>
            <ac:spMk id="8" creationId="{8BB1AA56-2173-89CB-817A-46DE7A181573}"/>
          </ac:spMkLst>
        </pc:spChg>
        <pc:spChg chg="mod">
          <ac:chgData name="Palit, Tapti" userId="dec6fbcd-7598-406a-8cbf-504d4a3bac15" providerId="ADAL" clId="{ECD42228-5B96-4A72-B268-C46DF994E6B7}" dt="2024-01-29T14:29:02.985" v="78225" actId="1076"/>
          <ac:spMkLst>
            <pc:docMk/>
            <pc:sldMk cId="3760959893" sldId="1063"/>
            <ac:spMk id="31" creationId="{A1AE6AAE-C7D3-E8E2-BBBE-C8BA0B0FDD7B}"/>
          </ac:spMkLst>
        </pc:spChg>
        <pc:graphicFrameChg chg="modGraphic">
          <ac:chgData name="Palit, Tapti" userId="dec6fbcd-7598-406a-8cbf-504d4a3bac15" providerId="ADAL" clId="{ECD42228-5B96-4A72-B268-C46DF994E6B7}" dt="2024-01-29T04:38:35.842" v="75615" actId="20577"/>
          <ac:graphicFrameMkLst>
            <pc:docMk/>
            <pc:sldMk cId="3760959893" sldId="1063"/>
            <ac:graphicFrameMk id="32" creationId="{662E3E91-EC1F-FAC9-6710-BA112B8C33B9}"/>
          </ac:graphicFrameMkLst>
        </pc:graphicFrameChg>
      </pc:sldChg>
      <pc:sldChg chg="addSp delSp modSp add del mod">
        <pc:chgData name="Palit, Tapti" userId="dec6fbcd-7598-406a-8cbf-504d4a3bac15" providerId="ADAL" clId="{ECD42228-5B96-4A72-B268-C46DF994E6B7}" dt="2024-01-29T04:40:00.598" v="75681" actId="2696"/>
        <pc:sldMkLst>
          <pc:docMk/>
          <pc:sldMk cId="1472748267" sldId="1064"/>
        </pc:sldMkLst>
        <pc:spChg chg="mod">
          <ac:chgData name="Palit, Tapti" userId="dec6fbcd-7598-406a-8cbf-504d4a3bac15" providerId="ADAL" clId="{ECD42228-5B96-4A72-B268-C46DF994E6B7}" dt="2024-01-27T18:22:33.937" v="64337" actId="20577"/>
          <ac:spMkLst>
            <pc:docMk/>
            <pc:sldMk cId="1472748267" sldId="1064"/>
            <ac:spMk id="2" creationId="{D7EC638E-4A77-46B8-B32A-298B47F2DEB0}"/>
          </ac:spMkLst>
        </pc:spChg>
        <pc:spChg chg="mod">
          <ac:chgData name="Palit, Tapti" userId="dec6fbcd-7598-406a-8cbf-504d4a3bac15" providerId="ADAL" clId="{ECD42228-5B96-4A72-B268-C46DF994E6B7}" dt="2024-01-28T04:19:41.258" v="67739" actId="20577"/>
          <ac:spMkLst>
            <pc:docMk/>
            <pc:sldMk cId="1472748267" sldId="1064"/>
            <ac:spMk id="3" creationId="{DBF81D88-EE7F-4956-ADB0-DA856615FD00}"/>
          </ac:spMkLst>
        </pc:spChg>
        <pc:spChg chg="add del mod">
          <ac:chgData name="Palit, Tapti" userId="dec6fbcd-7598-406a-8cbf-504d4a3bac15" providerId="ADAL" clId="{ECD42228-5B96-4A72-B268-C46DF994E6B7}" dt="2024-01-28T04:21:28.511" v="67752" actId="1036"/>
          <ac:spMkLst>
            <pc:docMk/>
            <pc:sldMk cId="1472748267" sldId="1064"/>
            <ac:spMk id="5" creationId="{32ACED2C-3EE0-D442-8341-768F7D1F295F}"/>
          </ac:spMkLst>
        </pc:spChg>
        <pc:spChg chg="mod">
          <ac:chgData name="Palit, Tapti" userId="dec6fbcd-7598-406a-8cbf-504d4a3bac15" providerId="ADAL" clId="{ECD42228-5B96-4A72-B268-C46DF994E6B7}" dt="2024-01-29T04:25:50.741" v="75367"/>
          <ac:spMkLst>
            <pc:docMk/>
            <pc:sldMk cId="1472748267" sldId="1064"/>
            <ac:spMk id="31" creationId="{A1AE6AAE-C7D3-E8E2-BBBE-C8BA0B0FDD7B}"/>
          </ac:spMkLst>
        </pc:spChg>
        <pc:graphicFrameChg chg="mod modGraphic">
          <ac:chgData name="Palit, Tapti" userId="dec6fbcd-7598-406a-8cbf-504d4a3bac15" providerId="ADAL" clId="{ECD42228-5B96-4A72-B268-C46DF994E6B7}" dt="2024-01-27T18:19:32.241" v="64167" actId="20577"/>
          <ac:graphicFrameMkLst>
            <pc:docMk/>
            <pc:sldMk cId="1472748267" sldId="1064"/>
            <ac:graphicFrameMk id="32" creationId="{662E3E91-EC1F-FAC9-6710-BA112B8C33B9}"/>
          </ac:graphicFrameMkLst>
        </pc:graphicFrameChg>
      </pc:sldChg>
      <pc:sldChg chg="add mod modShow">
        <pc:chgData name="Palit, Tapti" userId="dec6fbcd-7598-406a-8cbf-504d4a3bac15" providerId="ADAL" clId="{ECD42228-5B96-4A72-B268-C46DF994E6B7}" dt="2024-01-29T04:40:09.927" v="75683" actId="729"/>
        <pc:sldMkLst>
          <pc:docMk/>
          <pc:sldMk cId="3665353474" sldId="1064"/>
        </pc:sldMkLst>
      </pc:sldChg>
      <pc:sldChg chg="add mod modShow">
        <pc:chgData name="Palit, Tapti" userId="dec6fbcd-7598-406a-8cbf-504d4a3bac15" providerId="ADAL" clId="{ECD42228-5B96-4A72-B268-C46DF994E6B7}" dt="2024-01-29T04:40:09.927" v="75683" actId="729"/>
        <pc:sldMkLst>
          <pc:docMk/>
          <pc:sldMk cId="957445417" sldId="1065"/>
        </pc:sldMkLst>
      </pc:sldChg>
      <pc:sldChg chg="addSp modSp add del mod">
        <pc:chgData name="Palit, Tapti" userId="dec6fbcd-7598-406a-8cbf-504d4a3bac15" providerId="ADAL" clId="{ECD42228-5B96-4A72-B268-C46DF994E6B7}" dt="2024-01-29T04:40:00.598" v="75681" actId="2696"/>
        <pc:sldMkLst>
          <pc:docMk/>
          <pc:sldMk cId="1237778443" sldId="1065"/>
        </pc:sldMkLst>
        <pc:spChg chg="mod">
          <ac:chgData name="Palit, Tapti" userId="dec6fbcd-7598-406a-8cbf-504d4a3bac15" providerId="ADAL" clId="{ECD42228-5B96-4A72-B268-C46DF994E6B7}" dt="2024-01-27T18:23:38.916" v="64359" actId="20577"/>
          <ac:spMkLst>
            <pc:docMk/>
            <pc:sldMk cId="1237778443" sldId="1065"/>
            <ac:spMk id="2" creationId="{D7EC638E-4A77-46B8-B32A-298B47F2DEB0}"/>
          </ac:spMkLst>
        </pc:spChg>
        <pc:spChg chg="mod">
          <ac:chgData name="Palit, Tapti" userId="dec6fbcd-7598-406a-8cbf-504d4a3bac15" providerId="ADAL" clId="{ECD42228-5B96-4A72-B268-C46DF994E6B7}" dt="2024-01-27T18:21:06.025" v="64253" actId="20577"/>
          <ac:spMkLst>
            <pc:docMk/>
            <pc:sldMk cId="1237778443" sldId="1065"/>
            <ac:spMk id="3" creationId="{DBF81D88-EE7F-4956-ADB0-DA856615FD00}"/>
          </ac:spMkLst>
        </pc:spChg>
        <pc:spChg chg="mod">
          <ac:chgData name="Palit, Tapti" userId="dec6fbcd-7598-406a-8cbf-504d4a3bac15" providerId="ADAL" clId="{ECD42228-5B96-4A72-B268-C46DF994E6B7}" dt="2024-01-28T04:20:46.478" v="67745" actId="1076"/>
          <ac:spMkLst>
            <pc:docMk/>
            <pc:sldMk cId="1237778443" sldId="1065"/>
            <ac:spMk id="5" creationId="{32ACED2C-3EE0-D442-8341-768F7D1F295F}"/>
          </ac:spMkLst>
        </pc:spChg>
        <pc:spChg chg="add mod">
          <ac:chgData name="Palit, Tapti" userId="dec6fbcd-7598-406a-8cbf-504d4a3bac15" providerId="ADAL" clId="{ECD42228-5B96-4A72-B268-C46DF994E6B7}" dt="2024-01-28T20:52:41.559" v="68618" actId="1035"/>
          <ac:spMkLst>
            <pc:docMk/>
            <pc:sldMk cId="1237778443" sldId="1065"/>
            <ac:spMk id="6" creationId="{C79A4D8B-C9F3-2062-8D2B-0772D053E921}"/>
          </ac:spMkLst>
        </pc:spChg>
        <pc:spChg chg="mod">
          <ac:chgData name="Palit, Tapti" userId="dec6fbcd-7598-406a-8cbf-504d4a3bac15" providerId="ADAL" clId="{ECD42228-5B96-4A72-B268-C46DF994E6B7}" dt="2024-01-29T04:25:55.080" v="75368"/>
          <ac:spMkLst>
            <pc:docMk/>
            <pc:sldMk cId="1237778443" sldId="1065"/>
            <ac:spMk id="31" creationId="{A1AE6AAE-C7D3-E8E2-BBBE-C8BA0B0FDD7B}"/>
          </ac:spMkLst>
        </pc:spChg>
        <pc:graphicFrameChg chg="modGraphic">
          <ac:chgData name="Palit, Tapti" userId="dec6fbcd-7598-406a-8cbf-504d4a3bac15" providerId="ADAL" clId="{ECD42228-5B96-4A72-B268-C46DF994E6B7}" dt="2024-01-27T18:20:54.294" v="64216" actId="207"/>
          <ac:graphicFrameMkLst>
            <pc:docMk/>
            <pc:sldMk cId="1237778443" sldId="1065"/>
            <ac:graphicFrameMk id="32" creationId="{662E3E91-EC1F-FAC9-6710-BA112B8C33B9}"/>
          </ac:graphicFrameMkLst>
        </pc:graphicFrameChg>
      </pc:sldChg>
      <pc:sldChg chg="addSp delSp modSp add del mod modClrScheme chgLayout modNotesTx">
        <pc:chgData name="Palit, Tapti" userId="dec6fbcd-7598-406a-8cbf-504d4a3bac15" providerId="ADAL" clId="{ECD42228-5B96-4A72-B268-C46DF994E6B7}" dt="2024-01-29T04:41:00.131" v="75728" actId="2696"/>
        <pc:sldMkLst>
          <pc:docMk/>
          <pc:sldMk cId="1879442720" sldId="1066"/>
        </pc:sldMkLst>
        <pc:spChg chg="mod ord">
          <ac:chgData name="Palit, Tapti" userId="dec6fbcd-7598-406a-8cbf-504d4a3bac15" providerId="ADAL" clId="{ECD42228-5B96-4A72-B268-C46DF994E6B7}" dt="2024-01-28T04:12:13.855" v="67670" actId="700"/>
          <ac:spMkLst>
            <pc:docMk/>
            <pc:sldMk cId="1879442720" sldId="1066"/>
            <ac:spMk id="2" creationId="{D7EC638E-4A77-46B8-B32A-298B47F2DEB0}"/>
          </ac:spMkLst>
        </pc:spChg>
        <pc:spChg chg="mod ord">
          <ac:chgData name="Palit, Tapti" userId="dec6fbcd-7598-406a-8cbf-504d4a3bac15" providerId="ADAL" clId="{ECD42228-5B96-4A72-B268-C46DF994E6B7}" dt="2024-01-28T04:12:13.855" v="67670" actId="700"/>
          <ac:spMkLst>
            <pc:docMk/>
            <pc:sldMk cId="1879442720" sldId="1066"/>
            <ac:spMk id="3" creationId="{DBF81D88-EE7F-4956-ADB0-DA856615FD00}"/>
          </ac:spMkLst>
        </pc:spChg>
        <pc:spChg chg="mod ord">
          <ac:chgData name="Palit, Tapti" userId="dec6fbcd-7598-406a-8cbf-504d4a3bac15" providerId="ADAL" clId="{ECD42228-5B96-4A72-B268-C46DF994E6B7}" dt="2024-01-28T04:12:13.855" v="67670" actId="700"/>
          <ac:spMkLst>
            <pc:docMk/>
            <pc:sldMk cId="1879442720" sldId="1066"/>
            <ac:spMk id="4" creationId="{51C8A26E-666D-4C70-84CF-ED9A6EADF9F2}"/>
          </ac:spMkLst>
        </pc:spChg>
        <pc:spChg chg="mod">
          <ac:chgData name="Palit, Tapti" userId="dec6fbcd-7598-406a-8cbf-504d4a3bac15" providerId="ADAL" clId="{ECD42228-5B96-4A72-B268-C46DF994E6B7}" dt="2024-01-28T04:21:48.782" v="67756" actId="1036"/>
          <ac:spMkLst>
            <pc:docMk/>
            <pc:sldMk cId="1879442720" sldId="1066"/>
            <ac:spMk id="5" creationId="{32ACED2C-3EE0-D442-8341-768F7D1F295F}"/>
          </ac:spMkLst>
        </pc:spChg>
        <pc:spChg chg="del mod">
          <ac:chgData name="Palit, Tapti" userId="dec6fbcd-7598-406a-8cbf-504d4a3bac15" providerId="ADAL" clId="{ECD42228-5B96-4A72-B268-C46DF994E6B7}" dt="2024-01-28T20:52:46.940" v="68619" actId="478"/>
          <ac:spMkLst>
            <pc:docMk/>
            <pc:sldMk cId="1879442720" sldId="1066"/>
            <ac:spMk id="6" creationId="{C79A4D8B-C9F3-2062-8D2B-0772D053E921}"/>
          </ac:spMkLst>
        </pc:spChg>
        <pc:spChg chg="add mod ord">
          <ac:chgData name="Palit, Tapti" userId="dec6fbcd-7598-406a-8cbf-504d4a3bac15" providerId="ADAL" clId="{ECD42228-5B96-4A72-B268-C46DF994E6B7}" dt="2024-01-28T23:40:31.934" v="70984" actId="20577"/>
          <ac:spMkLst>
            <pc:docMk/>
            <pc:sldMk cId="1879442720" sldId="1066"/>
            <ac:spMk id="7" creationId="{8D7F00D2-220D-B93F-07DC-D4ABA4803FE8}"/>
          </ac:spMkLst>
        </pc:spChg>
        <pc:spChg chg="add mod">
          <ac:chgData name="Palit, Tapti" userId="dec6fbcd-7598-406a-8cbf-504d4a3bac15" providerId="ADAL" clId="{ECD42228-5B96-4A72-B268-C46DF994E6B7}" dt="2024-01-28T20:52:47.501" v="68620"/>
          <ac:spMkLst>
            <pc:docMk/>
            <pc:sldMk cId="1879442720" sldId="1066"/>
            <ac:spMk id="8" creationId="{C0F56F47-E238-2F03-3186-3DC585684328}"/>
          </ac:spMkLst>
        </pc:spChg>
        <pc:spChg chg="mod">
          <ac:chgData name="Palit, Tapti" userId="dec6fbcd-7598-406a-8cbf-504d4a3bac15" providerId="ADAL" clId="{ECD42228-5B96-4A72-B268-C46DF994E6B7}" dt="2024-01-29T04:25:59.753" v="75369"/>
          <ac:spMkLst>
            <pc:docMk/>
            <pc:sldMk cId="1879442720" sldId="1066"/>
            <ac:spMk id="31" creationId="{A1AE6AAE-C7D3-E8E2-BBBE-C8BA0B0FDD7B}"/>
          </ac:spMkLst>
        </pc:spChg>
        <pc:graphicFrameChg chg="modGraphic">
          <ac:chgData name="Palit, Tapti" userId="dec6fbcd-7598-406a-8cbf-504d4a3bac15" providerId="ADAL" clId="{ECD42228-5B96-4A72-B268-C46DF994E6B7}" dt="2024-01-27T18:23:20.180" v="64351" actId="207"/>
          <ac:graphicFrameMkLst>
            <pc:docMk/>
            <pc:sldMk cId="1879442720" sldId="1066"/>
            <ac:graphicFrameMk id="32" creationId="{662E3E91-EC1F-FAC9-6710-BA112B8C33B9}"/>
          </ac:graphicFrameMkLst>
        </pc:graphicFrameChg>
      </pc:sldChg>
      <pc:sldChg chg="add mod modShow">
        <pc:chgData name="Palit, Tapti" userId="dec6fbcd-7598-406a-8cbf-504d4a3bac15" providerId="ADAL" clId="{ECD42228-5B96-4A72-B268-C46DF994E6B7}" dt="2024-01-29T04:41:05.516" v="75730" actId="729"/>
        <pc:sldMkLst>
          <pc:docMk/>
          <pc:sldMk cId="3694772529" sldId="1066"/>
        </pc:sldMkLst>
      </pc:sldChg>
      <pc:sldChg chg="add del">
        <pc:chgData name="Palit, Tapti" userId="dec6fbcd-7598-406a-8cbf-504d4a3bac15" providerId="ADAL" clId="{ECD42228-5B96-4A72-B268-C46DF994E6B7}" dt="2024-01-27T21:30:06.770" v="65329" actId="2696"/>
        <pc:sldMkLst>
          <pc:docMk/>
          <pc:sldMk cId="1703398428" sldId="1067"/>
        </pc:sldMkLst>
      </pc:sldChg>
      <pc:sldChg chg="add del mod modShow">
        <pc:chgData name="Palit, Tapti" userId="dec6fbcd-7598-406a-8cbf-504d4a3bac15" providerId="ADAL" clId="{ECD42228-5B96-4A72-B268-C46DF994E6B7}" dt="2024-01-28T03:44:01.241" v="67437" actId="47"/>
        <pc:sldMkLst>
          <pc:docMk/>
          <pc:sldMk cId="3590641457" sldId="1067"/>
        </pc:sldMkLst>
      </pc:sldChg>
      <pc:sldChg chg="modSp add del mod">
        <pc:chgData name="Palit, Tapti" userId="dec6fbcd-7598-406a-8cbf-504d4a3bac15" providerId="ADAL" clId="{ECD42228-5B96-4A72-B268-C46DF994E6B7}" dt="2024-01-27T21:06:25.070" v="64690" actId="47"/>
        <pc:sldMkLst>
          <pc:docMk/>
          <pc:sldMk cId="1124419745" sldId="1068"/>
        </pc:sldMkLst>
        <pc:spChg chg="mod">
          <ac:chgData name="Palit, Tapti" userId="dec6fbcd-7598-406a-8cbf-504d4a3bac15" providerId="ADAL" clId="{ECD42228-5B96-4A72-B268-C46DF994E6B7}" dt="2024-01-27T20:52:00.181" v="64604" actId="20577"/>
          <ac:spMkLst>
            <pc:docMk/>
            <pc:sldMk cId="1124419745" sldId="1068"/>
            <ac:spMk id="3" creationId="{718731F3-A54E-5387-C447-464520FADB53}"/>
          </ac:spMkLst>
        </pc:spChg>
      </pc:sldChg>
      <pc:sldChg chg="add del">
        <pc:chgData name="Palit, Tapti" userId="dec6fbcd-7598-406a-8cbf-504d4a3bac15" providerId="ADAL" clId="{ECD42228-5B96-4A72-B268-C46DF994E6B7}" dt="2024-01-27T20:45:22.863" v="64385"/>
        <pc:sldMkLst>
          <pc:docMk/>
          <pc:sldMk cId="3015766879" sldId="1068"/>
        </pc:sldMkLst>
      </pc:sldChg>
      <pc:sldChg chg="addSp delSp modSp add del mod delAnim">
        <pc:chgData name="Palit, Tapti" userId="dec6fbcd-7598-406a-8cbf-504d4a3bac15" providerId="ADAL" clId="{ECD42228-5B96-4A72-B268-C46DF994E6B7}" dt="2024-01-27T21:20:25.535" v="64967" actId="2696"/>
        <pc:sldMkLst>
          <pc:docMk/>
          <pc:sldMk cId="3495745839" sldId="1068"/>
        </pc:sldMkLst>
        <pc:spChg chg="mod">
          <ac:chgData name="Palit, Tapti" userId="dec6fbcd-7598-406a-8cbf-504d4a3bac15" providerId="ADAL" clId="{ECD42228-5B96-4A72-B268-C46DF994E6B7}" dt="2024-01-27T21:20:13.715" v="64964"/>
          <ac:spMkLst>
            <pc:docMk/>
            <pc:sldMk cId="3495745839" sldId="1068"/>
            <ac:spMk id="6" creationId="{CDF54C75-8E57-C212-0645-30E19DBAEFC3}"/>
          </ac:spMkLst>
        </pc:spChg>
        <pc:spChg chg="add del mod">
          <ac:chgData name="Palit, Tapti" userId="dec6fbcd-7598-406a-8cbf-504d4a3bac15" providerId="ADAL" clId="{ECD42228-5B96-4A72-B268-C46DF994E6B7}" dt="2024-01-27T21:20:19.465" v="64965" actId="478"/>
          <ac:spMkLst>
            <pc:docMk/>
            <pc:sldMk cId="3495745839" sldId="1068"/>
            <ac:spMk id="7" creationId="{E77235BE-CD6B-0F6B-2458-13C2A583FE4C}"/>
          </ac:spMkLst>
        </pc:spChg>
        <pc:spChg chg="add mod">
          <ac:chgData name="Palit, Tapti" userId="dec6fbcd-7598-406a-8cbf-504d4a3bac15" providerId="ADAL" clId="{ECD42228-5B96-4A72-B268-C46DF994E6B7}" dt="2024-01-27T21:15:25.022" v="64870" actId="767"/>
          <ac:spMkLst>
            <pc:docMk/>
            <pc:sldMk cId="3495745839" sldId="1068"/>
            <ac:spMk id="8" creationId="{1A4A53E8-38F0-4BA7-E5B4-F75FB4C3D0CC}"/>
          </ac:spMkLst>
        </pc:spChg>
        <pc:cxnChg chg="del mod">
          <ac:chgData name="Palit, Tapti" userId="dec6fbcd-7598-406a-8cbf-504d4a3bac15" providerId="ADAL" clId="{ECD42228-5B96-4A72-B268-C46DF994E6B7}" dt="2024-01-27T21:14:29.802" v="64839" actId="478"/>
          <ac:cxnSpMkLst>
            <pc:docMk/>
            <pc:sldMk cId="3495745839" sldId="1068"/>
            <ac:cxnSpMk id="10" creationId="{9E94C896-B232-9692-30F5-7EADDBA316F1}"/>
          </ac:cxnSpMkLst>
        </pc:cxnChg>
        <pc:cxnChg chg="add del mod">
          <ac:chgData name="Palit, Tapti" userId="dec6fbcd-7598-406a-8cbf-504d4a3bac15" providerId="ADAL" clId="{ECD42228-5B96-4A72-B268-C46DF994E6B7}" dt="2024-01-27T21:15:34.574" v="64872" actId="478"/>
          <ac:cxnSpMkLst>
            <pc:docMk/>
            <pc:sldMk cId="3495745839" sldId="1068"/>
            <ac:cxnSpMk id="11" creationId="{0FD38483-B50A-96F4-7E00-49092C0795FB}"/>
          </ac:cxnSpMkLst>
        </pc:cxnChg>
        <pc:cxnChg chg="del mod">
          <ac:chgData name="Palit, Tapti" userId="dec6fbcd-7598-406a-8cbf-504d4a3bac15" providerId="ADAL" clId="{ECD42228-5B96-4A72-B268-C46DF994E6B7}" dt="2024-01-27T21:14:29.802" v="64839" actId="478"/>
          <ac:cxnSpMkLst>
            <pc:docMk/>
            <pc:sldMk cId="3495745839" sldId="1068"/>
            <ac:cxnSpMk id="12" creationId="{B7D84180-1A4B-8131-B469-70328178D2E9}"/>
          </ac:cxnSpMkLst>
        </pc:cxnChg>
        <pc:cxnChg chg="add del mod">
          <ac:chgData name="Palit, Tapti" userId="dec6fbcd-7598-406a-8cbf-504d4a3bac15" providerId="ADAL" clId="{ECD42228-5B96-4A72-B268-C46DF994E6B7}" dt="2024-01-27T21:20:22.680" v="64966" actId="478"/>
          <ac:cxnSpMkLst>
            <pc:docMk/>
            <pc:sldMk cId="3495745839" sldId="1068"/>
            <ac:cxnSpMk id="14" creationId="{330A7519-B4E4-F34C-9409-84E8473BD612}"/>
          </ac:cxnSpMkLst>
        </pc:cxnChg>
      </pc:sldChg>
      <pc:sldChg chg="addSp delSp modSp add del mod">
        <pc:chgData name="Palit, Tapti" userId="dec6fbcd-7598-406a-8cbf-504d4a3bac15" providerId="ADAL" clId="{ECD42228-5B96-4A72-B268-C46DF994E6B7}" dt="2024-01-29T03:50:29.932" v="75284" actId="47"/>
        <pc:sldMkLst>
          <pc:docMk/>
          <pc:sldMk cId="3431256432" sldId="1069"/>
        </pc:sldMkLst>
        <pc:spChg chg="mod">
          <ac:chgData name="Palit, Tapti" userId="dec6fbcd-7598-406a-8cbf-504d4a3bac15" providerId="ADAL" clId="{ECD42228-5B96-4A72-B268-C46DF994E6B7}" dt="2024-01-28T04:29:09.653" v="67987"/>
          <ac:spMkLst>
            <pc:docMk/>
            <pc:sldMk cId="3431256432" sldId="1069"/>
            <ac:spMk id="2" creationId="{85BB36D4-0D34-594A-B8AD-6FD2FD35DD7E}"/>
          </ac:spMkLst>
        </pc:spChg>
        <pc:spChg chg="mod">
          <ac:chgData name="Palit, Tapti" userId="dec6fbcd-7598-406a-8cbf-504d4a3bac15" providerId="ADAL" clId="{ECD42228-5B96-4A72-B268-C46DF994E6B7}" dt="2024-01-28T04:30:00.579" v="67994" actId="1076"/>
          <ac:spMkLst>
            <pc:docMk/>
            <pc:sldMk cId="3431256432" sldId="1069"/>
            <ac:spMk id="10" creationId="{D90FE0FB-9DF3-880E-9A32-CEFD9115E033}"/>
          </ac:spMkLst>
        </pc:spChg>
        <pc:spChg chg="mod">
          <ac:chgData name="Palit, Tapti" userId="dec6fbcd-7598-406a-8cbf-504d4a3bac15" providerId="ADAL" clId="{ECD42228-5B96-4A72-B268-C46DF994E6B7}" dt="2024-01-28T04:30:00.579" v="67994" actId="1076"/>
          <ac:spMkLst>
            <pc:docMk/>
            <pc:sldMk cId="3431256432" sldId="1069"/>
            <ac:spMk id="11" creationId="{849223D1-9D6E-7B27-5A36-2E13FD48F731}"/>
          </ac:spMkLst>
        </pc:spChg>
        <pc:picChg chg="add del mod">
          <ac:chgData name="Palit, Tapti" userId="dec6fbcd-7598-406a-8cbf-504d4a3bac15" providerId="ADAL" clId="{ECD42228-5B96-4A72-B268-C46DF994E6B7}" dt="2024-01-28T04:29:49.388" v="67992" actId="478"/>
          <ac:picMkLst>
            <pc:docMk/>
            <pc:sldMk cId="3431256432" sldId="1069"/>
            <ac:picMk id="5" creationId="{956BA883-1B26-3312-79B6-E7A39B2B5792}"/>
          </ac:picMkLst>
        </pc:picChg>
        <pc:picChg chg="del">
          <ac:chgData name="Palit, Tapti" userId="dec6fbcd-7598-406a-8cbf-504d4a3bac15" providerId="ADAL" clId="{ECD42228-5B96-4A72-B268-C46DF994E6B7}" dt="2024-01-27T21:11:50.629" v="64837" actId="478"/>
          <ac:picMkLst>
            <pc:docMk/>
            <pc:sldMk cId="3431256432" sldId="1069"/>
            <ac:picMk id="6" creationId="{C11430F6-2646-240E-BA12-D35D4D4BCE1C}"/>
          </ac:picMkLst>
        </pc:picChg>
        <pc:picChg chg="add del mod">
          <ac:chgData name="Palit, Tapti" userId="dec6fbcd-7598-406a-8cbf-504d4a3bac15" providerId="ADAL" clId="{ECD42228-5B96-4A72-B268-C46DF994E6B7}" dt="2024-01-28T04:29:49.388" v="67992" actId="478"/>
          <ac:picMkLst>
            <pc:docMk/>
            <pc:sldMk cId="3431256432" sldId="1069"/>
            <ac:picMk id="7" creationId="{B8B269D6-876E-7117-3F1F-5D4114A5C416}"/>
          </ac:picMkLst>
        </pc:picChg>
        <pc:picChg chg="del">
          <ac:chgData name="Palit, Tapti" userId="dec6fbcd-7598-406a-8cbf-504d4a3bac15" providerId="ADAL" clId="{ECD42228-5B96-4A72-B268-C46DF994E6B7}" dt="2024-01-28T04:29:20.216" v="67988" actId="478"/>
          <ac:picMkLst>
            <pc:docMk/>
            <pc:sldMk cId="3431256432" sldId="1069"/>
            <ac:picMk id="8" creationId="{366EC38B-CD37-A8CD-97A5-D043DFBCED5F}"/>
          </ac:picMkLst>
        </pc:picChg>
        <pc:picChg chg="del">
          <ac:chgData name="Palit, Tapti" userId="dec6fbcd-7598-406a-8cbf-504d4a3bac15" providerId="ADAL" clId="{ECD42228-5B96-4A72-B268-C46DF994E6B7}" dt="2024-01-28T04:29:20.216" v="67988" actId="478"/>
          <ac:picMkLst>
            <pc:docMk/>
            <pc:sldMk cId="3431256432" sldId="1069"/>
            <ac:picMk id="9" creationId="{1E14B468-0131-AC3A-56B4-322FAFFF67D8}"/>
          </ac:picMkLst>
        </pc:picChg>
        <pc:picChg chg="add del mod">
          <ac:chgData name="Palit, Tapti" userId="dec6fbcd-7598-406a-8cbf-504d4a3bac15" providerId="ADAL" clId="{ECD42228-5B96-4A72-B268-C46DF994E6B7}" dt="2024-01-28T04:29:49.388" v="67992" actId="478"/>
          <ac:picMkLst>
            <pc:docMk/>
            <pc:sldMk cId="3431256432" sldId="1069"/>
            <ac:picMk id="12" creationId="{CF0DF0DC-50F0-0340-A950-9D56316708F5}"/>
          </ac:picMkLst>
        </pc:picChg>
        <pc:picChg chg="add del mod">
          <ac:chgData name="Palit, Tapti" userId="dec6fbcd-7598-406a-8cbf-504d4a3bac15" providerId="ADAL" clId="{ECD42228-5B96-4A72-B268-C46DF994E6B7}" dt="2024-01-28T21:05:52.067" v="68628" actId="478"/>
          <ac:picMkLst>
            <pc:docMk/>
            <pc:sldMk cId="3431256432" sldId="1069"/>
            <ac:picMk id="13" creationId="{D6F8F45B-F07F-0BEA-03B7-5040EDE14947}"/>
          </ac:picMkLst>
        </pc:picChg>
        <pc:picChg chg="add mod">
          <ac:chgData name="Palit, Tapti" userId="dec6fbcd-7598-406a-8cbf-504d4a3bac15" providerId="ADAL" clId="{ECD42228-5B96-4A72-B268-C46DF994E6B7}" dt="2024-01-28T04:29:54.058" v="67993"/>
          <ac:picMkLst>
            <pc:docMk/>
            <pc:sldMk cId="3431256432" sldId="1069"/>
            <ac:picMk id="14" creationId="{A123DA6A-8928-8DFF-1B45-3444C1D65859}"/>
          </ac:picMkLst>
        </pc:picChg>
        <pc:picChg chg="add mod">
          <ac:chgData name="Palit, Tapti" userId="dec6fbcd-7598-406a-8cbf-504d4a3bac15" providerId="ADAL" clId="{ECD42228-5B96-4A72-B268-C46DF994E6B7}" dt="2024-01-28T04:29:54.058" v="67993"/>
          <ac:picMkLst>
            <pc:docMk/>
            <pc:sldMk cId="3431256432" sldId="1069"/>
            <ac:picMk id="15" creationId="{F99A1A1E-2467-81B9-E04D-C4A4F089A7B8}"/>
          </ac:picMkLst>
        </pc:picChg>
        <pc:picChg chg="add mod">
          <ac:chgData name="Palit, Tapti" userId="dec6fbcd-7598-406a-8cbf-504d4a3bac15" providerId="ADAL" clId="{ECD42228-5B96-4A72-B268-C46DF994E6B7}" dt="2024-01-28T21:05:56.419" v="68629"/>
          <ac:picMkLst>
            <pc:docMk/>
            <pc:sldMk cId="3431256432" sldId="1069"/>
            <ac:picMk id="16" creationId="{588632CF-A5D3-2ECF-22E9-6365F547D165}"/>
          </ac:picMkLst>
        </pc:picChg>
        <pc:picChg chg="del">
          <ac:chgData name="Palit, Tapti" userId="dec6fbcd-7598-406a-8cbf-504d4a3bac15" providerId="ADAL" clId="{ECD42228-5B96-4A72-B268-C46DF994E6B7}" dt="2024-01-28T04:29:20.216" v="67988" actId="478"/>
          <ac:picMkLst>
            <pc:docMk/>
            <pc:sldMk cId="3431256432" sldId="1069"/>
            <ac:picMk id="1026" creationId="{2741BB2C-9BB8-CB63-35AE-0EDCAF4019B2}"/>
          </ac:picMkLst>
        </pc:picChg>
        <pc:picChg chg="mod">
          <ac:chgData name="Palit, Tapti" userId="dec6fbcd-7598-406a-8cbf-504d4a3bac15" providerId="ADAL" clId="{ECD42228-5B96-4A72-B268-C46DF994E6B7}" dt="2024-01-28T04:30:00.579" v="67994" actId="1076"/>
          <ac:picMkLst>
            <pc:docMk/>
            <pc:sldMk cId="3431256432" sldId="1069"/>
            <ac:picMk id="1028" creationId="{1741705E-DA8B-1AEC-6BF6-D4A5135A8EC8}"/>
          </ac:picMkLst>
        </pc:picChg>
        <pc:picChg chg="mod">
          <ac:chgData name="Palit, Tapti" userId="dec6fbcd-7598-406a-8cbf-504d4a3bac15" providerId="ADAL" clId="{ECD42228-5B96-4A72-B268-C46DF994E6B7}" dt="2024-01-28T04:30:00.579" v="67994" actId="1076"/>
          <ac:picMkLst>
            <pc:docMk/>
            <pc:sldMk cId="3431256432" sldId="1069"/>
            <ac:picMk id="1030" creationId="{8D78B493-7ED8-F252-68E5-27303818D863}"/>
          </ac:picMkLst>
        </pc:picChg>
      </pc:sldChg>
      <pc:sldChg chg="add del">
        <pc:chgData name="Palit, Tapti" userId="dec6fbcd-7598-406a-8cbf-504d4a3bac15" providerId="ADAL" clId="{ECD42228-5B96-4A72-B268-C46DF994E6B7}" dt="2024-01-27T21:06:25.070" v="64690" actId="47"/>
        <pc:sldMkLst>
          <pc:docMk/>
          <pc:sldMk cId="3925407820" sldId="1069"/>
        </pc:sldMkLst>
      </pc:sldChg>
      <pc:sldChg chg="delSp add del">
        <pc:chgData name="Palit, Tapti" userId="dec6fbcd-7598-406a-8cbf-504d4a3bac15" providerId="ADAL" clId="{ECD42228-5B96-4A72-B268-C46DF994E6B7}" dt="2024-01-28T04:30:18.531" v="67999" actId="47"/>
        <pc:sldMkLst>
          <pc:docMk/>
          <pc:sldMk cId="197948664" sldId="1070"/>
        </pc:sldMkLst>
        <pc:spChg chg="del">
          <ac:chgData name="Palit, Tapti" userId="dec6fbcd-7598-406a-8cbf-504d4a3bac15" providerId="ADAL" clId="{ECD42228-5B96-4A72-B268-C46DF994E6B7}" dt="2024-01-28T04:30:08.460" v="67995" actId="478"/>
          <ac:spMkLst>
            <pc:docMk/>
            <pc:sldMk cId="197948664" sldId="1070"/>
            <ac:spMk id="10" creationId="{D90FE0FB-9DF3-880E-9A32-CEFD9115E033}"/>
          </ac:spMkLst>
        </pc:spChg>
        <pc:spChg chg="del">
          <ac:chgData name="Palit, Tapti" userId="dec6fbcd-7598-406a-8cbf-504d4a3bac15" providerId="ADAL" clId="{ECD42228-5B96-4A72-B268-C46DF994E6B7}" dt="2024-01-28T04:30:08.460" v="67995" actId="478"/>
          <ac:spMkLst>
            <pc:docMk/>
            <pc:sldMk cId="197948664" sldId="1070"/>
            <ac:spMk id="11" creationId="{849223D1-9D6E-7B27-5A36-2E13FD48F731}"/>
          </ac:spMkLst>
        </pc:spChg>
        <pc:picChg chg="del">
          <ac:chgData name="Palit, Tapti" userId="dec6fbcd-7598-406a-8cbf-504d4a3bac15" providerId="ADAL" clId="{ECD42228-5B96-4A72-B268-C46DF994E6B7}" dt="2024-01-28T04:30:15.685" v="67997" actId="21"/>
          <ac:picMkLst>
            <pc:docMk/>
            <pc:sldMk cId="197948664" sldId="1070"/>
            <ac:picMk id="6" creationId="{C11430F6-2646-240E-BA12-D35D4D4BCE1C}"/>
          </ac:picMkLst>
        </pc:picChg>
        <pc:picChg chg="del">
          <ac:chgData name="Palit, Tapti" userId="dec6fbcd-7598-406a-8cbf-504d4a3bac15" providerId="ADAL" clId="{ECD42228-5B96-4A72-B268-C46DF994E6B7}" dt="2024-01-28T04:30:08.460" v="67995" actId="478"/>
          <ac:picMkLst>
            <pc:docMk/>
            <pc:sldMk cId="197948664" sldId="1070"/>
            <ac:picMk id="8" creationId="{366EC38B-CD37-A8CD-97A5-D043DFBCED5F}"/>
          </ac:picMkLst>
        </pc:picChg>
        <pc:picChg chg="del">
          <ac:chgData name="Palit, Tapti" userId="dec6fbcd-7598-406a-8cbf-504d4a3bac15" providerId="ADAL" clId="{ECD42228-5B96-4A72-B268-C46DF994E6B7}" dt="2024-01-28T04:30:08.460" v="67995" actId="478"/>
          <ac:picMkLst>
            <pc:docMk/>
            <pc:sldMk cId="197948664" sldId="1070"/>
            <ac:picMk id="9" creationId="{1E14B468-0131-AC3A-56B4-322FAFFF67D8}"/>
          </ac:picMkLst>
        </pc:picChg>
        <pc:picChg chg="del">
          <ac:chgData name="Palit, Tapti" userId="dec6fbcd-7598-406a-8cbf-504d4a3bac15" providerId="ADAL" clId="{ECD42228-5B96-4A72-B268-C46DF994E6B7}" dt="2024-01-28T04:30:08.460" v="67995" actId="478"/>
          <ac:picMkLst>
            <pc:docMk/>
            <pc:sldMk cId="197948664" sldId="1070"/>
            <ac:picMk id="1026" creationId="{2741BB2C-9BB8-CB63-35AE-0EDCAF4019B2}"/>
          </ac:picMkLst>
        </pc:picChg>
        <pc:picChg chg="del">
          <ac:chgData name="Palit, Tapti" userId="dec6fbcd-7598-406a-8cbf-504d4a3bac15" providerId="ADAL" clId="{ECD42228-5B96-4A72-B268-C46DF994E6B7}" dt="2024-01-28T04:30:08.460" v="67995" actId="478"/>
          <ac:picMkLst>
            <pc:docMk/>
            <pc:sldMk cId="197948664" sldId="1070"/>
            <ac:picMk id="1028" creationId="{1741705E-DA8B-1AEC-6BF6-D4A5135A8EC8}"/>
          </ac:picMkLst>
        </pc:picChg>
        <pc:picChg chg="del">
          <ac:chgData name="Palit, Tapti" userId="dec6fbcd-7598-406a-8cbf-504d4a3bac15" providerId="ADAL" clId="{ECD42228-5B96-4A72-B268-C46DF994E6B7}" dt="2024-01-28T04:30:08.460" v="67995" actId="478"/>
          <ac:picMkLst>
            <pc:docMk/>
            <pc:sldMk cId="197948664" sldId="1070"/>
            <ac:picMk id="1030" creationId="{8D78B493-7ED8-F252-68E5-27303818D863}"/>
          </ac:picMkLst>
        </pc:picChg>
      </pc:sldChg>
      <pc:sldChg chg="add del mod modShow">
        <pc:chgData name="Palit, Tapti" userId="dec6fbcd-7598-406a-8cbf-504d4a3bac15" providerId="ADAL" clId="{ECD42228-5B96-4A72-B268-C46DF994E6B7}" dt="2024-01-28T03:44:01.241" v="67437" actId="47"/>
        <pc:sldMkLst>
          <pc:docMk/>
          <pc:sldMk cId="313556067" sldId="1071"/>
        </pc:sldMkLst>
      </pc:sldChg>
      <pc:sldChg chg="modSp add del modAnim">
        <pc:chgData name="Palit, Tapti" userId="dec6fbcd-7598-406a-8cbf-504d4a3bac15" providerId="ADAL" clId="{ECD42228-5B96-4A72-B268-C46DF994E6B7}" dt="2024-01-27T21:30:06.770" v="65329" actId="2696"/>
        <pc:sldMkLst>
          <pc:docMk/>
          <pc:sldMk cId="1815959302" sldId="1071"/>
        </pc:sldMkLst>
        <pc:spChg chg="mod">
          <ac:chgData name="Palit, Tapti" userId="dec6fbcd-7598-406a-8cbf-504d4a3bac15" providerId="ADAL" clId="{ECD42228-5B96-4A72-B268-C46DF994E6B7}" dt="2024-01-27T21:28:21.496" v="65328" actId="20577"/>
          <ac:spMkLst>
            <pc:docMk/>
            <pc:sldMk cId="1815959302" sldId="1071"/>
            <ac:spMk id="3" creationId="{718731F3-A54E-5387-C447-464520FADB53}"/>
          </ac:spMkLst>
        </pc:spChg>
      </pc:sldChg>
      <pc:sldChg chg="addSp delSp modSp add mod ord delAnim modAnim">
        <pc:chgData name="Palit, Tapti" userId="dec6fbcd-7598-406a-8cbf-504d4a3bac15" providerId="ADAL" clId="{ECD42228-5B96-4A72-B268-C46DF994E6B7}" dt="2024-02-09T04:45:15.833" v="104506" actId="478"/>
        <pc:sldMkLst>
          <pc:docMk/>
          <pc:sldMk cId="968843865" sldId="1072"/>
        </pc:sldMkLst>
        <pc:spChg chg="add mod">
          <ac:chgData name="Palit, Tapti" userId="dec6fbcd-7598-406a-8cbf-504d4a3bac15" providerId="ADAL" clId="{ECD42228-5B96-4A72-B268-C46DF994E6B7}" dt="2024-01-30T07:09:40.049" v="90851"/>
          <ac:spMkLst>
            <pc:docMk/>
            <pc:sldMk cId="968843865" sldId="1072"/>
            <ac:spMk id="2" creationId="{857E6696-25E8-97FA-0FCE-292CBE3B8898}"/>
          </ac:spMkLst>
        </pc:spChg>
        <pc:spChg chg="mod">
          <ac:chgData name="Palit, Tapti" userId="dec6fbcd-7598-406a-8cbf-504d4a3bac15" providerId="ADAL" clId="{ECD42228-5B96-4A72-B268-C46DF994E6B7}" dt="2024-01-28T04:41:21.413" v="68352"/>
          <ac:spMkLst>
            <pc:docMk/>
            <pc:sldMk cId="968843865" sldId="1072"/>
            <ac:spMk id="3" creationId="{718731F3-A54E-5387-C447-464520FADB53}"/>
          </ac:spMkLst>
        </pc:spChg>
        <pc:spChg chg="mod">
          <ac:chgData name="Palit, Tapti" userId="dec6fbcd-7598-406a-8cbf-504d4a3bac15" providerId="ADAL" clId="{ECD42228-5B96-4A72-B268-C46DF994E6B7}" dt="2024-01-30T04:12:23.719" v="86118" actId="20577"/>
          <ac:spMkLst>
            <pc:docMk/>
            <pc:sldMk cId="968843865" sldId="1072"/>
            <ac:spMk id="6" creationId="{CDF54C75-8E57-C212-0645-30E19DBAEFC3}"/>
          </ac:spMkLst>
        </pc:spChg>
        <pc:spChg chg="add del mod">
          <ac:chgData name="Palit, Tapti" userId="dec6fbcd-7598-406a-8cbf-504d4a3bac15" providerId="ADAL" clId="{ECD42228-5B96-4A72-B268-C46DF994E6B7}" dt="2024-02-09T04:45:15.833" v="104506" actId="478"/>
          <ac:spMkLst>
            <pc:docMk/>
            <pc:sldMk cId="968843865" sldId="1072"/>
            <ac:spMk id="7" creationId="{E23782BC-B64B-36C9-9B4B-FFFA16767478}"/>
          </ac:spMkLst>
        </pc:spChg>
        <pc:spChg chg="add mod">
          <ac:chgData name="Palit, Tapti" userId="dec6fbcd-7598-406a-8cbf-504d4a3bac15" providerId="ADAL" clId="{ECD42228-5B96-4A72-B268-C46DF994E6B7}" dt="2024-01-30T04:22:16.017" v="86207"/>
          <ac:spMkLst>
            <pc:docMk/>
            <pc:sldMk cId="968843865" sldId="1072"/>
            <ac:spMk id="8" creationId="{CEC2E400-5475-EDB2-B2CA-A3D577904B20}"/>
          </ac:spMkLst>
        </pc:spChg>
        <pc:spChg chg="mod">
          <ac:chgData name="Palit, Tapti" userId="dec6fbcd-7598-406a-8cbf-504d4a3bac15" providerId="ADAL" clId="{ECD42228-5B96-4A72-B268-C46DF994E6B7}" dt="2024-01-30T04:27:25.066" v="86313"/>
          <ac:spMkLst>
            <pc:docMk/>
            <pc:sldMk cId="968843865" sldId="1072"/>
            <ac:spMk id="11" creationId="{4641E877-7D99-1B68-6DA1-60090BABE691}"/>
          </ac:spMkLst>
        </pc:spChg>
        <pc:spChg chg="mod">
          <ac:chgData name="Palit, Tapti" userId="dec6fbcd-7598-406a-8cbf-504d4a3bac15" providerId="ADAL" clId="{ECD42228-5B96-4A72-B268-C46DF994E6B7}" dt="2024-01-30T04:27:25.066" v="86313"/>
          <ac:spMkLst>
            <pc:docMk/>
            <pc:sldMk cId="968843865" sldId="1072"/>
            <ac:spMk id="12" creationId="{D54E4580-5A20-6E3F-BD1B-56066E0C4FB2}"/>
          </ac:spMkLst>
        </pc:spChg>
        <pc:spChg chg="mod">
          <ac:chgData name="Palit, Tapti" userId="dec6fbcd-7598-406a-8cbf-504d4a3bac15" providerId="ADAL" clId="{ECD42228-5B96-4A72-B268-C46DF994E6B7}" dt="2024-01-30T04:27:25.066" v="86313"/>
          <ac:spMkLst>
            <pc:docMk/>
            <pc:sldMk cId="968843865" sldId="1072"/>
            <ac:spMk id="13" creationId="{35DB97C5-C8FF-3D09-F22C-E088898BB137}"/>
          </ac:spMkLst>
        </pc:spChg>
        <pc:spChg chg="mod">
          <ac:chgData name="Palit, Tapti" userId="dec6fbcd-7598-406a-8cbf-504d4a3bac15" providerId="ADAL" clId="{ECD42228-5B96-4A72-B268-C46DF994E6B7}" dt="2024-01-30T04:33:06.512" v="86360" actId="207"/>
          <ac:spMkLst>
            <pc:docMk/>
            <pc:sldMk cId="968843865" sldId="1072"/>
            <ac:spMk id="15" creationId="{A8E8CBCA-85E4-8786-7829-22ED5E726868}"/>
          </ac:spMkLst>
        </pc:spChg>
        <pc:spChg chg="del">
          <ac:chgData name="Palit, Tapti" userId="dec6fbcd-7598-406a-8cbf-504d4a3bac15" providerId="ADAL" clId="{ECD42228-5B96-4A72-B268-C46DF994E6B7}" dt="2024-01-30T04:27:24.701" v="86312" actId="478"/>
          <ac:spMkLst>
            <pc:docMk/>
            <pc:sldMk cId="968843865" sldId="1072"/>
            <ac:spMk id="30" creationId="{11D4ADC7-21B9-08B4-25A4-8EEFFD3ACAF2}"/>
          </ac:spMkLst>
        </pc:spChg>
        <pc:spChg chg="del">
          <ac:chgData name="Palit, Tapti" userId="dec6fbcd-7598-406a-8cbf-504d4a3bac15" providerId="ADAL" clId="{ECD42228-5B96-4A72-B268-C46DF994E6B7}" dt="2024-01-27T21:18:19.703" v="64931" actId="478"/>
          <ac:spMkLst>
            <pc:docMk/>
            <pc:sldMk cId="968843865" sldId="1072"/>
            <ac:spMk id="33" creationId="{6F8DDCDB-2BC0-4664-5DDC-E0969FF063B5}"/>
          </ac:spMkLst>
        </pc:spChg>
        <pc:spChg chg="mod">
          <ac:chgData name="Palit, Tapti" userId="dec6fbcd-7598-406a-8cbf-504d4a3bac15" providerId="ADAL" clId="{ECD42228-5B96-4A72-B268-C46DF994E6B7}" dt="2024-01-27T21:24:00.175" v="65069" actId="1076"/>
          <ac:spMkLst>
            <pc:docMk/>
            <pc:sldMk cId="968843865" sldId="1072"/>
            <ac:spMk id="45" creationId="{182D6F96-B93F-75AB-32DF-9492EF38914C}"/>
          </ac:spMkLst>
        </pc:spChg>
        <pc:spChg chg="del">
          <ac:chgData name="Palit, Tapti" userId="dec6fbcd-7598-406a-8cbf-504d4a3bac15" providerId="ADAL" clId="{ECD42228-5B96-4A72-B268-C46DF994E6B7}" dt="2024-01-27T21:18:16.988" v="64930" actId="478"/>
          <ac:spMkLst>
            <pc:docMk/>
            <pc:sldMk cId="968843865" sldId="1072"/>
            <ac:spMk id="46" creationId="{9715DB38-9550-104E-AAEA-4D661B3F9D39}"/>
          </ac:spMkLst>
        </pc:spChg>
        <pc:grpChg chg="add mod">
          <ac:chgData name="Palit, Tapti" userId="dec6fbcd-7598-406a-8cbf-504d4a3bac15" providerId="ADAL" clId="{ECD42228-5B96-4A72-B268-C46DF994E6B7}" dt="2024-01-30T04:27:25.066" v="86313"/>
          <ac:grpSpMkLst>
            <pc:docMk/>
            <pc:sldMk cId="968843865" sldId="1072"/>
            <ac:grpSpMk id="9" creationId="{70465515-173A-04E3-CC57-57FA31B6A982}"/>
          </ac:grpSpMkLst>
        </pc:grpChg>
        <pc:graphicFrameChg chg="del modGraphic">
          <ac:chgData name="Palit, Tapti" userId="dec6fbcd-7598-406a-8cbf-504d4a3bac15" providerId="ADAL" clId="{ECD42228-5B96-4A72-B268-C46DF994E6B7}" dt="2024-01-30T04:27:20.683" v="86311" actId="478"/>
          <ac:graphicFrameMkLst>
            <pc:docMk/>
            <pc:sldMk cId="968843865" sldId="1072"/>
            <ac:graphicFrameMk id="2" creationId="{4498D35B-E7A5-4947-5802-D6A575F62626}"/>
          </ac:graphicFrameMkLst>
        </pc:graphicFrameChg>
        <pc:graphicFrameChg chg="del">
          <ac:chgData name="Palit, Tapti" userId="dec6fbcd-7598-406a-8cbf-504d4a3bac15" providerId="ADAL" clId="{ECD42228-5B96-4A72-B268-C46DF994E6B7}" dt="2024-01-27T21:18:16.988" v="64930" actId="478"/>
          <ac:graphicFrameMkLst>
            <pc:docMk/>
            <pc:sldMk cId="968843865" sldId="1072"/>
            <ac:graphicFrameMk id="28" creationId="{7A06F78A-A30D-EA99-2E4E-624D76067CB7}"/>
          </ac:graphicFrameMkLst>
        </pc:graphicFrameChg>
        <pc:cxnChg chg="mod">
          <ac:chgData name="Palit, Tapti" userId="dec6fbcd-7598-406a-8cbf-504d4a3bac15" providerId="ADAL" clId="{ECD42228-5B96-4A72-B268-C46DF994E6B7}" dt="2024-01-30T04:27:32.595" v="86314" actId="14100"/>
          <ac:cxnSpMkLst>
            <pc:docMk/>
            <pc:sldMk cId="968843865" sldId="1072"/>
            <ac:cxnSpMk id="10" creationId="{9E94C896-B232-9692-30F5-7EADDBA316F1}"/>
          </ac:cxnSpMkLst>
        </pc:cxnChg>
        <pc:cxnChg chg="del mod">
          <ac:chgData name="Palit, Tapti" userId="dec6fbcd-7598-406a-8cbf-504d4a3bac15" providerId="ADAL" clId="{ECD42228-5B96-4A72-B268-C46DF994E6B7}" dt="2024-01-27T21:18:16.988" v="64930" actId="478"/>
          <ac:cxnSpMkLst>
            <pc:docMk/>
            <pc:sldMk cId="968843865" sldId="1072"/>
            <ac:cxnSpMk id="12" creationId="{B7D84180-1A4B-8131-B469-70328178D2E9}"/>
          </ac:cxnSpMkLst>
        </pc:cxnChg>
        <pc:cxnChg chg="mod">
          <ac:chgData name="Palit, Tapti" userId="dec6fbcd-7598-406a-8cbf-504d4a3bac15" providerId="ADAL" clId="{ECD42228-5B96-4A72-B268-C46DF994E6B7}" dt="2024-01-30T04:27:25.066" v="86313"/>
          <ac:cxnSpMkLst>
            <pc:docMk/>
            <pc:sldMk cId="968843865" sldId="1072"/>
            <ac:cxnSpMk id="14" creationId="{73DF7893-716D-C805-96EF-032B6481DE4B}"/>
          </ac:cxnSpMkLst>
        </pc:cxnChg>
      </pc:sldChg>
      <pc:sldChg chg="addSp delSp modSp add mod ord delAnim modAnim addCm delCm">
        <pc:chgData name="Palit, Tapti" userId="dec6fbcd-7598-406a-8cbf-504d4a3bac15" providerId="ADAL" clId="{ECD42228-5B96-4A72-B268-C46DF994E6B7}" dt="2024-02-11T18:09:44.788" v="111224"/>
        <pc:sldMkLst>
          <pc:docMk/>
          <pc:sldMk cId="2966847284" sldId="1073"/>
        </pc:sldMkLst>
        <pc:spChg chg="add mod">
          <ac:chgData name="Palit, Tapti" userId="dec6fbcd-7598-406a-8cbf-504d4a3bac15" providerId="ADAL" clId="{ECD42228-5B96-4A72-B268-C46DF994E6B7}" dt="2024-01-30T04:22:11.966" v="86206" actId="20577"/>
          <ac:spMkLst>
            <pc:docMk/>
            <pc:sldMk cId="2966847284" sldId="1073"/>
            <ac:spMk id="2" creationId="{3548C24C-1FFF-6A53-CEBA-319A68CB8437}"/>
          </ac:spMkLst>
        </pc:spChg>
        <pc:spChg chg="mod">
          <ac:chgData name="Palit, Tapti" userId="dec6fbcd-7598-406a-8cbf-504d4a3bac15" providerId="ADAL" clId="{ECD42228-5B96-4A72-B268-C46DF994E6B7}" dt="2024-01-28T04:41:16.189" v="68349" actId="20577"/>
          <ac:spMkLst>
            <pc:docMk/>
            <pc:sldMk cId="2966847284" sldId="1073"/>
            <ac:spMk id="3" creationId="{718731F3-A54E-5387-C447-464520FADB53}"/>
          </ac:spMkLst>
        </pc:spChg>
        <pc:spChg chg="mod">
          <ac:chgData name="Palit, Tapti" userId="dec6fbcd-7598-406a-8cbf-504d4a3bac15" providerId="ADAL" clId="{ECD42228-5B96-4A72-B268-C46DF994E6B7}" dt="2024-01-30T04:12:15.358" v="86116" actId="20577"/>
          <ac:spMkLst>
            <pc:docMk/>
            <pc:sldMk cId="2966847284" sldId="1073"/>
            <ac:spMk id="6" creationId="{CDF54C75-8E57-C212-0645-30E19DBAEFC3}"/>
          </ac:spMkLst>
        </pc:spChg>
        <pc:spChg chg="del mod">
          <ac:chgData name="Palit, Tapti" userId="dec6fbcd-7598-406a-8cbf-504d4a3bac15" providerId="ADAL" clId="{ECD42228-5B96-4A72-B268-C46DF994E6B7}" dt="2024-02-09T04:44:10.215" v="104500" actId="478"/>
          <ac:spMkLst>
            <pc:docMk/>
            <pc:sldMk cId="2966847284" sldId="1073"/>
            <ac:spMk id="7" creationId="{E23782BC-B64B-36C9-9B4B-FFFA16767478}"/>
          </ac:spMkLst>
        </pc:spChg>
        <pc:spChg chg="del">
          <ac:chgData name="Palit, Tapti" userId="dec6fbcd-7598-406a-8cbf-504d4a3bac15" providerId="ADAL" clId="{ECD42228-5B96-4A72-B268-C46DF994E6B7}" dt="2024-01-27T21:19:11.583" v="64947" actId="478"/>
          <ac:spMkLst>
            <pc:docMk/>
            <pc:sldMk cId="2966847284" sldId="1073"/>
            <ac:spMk id="30" creationId="{11D4ADC7-21B9-08B4-25A4-8EEFFD3ACAF2}"/>
          </ac:spMkLst>
        </pc:spChg>
        <pc:spChg chg="mod">
          <ac:chgData name="Palit, Tapti" userId="dec6fbcd-7598-406a-8cbf-504d4a3bac15" providerId="ADAL" clId="{ECD42228-5B96-4A72-B268-C46DF994E6B7}" dt="2024-01-29T15:36:34.605" v="79146" actId="1076"/>
          <ac:spMkLst>
            <pc:docMk/>
            <pc:sldMk cId="2966847284" sldId="1073"/>
            <ac:spMk id="45" creationId="{182D6F96-B93F-75AB-32DF-9492EF38914C}"/>
          </ac:spMkLst>
        </pc:spChg>
        <pc:graphicFrameChg chg="del">
          <ac:chgData name="Palit, Tapti" userId="dec6fbcd-7598-406a-8cbf-504d4a3bac15" providerId="ADAL" clId="{ECD42228-5B96-4A72-B268-C46DF994E6B7}" dt="2024-01-27T21:19:11.583" v="64947" actId="478"/>
          <ac:graphicFrameMkLst>
            <pc:docMk/>
            <pc:sldMk cId="2966847284" sldId="1073"/>
            <ac:graphicFrameMk id="2" creationId="{4498D35B-E7A5-4947-5802-D6A575F62626}"/>
          </ac:graphicFrameMkLst>
        </pc:graphicFrameChg>
        <pc:cxnChg chg="del mod">
          <ac:chgData name="Palit, Tapti" userId="dec6fbcd-7598-406a-8cbf-504d4a3bac15" providerId="ADAL" clId="{ECD42228-5B96-4A72-B268-C46DF994E6B7}" dt="2024-01-27T21:19:11.583" v="64947" actId="478"/>
          <ac:cxnSpMkLst>
            <pc:docMk/>
            <pc:sldMk cId="2966847284" sldId="1073"/>
            <ac:cxnSpMk id="10" creationId="{9E94C896-B232-9692-30F5-7EADDBA316F1}"/>
          </ac:cxnSpMkLst>
        </pc:cxn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2-11T18:09:44.788" v="111224"/>
              <pc2:cmMkLst xmlns:pc2="http://schemas.microsoft.com/office/powerpoint/2019/9/main/command">
                <pc:docMk/>
                <pc:sldMk cId="2966847284" sldId="1073"/>
                <pc2:cmMk id="{449EF6B7-F298-4773-A84E-D3F173C66E92}"/>
              </pc2:cmMkLst>
            </pc226:cmChg>
            <pc226:cmChg xmlns:pc226="http://schemas.microsoft.com/office/powerpoint/2022/06/main/command" chg="add del">
              <pc226:chgData name="Palit, Tapti" userId="dec6fbcd-7598-406a-8cbf-504d4a3bac15" providerId="ADAL" clId="{ECD42228-5B96-4A72-B268-C46DF994E6B7}" dt="2024-02-07T12:38:58.899" v="100416"/>
              <pc2:cmMkLst xmlns:pc2="http://schemas.microsoft.com/office/powerpoint/2019/9/main/command">
                <pc:docMk/>
                <pc:sldMk cId="2966847284" sldId="1073"/>
                <pc2:cmMk id="{07682AE0-6E94-4230-9D56-10E8DCD74A49}"/>
              </pc2:cmMkLst>
            </pc226:cmChg>
          </p:ext>
        </pc:extLst>
      </pc:sldChg>
      <pc:sldChg chg="addSp delSp modSp add mod modAnim modNotesTx">
        <pc:chgData name="Palit, Tapti" userId="dec6fbcd-7598-406a-8cbf-504d4a3bac15" providerId="ADAL" clId="{ECD42228-5B96-4A72-B268-C46DF994E6B7}" dt="2024-02-11T18:10:27.694" v="111402" actId="20577"/>
        <pc:sldMkLst>
          <pc:docMk/>
          <pc:sldMk cId="1203570601" sldId="1074"/>
        </pc:sldMkLst>
        <pc:spChg chg="add mod">
          <ac:chgData name="Palit, Tapti" userId="dec6fbcd-7598-406a-8cbf-504d4a3bac15" providerId="ADAL" clId="{ECD42228-5B96-4A72-B268-C46DF994E6B7}" dt="2024-02-09T04:08:52.083" v="104299"/>
          <ac:spMkLst>
            <pc:docMk/>
            <pc:sldMk cId="1203570601" sldId="1074"/>
            <ac:spMk id="2" creationId="{936F3FB9-4C01-B253-65C3-959377959BE9}"/>
          </ac:spMkLst>
        </pc:spChg>
        <pc:spChg chg="mod">
          <ac:chgData name="Palit, Tapti" userId="dec6fbcd-7598-406a-8cbf-504d4a3bac15" providerId="ADAL" clId="{ECD42228-5B96-4A72-B268-C46DF994E6B7}" dt="2024-01-28T04:41:31.304" v="68363" actId="20577"/>
          <ac:spMkLst>
            <pc:docMk/>
            <pc:sldMk cId="1203570601" sldId="1074"/>
            <ac:spMk id="3" creationId="{718731F3-A54E-5387-C447-464520FADB53}"/>
          </ac:spMkLst>
        </pc:spChg>
        <pc:spChg chg="mod">
          <ac:chgData name="Palit, Tapti" userId="dec6fbcd-7598-406a-8cbf-504d4a3bac15" providerId="ADAL" clId="{ECD42228-5B96-4A72-B268-C46DF994E6B7}" dt="2024-01-30T16:57:03.723" v="93296" actId="20577"/>
          <ac:spMkLst>
            <pc:docMk/>
            <pc:sldMk cId="1203570601" sldId="1074"/>
            <ac:spMk id="5" creationId="{1BC53F30-C203-72B8-3A38-941DF8B40443}"/>
          </ac:spMkLst>
        </pc:spChg>
        <pc:spChg chg="mod">
          <ac:chgData name="Palit, Tapti" userId="dec6fbcd-7598-406a-8cbf-504d4a3bac15" providerId="ADAL" clId="{ECD42228-5B96-4A72-B268-C46DF994E6B7}" dt="2024-01-30T04:13:48.777" v="86132" actId="207"/>
          <ac:spMkLst>
            <pc:docMk/>
            <pc:sldMk cId="1203570601" sldId="1074"/>
            <ac:spMk id="6" creationId="{CDF54C75-8E57-C212-0645-30E19DBAEFC3}"/>
          </ac:spMkLst>
        </pc:spChg>
        <pc:spChg chg="add del mod">
          <ac:chgData name="Palit, Tapti" userId="dec6fbcd-7598-406a-8cbf-504d4a3bac15" providerId="ADAL" clId="{ECD42228-5B96-4A72-B268-C46DF994E6B7}" dt="2024-01-30T15:44:12.075" v="91832" actId="478"/>
          <ac:spMkLst>
            <pc:docMk/>
            <pc:sldMk cId="1203570601" sldId="1074"/>
            <ac:spMk id="7" creationId="{CAFFEAC9-FDAA-3225-F86B-AFDF3979D6AF}"/>
          </ac:spMkLst>
        </pc:spChg>
        <pc:spChg chg="add mod">
          <ac:chgData name="Palit, Tapti" userId="dec6fbcd-7598-406a-8cbf-504d4a3bac15" providerId="ADAL" clId="{ECD42228-5B96-4A72-B268-C46DF994E6B7}" dt="2024-02-09T16:34:49.169" v="105663" actId="1076"/>
          <ac:spMkLst>
            <pc:docMk/>
            <pc:sldMk cId="1203570601" sldId="1074"/>
            <ac:spMk id="7" creationId="{CB3E8DF3-2390-C949-9861-D26DC8AA33EF}"/>
          </ac:spMkLst>
        </pc:spChg>
        <pc:spChg chg="add mod">
          <ac:chgData name="Palit, Tapti" userId="dec6fbcd-7598-406a-8cbf-504d4a3bac15" providerId="ADAL" clId="{ECD42228-5B96-4A72-B268-C46DF994E6B7}" dt="2024-01-30T04:13:33.130" v="86128" actId="14100"/>
          <ac:spMkLst>
            <pc:docMk/>
            <pc:sldMk cId="1203570601" sldId="1074"/>
            <ac:spMk id="8" creationId="{61043ABA-BFAE-5505-11F7-63B5E300C029}"/>
          </ac:spMkLst>
        </pc:spChg>
        <pc:spChg chg="add mod">
          <ac:chgData name="Palit, Tapti" userId="dec6fbcd-7598-406a-8cbf-504d4a3bac15" providerId="ADAL" clId="{ECD42228-5B96-4A72-B268-C46DF994E6B7}" dt="2024-01-30T04:22:22.041" v="86211"/>
          <ac:spMkLst>
            <pc:docMk/>
            <pc:sldMk cId="1203570601" sldId="1074"/>
            <ac:spMk id="11" creationId="{CC6231A1-5F1E-D834-1AD1-1F21575EBA53}"/>
          </ac:spMkLst>
        </pc:spChg>
        <pc:spChg chg="add del mod">
          <ac:chgData name="Palit, Tapti" userId="dec6fbcd-7598-406a-8cbf-504d4a3bac15" providerId="ADAL" clId="{ECD42228-5B96-4A72-B268-C46DF994E6B7}" dt="2024-01-30T04:12:55.110" v="86124" actId="478"/>
          <ac:spMkLst>
            <pc:docMk/>
            <pc:sldMk cId="1203570601" sldId="1074"/>
            <ac:spMk id="13" creationId="{3DA41AF3-A5B5-D6F7-2BD1-F5D561B29C93}"/>
          </ac:spMkLst>
        </pc:spChg>
        <pc:spChg chg="add mod">
          <ac:chgData name="Palit, Tapti" userId="dec6fbcd-7598-406a-8cbf-504d4a3bac15" providerId="ADAL" clId="{ECD42228-5B96-4A72-B268-C46DF994E6B7}" dt="2024-01-30T04:29:42.192" v="86336"/>
          <ac:spMkLst>
            <pc:docMk/>
            <pc:sldMk cId="1203570601" sldId="1074"/>
            <ac:spMk id="14" creationId="{14ECDB66-6F32-35FF-123F-DEEF585214F7}"/>
          </ac:spMkLst>
        </pc:spChg>
        <pc:spChg chg="add mod">
          <ac:chgData name="Palit, Tapti" userId="dec6fbcd-7598-406a-8cbf-504d4a3bac15" providerId="ADAL" clId="{ECD42228-5B96-4A72-B268-C46DF994E6B7}" dt="2024-01-30T04:29:42.192" v="86336"/>
          <ac:spMkLst>
            <pc:docMk/>
            <pc:sldMk cId="1203570601" sldId="1074"/>
            <ac:spMk id="15" creationId="{98052916-6668-91AE-9D92-AC6C40E9BA29}"/>
          </ac:spMkLst>
        </pc:spChg>
        <pc:spChg chg="mod">
          <ac:chgData name="Palit, Tapti" userId="dec6fbcd-7598-406a-8cbf-504d4a3bac15" providerId="ADAL" clId="{ECD42228-5B96-4A72-B268-C46DF994E6B7}" dt="2024-01-30T04:29:42.192" v="86336"/>
          <ac:spMkLst>
            <pc:docMk/>
            <pc:sldMk cId="1203570601" sldId="1074"/>
            <ac:spMk id="17" creationId="{23CC134D-0844-CFB2-0E14-94F812BE3445}"/>
          </ac:spMkLst>
        </pc:spChg>
        <pc:spChg chg="mod">
          <ac:chgData name="Palit, Tapti" userId="dec6fbcd-7598-406a-8cbf-504d4a3bac15" providerId="ADAL" clId="{ECD42228-5B96-4A72-B268-C46DF994E6B7}" dt="2024-01-30T04:29:42.192" v="86336"/>
          <ac:spMkLst>
            <pc:docMk/>
            <pc:sldMk cId="1203570601" sldId="1074"/>
            <ac:spMk id="18" creationId="{C07E8D38-2F8A-86FD-4991-351ED9C3A1C9}"/>
          </ac:spMkLst>
        </pc:spChg>
        <pc:spChg chg="mod">
          <ac:chgData name="Palit, Tapti" userId="dec6fbcd-7598-406a-8cbf-504d4a3bac15" providerId="ADAL" clId="{ECD42228-5B96-4A72-B268-C46DF994E6B7}" dt="2024-01-30T04:29:42.192" v="86336"/>
          <ac:spMkLst>
            <pc:docMk/>
            <pc:sldMk cId="1203570601" sldId="1074"/>
            <ac:spMk id="19" creationId="{4EA0E967-C894-9C99-0C8F-1A2009E5C055}"/>
          </ac:spMkLst>
        </pc:spChg>
        <pc:spChg chg="mod">
          <ac:chgData name="Palit, Tapti" userId="dec6fbcd-7598-406a-8cbf-504d4a3bac15" providerId="ADAL" clId="{ECD42228-5B96-4A72-B268-C46DF994E6B7}" dt="2024-01-30T04:33:16.958" v="86363" actId="207"/>
          <ac:spMkLst>
            <pc:docMk/>
            <pc:sldMk cId="1203570601" sldId="1074"/>
            <ac:spMk id="21" creationId="{4CA46975-8E96-17F9-DAAD-DF5C2D73AE5F}"/>
          </ac:spMkLst>
        </pc:spChg>
        <pc:spChg chg="add del mod">
          <ac:chgData name="Palit, Tapti" userId="dec6fbcd-7598-406a-8cbf-504d4a3bac15" providerId="ADAL" clId="{ECD42228-5B96-4A72-B268-C46DF994E6B7}" dt="2024-02-09T04:09:15.116" v="104301" actId="478"/>
          <ac:spMkLst>
            <pc:docMk/>
            <pc:sldMk cId="1203570601" sldId="1074"/>
            <ac:spMk id="22" creationId="{5A43CD09-1372-53F1-538F-6960FBB066D4}"/>
          </ac:spMkLst>
        </pc:spChg>
        <pc:spChg chg="mod">
          <ac:chgData name="Palit, Tapti" userId="dec6fbcd-7598-406a-8cbf-504d4a3bac15" providerId="ADAL" clId="{ECD42228-5B96-4A72-B268-C46DF994E6B7}" dt="2024-01-30T04:29:42.192" v="86336"/>
          <ac:spMkLst>
            <pc:docMk/>
            <pc:sldMk cId="1203570601" sldId="1074"/>
            <ac:spMk id="25" creationId="{3AE8EED3-F7CF-7C4B-469D-FE5176030589}"/>
          </ac:spMkLst>
        </pc:spChg>
        <pc:spChg chg="mod">
          <ac:chgData name="Palit, Tapti" userId="dec6fbcd-7598-406a-8cbf-504d4a3bac15" providerId="ADAL" clId="{ECD42228-5B96-4A72-B268-C46DF994E6B7}" dt="2024-01-30T04:29:42.192" v="86336"/>
          <ac:spMkLst>
            <pc:docMk/>
            <pc:sldMk cId="1203570601" sldId="1074"/>
            <ac:spMk id="27" creationId="{643D003F-D88A-706E-965E-F6801A869BCA}"/>
          </ac:spMkLst>
        </pc:spChg>
        <pc:spChg chg="mod">
          <ac:chgData name="Palit, Tapti" userId="dec6fbcd-7598-406a-8cbf-504d4a3bac15" providerId="ADAL" clId="{ECD42228-5B96-4A72-B268-C46DF994E6B7}" dt="2024-01-30T04:29:42.192" v="86336"/>
          <ac:spMkLst>
            <pc:docMk/>
            <pc:sldMk cId="1203570601" sldId="1074"/>
            <ac:spMk id="29" creationId="{2C33F616-1A0F-0218-D83F-D756A8F99343}"/>
          </ac:spMkLst>
        </pc:spChg>
        <pc:spChg chg="del">
          <ac:chgData name="Palit, Tapti" userId="dec6fbcd-7598-406a-8cbf-504d4a3bac15" providerId="ADAL" clId="{ECD42228-5B96-4A72-B268-C46DF994E6B7}" dt="2024-01-30T04:29:28.052" v="86333" actId="478"/>
          <ac:spMkLst>
            <pc:docMk/>
            <pc:sldMk cId="1203570601" sldId="1074"/>
            <ac:spMk id="30" creationId="{11D4ADC7-21B9-08B4-25A4-8EEFFD3ACAF2}"/>
          </ac:spMkLst>
        </pc:spChg>
        <pc:spChg chg="mod">
          <ac:chgData name="Palit, Tapti" userId="dec6fbcd-7598-406a-8cbf-504d4a3bac15" providerId="ADAL" clId="{ECD42228-5B96-4A72-B268-C46DF994E6B7}" dt="2024-01-30T04:29:42.192" v="86336"/>
          <ac:spMkLst>
            <pc:docMk/>
            <pc:sldMk cId="1203570601" sldId="1074"/>
            <ac:spMk id="31" creationId="{55330609-34FF-FF43-4D63-1AEA6C310DED}"/>
          </ac:spMkLst>
        </pc:spChg>
        <pc:spChg chg="del">
          <ac:chgData name="Palit, Tapti" userId="dec6fbcd-7598-406a-8cbf-504d4a3bac15" providerId="ADAL" clId="{ECD42228-5B96-4A72-B268-C46DF994E6B7}" dt="2024-01-30T04:29:32.667" v="86335" actId="478"/>
          <ac:spMkLst>
            <pc:docMk/>
            <pc:sldMk cId="1203570601" sldId="1074"/>
            <ac:spMk id="33" creationId="{6F8DDCDB-2BC0-4664-5DDC-E0969FF063B5}"/>
          </ac:spMkLst>
        </pc:spChg>
        <pc:spChg chg="add del">
          <ac:chgData name="Palit, Tapti" userId="dec6fbcd-7598-406a-8cbf-504d4a3bac15" providerId="ADAL" clId="{ECD42228-5B96-4A72-B268-C46DF994E6B7}" dt="2024-02-09T04:09:15.116" v="104301" actId="478"/>
          <ac:spMkLst>
            <pc:docMk/>
            <pc:sldMk cId="1203570601" sldId="1074"/>
            <ac:spMk id="45" creationId="{182D6F96-B93F-75AB-32DF-9492EF38914C}"/>
          </ac:spMkLst>
        </pc:spChg>
        <pc:spChg chg="del">
          <ac:chgData name="Palit, Tapti" userId="dec6fbcd-7598-406a-8cbf-504d4a3bac15" providerId="ADAL" clId="{ECD42228-5B96-4A72-B268-C46DF994E6B7}" dt="2024-01-30T04:29:44.695" v="86337" actId="478"/>
          <ac:spMkLst>
            <pc:docMk/>
            <pc:sldMk cId="1203570601" sldId="1074"/>
            <ac:spMk id="46" creationId="{9715DB38-9550-104E-AAEA-4D661B3F9D39}"/>
          </ac:spMkLst>
        </pc:spChg>
        <pc:grpChg chg="add mod">
          <ac:chgData name="Palit, Tapti" userId="dec6fbcd-7598-406a-8cbf-504d4a3bac15" providerId="ADAL" clId="{ECD42228-5B96-4A72-B268-C46DF994E6B7}" dt="2024-01-30T04:29:42.192" v="86336"/>
          <ac:grpSpMkLst>
            <pc:docMk/>
            <pc:sldMk cId="1203570601" sldId="1074"/>
            <ac:grpSpMk id="16" creationId="{4C14669B-BE32-88C0-31B7-B9496F4D9628}"/>
          </ac:grpSpMkLst>
        </pc:grpChg>
        <pc:grpChg chg="add mod">
          <ac:chgData name="Palit, Tapti" userId="dec6fbcd-7598-406a-8cbf-504d4a3bac15" providerId="ADAL" clId="{ECD42228-5B96-4A72-B268-C46DF994E6B7}" dt="2024-01-30T04:29:42.192" v="86336"/>
          <ac:grpSpMkLst>
            <pc:docMk/>
            <pc:sldMk cId="1203570601" sldId="1074"/>
            <ac:grpSpMk id="23" creationId="{0767341D-65A9-3DF3-DF1D-484D76144DFE}"/>
          </ac:grpSpMkLst>
        </pc:grpChg>
        <pc:grpChg chg="mod">
          <ac:chgData name="Palit, Tapti" userId="dec6fbcd-7598-406a-8cbf-504d4a3bac15" providerId="ADAL" clId="{ECD42228-5B96-4A72-B268-C46DF994E6B7}" dt="2024-01-30T04:29:42.192" v="86336"/>
          <ac:grpSpMkLst>
            <pc:docMk/>
            <pc:sldMk cId="1203570601" sldId="1074"/>
            <ac:grpSpMk id="24" creationId="{111AC374-6695-A801-19E5-D7E8144A9406}"/>
          </ac:grpSpMkLst>
        </pc:grpChg>
        <pc:graphicFrameChg chg="del modGraphic">
          <ac:chgData name="Palit, Tapti" userId="dec6fbcd-7598-406a-8cbf-504d4a3bac15" providerId="ADAL" clId="{ECD42228-5B96-4A72-B268-C46DF994E6B7}" dt="2024-01-30T04:29:22.395" v="86332" actId="478"/>
          <ac:graphicFrameMkLst>
            <pc:docMk/>
            <pc:sldMk cId="1203570601" sldId="1074"/>
            <ac:graphicFrameMk id="2" creationId="{4498D35B-E7A5-4947-5802-D6A575F62626}"/>
          </ac:graphicFrameMkLst>
        </pc:graphicFrameChg>
        <pc:graphicFrameChg chg="del mod modGraphic">
          <ac:chgData name="Palit, Tapti" userId="dec6fbcd-7598-406a-8cbf-504d4a3bac15" providerId="ADAL" clId="{ECD42228-5B96-4A72-B268-C46DF994E6B7}" dt="2024-01-30T04:29:30.632" v="86334" actId="478"/>
          <ac:graphicFrameMkLst>
            <pc:docMk/>
            <pc:sldMk cId="1203570601" sldId="1074"/>
            <ac:graphicFrameMk id="28" creationId="{7A06F78A-A30D-EA99-2E4E-624D76067CB7}"/>
          </ac:graphicFrameMkLst>
        </pc:graphicFrameChg>
        <pc:picChg chg="add mod">
          <ac:chgData name="Palit, Tapti" userId="dec6fbcd-7598-406a-8cbf-504d4a3bac15" providerId="ADAL" clId="{ECD42228-5B96-4A72-B268-C46DF994E6B7}" dt="2024-01-30T04:13:41.529" v="86131" actId="1076"/>
          <ac:picMkLst>
            <pc:docMk/>
            <pc:sldMk cId="1203570601" sldId="1074"/>
            <ac:picMk id="9" creationId="{3619E278-48A0-6E71-88CF-0525634C3BE3}"/>
          </ac:picMkLst>
        </pc:picChg>
        <pc:cxnChg chg="add mod">
          <ac:chgData name="Palit, Tapti" userId="dec6fbcd-7598-406a-8cbf-504d4a3bac15" providerId="ADAL" clId="{ECD42228-5B96-4A72-B268-C46DF994E6B7}" dt="2024-02-09T04:08:52.083" v="104299"/>
          <ac:cxnSpMkLst>
            <pc:docMk/>
            <pc:sldMk cId="1203570601" sldId="1074"/>
            <ac:cxnSpMk id="4" creationId="{56B020EB-FBB0-02C3-786B-BD4CC15B427A}"/>
          </ac:cxnSpMkLst>
        </pc:cxnChg>
        <pc:cxnChg chg="add del mod">
          <ac:chgData name="Palit, Tapti" userId="dec6fbcd-7598-406a-8cbf-504d4a3bac15" providerId="ADAL" clId="{ECD42228-5B96-4A72-B268-C46DF994E6B7}" dt="2024-02-09T04:09:15.116" v="104301" actId="478"/>
          <ac:cxnSpMkLst>
            <pc:docMk/>
            <pc:sldMk cId="1203570601" sldId="1074"/>
            <ac:cxnSpMk id="10" creationId="{9E94C896-B232-9692-30F5-7EADDBA316F1}"/>
          </ac:cxnSpMkLst>
        </pc:cxnChg>
        <pc:cxnChg chg="add del mod">
          <ac:chgData name="Palit, Tapti" userId="dec6fbcd-7598-406a-8cbf-504d4a3bac15" providerId="ADAL" clId="{ECD42228-5B96-4A72-B268-C46DF994E6B7}" dt="2024-02-09T04:09:15.116" v="104301" actId="478"/>
          <ac:cxnSpMkLst>
            <pc:docMk/>
            <pc:sldMk cId="1203570601" sldId="1074"/>
            <ac:cxnSpMk id="12" creationId="{B7D84180-1A4B-8131-B469-70328178D2E9}"/>
          </ac:cxnSpMkLst>
        </pc:cxnChg>
        <pc:cxnChg chg="mod">
          <ac:chgData name="Palit, Tapti" userId="dec6fbcd-7598-406a-8cbf-504d4a3bac15" providerId="ADAL" clId="{ECD42228-5B96-4A72-B268-C46DF994E6B7}" dt="2024-01-30T04:29:42.192" v="86336"/>
          <ac:cxnSpMkLst>
            <pc:docMk/>
            <pc:sldMk cId="1203570601" sldId="1074"/>
            <ac:cxnSpMk id="20" creationId="{9FC0F10A-D470-2CF0-BA12-F44809FDAE8C}"/>
          </ac:cxnSpMkLst>
        </pc:cxnChg>
        <pc:cxnChg chg="mod">
          <ac:chgData name="Palit, Tapti" userId="dec6fbcd-7598-406a-8cbf-504d4a3bac15" providerId="ADAL" clId="{ECD42228-5B96-4A72-B268-C46DF994E6B7}" dt="2024-01-30T04:29:42.192" v="86336"/>
          <ac:cxnSpMkLst>
            <pc:docMk/>
            <pc:sldMk cId="1203570601" sldId="1074"/>
            <ac:cxnSpMk id="26" creationId="{6406F442-3404-35AA-490C-5F4A8D7C11EF}"/>
          </ac:cxnSpMkLst>
        </pc:cxnChg>
        <pc:cxnChg chg="mod">
          <ac:chgData name="Palit, Tapti" userId="dec6fbcd-7598-406a-8cbf-504d4a3bac15" providerId="ADAL" clId="{ECD42228-5B96-4A72-B268-C46DF994E6B7}" dt="2024-01-30T04:29:42.192" v="86336"/>
          <ac:cxnSpMkLst>
            <pc:docMk/>
            <pc:sldMk cId="1203570601" sldId="1074"/>
            <ac:cxnSpMk id="32" creationId="{2789B596-33F5-6430-0A75-4BBA8DEA970A}"/>
          </ac:cxnSpMkLst>
        </pc:cxnChg>
      </pc:sldChg>
      <pc:sldChg chg="add del">
        <pc:chgData name="Palit, Tapti" userId="dec6fbcd-7598-406a-8cbf-504d4a3bac15" providerId="ADAL" clId="{ECD42228-5B96-4A72-B268-C46DF994E6B7}" dt="2024-01-27T21:22:17.895" v="65066" actId="2890"/>
        <pc:sldMkLst>
          <pc:docMk/>
          <pc:sldMk cId="400970447" sldId="1075"/>
        </pc:sldMkLst>
      </pc:sldChg>
      <pc:sldChg chg="addSp delSp modSp add mod ord modNotesTx">
        <pc:chgData name="Palit, Tapti" userId="dec6fbcd-7598-406a-8cbf-504d4a3bac15" providerId="ADAL" clId="{ECD42228-5B96-4A72-B268-C46DF994E6B7}" dt="2024-02-09T05:09:28.506" v="104918"/>
        <pc:sldMkLst>
          <pc:docMk/>
          <pc:sldMk cId="3356062350" sldId="1075"/>
        </pc:sldMkLst>
        <pc:spChg chg="add mod">
          <ac:chgData name="Palit, Tapti" userId="dec6fbcd-7598-406a-8cbf-504d4a3bac15" providerId="ADAL" clId="{ECD42228-5B96-4A72-B268-C46DF994E6B7}" dt="2024-02-09T04:09:44.924" v="104307"/>
          <ac:spMkLst>
            <pc:docMk/>
            <pc:sldMk cId="3356062350" sldId="1075"/>
            <ac:spMk id="2" creationId="{9A9BAA4C-2FC7-AECC-8B52-B0CAC4E6A062}"/>
          </ac:spMkLst>
        </pc:spChg>
        <pc:spChg chg="mod">
          <ac:chgData name="Palit, Tapti" userId="dec6fbcd-7598-406a-8cbf-504d4a3bac15" providerId="ADAL" clId="{ECD42228-5B96-4A72-B268-C46DF994E6B7}" dt="2024-02-09T05:00:00.115" v="104561" actId="20577"/>
          <ac:spMkLst>
            <pc:docMk/>
            <pc:sldMk cId="3356062350" sldId="1075"/>
            <ac:spMk id="3" creationId="{718731F3-A54E-5387-C447-464520FADB53}"/>
          </ac:spMkLst>
        </pc:spChg>
        <pc:spChg chg="add del mod">
          <ac:chgData name="Palit, Tapti" userId="dec6fbcd-7598-406a-8cbf-504d4a3bac15" providerId="ADAL" clId="{ECD42228-5B96-4A72-B268-C46DF994E6B7}" dt="2024-02-09T04:45:21.248" v="104508" actId="478"/>
          <ac:spMkLst>
            <pc:docMk/>
            <pc:sldMk cId="3356062350" sldId="1075"/>
            <ac:spMk id="4" creationId="{6CE210EB-1D02-7135-3823-A32708393DBB}"/>
          </ac:spMkLst>
        </pc:spChg>
        <pc:spChg chg="add mod">
          <ac:chgData name="Palit, Tapti" userId="dec6fbcd-7598-406a-8cbf-504d4a3bac15" providerId="ADAL" clId="{ECD42228-5B96-4A72-B268-C46DF994E6B7}" dt="2024-02-09T05:09:28.506" v="104918"/>
          <ac:spMkLst>
            <pc:docMk/>
            <pc:sldMk cId="3356062350" sldId="1075"/>
            <ac:spMk id="6" creationId="{58120419-F44E-6F02-812E-94828AA972E5}"/>
          </ac:spMkLst>
        </pc:spChg>
        <pc:spChg chg="del mod">
          <ac:chgData name="Palit, Tapti" userId="dec6fbcd-7598-406a-8cbf-504d4a3bac15" providerId="ADAL" clId="{ECD42228-5B96-4A72-B268-C46DF994E6B7}" dt="2024-02-09T04:09:38.641" v="104306" actId="478"/>
          <ac:spMkLst>
            <pc:docMk/>
            <pc:sldMk cId="3356062350" sldId="1075"/>
            <ac:spMk id="6" creationId="{CDF54C75-8E57-C212-0645-30E19DBAEFC3}"/>
          </ac:spMkLst>
        </pc:spChg>
        <pc:spChg chg="add del mod">
          <ac:chgData name="Palit, Tapti" userId="dec6fbcd-7598-406a-8cbf-504d4a3bac15" providerId="ADAL" clId="{ECD42228-5B96-4A72-B268-C46DF994E6B7}" dt="2024-01-30T04:15:05.204" v="86139" actId="478"/>
          <ac:spMkLst>
            <pc:docMk/>
            <pc:sldMk cId="3356062350" sldId="1075"/>
            <ac:spMk id="7" creationId="{7DC66EAE-9146-21A3-8D0F-7FB944771934}"/>
          </ac:spMkLst>
        </pc:spChg>
        <pc:spChg chg="add del mod">
          <ac:chgData name="Palit, Tapti" userId="dec6fbcd-7598-406a-8cbf-504d4a3bac15" providerId="ADAL" clId="{ECD42228-5B96-4A72-B268-C46DF994E6B7}" dt="2024-02-09T04:09:30.484" v="104302" actId="478"/>
          <ac:spMkLst>
            <pc:docMk/>
            <pc:sldMk cId="3356062350" sldId="1075"/>
            <ac:spMk id="8" creationId="{0709F34A-D2CD-5048-442B-D90F8E321379}"/>
          </ac:spMkLst>
        </pc:spChg>
        <pc:spChg chg="add del mod">
          <ac:chgData name="Palit, Tapti" userId="dec6fbcd-7598-406a-8cbf-504d4a3bac15" providerId="ADAL" clId="{ECD42228-5B96-4A72-B268-C46DF994E6B7}" dt="2024-01-30T07:10:37.909" v="90853" actId="478"/>
          <ac:spMkLst>
            <pc:docMk/>
            <pc:sldMk cId="3356062350" sldId="1075"/>
            <ac:spMk id="10" creationId="{E047553F-3A04-81C7-EDA0-3CF4F9BC01D5}"/>
          </ac:spMkLst>
        </pc:spChg>
        <pc:spChg chg="add del mod">
          <ac:chgData name="Palit, Tapti" userId="dec6fbcd-7598-406a-8cbf-504d4a3bac15" providerId="ADAL" clId="{ECD42228-5B96-4A72-B268-C46DF994E6B7}" dt="2024-02-09T05:09:28.043" v="104917" actId="478"/>
          <ac:spMkLst>
            <pc:docMk/>
            <pc:sldMk cId="3356062350" sldId="1075"/>
            <ac:spMk id="12" creationId="{97B4176B-BDF1-64B9-66E1-2F5FB3113460}"/>
          </ac:spMkLst>
        </pc:spChg>
        <pc:spChg chg="del">
          <ac:chgData name="Palit, Tapti" userId="dec6fbcd-7598-406a-8cbf-504d4a3bac15" providerId="ADAL" clId="{ECD42228-5B96-4A72-B268-C46DF994E6B7}" dt="2024-01-27T21:31:31.780" v="65356" actId="478"/>
          <ac:spMkLst>
            <pc:docMk/>
            <pc:sldMk cId="3356062350" sldId="1075"/>
            <ac:spMk id="13" creationId="{3DA41AF3-A5B5-D6F7-2BD1-F5D561B29C93}"/>
          </ac:spMkLst>
        </pc:spChg>
        <pc:spChg chg="add mod">
          <ac:chgData name="Palit, Tapti" userId="dec6fbcd-7598-406a-8cbf-504d4a3bac15" providerId="ADAL" clId="{ECD42228-5B96-4A72-B268-C46DF994E6B7}" dt="2024-01-30T04:30:18.328" v="86341"/>
          <ac:spMkLst>
            <pc:docMk/>
            <pc:sldMk cId="3356062350" sldId="1075"/>
            <ac:spMk id="13" creationId="{C61DB847-819A-3975-5D8F-6C4B0AAC0D8B}"/>
          </ac:spMkLst>
        </pc:spChg>
        <pc:spChg chg="add mod">
          <ac:chgData name="Palit, Tapti" userId="dec6fbcd-7598-406a-8cbf-504d4a3bac15" providerId="ADAL" clId="{ECD42228-5B96-4A72-B268-C46DF994E6B7}" dt="2024-01-27T21:34:17.018" v="65408" actId="6549"/>
          <ac:spMkLst>
            <pc:docMk/>
            <pc:sldMk cId="3356062350" sldId="1075"/>
            <ac:spMk id="14" creationId="{D63CAF18-C89B-4793-DC47-E94A27CF8E2D}"/>
          </ac:spMkLst>
        </pc:spChg>
        <pc:spChg chg="mod">
          <ac:chgData name="Palit, Tapti" userId="dec6fbcd-7598-406a-8cbf-504d4a3bac15" providerId="ADAL" clId="{ECD42228-5B96-4A72-B268-C46DF994E6B7}" dt="2024-01-30T04:30:18.328" v="86341"/>
          <ac:spMkLst>
            <pc:docMk/>
            <pc:sldMk cId="3356062350" sldId="1075"/>
            <ac:spMk id="17" creationId="{882F2CCF-F2EE-BD5E-4836-C026C38BF69A}"/>
          </ac:spMkLst>
        </pc:spChg>
        <pc:spChg chg="mod">
          <ac:chgData name="Palit, Tapti" userId="dec6fbcd-7598-406a-8cbf-504d4a3bac15" providerId="ADAL" clId="{ECD42228-5B96-4A72-B268-C46DF994E6B7}" dt="2024-01-30T04:30:18.328" v="86341"/>
          <ac:spMkLst>
            <pc:docMk/>
            <pc:sldMk cId="3356062350" sldId="1075"/>
            <ac:spMk id="18" creationId="{9102CB47-2684-DD37-9D32-791D82A261C3}"/>
          </ac:spMkLst>
        </pc:spChg>
        <pc:spChg chg="add del mod">
          <ac:chgData name="Palit, Tapti" userId="dec6fbcd-7598-406a-8cbf-504d4a3bac15" providerId="ADAL" clId="{ECD42228-5B96-4A72-B268-C46DF994E6B7}" dt="2024-01-27T21:36:42.391" v="65477" actId="478"/>
          <ac:spMkLst>
            <pc:docMk/>
            <pc:sldMk cId="3356062350" sldId="1075"/>
            <ac:spMk id="19" creationId="{AF8BC813-4AA6-6C0B-2982-7B4A8BE02812}"/>
          </ac:spMkLst>
        </pc:spChg>
        <pc:spChg chg="mod">
          <ac:chgData name="Palit, Tapti" userId="dec6fbcd-7598-406a-8cbf-504d4a3bac15" providerId="ADAL" clId="{ECD42228-5B96-4A72-B268-C46DF994E6B7}" dt="2024-01-30T04:30:18.328" v="86341"/>
          <ac:spMkLst>
            <pc:docMk/>
            <pc:sldMk cId="3356062350" sldId="1075"/>
            <ac:spMk id="19" creationId="{D9ABB38A-C82A-F21C-5638-2D3C1AE774FB}"/>
          </ac:spMkLst>
        </pc:spChg>
        <pc:spChg chg="mod">
          <ac:chgData name="Palit, Tapti" userId="dec6fbcd-7598-406a-8cbf-504d4a3bac15" providerId="ADAL" clId="{ECD42228-5B96-4A72-B268-C46DF994E6B7}" dt="2024-01-30T04:33:20.214" v="86364" actId="207"/>
          <ac:spMkLst>
            <pc:docMk/>
            <pc:sldMk cId="3356062350" sldId="1075"/>
            <ac:spMk id="21" creationId="{5788594C-D754-A1BE-0B76-FFDD45B9208D}"/>
          </ac:spMkLst>
        </pc:spChg>
        <pc:spChg chg="add mod">
          <ac:chgData name="Palit, Tapti" userId="dec6fbcd-7598-406a-8cbf-504d4a3bac15" providerId="ADAL" clId="{ECD42228-5B96-4A72-B268-C46DF994E6B7}" dt="2024-01-30T04:30:36.010" v="86345"/>
          <ac:spMkLst>
            <pc:docMk/>
            <pc:sldMk cId="3356062350" sldId="1075"/>
            <ac:spMk id="24" creationId="{AAC36CFE-3F6D-3E7C-2549-088936EADEFD}"/>
          </ac:spMkLst>
        </pc:spChg>
        <pc:spChg chg="mod">
          <ac:chgData name="Palit, Tapti" userId="dec6fbcd-7598-406a-8cbf-504d4a3bac15" providerId="ADAL" clId="{ECD42228-5B96-4A72-B268-C46DF994E6B7}" dt="2024-01-30T04:30:36.010" v="86345"/>
          <ac:spMkLst>
            <pc:docMk/>
            <pc:sldMk cId="3356062350" sldId="1075"/>
            <ac:spMk id="27" creationId="{A439CEE5-8984-5ECF-9B20-566B269F3A04}"/>
          </ac:spMkLst>
        </pc:spChg>
        <pc:spChg chg="del">
          <ac:chgData name="Palit, Tapti" userId="dec6fbcd-7598-406a-8cbf-504d4a3bac15" providerId="ADAL" clId="{ECD42228-5B96-4A72-B268-C46DF994E6B7}" dt="2024-01-30T04:30:09.484" v="86340" actId="478"/>
          <ac:spMkLst>
            <pc:docMk/>
            <pc:sldMk cId="3356062350" sldId="1075"/>
            <ac:spMk id="30" creationId="{11D4ADC7-21B9-08B4-25A4-8EEFFD3ACAF2}"/>
          </ac:spMkLst>
        </pc:spChg>
        <pc:spChg chg="mod">
          <ac:chgData name="Palit, Tapti" userId="dec6fbcd-7598-406a-8cbf-504d4a3bac15" providerId="ADAL" clId="{ECD42228-5B96-4A72-B268-C46DF994E6B7}" dt="2024-01-30T04:30:36.010" v="86345"/>
          <ac:spMkLst>
            <pc:docMk/>
            <pc:sldMk cId="3356062350" sldId="1075"/>
            <ac:spMk id="31" creationId="{DECD7067-D239-6683-3EF7-AAE11BC729E7}"/>
          </ac:spMkLst>
        </pc:spChg>
        <pc:spChg chg="mod">
          <ac:chgData name="Palit, Tapti" userId="dec6fbcd-7598-406a-8cbf-504d4a3bac15" providerId="ADAL" clId="{ECD42228-5B96-4A72-B268-C46DF994E6B7}" dt="2024-01-30T04:30:36.010" v="86345"/>
          <ac:spMkLst>
            <pc:docMk/>
            <pc:sldMk cId="3356062350" sldId="1075"/>
            <ac:spMk id="32" creationId="{25447565-8E5C-DE5D-1D54-A5BFD13B9D51}"/>
          </ac:spMkLst>
        </pc:spChg>
        <pc:spChg chg="del">
          <ac:chgData name="Palit, Tapti" userId="dec6fbcd-7598-406a-8cbf-504d4a3bac15" providerId="ADAL" clId="{ECD42228-5B96-4A72-B268-C46DF994E6B7}" dt="2024-01-30T04:30:09.484" v="86340" actId="478"/>
          <ac:spMkLst>
            <pc:docMk/>
            <pc:sldMk cId="3356062350" sldId="1075"/>
            <ac:spMk id="33" creationId="{6F8DDCDB-2BC0-4664-5DDC-E0969FF063B5}"/>
          </ac:spMkLst>
        </pc:spChg>
        <pc:spChg chg="mod">
          <ac:chgData name="Palit, Tapti" userId="dec6fbcd-7598-406a-8cbf-504d4a3bac15" providerId="ADAL" clId="{ECD42228-5B96-4A72-B268-C46DF994E6B7}" dt="2024-01-30T04:30:36.010" v="86345"/>
          <ac:spMkLst>
            <pc:docMk/>
            <pc:sldMk cId="3356062350" sldId="1075"/>
            <ac:spMk id="34" creationId="{F6BF3D0E-E021-8EDD-5A4F-64C47C58BA78}"/>
          </ac:spMkLst>
        </pc:spChg>
        <pc:spChg chg="del">
          <ac:chgData name="Palit, Tapti" userId="dec6fbcd-7598-406a-8cbf-504d4a3bac15" providerId="ADAL" clId="{ECD42228-5B96-4A72-B268-C46DF994E6B7}" dt="2024-01-27T21:31:15.733" v="65333" actId="478"/>
          <ac:spMkLst>
            <pc:docMk/>
            <pc:sldMk cId="3356062350" sldId="1075"/>
            <ac:spMk id="45" creationId="{182D6F96-B93F-75AB-32DF-9492EF38914C}"/>
          </ac:spMkLst>
        </pc:spChg>
        <pc:spChg chg="del">
          <ac:chgData name="Palit, Tapti" userId="dec6fbcd-7598-406a-8cbf-504d4a3bac15" providerId="ADAL" clId="{ECD42228-5B96-4A72-B268-C46DF994E6B7}" dt="2024-01-27T21:31:15.733" v="65333" actId="478"/>
          <ac:spMkLst>
            <pc:docMk/>
            <pc:sldMk cId="3356062350" sldId="1075"/>
            <ac:spMk id="46" creationId="{9715DB38-9550-104E-AAEA-4D661B3F9D39}"/>
          </ac:spMkLst>
        </pc:spChg>
        <pc:grpChg chg="add mod">
          <ac:chgData name="Palit, Tapti" userId="dec6fbcd-7598-406a-8cbf-504d4a3bac15" providerId="ADAL" clId="{ECD42228-5B96-4A72-B268-C46DF994E6B7}" dt="2024-01-30T04:30:18.328" v="86341"/>
          <ac:grpSpMkLst>
            <pc:docMk/>
            <pc:sldMk cId="3356062350" sldId="1075"/>
            <ac:grpSpMk id="15" creationId="{388F6B64-A19E-7941-D944-1B101998493A}"/>
          </ac:grpSpMkLst>
        </pc:grpChg>
        <pc:grpChg chg="add mod">
          <ac:chgData name="Palit, Tapti" userId="dec6fbcd-7598-406a-8cbf-504d4a3bac15" providerId="ADAL" clId="{ECD42228-5B96-4A72-B268-C46DF994E6B7}" dt="2024-01-30T04:30:36.010" v="86345"/>
          <ac:grpSpMkLst>
            <pc:docMk/>
            <pc:sldMk cId="3356062350" sldId="1075"/>
            <ac:grpSpMk id="25" creationId="{D01D21DF-6BEC-5344-E939-FAA40DCADBD9}"/>
          </ac:grpSpMkLst>
        </pc:grpChg>
        <pc:grpChg chg="mod">
          <ac:chgData name="Palit, Tapti" userId="dec6fbcd-7598-406a-8cbf-504d4a3bac15" providerId="ADAL" clId="{ECD42228-5B96-4A72-B268-C46DF994E6B7}" dt="2024-01-30T04:30:36.010" v="86345"/>
          <ac:grpSpMkLst>
            <pc:docMk/>
            <pc:sldMk cId="3356062350" sldId="1075"/>
            <ac:grpSpMk id="26" creationId="{4A02641F-4553-5809-433F-5F49B1946380}"/>
          </ac:grpSpMkLst>
        </pc:grpChg>
        <pc:graphicFrameChg chg="del modGraphic">
          <ac:chgData name="Palit, Tapti" userId="dec6fbcd-7598-406a-8cbf-504d4a3bac15" providerId="ADAL" clId="{ECD42228-5B96-4A72-B268-C46DF994E6B7}" dt="2024-01-30T04:30:09.484" v="86340" actId="478"/>
          <ac:graphicFrameMkLst>
            <pc:docMk/>
            <pc:sldMk cId="3356062350" sldId="1075"/>
            <ac:graphicFrameMk id="2" creationId="{4498D35B-E7A5-4947-5802-D6A575F62626}"/>
          </ac:graphicFrameMkLst>
        </pc:graphicFrameChg>
        <pc:graphicFrameChg chg="del modGraphic">
          <ac:chgData name="Palit, Tapti" userId="dec6fbcd-7598-406a-8cbf-504d4a3bac15" providerId="ADAL" clId="{ECD42228-5B96-4A72-B268-C46DF994E6B7}" dt="2024-01-30T04:30:09.484" v="86340" actId="478"/>
          <ac:graphicFrameMkLst>
            <pc:docMk/>
            <pc:sldMk cId="3356062350" sldId="1075"/>
            <ac:graphicFrameMk id="28" creationId="{7A06F78A-A30D-EA99-2E4E-624D76067CB7}"/>
          </ac:graphicFrameMkLst>
        </pc:graphicFrameChg>
        <pc:picChg chg="add del mod">
          <ac:chgData name="Palit, Tapti" userId="dec6fbcd-7598-406a-8cbf-504d4a3bac15" providerId="ADAL" clId="{ECD42228-5B96-4A72-B268-C46DF994E6B7}" dt="2024-02-09T04:09:30.484" v="104302" actId="478"/>
          <ac:picMkLst>
            <pc:docMk/>
            <pc:sldMk cId="3356062350" sldId="1075"/>
            <ac:picMk id="9" creationId="{7D12CE32-796B-E79F-3202-0902172FC76E}"/>
          </ac:picMkLst>
        </pc:picChg>
        <pc:picChg chg="add del mod">
          <ac:chgData name="Palit, Tapti" userId="dec6fbcd-7598-406a-8cbf-504d4a3bac15" providerId="ADAL" clId="{ECD42228-5B96-4A72-B268-C46DF994E6B7}" dt="2024-01-30T07:10:35.059" v="90852" actId="478"/>
          <ac:picMkLst>
            <pc:docMk/>
            <pc:sldMk cId="3356062350" sldId="1075"/>
            <ac:picMk id="11" creationId="{DCDD4A0C-E4BB-E478-352D-52B8C1AD67BB}"/>
          </ac:picMkLst>
        </pc:picChg>
        <pc:cxnChg chg="add del mod">
          <ac:chgData name="Palit, Tapti" userId="dec6fbcd-7598-406a-8cbf-504d4a3bac15" providerId="ADAL" clId="{ECD42228-5B96-4A72-B268-C46DF994E6B7}" dt="2024-01-27T21:36:44.473" v="65478" actId="478"/>
          <ac:cxnSpMkLst>
            <pc:docMk/>
            <pc:sldMk cId="3356062350" sldId="1075"/>
            <ac:cxnSpMk id="8" creationId="{13E01A7B-97BB-6EF5-078A-4AB9389F7883}"/>
          </ac:cxnSpMkLst>
        </pc:cxnChg>
        <pc:cxnChg chg="del mod">
          <ac:chgData name="Palit, Tapti" userId="dec6fbcd-7598-406a-8cbf-504d4a3bac15" providerId="ADAL" clId="{ECD42228-5B96-4A72-B268-C46DF994E6B7}" dt="2024-01-27T21:31:15.733" v="65333" actId="478"/>
          <ac:cxnSpMkLst>
            <pc:docMk/>
            <pc:sldMk cId="3356062350" sldId="1075"/>
            <ac:cxnSpMk id="10" creationId="{9E94C896-B232-9692-30F5-7EADDBA316F1}"/>
          </ac:cxnSpMkLst>
        </pc:cxnChg>
        <pc:cxnChg chg="del mod">
          <ac:chgData name="Palit, Tapti" userId="dec6fbcd-7598-406a-8cbf-504d4a3bac15" providerId="ADAL" clId="{ECD42228-5B96-4A72-B268-C46DF994E6B7}" dt="2024-01-27T21:31:15.733" v="65333" actId="478"/>
          <ac:cxnSpMkLst>
            <pc:docMk/>
            <pc:sldMk cId="3356062350" sldId="1075"/>
            <ac:cxnSpMk id="12" creationId="{B7D84180-1A4B-8131-B469-70328178D2E9}"/>
          </ac:cxnSpMkLst>
        </pc:cxnChg>
        <pc:cxnChg chg="add mod">
          <ac:chgData name="Palit, Tapti" userId="dec6fbcd-7598-406a-8cbf-504d4a3bac15" providerId="ADAL" clId="{ECD42228-5B96-4A72-B268-C46DF994E6B7}" dt="2024-01-30T04:30:26.330" v="86344" actId="14100"/>
          <ac:cxnSpMkLst>
            <pc:docMk/>
            <pc:sldMk cId="3356062350" sldId="1075"/>
            <ac:cxnSpMk id="16" creationId="{A8382162-7596-D715-7552-7B1A7214FB3D}"/>
          </ac:cxnSpMkLst>
        </pc:cxnChg>
        <pc:cxnChg chg="mod">
          <ac:chgData name="Palit, Tapti" userId="dec6fbcd-7598-406a-8cbf-504d4a3bac15" providerId="ADAL" clId="{ECD42228-5B96-4A72-B268-C46DF994E6B7}" dt="2024-01-30T04:30:18.328" v="86341"/>
          <ac:cxnSpMkLst>
            <pc:docMk/>
            <pc:sldMk cId="3356062350" sldId="1075"/>
            <ac:cxnSpMk id="20" creationId="{0223E18A-D1AE-166E-80BA-A26BBB2E7092}"/>
          </ac:cxnSpMkLst>
        </pc:cxnChg>
        <pc:cxnChg chg="mod">
          <ac:chgData name="Palit, Tapti" userId="dec6fbcd-7598-406a-8cbf-504d4a3bac15" providerId="ADAL" clId="{ECD42228-5B96-4A72-B268-C46DF994E6B7}" dt="2024-01-30T04:30:36.010" v="86345"/>
          <ac:cxnSpMkLst>
            <pc:docMk/>
            <pc:sldMk cId="3356062350" sldId="1075"/>
            <ac:cxnSpMk id="29" creationId="{E5AF99DC-5AD8-0A0A-43B4-6AF0BDD61D92}"/>
          </ac:cxnSpMkLst>
        </pc:cxnChg>
        <pc:cxnChg chg="mod">
          <ac:chgData name="Palit, Tapti" userId="dec6fbcd-7598-406a-8cbf-504d4a3bac15" providerId="ADAL" clId="{ECD42228-5B96-4A72-B268-C46DF994E6B7}" dt="2024-01-30T04:30:36.010" v="86345"/>
          <ac:cxnSpMkLst>
            <pc:docMk/>
            <pc:sldMk cId="3356062350" sldId="1075"/>
            <ac:cxnSpMk id="35" creationId="{AC22338B-5ECB-8EEB-A535-D6204315E591}"/>
          </ac:cxnSpMkLst>
        </pc:cxnChg>
      </pc:sldChg>
      <pc:sldChg chg="add del">
        <pc:chgData name="Palit, Tapti" userId="dec6fbcd-7598-406a-8cbf-504d4a3bac15" providerId="ADAL" clId="{ECD42228-5B96-4A72-B268-C46DF994E6B7}" dt="2024-01-27T21:31:53.994" v="65362"/>
        <pc:sldMkLst>
          <pc:docMk/>
          <pc:sldMk cId="2732891288" sldId="1076"/>
        </pc:sldMkLst>
      </pc:sldChg>
      <pc:sldChg chg="addSp delSp modSp add del mod">
        <pc:chgData name="Palit, Tapti" userId="dec6fbcd-7598-406a-8cbf-504d4a3bac15" providerId="ADAL" clId="{ECD42228-5B96-4A72-B268-C46DF994E6B7}" dt="2024-01-30T04:19:22.030" v="86171" actId="47"/>
        <pc:sldMkLst>
          <pc:docMk/>
          <pc:sldMk cId="3284359703" sldId="1076"/>
        </pc:sldMkLst>
        <pc:spChg chg="mod">
          <ac:chgData name="Palit, Tapti" userId="dec6fbcd-7598-406a-8cbf-504d4a3bac15" providerId="ADAL" clId="{ECD42228-5B96-4A72-B268-C46DF994E6B7}" dt="2024-01-28T04:42:03.281" v="68398" actId="20577"/>
          <ac:spMkLst>
            <pc:docMk/>
            <pc:sldMk cId="3284359703" sldId="1076"/>
            <ac:spMk id="3" creationId="{718731F3-A54E-5387-C447-464520FADB53}"/>
          </ac:spMkLst>
        </pc:spChg>
        <pc:spChg chg="mod">
          <ac:chgData name="Palit, Tapti" userId="dec6fbcd-7598-406a-8cbf-504d4a3bac15" providerId="ADAL" clId="{ECD42228-5B96-4A72-B268-C46DF994E6B7}" dt="2024-01-30T03:55:05.869" v="85856" actId="20577"/>
          <ac:spMkLst>
            <pc:docMk/>
            <pc:sldMk cId="3284359703" sldId="1076"/>
            <ac:spMk id="6" creationId="{CDF54C75-8E57-C212-0645-30E19DBAEFC3}"/>
          </ac:spMkLst>
        </pc:spChg>
        <pc:spChg chg="del">
          <ac:chgData name="Palit, Tapti" userId="dec6fbcd-7598-406a-8cbf-504d4a3bac15" providerId="ADAL" clId="{ECD42228-5B96-4A72-B268-C46DF994E6B7}" dt="2024-01-27T21:34:45.435" v="65428" actId="478"/>
          <ac:spMkLst>
            <pc:docMk/>
            <pc:sldMk cId="3284359703" sldId="1076"/>
            <ac:spMk id="7" creationId="{7DC66EAE-9146-21A3-8D0F-7FB944771934}"/>
          </ac:spMkLst>
        </pc:spChg>
        <pc:spChg chg="add del mod">
          <ac:chgData name="Palit, Tapti" userId="dec6fbcd-7598-406a-8cbf-504d4a3bac15" providerId="ADAL" clId="{ECD42228-5B96-4A72-B268-C46DF994E6B7}" dt="2024-01-27T21:35:24.293" v="65464" actId="478"/>
          <ac:spMkLst>
            <pc:docMk/>
            <pc:sldMk cId="3284359703" sldId="1076"/>
            <ac:spMk id="9" creationId="{8E6F9B1D-E84C-C715-8DCC-BA0724B6BA5E}"/>
          </ac:spMkLst>
        </pc:spChg>
        <pc:spChg chg="add mod">
          <ac:chgData name="Palit, Tapti" userId="dec6fbcd-7598-406a-8cbf-504d4a3bac15" providerId="ADAL" clId="{ECD42228-5B96-4A72-B268-C46DF994E6B7}" dt="2024-01-29T15:54:31.889" v="79646" actId="1076"/>
          <ac:spMkLst>
            <pc:docMk/>
            <pc:sldMk cId="3284359703" sldId="1076"/>
            <ac:spMk id="10" creationId="{5FFBCE17-2E8F-514E-9EDF-96C428BD1084}"/>
          </ac:spMkLst>
        </pc:spChg>
        <pc:spChg chg="add mod">
          <ac:chgData name="Palit, Tapti" userId="dec6fbcd-7598-406a-8cbf-504d4a3bac15" providerId="ADAL" clId="{ECD42228-5B96-4A72-B268-C46DF994E6B7}" dt="2024-01-29T15:13:31.624" v="79100" actId="20577"/>
          <ac:spMkLst>
            <pc:docMk/>
            <pc:sldMk cId="3284359703" sldId="1076"/>
            <ac:spMk id="12" creationId="{94829231-AF77-8E6C-9F3C-E2B5310F056A}"/>
          </ac:spMkLst>
        </pc:spChg>
        <pc:spChg chg="del mod">
          <ac:chgData name="Palit, Tapti" userId="dec6fbcd-7598-406a-8cbf-504d4a3bac15" providerId="ADAL" clId="{ECD42228-5B96-4A72-B268-C46DF994E6B7}" dt="2024-01-27T21:36:30.749" v="65474" actId="478"/>
          <ac:spMkLst>
            <pc:docMk/>
            <pc:sldMk cId="3284359703" sldId="1076"/>
            <ac:spMk id="19" creationId="{AF8BC813-4AA6-6C0B-2982-7B4A8BE02812}"/>
          </ac:spMkLst>
        </pc:spChg>
        <pc:graphicFrameChg chg="modGraphic">
          <ac:chgData name="Palit, Tapti" userId="dec6fbcd-7598-406a-8cbf-504d4a3bac15" providerId="ADAL" clId="{ECD42228-5B96-4A72-B268-C46DF994E6B7}" dt="2024-01-28T04:33:05.839" v="68022" actId="6549"/>
          <ac:graphicFrameMkLst>
            <pc:docMk/>
            <pc:sldMk cId="3284359703" sldId="1076"/>
            <ac:graphicFrameMk id="2" creationId="{4498D35B-E7A5-4947-5802-D6A575F62626}"/>
          </ac:graphicFrameMkLst>
        </pc:graphicFrameChg>
        <pc:graphicFrameChg chg="modGraphic">
          <ac:chgData name="Palit, Tapti" userId="dec6fbcd-7598-406a-8cbf-504d4a3bac15" providerId="ADAL" clId="{ECD42228-5B96-4A72-B268-C46DF994E6B7}" dt="2024-01-28T04:33:08.340" v="68023" actId="6549"/>
          <ac:graphicFrameMkLst>
            <pc:docMk/>
            <pc:sldMk cId="3284359703" sldId="1076"/>
            <ac:graphicFrameMk id="28" creationId="{7A06F78A-A30D-EA99-2E4E-624D76067CB7}"/>
          </ac:graphicFrameMkLst>
        </pc:graphicFrameChg>
        <pc:cxnChg chg="del mod">
          <ac:chgData name="Palit, Tapti" userId="dec6fbcd-7598-406a-8cbf-504d4a3bac15" providerId="ADAL" clId="{ECD42228-5B96-4A72-B268-C46DF994E6B7}" dt="2024-01-27T21:36:33.123" v="65475" actId="478"/>
          <ac:cxnSpMkLst>
            <pc:docMk/>
            <pc:sldMk cId="3284359703" sldId="1076"/>
            <ac:cxnSpMk id="8" creationId="{13E01A7B-97BB-6EF5-078A-4AB9389F7883}"/>
          </ac:cxnSpMkLst>
        </pc:cxnChg>
        <pc:cxnChg chg="mod">
          <ac:chgData name="Palit, Tapti" userId="dec6fbcd-7598-406a-8cbf-504d4a3bac15" providerId="ADAL" clId="{ECD42228-5B96-4A72-B268-C46DF994E6B7}" dt="2024-01-27T23:52:31.423" v="66181" actId="692"/>
          <ac:cxnSpMkLst>
            <pc:docMk/>
            <pc:sldMk cId="3284359703" sldId="1076"/>
            <ac:cxnSpMk id="16" creationId="{A8382162-7596-D715-7552-7B1A7214FB3D}"/>
          </ac:cxnSpMkLst>
        </pc:cxnChg>
      </pc:sldChg>
      <pc:sldChg chg="add del">
        <pc:chgData name="Palit, Tapti" userId="dec6fbcd-7598-406a-8cbf-504d4a3bac15" providerId="ADAL" clId="{ECD42228-5B96-4A72-B268-C46DF994E6B7}" dt="2024-01-27T21:31:53.994" v="65362"/>
        <pc:sldMkLst>
          <pc:docMk/>
          <pc:sldMk cId="99350840" sldId="1077"/>
        </pc:sldMkLst>
      </pc:sldChg>
      <pc:sldChg chg="modSp add del mod modNotesTx">
        <pc:chgData name="Palit, Tapti" userId="dec6fbcd-7598-406a-8cbf-504d4a3bac15" providerId="ADAL" clId="{ECD42228-5B96-4A72-B268-C46DF994E6B7}" dt="2024-01-30T04:16:19.364" v="86152" actId="47"/>
        <pc:sldMkLst>
          <pc:docMk/>
          <pc:sldMk cId="1175467105" sldId="1077"/>
        </pc:sldMkLst>
        <pc:spChg chg="mod">
          <ac:chgData name="Palit, Tapti" userId="dec6fbcd-7598-406a-8cbf-504d4a3bac15" providerId="ADAL" clId="{ECD42228-5B96-4A72-B268-C46DF994E6B7}" dt="2024-01-28T04:41:45.828" v="68377" actId="20577"/>
          <ac:spMkLst>
            <pc:docMk/>
            <pc:sldMk cId="1175467105" sldId="1077"/>
            <ac:spMk id="3" creationId="{718731F3-A54E-5387-C447-464520FADB53}"/>
          </ac:spMkLst>
        </pc:spChg>
        <pc:spChg chg="mod">
          <ac:chgData name="Palit, Tapti" userId="dec6fbcd-7598-406a-8cbf-504d4a3bac15" providerId="ADAL" clId="{ECD42228-5B96-4A72-B268-C46DF994E6B7}" dt="2024-01-30T03:55:02.118" v="85854" actId="20577"/>
          <ac:spMkLst>
            <pc:docMk/>
            <pc:sldMk cId="1175467105" sldId="1077"/>
            <ac:spMk id="6" creationId="{CDF54C75-8E57-C212-0645-30E19DBAEFC3}"/>
          </ac:spMkLst>
        </pc:spChg>
        <pc:spChg chg="mod">
          <ac:chgData name="Palit, Tapti" userId="dec6fbcd-7598-406a-8cbf-504d4a3bac15" providerId="ADAL" clId="{ECD42228-5B96-4A72-B268-C46DF994E6B7}" dt="2024-01-29T15:53:20.956" v="79632" actId="1076"/>
          <ac:spMkLst>
            <pc:docMk/>
            <pc:sldMk cId="1175467105" sldId="1077"/>
            <ac:spMk id="7" creationId="{7DC66EAE-9146-21A3-8D0F-7FB944771934}"/>
          </ac:spMkLst>
        </pc:spChg>
        <pc:graphicFrameChg chg="modGraphic">
          <ac:chgData name="Palit, Tapti" userId="dec6fbcd-7598-406a-8cbf-504d4a3bac15" providerId="ADAL" clId="{ECD42228-5B96-4A72-B268-C46DF994E6B7}" dt="2024-01-28T04:32:58.928" v="68020" actId="6549"/>
          <ac:graphicFrameMkLst>
            <pc:docMk/>
            <pc:sldMk cId="1175467105" sldId="1077"/>
            <ac:graphicFrameMk id="2" creationId="{4498D35B-E7A5-4947-5802-D6A575F62626}"/>
          </ac:graphicFrameMkLst>
        </pc:graphicFrameChg>
        <pc:graphicFrameChg chg="mod modGraphic">
          <ac:chgData name="Palit, Tapti" userId="dec6fbcd-7598-406a-8cbf-504d4a3bac15" providerId="ADAL" clId="{ECD42228-5B96-4A72-B268-C46DF994E6B7}" dt="2024-01-28T04:33:01.727" v="68021" actId="6549"/>
          <ac:graphicFrameMkLst>
            <pc:docMk/>
            <pc:sldMk cId="1175467105" sldId="1077"/>
            <ac:graphicFrameMk id="28" creationId="{7A06F78A-A30D-EA99-2E4E-624D76067CB7}"/>
          </ac:graphicFrameMkLst>
        </pc:graphicFrameChg>
        <pc:cxnChg chg="mod">
          <ac:chgData name="Palit, Tapti" userId="dec6fbcd-7598-406a-8cbf-504d4a3bac15" providerId="ADAL" clId="{ECD42228-5B96-4A72-B268-C46DF994E6B7}" dt="2024-01-29T15:53:24.730" v="79633" actId="14100"/>
          <ac:cxnSpMkLst>
            <pc:docMk/>
            <pc:sldMk cId="1175467105" sldId="1077"/>
            <ac:cxnSpMk id="8" creationId="{13E01A7B-97BB-6EF5-078A-4AB9389F7883}"/>
          </ac:cxnSpMkLst>
        </pc:cxnChg>
        <pc:cxnChg chg="mod">
          <ac:chgData name="Palit, Tapti" userId="dec6fbcd-7598-406a-8cbf-504d4a3bac15" providerId="ADAL" clId="{ECD42228-5B96-4A72-B268-C46DF994E6B7}" dt="2024-01-27T23:52:24.033" v="66172" actId="692"/>
          <ac:cxnSpMkLst>
            <pc:docMk/>
            <pc:sldMk cId="1175467105" sldId="1077"/>
            <ac:cxnSpMk id="16" creationId="{A8382162-7596-D715-7552-7B1A7214FB3D}"/>
          </ac:cxnSpMkLst>
        </pc:cxnChg>
      </pc:sldChg>
      <pc:sldChg chg="modSp add del mod">
        <pc:chgData name="Palit, Tapti" userId="dec6fbcd-7598-406a-8cbf-504d4a3bac15" providerId="ADAL" clId="{ECD42228-5B96-4A72-B268-C46DF994E6B7}" dt="2024-01-30T04:19:22.030" v="86171" actId="47"/>
        <pc:sldMkLst>
          <pc:docMk/>
          <pc:sldMk cId="2704095549" sldId="1078"/>
        </pc:sldMkLst>
        <pc:spChg chg="mod">
          <ac:chgData name="Palit, Tapti" userId="dec6fbcd-7598-406a-8cbf-504d4a3bac15" providerId="ADAL" clId="{ECD42228-5B96-4A72-B268-C46DF994E6B7}" dt="2024-01-28T04:42:11.093" v="68416" actId="20577"/>
          <ac:spMkLst>
            <pc:docMk/>
            <pc:sldMk cId="2704095549" sldId="1078"/>
            <ac:spMk id="3" creationId="{718731F3-A54E-5387-C447-464520FADB53}"/>
          </ac:spMkLst>
        </pc:spChg>
        <pc:spChg chg="mod">
          <ac:chgData name="Palit, Tapti" userId="dec6fbcd-7598-406a-8cbf-504d4a3bac15" providerId="ADAL" clId="{ECD42228-5B96-4A72-B268-C46DF994E6B7}" dt="2024-01-30T03:55:09.885" v="85858" actId="20577"/>
          <ac:spMkLst>
            <pc:docMk/>
            <pc:sldMk cId="2704095549" sldId="1078"/>
            <ac:spMk id="6" creationId="{CDF54C75-8E57-C212-0645-30E19DBAEFC3}"/>
          </ac:spMkLst>
        </pc:spChg>
        <pc:spChg chg="mod">
          <ac:chgData name="Palit, Tapti" userId="dec6fbcd-7598-406a-8cbf-504d4a3bac15" providerId="ADAL" clId="{ECD42228-5B96-4A72-B268-C46DF994E6B7}" dt="2024-01-29T15:54:40.211" v="79651" actId="1076"/>
          <ac:spMkLst>
            <pc:docMk/>
            <pc:sldMk cId="2704095549" sldId="1078"/>
            <ac:spMk id="10" creationId="{5FFBCE17-2E8F-514E-9EDF-96C428BD1084}"/>
          </ac:spMkLst>
        </pc:spChg>
        <pc:spChg chg="mod">
          <ac:chgData name="Palit, Tapti" userId="dec6fbcd-7598-406a-8cbf-504d4a3bac15" providerId="ADAL" clId="{ECD42228-5B96-4A72-B268-C46DF994E6B7}" dt="2024-01-29T15:13:41.951" v="79101"/>
          <ac:spMkLst>
            <pc:docMk/>
            <pc:sldMk cId="2704095549" sldId="1078"/>
            <ac:spMk id="12" creationId="{94829231-AF77-8E6C-9F3C-E2B5310F056A}"/>
          </ac:spMkLst>
        </pc:spChg>
        <pc:graphicFrameChg chg="modGraphic">
          <ac:chgData name="Palit, Tapti" userId="dec6fbcd-7598-406a-8cbf-504d4a3bac15" providerId="ADAL" clId="{ECD42228-5B96-4A72-B268-C46DF994E6B7}" dt="2024-01-28T04:33:12.206" v="68024" actId="6549"/>
          <ac:graphicFrameMkLst>
            <pc:docMk/>
            <pc:sldMk cId="2704095549" sldId="1078"/>
            <ac:graphicFrameMk id="2" creationId="{4498D35B-E7A5-4947-5802-D6A575F62626}"/>
          </ac:graphicFrameMkLst>
        </pc:graphicFrameChg>
        <pc:graphicFrameChg chg="mod modGraphic">
          <ac:chgData name="Palit, Tapti" userId="dec6fbcd-7598-406a-8cbf-504d4a3bac15" providerId="ADAL" clId="{ECD42228-5B96-4A72-B268-C46DF994E6B7}" dt="2024-01-28T04:33:14.583" v="68025" actId="6549"/>
          <ac:graphicFrameMkLst>
            <pc:docMk/>
            <pc:sldMk cId="2704095549" sldId="1078"/>
            <ac:graphicFrameMk id="28" creationId="{7A06F78A-A30D-EA99-2E4E-624D76067CB7}"/>
          </ac:graphicFrameMkLst>
        </pc:graphicFrameChg>
        <pc:cxnChg chg="mod">
          <ac:chgData name="Palit, Tapti" userId="dec6fbcd-7598-406a-8cbf-504d4a3bac15" providerId="ADAL" clId="{ECD42228-5B96-4A72-B268-C46DF994E6B7}" dt="2024-01-27T23:52:37.057" v="66188" actId="692"/>
          <ac:cxnSpMkLst>
            <pc:docMk/>
            <pc:sldMk cId="2704095549" sldId="1078"/>
            <ac:cxnSpMk id="16" creationId="{A8382162-7596-D715-7552-7B1A7214FB3D}"/>
          </ac:cxnSpMkLst>
        </pc:cxnChg>
      </pc:sldChg>
      <pc:sldChg chg="add del">
        <pc:chgData name="Palit, Tapti" userId="dec6fbcd-7598-406a-8cbf-504d4a3bac15" providerId="ADAL" clId="{ECD42228-5B96-4A72-B268-C46DF994E6B7}" dt="2024-01-27T21:31:53.994" v="65362"/>
        <pc:sldMkLst>
          <pc:docMk/>
          <pc:sldMk cId="3024031604" sldId="1078"/>
        </pc:sldMkLst>
      </pc:sldChg>
      <pc:sldChg chg="add del">
        <pc:chgData name="Palit, Tapti" userId="dec6fbcd-7598-406a-8cbf-504d4a3bac15" providerId="ADAL" clId="{ECD42228-5B96-4A72-B268-C46DF994E6B7}" dt="2024-01-27T21:31:53.994" v="65362"/>
        <pc:sldMkLst>
          <pc:docMk/>
          <pc:sldMk cId="1261219" sldId="1079"/>
        </pc:sldMkLst>
      </pc:sldChg>
      <pc:sldChg chg="addSp delSp modSp add del mod">
        <pc:chgData name="Palit, Tapti" userId="dec6fbcd-7598-406a-8cbf-504d4a3bac15" providerId="ADAL" clId="{ECD42228-5B96-4A72-B268-C46DF994E6B7}" dt="2024-01-30T04:19:22.030" v="86171" actId="47"/>
        <pc:sldMkLst>
          <pc:docMk/>
          <pc:sldMk cId="1851296034" sldId="1079"/>
        </pc:sldMkLst>
        <pc:spChg chg="mod">
          <ac:chgData name="Palit, Tapti" userId="dec6fbcd-7598-406a-8cbf-504d4a3bac15" providerId="ADAL" clId="{ECD42228-5B96-4A72-B268-C46DF994E6B7}" dt="2024-01-28T04:42:26.415" v="68417"/>
          <ac:spMkLst>
            <pc:docMk/>
            <pc:sldMk cId="1851296034" sldId="1079"/>
            <ac:spMk id="3" creationId="{718731F3-A54E-5387-C447-464520FADB53}"/>
          </ac:spMkLst>
        </pc:spChg>
        <pc:spChg chg="mod">
          <ac:chgData name="Palit, Tapti" userId="dec6fbcd-7598-406a-8cbf-504d4a3bac15" providerId="ADAL" clId="{ECD42228-5B96-4A72-B268-C46DF994E6B7}" dt="2024-01-29T16:16:09.332" v="79957" actId="20577"/>
          <ac:spMkLst>
            <pc:docMk/>
            <pc:sldMk cId="1851296034" sldId="1079"/>
            <ac:spMk id="5" creationId="{1BC53F30-C203-72B8-3A38-941DF8B40443}"/>
          </ac:spMkLst>
        </pc:spChg>
        <pc:spChg chg="mod">
          <ac:chgData name="Palit, Tapti" userId="dec6fbcd-7598-406a-8cbf-504d4a3bac15" providerId="ADAL" clId="{ECD42228-5B96-4A72-B268-C46DF994E6B7}" dt="2024-01-30T03:55:13.980" v="85860" actId="20577"/>
          <ac:spMkLst>
            <pc:docMk/>
            <pc:sldMk cId="1851296034" sldId="1079"/>
            <ac:spMk id="6" creationId="{CDF54C75-8E57-C212-0645-30E19DBAEFC3}"/>
          </ac:spMkLst>
        </pc:spChg>
        <pc:spChg chg="add mod">
          <ac:chgData name="Palit, Tapti" userId="dec6fbcd-7598-406a-8cbf-504d4a3bac15" providerId="ADAL" clId="{ECD42228-5B96-4A72-B268-C46DF994E6B7}" dt="2024-01-30T04:18:27.260" v="86166"/>
          <ac:spMkLst>
            <pc:docMk/>
            <pc:sldMk cId="1851296034" sldId="1079"/>
            <ac:spMk id="8" creationId="{0D0E71DE-FFFF-886D-D93E-45167DD59BF7}"/>
          </ac:spMkLst>
        </pc:spChg>
        <pc:spChg chg="add mod">
          <ac:chgData name="Palit, Tapti" userId="dec6fbcd-7598-406a-8cbf-504d4a3bac15" providerId="ADAL" clId="{ECD42228-5B96-4A72-B268-C46DF994E6B7}" dt="2024-01-30T04:18:27.260" v="86166"/>
          <ac:spMkLst>
            <pc:docMk/>
            <pc:sldMk cId="1851296034" sldId="1079"/>
            <ac:spMk id="9" creationId="{0AE31075-58BD-2F20-E2F1-7A2ADDB2825B}"/>
          </ac:spMkLst>
        </pc:spChg>
        <pc:spChg chg="mod">
          <ac:chgData name="Palit, Tapti" userId="dec6fbcd-7598-406a-8cbf-504d4a3bac15" providerId="ADAL" clId="{ECD42228-5B96-4A72-B268-C46DF994E6B7}" dt="2024-01-29T15:54:52.001" v="79656" actId="1076"/>
          <ac:spMkLst>
            <pc:docMk/>
            <pc:sldMk cId="1851296034" sldId="1079"/>
            <ac:spMk id="10" creationId="{5FFBCE17-2E8F-514E-9EDF-96C428BD1084}"/>
          </ac:spMkLst>
        </pc:spChg>
        <pc:spChg chg="add mod">
          <ac:chgData name="Palit, Tapti" userId="dec6fbcd-7598-406a-8cbf-504d4a3bac15" providerId="ADAL" clId="{ECD42228-5B96-4A72-B268-C46DF994E6B7}" dt="2024-01-27T21:39:38.271" v="65504"/>
          <ac:spMkLst>
            <pc:docMk/>
            <pc:sldMk cId="1851296034" sldId="1079"/>
            <ac:spMk id="11" creationId="{95C73A17-A302-6C83-AA11-5FB9653C84BA}"/>
          </ac:spMkLst>
        </pc:spChg>
        <pc:spChg chg="del">
          <ac:chgData name="Palit, Tapti" userId="dec6fbcd-7598-406a-8cbf-504d4a3bac15" providerId="ADAL" clId="{ECD42228-5B96-4A72-B268-C46DF994E6B7}" dt="2024-01-27T21:39:04.390" v="65495" actId="478"/>
          <ac:spMkLst>
            <pc:docMk/>
            <pc:sldMk cId="1851296034" sldId="1079"/>
            <ac:spMk id="12" creationId="{94829231-AF77-8E6C-9F3C-E2B5310F056A}"/>
          </ac:spMkLst>
        </pc:spChg>
        <pc:graphicFrameChg chg="modGraphic">
          <ac:chgData name="Palit, Tapti" userId="dec6fbcd-7598-406a-8cbf-504d4a3bac15" providerId="ADAL" clId="{ECD42228-5B96-4A72-B268-C46DF994E6B7}" dt="2024-01-28T04:33:17.732" v="68026" actId="6549"/>
          <ac:graphicFrameMkLst>
            <pc:docMk/>
            <pc:sldMk cId="1851296034" sldId="1079"/>
            <ac:graphicFrameMk id="2" creationId="{4498D35B-E7A5-4947-5802-D6A575F62626}"/>
          </ac:graphicFrameMkLst>
        </pc:graphicFrameChg>
        <pc:graphicFrameChg chg="modGraphic">
          <ac:chgData name="Palit, Tapti" userId="dec6fbcd-7598-406a-8cbf-504d4a3bac15" providerId="ADAL" clId="{ECD42228-5B96-4A72-B268-C46DF994E6B7}" dt="2024-01-28T04:33:20.399" v="68027" actId="6549"/>
          <ac:graphicFrameMkLst>
            <pc:docMk/>
            <pc:sldMk cId="1851296034" sldId="1079"/>
            <ac:graphicFrameMk id="28" creationId="{7A06F78A-A30D-EA99-2E4E-624D76067CB7}"/>
          </ac:graphicFrameMkLst>
        </pc:graphicFrameChg>
        <pc:cxnChg chg="add mod">
          <ac:chgData name="Palit, Tapti" userId="dec6fbcd-7598-406a-8cbf-504d4a3bac15" providerId="ADAL" clId="{ECD42228-5B96-4A72-B268-C46DF994E6B7}" dt="2024-01-29T15:54:53.909" v="79657" actId="14100"/>
          <ac:cxnSpMkLst>
            <pc:docMk/>
            <pc:sldMk cId="1851296034" sldId="1079"/>
            <ac:cxnSpMk id="7" creationId="{80E78128-A65E-6EF7-FDBF-E9237BE08A41}"/>
          </ac:cxnSpMkLst>
        </pc:cxnChg>
        <pc:cxnChg chg="mod">
          <ac:chgData name="Palit, Tapti" userId="dec6fbcd-7598-406a-8cbf-504d4a3bac15" providerId="ADAL" clId="{ECD42228-5B96-4A72-B268-C46DF994E6B7}" dt="2024-01-27T23:52:45.176" v="66195" actId="692"/>
          <ac:cxnSpMkLst>
            <pc:docMk/>
            <pc:sldMk cId="1851296034" sldId="1079"/>
            <ac:cxnSpMk id="16" creationId="{A8382162-7596-D715-7552-7B1A7214FB3D}"/>
          </ac:cxnSpMkLst>
        </pc:cxnChg>
      </pc:sldChg>
      <pc:sldChg chg="addSp delSp modSp add mod modNotesTx">
        <pc:chgData name="Palit, Tapti" userId="dec6fbcd-7598-406a-8cbf-504d4a3bac15" providerId="ADAL" clId="{ECD42228-5B96-4A72-B268-C46DF994E6B7}" dt="2024-02-10T00:57:55.367" v="109480"/>
        <pc:sldMkLst>
          <pc:docMk/>
          <pc:sldMk cId="871066173" sldId="1080"/>
        </pc:sldMkLst>
        <pc:spChg chg="mod">
          <ac:chgData name="Palit, Tapti" userId="dec6fbcd-7598-406a-8cbf-504d4a3bac15" providerId="ADAL" clId="{ECD42228-5B96-4A72-B268-C46DF994E6B7}" dt="2024-02-09T05:10:59.345" v="104971" actId="6549"/>
          <ac:spMkLst>
            <pc:docMk/>
            <pc:sldMk cId="871066173" sldId="1080"/>
            <ac:spMk id="2" creationId="{3799642E-6154-AB44-319B-6B7EBDD43068}"/>
          </ac:spMkLst>
        </pc:spChg>
        <pc:spChg chg="del">
          <ac:chgData name="Palit, Tapti" userId="dec6fbcd-7598-406a-8cbf-504d4a3bac15" providerId="ADAL" clId="{ECD42228-5B96-4A72-B268-C46DF994E6B7}" dt="2024-02-10T00:57:55.018" v="109479" actId="478"/>
          <ac:spMkLst>
            <pc:docMk/>
            <pc:sldMk cId="871066173" sldId="1080"/>
            <ac:spMk id="9" creationId="{E12EA645-454A-5AB6-E7BB-3FB84FD6CC6A}"/>
          </ac:spMkLst>
        </pc:spChg>
        <pc:spChg chg="add mod">
          <ac:chgData name="Palit, Tapti" userId="dec6fbcd-7598-406a-8cbf-504d4a3bac15" providerId="ADAL" clId="{ECD42228-5B96-4A72-B268-C46DF994E6B7}" dt="2024-02-10T00:57:55.367" v="109480"/>
          <ac:spMkLst>
            <pc:docMk/>
            <pc:sldMk cId="871066173" sldId="1080"/>
            <ac:spMk id="16" creationId="{C750B668-8E46-7E55-EEA0-75C3674E5BBC}"/>
          </ac:spMkLst>
        </pc:spChg>
      </pc:sldChg>
      <pc:sldChg chg="addSp modSp add del mod modShow modNotesTx">
        <pc:chgData name="Palit, Tapti" userId="dec6fbcd-7598-406a-8cbf-504d4a3bac15" providerId="ADAL" clId="{ECD42228-5B96-4A72-B268-C46DF994E6B7}" dt="2024-02-08T21:21:26.678" v="100772" actId="2696"/>
        <pc:sldMkLst>
          <pc:docMk/>
          <pc:sldMk cId="1118548694" sldId="1080"/>
        </pc:sldMkLst>
        <pc:spChg chg="mod">
          <ac:chgData name="Palit, Tapti" userId="dec6fbcd-7598-406a-8cbf-504d4a3bac15" providerId="ADAL" clId="{ECD42228-5B96-4A72-B268-C46DF994E6B7}" dt="2024-01-29T15:56:41.853" v="79717" actId="20577"/>
          <ac:spMkLst>
            <pc:docMk/>
            <pc:sldMk cId="1118548694" sldId="1080"/>
            <ac:spMk id="2" creationId="{D9A69A7A-F324-44E2-A7BA-87B689E34CB2}"/>
          </ac:spMkLst>
        </pc:spChg>
        <pc:spChg chg="add mod">
          <ac:chgData name="Palit, Tapti" userId="dec6fbcd-7598-406a-8cbf-504d4a3bac15" providerId="ADAL" clId="{ECD42228-5B96-4A72-B268-C46DF994E6B7}" dt="2024-01-29T02:32:43.508" v="74567" actId="20577"/>
          <ac:spMkLst>
            <pc:docMk/>
            <pc:sldMk cId="1118548694" sldId="1080"/>
            <ac:spMk id="3" creationId="{ACA7AF73-5F5D-54DA-BB2D-C48129B82257}"/>
          </ac:spMkLst>
        </pc:spChg>
        <pc:spChg chg="add mod">
          <ac:chgData name="Palit, Tapti" userId="dec6fbcd-7598-406a-8cbf-504d4a3bac15" providerId="ADAL" clId="{ECD42228-5B96-4A72-B268-C46DF994E6B7}" dt="2024-01-29T02:32:06.383" v="74522"/>
          <ac:spMkLst>
            <pc:docMk/>
            <pc:sldMk cId="1118548694" sldId="1080"/>
            <ac:spMk id="5" creationId="{42115586-C5AF-998F-B11F-BF17AA033F52}"/>
          </ac:spMkLst>
        </pc:spChg>
        <pc:spChg chg="mod">
          <ac:chgData name="Palit, Tapti" userId="dec6fbcd-7598-406a-8cbf-504d4a3bac15" providerId="ADAL" clId="{ECD42228-5B96-4A72-B268-C46DF994E6B7}" dt="2024-01-29T02:31:12.131" v="74495" actId="1076"/>
          <ac:spMkLst>
            <pc:docMk/>
            <pc:sldMk cId="1118548694" sldId="1080"/>
            <ac:spMk id="6" creationId="{62E4901C-C217-DD54-593C-0E523C998F49}"/>
          </ac:spMkLst>
        </pc:spChg>
        <pc:spChg chg="mod">
          <ac:chgData name="Palit, Tapti" userId="dec6fbcd-7598-406a-8cbf-504d4a3bac15" providerId="ADAL" clId="{ECD42228-5B96-4A72-B268-C46DF994E6B7}" dt="2024-01-29T16:25:23.580" v="80101" actId="20577"/>
          <ac:spMkLst>
            <pc:docMk/>
            <pc:sldMk cId="1118548694" sldId="1080"/>
            <ac:spMk id="7" creationId="{F6DAE43A-F91E-1C9B-002B-6DADFDE55F0A}"/>
          </ac:spMkLst>
        </pc:spChg>
        <pc:spChg chg="mod">
          <ac:chgData name="Palit, Tapti" userId="dec6fbcd-7598-406a-8cbf-504d4a3bac15" providerId="ADAL" clId="{ECD42228-5B96-4A72-B268-C46DF994E6B7}" dt="2024-01-29T02:35:38.224" v="74596" actId="20577"/>
          <ac:spMkLst>
            <pc:docMk/>
            <pc:sldMk cId="1118548694" sldId="1080"/>
            <ac:spMk id="8" creationId="{A8E6608E-5D67-558B-8C22-0C4EECF0E294}"/>
          </ac:spMkLst>
        </pc:spChg>
        <pc:spChg chg="add mod">
          <ac:chgData name="Palit, Tapti" userId="dec6fbcd-7598-406a-8cbf-504d4a3bac15" providerId="ADAL" clId="{ECD42228-5B96-4A72-B268-C46DF994E6B7}" dt="2024-01-29T02:32:06.383" v="74522"/>
          <ac:spMkLst>
            <pc:docMk/>
            <pc:sldMk cId="1118548694" sldId="1080"/>
            <ac:spMk id="9" creationId="{4B9BEDF8-A071-B848-B46B-55A78E59B803}"/>
          </ac:spMkLst>
        </pc:spChg>
        <pc:spChg chg="add mod">
          <ac:chgData name="Palit, Tapti" userId="dec6fbcd-7598-406a-8cbf-504d4a3bac15" providerId="ADAL" clId="{ECD42228-5B96-4A72-B268-C46DF994E6B7}" dt="2024-01-30T14:29:37.899" v="91386"/>
          <ac:spMkLst>
            <pc:docMk/>
            <pc:sldMk cId="1118548694" sldId="1080"/>
            <ac:spMk id="10" creationId="{25DD4522-9029-BC7D-5BE6-745DD7CE31A6}"/>
          </ac:spMkLst>
        </pc:spChg>
        <pc:spChg chg="add mod">
          <ac:chgData name="Palit, Tapti" userId="dec6fbcd-7598-406a-8cbf-504d4a3bac15" providerId="ADAL" clId="{ECD42228-5B96-4A72-B268-C46DF994E6B7}" dt="2024-01-30T14:32:30.525" v="91395" actId="1076"/>
          <ac:spMkLst>
            <pc:docMk/>
            <pc:sldMk cId="1118548694" sldId="1080"/>
            <ac:spMk id="12" creationId="{2751F371-65A4-B0A1-AEAA-BB23F7727C57}"/>
          </ac:spMkLst>
        </pc:spChg>
        <pc:spChg chg="add mod">
          <ac:chgData name="Palit, Tapti" userId="dec6fbcd-7598-406a-8cbf-504d4a3bac15" providerId="ADAL" clId="{ECD42228-5B96-4A72-B268-C46DF994E6B7}" dt="2024-01-30T14:32:34.702" v="91396" actId="1076"/>
          <ac:spMkLst>
            <pc:docMk/>
            <pc:sldMk cId="1118548694" sldId="1080"/>
            <ac:spMk id="14" creationId="{F8E825F3-5555-5624-D7B0-4B83B7811683}"/>
          </ac:spMkLst>
        </pc:spChg>
        <pc:picChg chg="add mod">
          <ac:chgData name="Palit, Tapti" userId="dec6fbcd-7598-406a-8cbf-504d4a3bac15" providerId="ADAL" clId="{ECD42228-5B96-4A72-B268-C46DF994E6B7}" dt="2024-01-30T14:29:37.899" v="91386"/>
          <ac:picMkLst>
            <pc:docMk/>
            <pc:sldMk cId="1118548694" sldId="1080"/>
            <ac:picMk id="11" creationId="{0A78C730-08EB-90B7-DE05-1ADCAB78696D}"/>
          </ac:picMkLst>
        </pc:picChg>
        <pc:picChg chg="add mod">
          <ac:chgData name="Palit, Tapti" userId="dec6fbcd-7598-406a-8cbf-504d4a3bac15" providerId="ADAL" clId="{ECD42228-5B96-4A72-B268-C46DF994E6B7}" dt="2024-01-30T14:32:30.525" v="91395" actId="1076"/>
          <ac:picMkLst>
            <pc:docMk/>
            <pc:sldMk cId="1118548694" sldId="1080"/>
            <ac:picMk id="13" creationId="{C80FC6E3-C20B-9DDE-3242-BB3499768004}"/>
          </ac:picMkLst>
        </pc:picChg>
        <pc:picChg chg="add mod">
          <ac:chgData name="Palit, Tapti" userId="dec6fbcd-7598-406a-8cbf-504d4a3bac15" providerId="ADAL" clId="{ECD42228-5B96-4A72-B268-C46DF994E6B7}" dt="2024-01-30T14:32:34.702" v="91396" actId="1076"/>
          <ac:picMkLst>
            <pc:docMk/>
            <pc:sldMk cId="1118548694" sldId="1080"/>
            <ac:picMk id="15" creationId="{902BAE90-B111-55EE-3114-2DC298C54F04}"/>
          </ac:picMkLst>
        </pc:picChg>
      </pc:sldChg>
      <pc:sldChg chg="addSp delSp modSp new del mod delAnim modAnim chgLayout modNotesTx">
        <pc:chgData name="Palit, Tapti" userId="dec6fbcd-7598-406a-8cbf-504d4a3bac15" providerId="ADAL" clId="{ECD42228-5B96-4A72-B268-C46DF994E6B7}" dt="2024-02-07T01:15:00.894" v="98831" actId="47"/>
        <pc:sldMkLst>
          <pc:docMk/>
          <pc:sldMk cId="2785629372" sldId="1081"/>
        </pc:sldMkLst>
        <pc:spChg chg="mod ord">
          <ac:chgData name="Palit, Tapti" userId="dec6fbcd-7598-406a-8cbf-504d4a3bac15" providerId="ADAL" clId="{ECD42228-5B96-4A72-B268-C46DF994E6B7}" dt="2024-01-30T19:30:14.081" v="94453" actId="20577"/>
          <ac:spMkLst>
            <pc:docMk/>
            <pc:sldMk cId="2785629372" sldId="1081"/>
            <ac:spMk id="2" creationId="{97543FA6-E7B5-E241-CCE1-930887A4059D}"/>
          </ac:spMkLst>
        </pc:spChg>
        <pc:spChg chg="mod ord">
          <ac:chgData name="Palit, Tapti" userId="dec6fbcd-7598-406a-8cbf-504d4a3bac15" providerId="ADAL" clId="{ECD42228-5B96-4A72-B268-C46DF994E6B7}" dt="2024-01-30T19:30:05.575" v="94421" actId="20577"/>
          <ac:spMkLst>
            <pc:docMk/>
            <pc:sldMk cId="2785629372" sldId="1081"/>
            <ac:spMk id="3" creationId="{8F1EE9CA-6180-F533-C45C-1CDA916DA4BE}"/>
          </ac:spMkLst>
        </pc:spChg>
        <pc:spChg chg="del">
          <ac:chgData name="Palit, Tapti" userId="dec6fbcd-7598-406a-8cbf-504d4a3bac15" providerId="ADAL" clId="{ECD42228-5B96-4A72-B268-C46DF994E6B7}" dt="2024-01-28T00:31:05.082" v="66663" actId="478"/>
          <ac:spMkLst>
            <pc:docMk/>
            <pc:sldMk cId="2785629372" sldId="1081"/>
            <ac:spMk id="4" creationId="{27F4715B-ADE8-F3C4-5D43-4EF0D5CC4F26}"/>
          </ac:spMkLst>
        </pc:spChg>
        <pc:spChg chg="add del mod">
          <ac:chgData name="Palit, Tapti" userId="dec6fbcd-7598-406a-8cbf-504d4a3bac15" providerId="ADAL" clId="{ECD42228-5B96-4A72-B268-C46DF994E6B7}" dt="2024-01-29T16:30:45.840" v="80247" actId="6264"/>
          <ac:spMkLst>
            <pc:docMk/>
            <pc:sldMk cId="2785629372" sldId="1081"/>
            <ac:spMk id="4" creationId="{D9E3DCA8-6598-E173-9B8B-D51522F83AA2}"/>
          </ac:spMkLst>
        </pc:spChg>
        <pc:spChg chg="add mod">
          <ac:chgData name="Palit, Tapti" userId="dec6fbcd-7598-406a-8cbf-504d4a3bac15" providerId="ADAL" clId="{ECD42228-5B96-4A72-B268-C46DF994E6B7}" dt="2024-01-28T22:47:11.152" v="70202" actId="1076"/>
          <ac:spMkLst>
            <pc:docMk/>
            <pc:sldMk cId="2785629372" sldId="1081"/>
            <ac:spMk id="5" creationId="{3F13B49F-643F-6906-A210-A6CF19D3BE08}"/>
          </ac:spMkLst>
        </pc:spChg>
        <pc:spChg chg="add del mod">
          <ac:chgData name="Palit, Tapti" userId="dec6fbcd-7598-406a-8cbf-504d4a3bac15" providerId="ADAL" clId="{ECD42228-5B96-4A72-B268-C46DF994E6B7}" dt="2024-01-29T16:30:45.840" v="80247" actId="6264"/>
          <ac:spMkLst>
            <pc:docMk/>
            <pc:sldMk cId="2785629372" sldId="1081"/>
            <ac:spMk id="6" creationId="{17D13228-2B9C-5288-6F2D-565B41AF683A}"/>
          </ac:spMkLst>
        </pc:spChg>
        <pc:spChg chg="add del mod">
          <ac:chgData name="Palit, Tapti" userId="dec6fbcd-7598-406a-8cbf-504d4a3bac15" providerId="ADAL" clId="{ECD42228-5B96-4A72-B268-C46DF994E6B7}" dt="2024-01-28T00:31:05.082" v="66663" actId="478"/>
          <ac:spMkLst>
            <pc:docMk/>
            <pc:sldMk cId="2785629372" sldId="1081"/>
            <ac:spMk id="6" creationId="{D74339C7-0629-431F-B768-13974CDF31FB}"/>
          </ac:spMkLst>
        </pc:spChg>
        <pc:spChg chg="add del mod">
          <ac:chgData name="Palit, Tapti" userId="dec6fbcd-7598-406a-8cbf-504d4a3bac15" providerId="ADAL" clId="{ECD42228-5B96-4A72-B268-C46DF994E6B7}" dt="2024-01-29T16:30:45.840" v="80247" actId="6264"/>
          <ac:spMkLst>
            <pc:docMk/>
            <pc:sldMk cId="2785629372" sldId="1081"/>
            <ac:spMk id="7" creationId="{378AE6E2-E271-7969-4B88-C68EC3F9533B}"/>
          </ac:spMkLst>
        </pc:spChg>
        <pc:spChg chg="add del mod">
          <ac:chgData name="Palit, Tapti" userId="dec6fbcd-7598-406a-8cbf-504d4a3bac15" providerId="ADAL" clId="{ECD42228-5B96-4A72-B268-C46DF994E6B7}" dt="2024-01-28T00:31:05.082" v="66663" actId="478"/>
          <ac:spMkLst>
            <pc:docMk/>
            <pc:sldMk cId="2785629372" sldId="1081"/>
            <ac:spMk id="13" creationId="{465AFD09-5DD2-449F-A4E9-B4B9BF9461C6}"/>
          </ac:spMkLst>
        </pc:spChg>
        <pc:spChg chg="add del mod">
          <ac:chgData name="Palit, Tapti" userId="dec6fbcd-7598-406a-8cbf-504d4a3bac15" providerId="ADAL" clId="{ECD42228-5B96-4A72-B268-C46DF994E6B7}" dt="2024-01-28T00:31:05.082" v="66663" actId="478"/>
          <ac:spMkLst>
            <pc:docMk/>
            <pc:sldMk cId="2785629372" sldId="1081"/>
            <ac:spMk id="14" creationId="{D99164D6-5CDB-4811-89F3-C33BA91B66B7}"/>
          </ac:spMkLst>
        </pc:spChg>
        <pc:spChg chg="add del mod">
          <ac:chgData name="Palit, Tapti" userId="dec6fbcd-7598-406a-8cbf-504d4a3bac15" providerId="ADAL" clId="{ECD42228-5B96-4A72-B268-C46DF994E6B7}" dt="2024-01-28T00:31:05.082" v="66663" actId="478"/>
          <ac:spMkLst>
            <pc:docMk/>
            <pc:sldMk cId="2785629372" sldId="1081"/>
            <ac:spMk id="15" creationId="{9ADD96B5-EC1B-4471-8276-33213DBCC6BA}"/>
          </ac:spMkLst>
        </pc:spChg>
        <pc:spChg chg="add del mod">
          <ac:chgData name="Palit, Tapti" userId="dec6fbcd-7598-406a-8cbf-504d4a3bac15" providerId="ADAL" clId="{ECD42228-5B96-4A72-B268-C46DF994E6B7}" dt="2024-01-28T00:31:05.082" v="66663" actId="478"/>
          <ac:spMkLst>
            <pc:docMk/>
            <pc:sldMk cId="2785629372" sldId="1081"/>
            <ac:spMk id="16" creationId="{FB721629-2337-42A3-9D77-82D683D9E4C6}"/>
          </ac:spMkLst>
        </pc:spChg>
        <pc:spChg chg="add del mod">
          <ac:chgData name="Palit, Tapti" userId="dec6fbcd-7598-406a-8cbf-504d4a3bac15" providerId="ADAL" clId="{ECD42228-5B96-4A72-B268-C46DF994E6B7}" dt="2024-01-28T00:31:05.082" v="66663" actId="478"/>
          <ac:spMkLst>
            <pc:docMk/>
            <pc:sldMk cId="2785629372" sldId="1081"/>
            <ac:spMk id="17" creationId="{D2DF93AA-2991-4A25-8D35-87404E833680}"/>
          </ac:spMkLst>
        </pc:spChg>
        <pc:spChg chg="add del mod">
          <ac:chgData name="Palit, Tapti" userId="dec6fbcd-7598-406a-8cbf-504d4a3bac15" providerId="ADAL" clId="{ECD42228-5B96-4A72-B268-C46DF994E6B7}" dt="2024-01-28T00:31:05.082" v="66663" actId="478"/>
          <ac:spMkLst>
            <pc:docMk/>
            <pc:sldMk cId="2785629372" sldId="1081"/>
            <ac:spMk id="18" creationId="{65CA4C3F-5E24-4B3D-86C5-14064A2B1657}"/>
          </ac:spMkLst>
        </pc:spChg>
        <pc:spChg chg="add del mod">
          <ac:chgData name="Palit, Tapti" userId="dec6fbcd-7598-406a-8cbf-504d4a3bac15" providerId="ADAL" clId="{ECD42228-5B96-4A72-B268-C46DF994E6B7}" dt="2024-01-28T00:31:05.082" v="66663" actId="478"/>
          <ac:spMkLst>
            <pc:docMk/>
            <pc:sldMk cId="2785629372" sldId="1081"/>
            <ac:spMk id="19" creationId="{06A0A9C6-B2E4-41B5-8BCF-CA87D42A2D7E}"/>
          </ac:spMkLst>
        </pc:spChg>
        <pc:spChg chg="add del mod">
          <ac:chgData name="Palit, Tapti" userId="dec6fbcd-7598-406a-8cbf-504d4a3bac15" providerId="ADAL" clId="{ECD42228-5B96-4A72-B268-C46DF994E6B7}" dt="2024-01-28T00:31:05.082" v="66663" actId="478"/>
          <ac:spMkLst>
            <pc:docMk/>
            <pc:sldMk cId="2785629372" sldId="1081"/>
            <ac:spMk id="20" creationId="{61DE0BF2-7EC6-9DE3-1510-412BB96E8ED2}"/>
          </ac:spMkLst>
        </pc:spChg>
        <pc:spChg chg="add mod ord">
          <ac:chgData name="Palit, Tapti" userId="dec6fbcd-7598-406a-8cbf-504d4a3bac15" providerId="ADAL" clId="{ECD42228-5B96-4A72-B268-C46DF994E6B7}" dt="2024-01-29T16:30:45.840" v="80247" actId="6264"/>
          <ac:spMkLst>
            <pc:docMk/>
            <pc:sldMk cId="2785629372" sldId="1081"/>
            <ac:spMk id="21" creationId="{32625185-3DAE-0929-8EA4-61E67F2ECD4A}"/>
          </ac:spMkLst>
        </pc:spChg>
        <pc:spChg chg="add del mod">
          <ac:chgData name="Palit, Tapti" userId="dec6fbcd-7598-406a-8cbf-504d4a3bac15" providerId="ADAL" clId="{ECD42228-5B96-4A72-B268-C46DF994E6B7}" dt="2024-01-28T00:31:05.082" v="66663" actId="478"/>
          <ac:spMkLst>
            <pc:docMk/>
            <pc:sldMk cId="2785629372" sldId="1081"/>
            <ac:spMk id="22" creationId="{0C1A72FD-C670-4A74-81BD-224763B7C418}"/>
          </ac:spMkLst>
        </pc:spChg>
        <pc:spChg chg="add del mod">
          <ac:chgData name="Palit, Tapti" userId="dec6fbcd-7598-406a-8cbf-504d4a3bac15" providerId="ADAL" clId="{ECD42228-5B96-4A72-B268-C46DF994E6B7}" dt="2024-01-28T00:31:05.082" v="66663" actId="478"/>
          <ac:spMkLst>
            <pc:docMk/>
            <pc:sldMk cId="2785629372" sldId="1081"/>
            <ac:spMk id="23" creationId="{E6262256-35C1-4A21-BE50-F5B38D23999A}"/>
          </ac:spMkLst>
        </pc:spChg>
        <pc:spChg chg="add del mod">
          <ac:chgData name="Palit, Tapti" userId="dec6fbcd-7598-406a-8cbf-504d4a3bac15" providerId="ADAL" clId="{ECD42228-5B96-4A72-B268-C46DF994E6B7}" dt="2024-01-28T00:31:05.082" v="66663" actId="478"/>
          <ac:spMkLst>
            <pc:docMk/>
            <pc:sldMk cId="2785629372" sldId="1081"/>
            <ac:spMk id="24" creationId="{68F057E1-23EF-40B6-AB86-B134616394CF}"/>
          </ac:spMkLst>
        </pc:spChg>
        <pc:spChg chg="add mod">
          <ac:chgData name="Palit, Tapti" userId="dec6fbcd-7598-406a-8cbf-504d4a3bac15" providerId="ADAL" clId="{ECD42228-5B96-4A72-B268-C46DF994E6B7}" dt="2024-01-28T00:31:12.461" v="66664"/>
          <ac:spMkLst>
            <pc:docMk/>
            <pc:sldMk cId="2785629372" sldId="1081"/>
            <ac:spMk id="25" creationId="{4A0F224E-F3F3-BF3F-3AC5-78DE23E1E892}"/>
          </ac:spMkLst>
        </pc:spChg>
        <pc:spChg chg="add del mod">
          <ac:chgData name="Palit, Tapti" userId="dec6fbcd-7598-406a-8cbf-504d4a3bac15" providerId="ADAL" clId="{ECD42228-5B96-4A72-B268-C46DF994E6B7}" dt="2024-01-28T00:31:05.082" v="66663" actId="478"/>
          <ac:spMkLst>
            <pc:docMk/>
            <pc:sldMk cId="2785629372" sldId="1081"/>
            <ac:spMk id="26" creationId="{0D510B60-7EE0-43C8-9786-3FC26A4FE74C}"/>
          </ac:spMkLst>
        </pc:spChg>
        <pc:spChg chg="add del mod">
          <ac:chgData name="Palit, Tapti" userId="dec6fbcd-7598-406a-8cbf-504d4a3bac15" providerId="ADAL" clId="{ECD42228-5B96-4A72-B268-C46DF994E6B7}" dt="2024-01-28T00:31:05.082" v="66663" actId="478"/>
          <ac:spMkLst>
            <pc:docMk/>
            <pc:sldMk cId="2785629372" sldId="1081"/>
            <ac:spMk id="27" creationId="{8A1A6208-2157-CD15-D5AC-E6E77334A81E}"/>
          </ac:spMkLst>
        </pc:spChg>
        <pc:spChg chg="add del mod">
          <ac:chgData name="Palit, Tapti" userId="dec6fbcd-7598-406a-8cbf-504d4a3bac15" providerId="ADAL" clId="{ECD42228-5B96-4A72-B268-C46DF994E6B7}" dt="2024-01-28T00:31:05.082" v="66663" actId="478"/>
          <ac:spMkLst>
            <pc:docMk/>
            <pc:sldMk cId="2785629372" sldId="1081"/>
            <ac:spMk id="28" creationId="{13B582BF-147B-4622-B3F8-38480154EFEE}"/>
          </ac:spMkLst>
        </pc:spChg>
        <pc:spChg chg="add del mod">
          <ac:chgData name="Palit, Tapti" userId="dec6fbcd-7598-406a-8cbf-504d4a3bac15" providerId="ADAL" clId="{ECD42228-5B96-4A72-B268-C46DF994E6B7}" dt="2024-01-28T00:31:05.082" v="66663" actId="478"/>
          <ac:spMkLst>
            <pc:docMk/>
            <pc:sldMk cId="2785629372" sldId="1081"/>
            <ac:spMk id="29" creationId="{0B7E9A07-FF58-45D9-8E4B-A39F7A5A4DF1}"/>
          </ac:spMkLst>
        </pc:spChg>
        <pc:spChg chg="add del mod">
          <ac:chgData name="Palit, Tapti" userId="dec6fbcd-7598-406a-8cbf-504d4a3bac15" providerId="ADAL" clId="{ECD42228-5B96-4A72-B268-C46DF994E6B7}" dt="2024-01-28T00:31:05.082" v="66663" actId="478"/>
          <ac:spMkLst>
            <pc:docMk/>
            <pc:sldMk cId="2785629372" sldId="1081"/>
            <ac:spMk id="30" creationId="{60F1A4E0-89DB-434B-9A15-A7B1F8E25EF5}"/>
          </ac:spMkLst>
        </pc:spChg>
        <pc:spChg chg="add del mod">
          <ac:chgData name="Palit, Tapti" userId="dec6fbcd-7598-406a-8cbf-504d4a3bac15" providerId="ADAL" clId="{ECD42228-5B96-4A72-B268-C46DF994E6B7}" dt="2024-01-28T00:31:05.082" v="66663" actId="478"/>
          <ac:spMkLst>
            <pc:docMk/>
            <pc:sldMk cId="2785629372" sldId="1081"/>
            <ac:spMk id="31" creationId="{F6945C37-A7CF-4E9F-9BE6-26C2ABAE7308}"/>
          </ac:spMkLst>
        </pc:spChg>
        <pc:spChg chg="add mod">
          <ac:chgData name="Palit, Tapti" userId="dec6fbcd-7598-406a-8cbf-504d4a3bac15" providerId="ADAL" clId="{ECD42228-5B96-4A72-B268-C46DF994E6B7}" dt="2024-01-28T00:31:12.461" v="66664"/>
          <ac:spMkLst>
            <pc:docMk/>
            <pc:sldMk cId="2785629372" sldId="1081"/>
            <ac:spMk id="32" creationId="{A7FA7750-9D52-D1EC-ED76-ADE7DFB445B9}"/>
          </ac:spMkLst>
        </pc:spChg>
        <pc:spChg chg="add del mod">
          <ac:chgData name="Palit, Tapti" userId="dec6fbcd-7598-406a-8cbf-504d4a3bac15" providerId="ADAL" clId="{ECD42228-5B96-4A72-B268-C46DF994E6B7}" dt="2024-01-28T00:31:05.082" v="66663" actId="478"/>
          <ac:spMkLst>
            <pc:docMk/>
            <pc:sldMk cId="2785629372" sldId="1081"/>
            <ac:spMk id="34" creationId="{5CC58C33-D66B-C7E0-AAAD-56A50D3EA399}"/>
          </ac:spMkLst>
        </pc:spChg>
        <pc:spChg chg="add mod">
          <ac:chgData name="Palit, Tapti" userId="dec6fbcd-7598-406a-8cbf-504d4a3bac15" providerId="ADAL" clId="{ECD42228-5B96-4A72-B268-C46DF994E6B7}" dt="2024-01-28T00:31:12.461" v="66664"/>
          <ac:spMkLst>
            <pc:docMk/>
            <pc:sldMk cId="2785629372" sldId="1081"/>
            <ac:spMk id="39" creationId="{ADF66D1D-515F-4503-AFF4-C3216438CDAC}"/>
          </ac:spMkLst>
        </pc:spChg>
        <pc:spChg chg="add mod">
          <ac:chgData name="Palit, Tapti" userId="dec6fbcd-7598-406a-8cbf-504d4a3bac15" providerId="ADAL" clId="{ECD42228-5B96-4A72-B268-C46DF994E6B7}" dt="2024-01-28T00:31:12.461" v="66664"/>
          <ac:spMkLst>
            <pc:docMk/>
            <pc:sldMk cId="2785629372" sldId="1081"/>
            <ac:spMk id="40" creationId="{CF924DAE-0911-9EEE-8C92-CE0A6340E6E3}"/>
          </ac:spMkLst>
        </pc:spChg>
        <pc:spChg chg="add mod">
          <ac:chgData name="Palit, Tapti" userId="dec6fbcd-7598-406a-8cbf-504d4a3bac15" providerId="ADAL" clId="{ECD42228-5B96-4A72-B268-C46DF994E6B7}" dt="2024-01-28T00:31:12.461" v="66664"/>
          <ac:spMkLst>
            <pc:docMk/>
            <pc:sldMk cId="2785629372" sldId="1081"/>
            <ac:spMk id="41" creationId="{D00D79B6-FA8C-B60F-4AAE-5B5F97779C67}"/>
          </ac:spMkLst>
        </pc:spChg>
        <pc:spChg chg="add mod">
          <ac:chgData name="Palit, Tapti" userId="dec6fbcd-7598-406a-8cbf-504d4a3bac15" providerId="ADAL" clId="{ECD42228-5B96-4A72-B268-C46DF994E6B7}" dt="2024-01-28T00:31:12.461" v="66664"/>
          <ac:spMkLst>
            <pc:docMk/>
            <pc:sldMk cId="2785629372" sldId="1081"/>
            <ac:spMk id="42" creationId="{ADF4C6F3-F2F1-99B1-CEA3-9EFB0971A6E6}"/>
          </ac:spMkLst>
        </pc:spChg>
        <pc:spChg chg="add mod">
          <ac:chgData name="Palit, Tapti" userId="dec6fbcd-7598-406a-8cbf-504d4a3bac15" providerId="ADAL" clId="{ECD42228-5B96-4A72-B268-C46DF994E6B7}" dt="2024-01-28T00:31:12.461" v="66664"/>
          <ac:spMkLst>
            <pc:docMk/>
            <pc:sldMk cId="2785629372" sldId="1081"/>
            <ac:spMk id="43" creationId="{F50A7868-B8D0-EC18-63CA-BDBD18FF4A32}"/>
          </ac:spMkLst>
        </pc:spChg>
        <pc:spChg chg="add mod">
          <ac:chgData name="Palit, Tapti" userId="dec6fbcd-7598-406a-8cbf-504d4a3bac15" providerId="ADAL" clId="{ECD42228-5B96-4A72-B268-C46DF994E6B7}" dt="2024-01-28T00:31:12.461" v="66664"/>
          <ac:spMkLst>
            <pc:docMk/>
            <pc:sldMk cId="2785629372" sldId="1081"/>
            <ac:spMk id="44" creationId="{74531AC9-7D78-812A-E6CD-EF0B99216FCB}"/>
          </ac:spMkLst>
        </pc:spChg>
        <pc:spChg chg="add mod">
          <ac:chgData name="Palit, Tapti" userId="dec6fbcd-7598-406a-8cbf-504d4a3bac15" providerId="ADAL" clId="{ECD42228-5B96-4A72-B268-C46DF994E6B7}" dt="2024-01-28T00:31:12.461" v="66664"/>
          <ac:spMkLst>
            <pc:docMk/>
            <pc:sldMk cId="2785629372" sldId="1081"/>
            <ac:spMk id="45" creationId="{9B0D08DA-FED4-D66E-E6CE-E75D7C9F5FD0}"/>
          </ac:spMkLst>
        </pc:spChg>
        <pc:spChg chg="add mod">
          <ac:chgData name="Palit, Tapti" userId="dec6fbcd-7598-406a-8cbf-504d4a3bac15" providerId="ADAL" clId="{ECD42228-5B96-4A72-B268-C46DF994E6B7}" dt="2024-01-28T00:31:12.461" v="66664"/>
          <ac:spMkLst>
            <pc:docMk/>
            <pc:sldMk cId="2785629372" sldId="1081"/>
            <ac:spMk id="46" creationId="{D7A9ACD4-4DBC-B345-8D3C-0D9527DF9665}"/>
          </ac:spMkLst>
        </pc:spChg>
        <pc:spChg chg="add mod">
          <ac:chgData name="Palit, Tapti" userId="dec6fbcd-7598-406a-8cbf-504d4a3bac15" providerId="ADAL" clId="{ECD42228-5B96-4A72-B268-C46DF994E6B7}" dt="2024-01-29T16:33:03.639" v="80399" actId="20577"/>
          <ac:spMkLst>
            <pc:docMk/>
            <pc:sldMk cId="2785629372" sldId="1081"/>
            <ac:spMk id="47" creationId="{087A029F-CF91-588F-C68D-FD7FDA669E6C}"/>
          </ac:spMkLst>
        </pc:spChg>
        <pc:spChg chg="add mod">
          <ac:chgData name="Palit, Tapti" userId="dec6fbcd-7598-406a-8cbf-504d4a3bac15" providerId="ADAL" clId="{ECD42228-5B96-4A72-B268-C46DF994E6B7}" dt="2024-01-28T00:31:12.461" v="66664"/>
          <ac:spMkLst>
            <pc:docMk/>
            <pc:sldMk cId="2785629372" sldId="1081"/>
            <ac:spMk id="48" creationId="{33E81A2D-E315-797D-F112-626485AAE954}"/>
          </ac:spMkLst>
        </pc:spChg>
        <pc:spChg chg="add mod">
          <ac:chgData name="Palit, Tapti" userId="dec6fbcd-7598-406a-8cbf-504d4a3bac15" providerId="ADAL" clId="{ECD42228-5B96-4A72-B268-C46DF994E6B7}" dt="2024-01-28T00:31:12.461" v="66664"/>
          <ac:spMkLst>
            <pc:docMk/>
            <pc:sldMk cId="2785629372" sldId="1081"/>
            <ac:spMk id="49" creationId="{D36105DC-EACB-6913-1B39-9B24335E8F03}"/>
          </ac:spMkLst>
        </pc:spChg>
        <pc:spChg chg="add mod">
          <ac:chgData name="Palit, Tapti" userId="dec6fbcd-7598-406a-8cbf-504d4a3bac15" providerId="ADAL" clId="{ECD42228-5B96-4A72-B268-C46DF994E6B7}" dt="2024-01-29T16:33:35.676" v="80466" actId="20577"/>
          <ac:spMkLst>
            <pc:docMk/>
            <pc:sldMk cId="2785629372" sldId="1081"/>
            <ac:spMk id="50" creationId="{89623375-7E6E-B994-A51D-EA09B938E78B}"/>
          </ac:spMkLst>
        </pc:spChg>
        <pc:spChg chg="add mod">
          <ac:chgData name="Palit, Tapti" userId="dec6fbcd-7598-406a-8cbf-504d4a3bac15" providerId="ADAL" clId="{ECD42228-5B96-4A72-B268-C46DF994E6B7}" dt="2024-01-28T00:31:12.461" v="66664"/>
          <ac:spMkLst>
            <pc:docMk/>
            <pc:sldMk cId="2785629372" sldId="1081"/>
            <ac:spMk id="52" creationId="{499560DB-9F16-247A-8B21-8EFE0D241AD1}"/>
          </ac:spMkLst>
        </pc:spChg>
        <pc:spChg chg="add del mod">
          <ac:chgData name="Palit, Tapti" userId="dec6fbcd-7598-406a-8cbf-504d4a3bac15" providerId="ADAL" clId="{ECD42228-5B96-4A72-B268-C46DF994E6B7}" dt="2024-01-28T00:31:05.082" v="66663" actId="478"/>
          <ac:spMkLst>
            <pc:docMk/>
            <pc:sldMk cId="2785629372" sldId="1081"/>
            <ac:spMk id="53" creationId="{5F3551C2-0A7C-4023-B344-41C4D2A06445}"/>
          </ac:spMkLst>
        </pc:spChg>
        <pc:spChg chg="add mod">
          <ac:chgData name="Palit, Tapti" userId="dec6fbcd-7598-406a-8cbf-504d4a3bac15" providerId="ADAL" clId="{ECD42228-5B96-4A72-B268-C46DF994E6B7}" dt="2024-01-28T00:31:12.461" v="66664"/>
          <ac:spMkLst>
            <pc:docMk/>
            <pc:sldMk cId="2785629372" sldId="1081"/>
            <ac:spMk id="54" creationId="{67E85A66-A19D-9982-C88E-232F1C74032E}"/>
          </ac:spMkLst>
        </pc:spChg>
        <pc:spChg chg="add mod">
          <ac:chgData name="Palit, Tapti" userId="dec6fbcd-7598-406a-8cbf-504d4a3bac15" providerId="ADAL" clId="{ECD42228-5B96-4A72-B268-C46DF994E6B7}" dt="2024-01-28T00:31:12.461" v="66664"/>
          <ac:spMkLst>
            <pc:docMk/>
            <pc:sldMk cId="2785629372" sldId="1081"/>
            <ac:spMk id="55" creationId="{CB9AD282-726E-DCAF-0E23-F9D9D9846A93}"/>
          </ac:spMkLst>
        </pc:spChg>
        <pc:spChg chg="add mod">
          <ac:chgData name="Palit, Tapti" userId="dec6fbcd-7598-406a-8cbf-504d4a3bac15" providerId="ADAL" clId="{ECD42228-5B96-4A72-B268-C46DF994E6B7}" dt="2024-01-28T00:31:12.461" v="66664"/>
          <ac:spMkLst>
            <pc:docMk/>
            <pc:sldMk cId="2785629372" sldId="1081"/>
            <ac:spMk id="57" creationId="{01185A40-2630-4073-15DB-CD7860D4B02E}"/>
          </ac:spMkLst>
        </pc:spChg>
        <pc:spChg chg="add mod">
          <ac:chgData name="Palit, Tapti" userId="dec6fbcd-7598-406a-8cbf-504d4a3bac15" providerId="ADAL" clId="{ECD42228-5B96-4A72-B268-C46DF994E6B7}" dt="2024-01-28T00:31:12.461" v="66664"/>
          <ac:spMkLst>
            <pc:docMk/>
            <pc:sldMk cId="2785629372" sldId="1081"/>
            <ac:spMk id="59" creationId="{FBDE6730-5F23-F49C-56FD-9CCD5C68F9B1}"/>
          </ac:spMkLst>
        </pc:spChg>
        <pc:spChg chg="add mod">
          <ac:chgData name="Palit, Tapti" userId="dec6fbcd-7598-406a-8cbf-504d4a3bac15" providerId="ADAL" clId="{ECD42228-5B96-4A72-B268-C46DF994E6B7}" dt="2024-01-28T00:31:12.461" v="66664"/>
          <ac:spMkLst>
            <pc:docMk/>
            <pc:sldMk cId="2785629372" sldId="1081"/>
            <ac:spMk id="60" creationId="{7B4FA05F-4638-4999-5D1E-C99AAEEDA8BB}"/>
          </ac:spMkLst>
        </pc:spChg>
        <pc:spChg chg="add del mod">
          <ac:chgData name="Palit, Tapti" userId="dec6fbcd-7598-406a-8cbf-504d4a3bac15" providerId="ADAL" clId="{ECD42228-5B96-4A72-B268-C46DF994E6B7}" dt="2024-01-28T22:19:55.334" v="69758" actId="478"/>
          <ac:spMkLst>
            <pc:docMk/>
            <pc:sldMk cId="2785629372" sldId="1081"/>
            <ac:spMk id="62" creationId="{20925C23-21B9-EDEF-C0AF-DC841648BA2A}"/>
          </ac:spMkLst>
        </pc:spChg>
        <pc:spChg chg="add del mod">
          <ac:chgData name="Palit, Tapti" userId="dec6fbcd-7598-406a-8cbf-504d4a3bac15" providerId="ADAL" clId="{ECD42228-5B96-4A72-B268-C46DF994E6B7}" dt="2024-01-28T22:19:59.105" v="69760" actId="478"/>
          <ac:spMkLst>
            <pc:docMk/>
            <pc:sldMk cId="2785629372" sldId="1081"/>
            <ac:spMk id="63" creationId="{2C91C9F0-1FCC-7F2E-E053-A694FD190860}"/>
          </ac:spMkLst>
        </pc:spChg>
        <pc:spChg chg="add mod">
          <ac:chgData name="Palit, Tapti" userId="dec6fbcd-7598-406a-8cbf-504d4a3bac15" providerId="ADAL" clId="{ECD42228-5B96-4A72-B268-C46DF994E6B7}" dt="2024-01-29T16:33:05.160" v="80400" actId="20577"/>
          <ac:spMkLst>
            <pc:docMk/>
            <pc:sldMk cId="2785629372" sldId="1081"/>
            <ac:spMk id="64" creationId="{2B865E49-605F-8A4D-A3DB-C2891EDAC621}"/>
          </ac:spMkLst>
        </pc:spChg>
        <pc:cxnChg chg="add del mod">
          <ac:chgData name="Palit, Tapti" userId="dec6fbcd-7598-406a-8cbf-504d4a3bac15" providerId="ADAL" clId="{ECD42228-5B96-4A72-B268-C46DF994E6B7}" dt="2024-01-28T00:31:05.082" v="66663" actId="478"/>
          <ac:cxnSpMkLst>
            <pc:docMk/>
            <pc:sldMk cId="2785629372" sldId="1081"/>
            <ac:cxnSpMk id="7" creationId="{BF737232-2317-413E-82A3-2A253AE8F44C}"/>
          </ac:cxnSpMkLst>
        </pc:cxnChg>
        <pc:cxnChg chg="add del mod">
          <ac:chgData name="Palit, Tapti" userId="dec6fbcd-7598-406a-8cbf-504d4a3bac15" providerId="ADAL" clId="{ECD42228-5B96-4A72-B268-C46DF994E6B7}" dt="2024-01-28T00:31:05.082" v="66663" actId="478"/>
          <ac:cxnSpMkLst>
            <pc:docMk/>
            <pc:sldMk cId="2785629372" sldId="1081"/>
            <ac:cxnSpMk id="8" creationId="{4FD5DFC4-65C0-4D58-A98C-FFF55BDF0576}"/>
          </ac:cxnSpMkLst>
        </pc:cxnChg>
        <pc:cxnChg chg="add del mod">
          <ac:chgData name="Palit, Tapti" userId="dec6fbcd-7598-406a-8cbf-504d4a3bac15" providerId="ADAL" clId="{ECD42228-5B96-4A72-B268-C46DF994E6B7}" dt="2024-01-28T00:31:05.082" v="66663" actId="478"/>
          <ac:cxnSpMkLst>
            <pc:docMk/>
            <pc:sldMk cId="2785629372" sldId="1081"/>
            <ac:cxnSpMk id="9" creationId="{08C418AE-18C7-4162-BA3B-F434EB4FCDF1}"/>
          </ac:cxnSpMkLst>
        </pc:cxnChg>
        <pc:cxnChg chg="add del mod">
          <ac:chgData name="Palit, Tapti" userId="dec6fbcd-7598-406a-8cbf-504d4a3bac15" providerId="ADAL" clId="{ECD42228-5B96-4A72-B268-C46DF994E6B7}" dt="2024-01-28T00:31:05.082" v="66663" actId="478"/>
          <ac:cxnSpMkLst>
            <pc:docMk/>
            <pc:sldMk cId="2785629372" sldId="1081"/>
            <ac:cxnSpMk id="10" creationId="{93A8CB59-F4C0-4C57-BB8D-C32B26E19135}"/>
          </ac:cxnSpMkLst>
        </pc:cxnChg>
        <pc:cxnChg chg="add del mod">
          <ac:chgData name="Palit, Tapti" userId="dec6fbcd-7598-406a-8cbf-504d4a3bac15" providerId="ADAL" clId="{ECD42228-5B96-4A72-B268-C46DF994E6B7}" dt="2024-01-28T00:31:05.082" v="66663" actId="478"/>
          <ac:cxnSpMkLst>
            <pc:docMk/>
            <pc:sldMk cId="2785629372" sldId="1081"/>
            <ac:cxnSpMk id="11" creationId="{5E49B63A-C121-40B1-9CEC-61127E41955A}"/>
          </ac:cxnSpMkLst>
        </pc:cxnChg>
        <pc:cxnChg chg="add del mod">
          <ac:chgData name="Palit, Tapti" userId="dec6fbcd-7598-406a-8cbf-504d4a3bac15" providerId="ADAL" clId="{ECD42228-5B96-4A72-B268-C46DF994E6B7}" dt="2024-01-28T00:31:05.082" v="66663" actId="478"/>
          <ac:cxnSpMkLst>
            <pc:docMk/>
            <pc:sldMk cId="2785629372" sldId="1081"/>
            <ac:cxnSpMk id="12" creationId="{7F95D869-6383-4667-8811-82DC00BC9A74}"/>
          </ac:cxnSpMkLst>
        </pc:cxnChg>
        <pc:cxnChg chg="add mod">
          <ac:chgData name="Palit, Tapti" userId="dec6fbcd-7598-406a-8cbf-504d4a3bac15" providerId="ADAL" clId="{ECD42228-5B96-4A72-B268-C46DF994E6B7}" dt="2024-01-28T00:31:12.461" v="66664"/>
          <ac:cxnSpMkLst>
            <pc:docMk/>
            <pc:sldMk cId="2785629372" sldId="1081"/>
            <ac:cxnSpMk id="33" creationId="{F2C412A3-8125-67A9-E49D-F17909835AFA}"/>
          </ac:cxnSpMkLst>
        </pc:cxnChg>
        <pc:cxnChg chg="add mod">
          <ac:chgData name="Palit, Tapti" userId="dec6fbcd-7598-406a-8cbf-504d4a3bac15" providerId="ADAL" clId="{ECD42228-5B96-4A72-B268-C46DF994E6B7}" dt="2024-01-28T00:31:12.461" v="66664"/>
          <ac:cxnSpMkLst>
            <pc:docMk/>
            <pc:sldMk cId="2785629372" sldId="1081"/>
            <ac:cxnSpMk id="35" creationId="{56A4936B-832B-58A3-C125-9EDD12F0FB9D}"/>
          </ac:cxnSpMkLst>
        </pc:cxnChg>
        <pc:cxnChg chg="add mod">
          <ac:chgData name="Palit, Tapti" userId="dec6fbcd-7598-406a-8cbf-504d4a3bac15" providerId="ADAL" clId="{ECD42228-5B96-4A72-B268-C46DF994E6B7}" dt="2024-01-28T00:31:12.461" v="66664"/>
          <ac:cxnSpMkLst>
            <pc:docMk/>
            <pc:sldMk cId="2785629372" sldId="1081"/>
            <ac:cxnSpMk id="36" creationId="{0D3FDA1E-AFD6-D003-0D52-764A08EA00DC}"/>
          </ac:cxnSpMkLst>
        </pc:cxnChg>
        <pc:cxnChg chg="add mod">
          <ac:chgData name="Palit, Tapti" userId="dec6fbcd-7598-406a-8cbf-504d4a3bac15" providerId="ADAL" clId="{ECD42228-5B96-4A72-B268-C46DF994E6B7}" dt="2024-01-28T00:31:12.461" v="66664"/>
          <ac:cxnSpMkLst>
            <pc:docMk/>
            <pc:sldMk cId="2785629372" sldId="1081"/>
            <ac:cxnSpMk id="37" creationId="{7E079BD3-B9A2-0EB0-15ED-6B1096D578C2}"/>
          </ac:cxnSpMkLst>
        </pc:cxnChg>
        <pc:cxnChg chg="add mod">
          <ac:chgData name="Palit, Tapti" userId="dec6fbcd-7598-406a-8cbf-504d4a3bac15" providerId="ADAL" clId="{ECD42228-5B96-4A72-B268-C46DF994E6B7}" dt="2024-01-28T00:31:12.461" v="66664"/>
          <ac:cxnSpMkLst>
            <pc:docMk/>
            <pc:sldMk cId="2785629372" sldId="1081"/>
            <ac:cxnSpMk id="38" creationId="{CCAD65E3-6CFD-6825-E5B6-354D381C7132}"/>
          </ac:cxnSpMkLst>
        </pc:cxnChg>
        <pc:cxnChg chg="add del mod">
          <ac:chgData name="Palit, Tapti" userId="dec6fbcd-7598-406a-8cbf-504d4a3bac15" providerId="ADAL" clId="{ECD42228-5B96-4A72-B268-C46DF994E6B7}" dt="2024-01-28T00:31:05.082" v="66663" actId="478"/>
          <ac:cxnSpMkLst>
            <pc:docMk/>
            <pc:sldMk cId="2785629372" sldId="1081"/>
            <ac:cxnSpMk id="51" creationId="{33C3BFE4-44CD-422A-B063-14885FBCC713}"/>
          </ac:cxnSpMkLst>
        </pc:cxnChg>
        <pc:cxnChg chg="add mod">
          <ac:chgData name="Palit, Tapti" userId="dec6fbcd-7598-406a-8cbf-504d4a3bac15" providerId="ADAL" clId="{ECD42228-5B96-4A72-B268-C46DF994E6B7}" dt="2024-01-28T00:31:12.461" v="66664"/>
          <ac:cxnSpMkLst>
            <pc:docMk/>
            <pc:sldMk cId="2785629372" sldId="1081"/>
            <ac:cxnSpMk id="56" creationId="{F11FBE40-55A2-B40F-8150-9C245B1E0620}"/>
          </ac:cxnSpMkLst>
        </pc:cxnChg>
        <pc:cxnChg chg="add mod">
          <ac:chgData name="Palit, Tapti" userId="dec6fbcd-7598-406a-8cbf-504d4a3bac15" providerId="ADAL" clId="{ECD42228-5B96-4A72-B268-C46DF994E6B7}" dt="2024-01-28T00:31:12.461" v="66664"/>
          <ac:cxnSpMkLst>
            <pc:docMk/>
            <pc:sldMk cId="2785629372" sldId="1081"/>
            <ac:cxnSpMk id="58" creationId="{3EAF1874-8965-6E23-DF1E-9DEC687C541B}"/>
          </ac:cxnSpMkLst>
        </pc:cxnChg>
        <pc:cxnChg chg="add del mod">
          <ac:chgData name="Palit, Tapti" userId="dec6fbcd-7598-406a-8cbf-504d4a3bac15" providerId="ADAL" clId="{ECD42228-5B96-4A72-B268-C46DF994E6B7}" dt="2024-01-28T22:19:57.239" v="69759" actId="478"/>
          <ac:cxnSpMkLst>
            <pc:docMk/>
            <pc:sldMk cId="2785629372" sldId="1081"/>
            <ac:cxnSpMk id="61" creationId="{14A1EC5F-ABE2-41AB-F7FD-498966C82013}"/>
          </ac:cxnSpMkLst>
        </pc:cxnChg>
      </pc:sldChg>
      <pc:sldChg chg="add mod modShow">
        <pc:chgData name="Palit, Tapti" userId="dec6fbcd-7598-406a-8cbf-504d4a3bac15" providerId="ADAL" clId="{ECD42228-5B96-4A72-B268-C46DF994E6B7}" dt="2024-01-28T22:21:43.612" v="69828" actId="729"/>
        <pc:sldMkLst>
          <pc:docMk/>
          <pc:sldMk cId="2237106757" sldId="1082"/>
        </pc:sldMkLst>
      </pc:sldChg>
      <pc:sldChg chg="addSp delSp modSp add del mod delAnim modAnim">
        <pc:chgData name="Palit, Tapti" userId="dec6fbcd-7598-406a-8cbf-504d4a3bac15" providerId="ADAL" clId="{ECD42228-5B96-4A72-B268-C46DF994E6B7}" dt="2024-01-28T22:21:31.304" v="69826" actId="2696"/>
        <pc:sldMkLst>
          <pc:docMk/>
          <pc:sldMk cId="2838625691" sldId="1082"/>
        </pc:sldMkLst>
        <pc:spChg chg="mod">
          <ac:chgData name="Palit, Tapti" userId="dec6fbcd-7598-406a-8cbf-504d4a3bac15" providerId="ADAL" clId="{ECD42228-5B96-4A72-B268-C46DF994E6B7}" dt="2024-01-28T00:38:33.151" v="67000" actId="20577"/>
          <ac:spMkLst>
            <pc:docMk/>
            <pc:sldMk cId="2838625691" sldId="1082"/>
            <ac:spMk id="2" creationId="{97543FA6-E7B5-E241-CCE1-930887A4059D}"/>
          </ac:spMkLst>
        </pc:spChg>
        <pc:spChg chg="mod">
          <ac:chgData name="Palit, Tapti" userId="dec6fbcd-7598-406a-8cbf-504d4a3bac15" providerId="ADAL" clId="{ECD42228-5B96-4A72-B268-C46DF994E6B7}" dt="2024-01-28T00:36:31.722" v="66897" actId="5793"/>
          <ac:spMkLst>
            <pc:docMk/>
            <pc:sldMk cId="2838625691" sldId="1082"/>
            <ac:spMk id="5" creationId="{3F13B49F-643F-6906-A210-A6CF19D3BE08}"/>
          </ac:spMkLst>
        </pc:spChg>
        <pc:spChg chg="add mod">
          <ac:chgData name="Palit, Tapti" userId="dec6fbcd-7598-406a-8cbf-504d4a3bac15" providerId="ADAL" clId="{ECD42228-5B96-4A72-B268-C46DF994E6B7}" dt="2024-01-28T00:27:20.108" v="66658" actId="1036"/>
          <ac:spMkLst>
            <pc:docMk/>
            <pc:sldMk cId="2838625691" sldId="1082"/>
            <ac:spMk id="25" creationId="{8A1A6208-2157-CD15-D5AC-E6E77334A81E}"/>
          </ac:spMkLst>
        </pc:spChg>
        <pc:spChg chg="del">
          <ac:chgData name="Palit, Tapti" userId="dec6fbcd-7598-406a-8cbf-504d4a3bac15" providerId="ADAL" clId="{ECD42228-5B96-4A72-B268-C46DF994E6B7}" dt="2024-01-28T00:26:30.067" v="66635" actId="21"/>
          <ac:spMkLst>
            <pc:docMk/>
            <pc:sldMk cId="2838625691" sldId="1082"/>
            <ac:spMk id="27" creationId="{8A1A6208-2157-CD15-D5AC-E6E77334A81E}"/>
          </ac:spMkLst>
        </pc:spChg>
        <pc:spChg chg="add mod">
          <ac:chgData name="Palit, Tapti" userId="dec6fbcd-7598-406a-8cbf-504d4a3bac15" providerId="ADAL" clId="{ECD42228-5B96-4A72-B268-C46DF994E6B7}" dt="2024-01-28T00:27:20.108" v="66658" actId="1036"/>
          <ac:spMkLst>
            <pc:docMk/>
            <pc:sldMk cId="2838625691" sldId="1082"/>
            <ac:spMk id="32" creationId="{5CC58C33-D66B-C7E0-AAAD-56A50D3EA399}"/>
          </ac:spMkLst>
        </pc:spChg>
        <pc:spChg chg="del">
          <ac:chgData name="Palit, Tapti" userId="dec6fbcd-7598-406a-8cbf-504d4a3bac15" providerId="ADAL" clId="{ECD42228-5B96-4A72-B268-C46DF994E6B7}" dt="2024-01-28T00:26:30.067" v="66635" actId="21"/>
          <ac:spMkLst>
            <pc:docMk/>
            <pc:sldMk cId="2838625691" sldId="1082"/>
            <ac:spMk id="34" creationId="{5CC58C33-D66B-C7E0-AAAD-56A50D3EA399}"/>
          </ac:spMkLst>
        </pc:spChg>
        <pc:spChg chg="add mod">
          <ac:chgData name="Palit, Tapti" userId="dec6fbcd-7598-406a-8cbf-504d4a3bac15" providerId="ADAL" clId="{ECD42228-5B96-4A72-B268-C46DF994E6B7}" dt="2024-01-28T00:27:00.489" v="66647" actId="1076"/>
          <ac:spMkLst>
            <pc:docMk/>
            <pc:sldMk cId="2838625691" sldId="1082"/>
            <ac:spMk id="35" creationId="{57BB983C-D4B0-62F5-78C6-5692279807E7}"/>
          </ac:spMkLst>
        </pc:spChg>
        <pc:spChg chg="add mod">
          <ac:chgData name="Palit, Tapti" userId="dec6fbcd-7598-406a-8cbf-504d4a3bac15" providerId="ADAL" clId="{ECD42228-5B96-4A72-B268-C46DF994E6B7}" dt="2024-01-28T00:27:00.489" v="66647" actId="1076"/>
          <ac:spMkLst>
            <pc:docMk/>
            <pc:sldMk cId="2838625691" sldId="1082"/>
            <ac:spMk id="36" creationId="{6AEE5BAA-18C0-0209-9942-B7CCEB5D2EBC}"/>
          </ac:spMkLst>
        </pc:spChg>
        <pc:spChg chg="add mod">
          <ac:chgData name="Palit, Tapti" userId="dec6fbcd-7598-406a-8cbf-504d4a3bac15" providerId="ADAL" clId="{ECD42228-5B96-4A72-B268-C46DF994E6B7}" dt="2024-01-28T00:37:45.407" v="66922" actId="14100"/>
          <ac:spMkLst>
            <pc:docMk/>
            <pc:sldMk cId="2838625691" sldId="1082"/>
            <ac:spMk id="37" creationId="{80F92C5A-80D9-B70F-BE54-BBE24765989B}"/>
          </ac:spMkLst>
        </pc:spChg>
        <pc:spChg chg="add mod">
          <ac:chgData name="Palit, Tapti" userId="dec6fbcd-7598-406a-8cbf-504d4a3bac15" providerId="ADAL" clId="{ECD42228-5B96-4A72-B268-C46DF994E6B7}" dt="2024-01-28T00:37:57.674" v="66924" actId="1076"/>
          <ac:spMkLst>
            <pc:docMk/>
            <pc:sldMk cId="2838625691" sldId="1082"/>
            <ac:spMk id="38" creationId="{B71C0A23-86FB-D719-B177-F25E712A3155}"/>
          </ac:spMkLst>
        </pc:spChg>
        <pc:spChg chg="add mod">
          <ac:chgData name="Palit, Tapti" userId="dec6fbcd-7598-406a-8cbf-504d4a3bac15" providerId="ADAL" clId="{ECD42228-5B96-4A72-B268-C46DF994E6B7}" dt="2024-01-28T00:38:11.891" v="66926" actId="1076"/>
          <ac:spMkLst>
            <pc:docMk/>
            <pc:sldMk cId="2838625691" sldId="1082"/>
            <ac:spMk id="39" creationId="{376039E3-C4F3-2AD0-C679-5E3884894705}"/>
          </ac:spMkLst>
        </pc:spChg>
        <pc:cxnChg chg="del mod">
          <ac:chgData name="Palit, Tapti" userId="dec6fbcd-7598-406a-8cbf-504d4a3bac15" providerId="ADAL" clId="{ECD42228-5B96-4A72-B268-C46DF994E6B7}" dt="2024-01-28T00:26:30.067" v="66635" actId="21"/>
          <ac:cxnSpMkLst>
            <pc:docMk/>
            <pc:sldMk cId="2838625691" sldId="1082"/>
            <ac:cxnSpMk id="7" creationId="{BF737232-2317-413E-82A3-2A253AE8F44C}"/>
          </ac:cxnSpMkLst>
        </pc:cxnChg>
        <pc:cxnChg chg="add mod">
          <ac:chgData name="Palit, Tapti" userId="dec6fbcd-7598-406a-8cbf-504d4a3bac15" providerId="ADAL" clId="{ECD42228-5B96-4A72-B268-C46DF994E6B7}" dt="2024-01-28T00:27:20.108" v="66658" actId="1036"/>
          <ac:cxnSpMkLst>
            <pc:docMk/>
            <pc:sldMk cId="2838625691" sldId="1082"/>
            <ac:cxnSpMk id="21" creationId="{BF737232-2317-413E-82A3-2A253AE8F44C}"/>
          </ac:cxnSpMkLst>
        </pc:cxnChg>
        <pc:cxnChg chg="add mod">
          <ac:chgData name="Palit, Tapti" userId="dec6fbcd-7598-406a-8cbf-504d4a3bac15" providerId="ADAL" clId="{ECD42228-5B96-4A72-B268-C46DF994E6B7}" dt="2024-01-28T00:27:00.489" v="66647" actId="1076"/>
          <ac:cxnSpMkLst>
            <pc:docMk/>
            <pc:sldMk cId="2838625691" sldId="1082"/>
            <ac:cxnSpMk id="33" creationId="{19AE9DF2-6C49-5296-F9C6-CCCD9251A7DB}"/>
          </ac:cxnSpMkLst>
        </pc:cxnChg>
      </pc:sldChg>
      <pc:sldChg chg="delSp add del mod delAnim modShow addCm modCm">
        <pc:chgData name="Palit, Tapti" userId="dec6fbcd-7598-406a-8cbf-504d4a3bac15" providerId="ADAL" clId="{ECD42228-5B96-4A72-B268-C46DF994E6B7}" dt="2024-01-28T04:07:02.607" v="67587" actId="2696"/>
        <pc:sldMkLst>
          <pc:docMk/>
          <pc:sldMk cId="195114622" sldId="1083"/>
        </pc:sldMkLst>
        <pc:picChg chg="del">
          <ac:chgData name="Palit, Tapti" userId="dec6fbcd-7598-406a-8cbf-504d4a3bac15" providerId="ADAL" clId="{ECD42228-5B96-4A72-B268-C46DF994E6B7}" dt="2024-01-28T02:54:10.536" v="67436" actId="478"/>
          <ac:picMkLst>
            <pc:docMk/>
            <pc:sldMk cId="195114622" sldId="1083"/>
            <ac:picMk id="5" creationId="{F59E0D9B-43A9-F0CE-F3CB-34C8FC9DB918}"/>
          </ac:picMkLst>
        </pc:pic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28T03:45:39.024" v="67438"/>
              <pc2:cmMkLst xmlns:pc2="http://schemas.microsoft.com/office/powerpoint/2019/9/main/command">
                <pc:docMk/>
                <pc:sldMk cId="195114622" sldId="1083"/>
                <pc2:cmMk id="{0DB4A79A-08EF-47FA-81C2-6CB2783D3BE4}"/>
              </pc2:cmMkLst>
              <pc226:cmRplyChg chg="add">
                <pc226:chgData name="Palit, Tapti" userId="dec6fbcd-7598-406a-8cbf-504d4a3bac15" providerId="ADAL" clId="{ECD42228-5B96-4A72-B268-C46DF994E6B7}" dt="2024-01-28T03:45:39.024" v="67438"/>
                <pc2:cmRplyMkLst xmlns:pc2="http://schemas.microsoft.com/office/powerpoint/2019/9/main/command">
                  <pc:docMk/>
                  <pc:sldMk cId="195114622" sldId="1083"/>
                  <pc2:cmMk id="{0DB4A79A-08EF-47FA-81C2-6CB2783D3BE4}"/>
                  <pc2:cmRplyMk id="{6CE1DC8F-1A15-4FD8-8EF8-428DEF061EB3}"/>
                </pc2:cmRplyMkLst>
              </pc226:cmRplyChg>
            </pc226:cmChg>
          </p:ext>
        </pc:extLst>
      </pc:sldChg>
      <pc:sldChg chg="add del mod modShow">
        <pc:chgData name="Palit, Tapti" userId="dec6fbcd-7598-406a-8cbf-504d4a3bac15" providerId="ADAL" clId="{ECD42228-5B96-4A72-B268-C46DF994E6B7}" dt="2024-01-28T02:28:27.702" v="67401" actId="2696"/>
        <pc:sldMkLst>
          <pc:docMk/>
          <pc:sldMk cId="4055910281" sldId="1083"/>
        </pc:sldMkLst>
      </pc:sldChg>
      <pc:sldChg chg="modSp add del modAnim">
        <pc:chgData name="Palit, Tapti" userId="dec6fbcd-7598-406a-8cbf-504d4a3bac15" providerId="ADAL" clId="{ECD42228-5B96-4A72-B268-C46DF994E6B7}" dt="2024-01-28T22:05:21.265" v="69570" actId="2696"/>
        <pc:sldMkLst>
          <pc:docMk/>
          <pc:sldMk cId="14951157" sldId="1084"/>
        </pc:sldMkLst>
        <pc:spChg chg="mod">
          <ac:chgData name="Palit, Tapti" userId="dec6fbcd-7598-406a-8cbf-504d4a3bac15" providerId="ADAL" clId="{ECD42228-5B96-4A72-B268-C46DF994E6B7}" dt="2024-01-28T00:57:44.849" v="67152"/>
          <ac:spMkLst>
            <pc:docMk/>
            <pc:sldMk cId="14951157" sldId="1084"/>
            <ac:spMk id="9" creationId="{316FFEB7-D1FB-D196-E556-4FE5C30AAE99}"/>
          </ac:spMkLst>
        </pc:spChg>
      </pc:sldChg>
      <pc:sldChg chg="add mod modShow">
        <pc:chgData name="Palit, Tapti" userId="dec6fbcd-7598-406a-8cbf-504d4a3bac15" providerId="ADAL" clId="{ECD42228-5B96-4A72-B268-C46DF994E6B7}" dt="2024-01-28T22:05:26.833" v="69572" actId="729"/>
        <pc:sldMkLst>
          <pc:docMk/>
          <pc:sldMk cId="1043128713" sldId="1084"/>
        </pc:sldMkLst>
      </pc:sldChg>
      <pc:sldChg chg="modSp add del modAnim">
        <pc:chgData name="Palit, Tapti" userId="dec6fbcd-7598-406a-8cbf-504d4a3bac15" providerId="ADAL" clId="{ECD42228-5B96-4A72-B268-C46DF994E6B7}" dt="2024-01-28T22:05:21.265" v="69570" actId="2696"/>
        <pc:sldMkLst>
          <pc:docMk/>
          <pc:sldMk cId="614089123" sldId="1085"/>
        </pc:sldMkLst>
        <pc:spChg chg="mod">
          <ac:chgData name="Palit, Tapti" userId="dec6fbcd-7598-406a-8cbf-504d4a3bac15" providerId="ADAL" clId="{ECD42228-5B96-4A72-B268-C46DF994E6B7}" dt="2024-01-28T00:57:37.881" v="67151"/>
          <ac:spMkLst>
            <pc:docMk/>
            <pc:sldMk cId="614089123" sldId="1085"/>
            <ac:spMk id="9" creationId="{316FFEB7-D1FB-D196-E556-4FE5C30AAE99}"/>
          </ac:spMkLst>
        </pc:spChg>
      </pc:sldChg>
      <pc:sldChg chg="add mod modShow">
        <pc:chgData name="Palit, Tapti" userId="dec6fbcd-7598-406a-8cbf-504d4a3bac15" providerId="ADAL" clId="{ECD42228-5B96-4A72-B268-C46DF994E6B7}" dt="2024-01-28T22:05:26.833" v="69572" actId="729"/>
        <pc:sldMkLst>
          <pc:docMk/>
          <pc:sldMk cId="1608836401" sldId="1085"/>
        </pc:sldMkLst>
      </pc:sldChg>
      <pc:sldChg chg="add del">
        <pc:chgData name="Palit, Tapti" userId="dec6fbcd-7598-406a-8cbf-504d4a3bac15" providerId="ADAL" clId="{ECD42228-5B96-4A72-B268-C46DF994E6B7}" dt="2024-01-28T19:49:55.813" v="68603" actId="2696"/>
        <pc:sldMkLst>
          <pc:docMk/>
          <pc:sldMk cId="2384756536" sldId="1086"/>
        </pc:sldMkLst>
      </pc:sldChg>
      <pc:sldChg chg="add mod modShow">
        <pc:chgData name="Palit, Tapti" userId="dec6fbcd-7598-406a-8cbf-504d4a3bac15" providerId="ADAL" clId="{ECD42228-5B96-4A72-B268-C46DF994E6B7}" dt="2024-01-28T19:50:02.989" v="68605" actId="729"/>
        <pc:sldMkLst>
          <pc:docMk/>
          <pc:sldMk cId="2876118443" sldId="1086"/>
        </pc:sldMkLst>
      </pc:sldChg>
      <pc:sldChg chg="addSp delSp modSp new mod delAnim modAnim modNotesTx">
        <pc:chgData name="Palit, Tapti" userId="dec6fbcd-7598-406a-8cbf-504d4a3bac15" providerId="ADAL" clId="{ECD42228-5B96-4A72-B268-C46DF994E6B7}" dt="2024-02-07T01:34:24.033" v="99044" actId="20577"/>
        <pc:sldMkLst>
          <pc:docMk/>
          <pc:sldMk cId="2192467322" sldId="1087"/>
        </pc:sldMkLst>
        <pc:spChg chg="del">
          <ac:chgData name="Palit, Tapti" userId="dec6fbcd-7598-406a-8cbf-504d4a3bac15" providerId="ADAL" clId="{ECD42228-5B96-4A72-B268-C46DF994E6B7}" dt="2024-01-29T02:52:28.123" v="74747" actId="478"/>
          <ac:spMkLst>
            <pc:docMk/>
            <pc:sldMk cId="2192467322" sldId="1087"/>
            <ac:spMk id="2" creationId="{E5DA81BC-96CA-5D37-4215-5865EA40BD7B}"/>
          </ac:spMkLst>
        </pc:spChg>
        <pc:spChg chg="mod">
          <ac:chgData name="Palit, Tapti" userId="dec6fbcd-7598-406a-8cbf-504d4a3bac15" providerId="ADAL" clId="{ECD42228-5B96-4A72-B268-C46DF994E6B7}" dt="2024-01-29T02:55:40.863" v="74768" actId="20577"/>
          <ac:spMkLst>
            <pc:docMk/>
            <pc:sldMk cId="2192467322" sldId="1087"/>
            <ac:spMk id="3" creationId="{4C6324ED-DF4B-FBBD-1976-2F0ED68DABB1}"/>
          </ac:spMkLst>
        </pc:spChg>
        <pc:picChg chg="add">
          <ac:chgData name="Palit, Tapti" userId="dec6fbcd-7598-406a-8cbf-504d4a3bac15" providerId="ADAL" clId="{ECD42228-5B96-4A72-B268-C46DF994E6B7}" dt="2024-01-29T16:37:42.022" v="80812" actId="22"/>
          <ac:picMkLst>
            <pc:docMk/>
            <pc:sldMk cId="2192467322" sldId="1087"/>
            <ac:picMk id="5" creationId="{5E685A72-C32A-B456-8B98-1B71EB759057}"/>
          </ac:picMkLst>
        </pc:picChg>
        <pc:picChg chg="del">
          <ac:chgData name="Palit, Tapti" userId="dec6fbcd-7598-406a-8cbf-504d4a3bac15" providerId="ADAL" clId="{ECD42228-5B96-4A72-B268-C46DF994E6B7}" dt="2024-02-07T01:33:16.596" v="98963" actId="478"/>
          <ac:picMkLst>
            <pc:docMk/>
            <pc:sldMk cId="2192467322" sldId="1087"/>
            <ac:picMk id="5" creationId="{6723ACAF-4738-6541-D086-B7F6C06410D6}"/>
          </ac:picMkLst>
        </pc:picChg>
        <pc:picChg chg="add mod">
          <ac:chgData name="Palit, Tapti" userId="dec6fbcd-7598-406a-8cbf-504d4a3bac15" providerId="ADAL" clId="{ECD42228-5B96-4A72-B268-C46DF994E6B7}" dt="2024-02-07T01:33:23.205" v="98967" actId="1076"/>
          <ac:picMkLst>
            <pc:docMk/>
            <pc:sldMk cId="2192467322" sldId="1087"/>
            <ac:picMk id="6" creationId="{174226FA-E35A-D6FF-782A-F41BD58B6B9B}"/>
          </ac:picMkLst>
        </pc:picChg>
        <pc:picChg chg="add del mod">
          <ac:chgData name="Palit, Tapti" userId="dec6fbcd-7598-406a-8cbf-504d4a3bac15" providerId="ADAL" clId="{ECD42228-5B96-4A72-B268-C46DF994E6B7}" dt="2024-01-29T02:51:08.690" v="74704" actId="478"/>
          <ac:picMkLst>
            <pc:docMk/>
            <pc:sldMk cId="2192467322" sldId="1087"/>
            <ac:picMk id="6" creationId="{A6A090C8-88AF-9BA5-DDFF-E76DE70447A8}"/>
          </ac:picMkLst>
        </pc:picChg>
        <pc:picChg chg="add mod ord">
          <ac:chgData name="Palit, Tapti" userId="dec6fbcd-7598-406a-8cbf-504d4a3bac15" providerId="ADAL" clId="{ECD42228-5B96-4A72-B268-C46DF994E6B7}" dt="2024-01-29T02:57:28.837" v="74770" actId="170"/>
          <ac:picMkLst>
            <pc:docMk/>
            <pc:sldMk cId="2192467322" sldId="1087"/>
            <ac:picMk id="7" creationId="{85323F75-202E-72FA-643E-31521F9BAAFE}"/>
          </ac:picMkLst>
        </pc:picChg>
        <pc:picChg chg="add del mod">
          <ac:chgData name="Palit, Tapti" userId="dec6fbcd-7598-406a-8cbf-504d4a3bac15" providerId="ADAL" clId="{ECD42228-5B96-4A72-B268-C46DF994E6B7}" dt="2024-01-29T02:51:06.977" v="74703" actId="478"/>
          <ac:picMkLst>
            <pc:docMk/>
            <pc:sldMk cId="2192467322" sldId="1087"/>
            <ac:picMk id="8" creationId="{C71F431F-7641-0B88-653B-BA8E660A6F41}"/>
          </ac:picMkLst>
        </pc:picChg>
        <pc:picChg chg="add del mod">
          <ac:chgData name="Palit, Tapti" userId="dec6fbcd-7598-406a-8cbf-504d4a3bac15" providerId="ADAL" clId="{ECD42228-5B96-4A72-B268-C46DF994E6B7}" dt="2024-01-29T01:34:15.330" v="72411" actId="478"/>
          <ac:picMkLst>
            <pc:docMk/>
            <pc:sldMk cId="2192467322" sldId="1087"/>
            <ac:picMk id="10" creationId="{29F5C4F9-4423-1FD1-D63C-838D71010E92}"/>
          </ac:picMkLst>
        </pc:picChg>
        <pc:picChg chg="add mod ord">
          <ac:chgData name="Palit, Tapti" userId="dec6fbcd-7598-406a-8cbf-504d4a3bac15" providerId="ADAL" clId="{ECD42228-5B96-4A72-B268-C46DF994E6B7}" dt="2024-01-29T02:57:46.656" v="74776" actId="167"/>
          <ac:picMkLst>
            <pc:docMk/>
            <pc:sldMk cId="2192467322" sldId="1087"/>
            <ac:picMk id="10" creationId="{6D72392A-E88A-C54A-91D4-6F8FE4A7D146}"/>
          </ac:picMkLst>
        </pc:picChg>
        <pc:picChg chg="add mod">
          <ac:chgData name="Palit, Tapti" userId="dec6fbcd-7598-406a-8cbf-504d4a3bac15" providerId="ADAL" clId="{ECD42228-5B96-4A72-B268-C46DF994E6B7}" dt="2024-01-29T02:57:54.474" v="74778" actId="1076"/>
          <ac:picMkLst>
            <pc:docMk/>
            <pc:sldMk cId="2192467322" sldId="1087"/>
            <ac:picMk id="12" creationId="{D8E4EB8B-B0DC-DF46-311D-08FC30D485B2}"/>
          </ac:picMkLst>
        </pc:picChg>
        <pc:picChg chg="add del mod">
          <ac:chgData name="Palit, Tapti" userId="dec6fbcd-7598-406a-8cbf-504d4a3bac15" providerId="ADAL" clId="{ECD42228-5B96-4A72-B268-C46DF994E6B7}" dt="2024-01-29T16:37:41.426" v="80811" actId="478"/>
          <ac:picMkLst>
            <pc:docMk/>
            <pc:sldMk cId="2192467322" sldId="1087"/>
            <ac:picMk id="13" creationId="{9A6AEBEC-F2F2-72F6-B8D6-5FA59ACC2F70}"/>
          </ac:picMkLst>
        </pc:picChg>
        <pc:picChg chg="add del mod">
          <ac:chgData name="Palit, Tapti" userId="dec6fbcd-7598-406a-8cbf-504d4a3bac15" providerId="ADAL" clId="{ECD42228-5B96-4A72-B268-C46DF994E6B7}" dt="2024-01-29T02:57:42.401" v="74774" actId="478"/>
          <ac:picMkLst>
            <pc:docMk/>
            <pc:sldMk cId="2192467322" sldId="1087"/>
            <ac:picMk id="14" creationId="{340A2E87-6DE8-97D9-D408-6E50C086E976}"/>
          </ac:picMkLst>
        </pc:picChg>
        <pc:picChg chg="add del mod">
          <ac:chgData name="Palit, Tapti" userId="dec6fbcd-7598-406a-8cbf-504d4a3bac15" providerId="ADAL" clId="{ECD42228-5B96-4A72-B268-C46DF994E6B7}" dt="2024-01-29T03:40:09.940" v="75199" actId="478"/>
          <ac:picMkLst>
            <pc:docMk/>
            <pc:sldMk cId="2192467322" sldId="1087"/>
            <ac:picMk id="16" creationId="{0C526195-A8F1-0D0C-2A76-C4046A8E3C91}"/>
          </ac:picMkLst>
        </pc:picChg>
      </pc:sldChg>
      <pc:sldChg chg="addSp delSp modSp add mod">
        <pc:chgData name="Palit, Tapti" userId="dec6fbcd-7598-406a-8cbf-504d4a3bac15" providerId="ADAL" clId="{ECD42228-5B96-4A72-B268-C46DF994E6B7}" dt="2024-02-08T20:23:18.434" v="100581" actId="1076"/>
        <pc:sldMkLst>
          <pc:docMk/>
          <pc:sldMk cId="2267790097" sldId="1088"/>
        </pc:sldMkLst>
        <pc:spChg chg="mod">
          <ac:chgData name="Palit, Tapti" userId="dec6fbcd-7598-406a-8cbf-504d4a3bac15" providerId="ADAL" clId="{ECD42228-5B96-4A72-B268-C46DF994E6B7}" dt="2024-02-08T20:23:18.434" v="100581" actId="1076"/>
          <ac:spMkLst>
            <pc:docMk/>
            <pc:sldMk cId="2267790097" sldId="1088"/>
            <ac:spMk id="6" creationId="{D80AAE5E-C987-2073-CF46-586EDF8E146B}"/>
          </ac:spMkLst>
        </pc:spChg>
        <pc:spChg chg="del mod">
          <ac:chgData name="Palit, Tapti" userId="dec6fbcd-7598-406a-8cbf-504d4a3bac15" providerId="ADAL" clId="{ECD42228-5B96-4A72-B268-C46DF994E6B7}" dt="2024-01-30T02:50:59.169" v="84476" actId="478"/>
          <ac:spMkLst>
            <pc:docMk/>
            <pc:sldMk cId="2267790097" sldId="1088"/>
            <ac:spMk id="10" creationId="{D90FE0FB-9DF3-880E-9A32-CEFD9115E033}"/>
          </ac:spMkLst>
        </pc:spChg>
        <pc:spChg chg="mod">
          <ac:chgData name="Palit, Tapti" userId="dec6fbcd-7598-406a-8cbf-504d4a3bac15" providerId="ADAL" clId="{ECD42228-5B96-4A72-B268-C46DF994E6B7}" dt="2024-02-08T20:23:18.434" v="100581" actId="1076"/>
          <ac:spMkLst>
            <pc:docMk/>
            <pc:sldMk cId="2267790097" sldId="1088"/>
            <ac:spMk id="10" creationId="{E87637E2-9FB8-88AF-B5F3-AA097CA98F78}"/>
          </ac:spMkLst>
        </pc:spChg>
        <pc:spChg chg="del mod">
          <ac:chgData name="Palit, Tapti" userId="dec6fbcd-7598-406a-8cbf-504d4a3bac15" providerId="ADAL" clId="{ECD42228-5B96-4A72-B268-C46DF994E6B7}" dt="2024-01-30T02:50:59.169" v="84476" actId="478"/>
          <ac:spMkLst>
            <pc:docMk/>
            <pc:sldMk cId="2267790097" sldId="1088"/>
            <ac:spMk id="11" creationId="{849223D1-9D6E-7B27-5A36-2E13FD48F731}"/>
          </ac:spMkLst>
        </pc:spChg>
        <pc:spChg chg="mod">
          <ac:chgData name="Palit, Tapti" userId="dec6fbcd-7598-406a-8cbf-504d4a3bac15" providerId="ADAL" clId="{ECD42228-5B96-4A72-B268-C46DF994E6B7}" dt="2024-01-30T03:01:48.888" v="85049" actId="1076"/>
          <ac:spMkLst>
            <pc:docMk/>
            <pc:sldMk cId="2267790097" sldId="1088"/>
            <ac:spMk id="12" creationId="{A77A7921-A5EB-8E47-8F12-29F5C54CF25C}"/>
          </ac:spMkLst>
        </pc:spChg>
        <pc:spChg chg="mod">
          <ac:chgData name="Palit, Tapti" userId="dec6fbcd-7598-406a-8cbf-504d4a3bac15" providerId="ADAL" clId="{ECD42228-5B96-4A72-B268-C46DF994E6B7}" dt="2024-01-30T03:01:48.888" v="85049" actId="1076"/>
          <ac:spMkLst>
            <pc:docMk/>
            <pc:sldMk cId="2267790097" sldId="1088"/>
            <ac:spMk id="18" creationId="{C77AC8CC-7EE3-843C-E9D1-5052901D8F7E}"/>
          </ac:spMkLst>
        </pc:spChg>
        <pc:spChg chg="mod">
          <ac:chgData name="Palit, Tapti" userId="dec6fbcd-7598-406a-8cbf-504d4a3bac15" providerId="ADAL" clId="{ECD42228-5B96-4A72-B268-C46DF994E6B7}" dt="2024-01-30T03:01:48.888" v="85049" actId="1076"/>
          <ac:spMkLst>
            <pc:docMk/>
            <pc:sldMk cId="2267790097" sldId="1088"/>
            <ac:spMk id="19" creationId="{4AF07459-DF9B-A4EA-735D-68B4C39D3AE7}"/>
          </ac:spMkLst>
        </pc:spChg>
        <pc:spChg chg="mod">
          <ac:chgData name="Palit, Tapti" userId="dec6fbcd-7598-406a-8cbf-504d4a3bac15" providerId="ADAL" clId="{ECD42228-5B96-4A72-B268-C46DF994E6B7}" dt="2024-01-30T16:54:29.669" v="93128" actId="20577"/>
          <ac:spMkLst>
            <pc:docMk/>
            <pc:sldMk cId="2267790097" sldId="1088"/>
            <ac:spMk id="20" creationId="{42AC1122-DC43-D278-F903-19507BB6FD52}"/>
          </ac:spMkLst>
        </pc:spChg>
        <pc:spChg chg="mod">
          <ac:chgData name="Palit, Tapti" userId="dec6fbcd-7598-406a-8cbf-504d4a3bac15" providerId="ADAL" clId="{ECD42228-5B96-4A72-B268-C46DF994E6B7}" dt="2024-02-08T20:23:18.434" v="100581" actId="1076"/>
          <ac:spMkLst>
            <pc:docMk/>
            <pc:sldMk cId="2267790097" sldId="1088"/>
            <ac:spMk id="23" creationId="{038E23D4-5755-E514-2F42-039C24EF1F2A}"/>
          </ac:spMkLst>
        </pc:spChg>
        <pc:spChg chg="add del mod">
          <ac:chgData name="Palit, Tapti" userId="dec6fbcd-7598-406a-8cbf-504d4a3bac15" providerId="ADAL" clId="{ECD42228-5B96-4A72-B268-C46DF994E6B7}" dt="2024-01-30T03:15:14.736" v="85244" actId="478"/>
          <ac:spMkLst>
            <pc:docMk/>
            <pc:sldMk cId="2267790097" sldId="1088"/>
            <ac:spMk id="24" creationId="{4132DD54-4C39-8090-0C71-DA6CEBBAA406}"/>
          </ac:spMkLst>
        </pc:spChg>
        <pc:spChg chg="add del mod">
          <ac:chgData name="Palit, Tapti" userId="dec6fbcd-7598-406a-8cbf-504d4a3bac15" providerId="ADAL" clId="{ECD42228-5B96-4A72-B268-C46DF994E6B7}" dt="2024-01-30T03:15:14.736" v="85244" actId="478"/>
          <ac:spMkLst>
            <pc:docMk/>
            <pc:sldMk cId="2267790097" sldId="1088"/>
            <ac:spMk id="26" creationId="{F9C2A450-85D3-6AF3-A69C-176963297F1D}"/>
          </ac:spMkLst>
        </pc:spChg>
        <pc:spChg chg="mod">
          <ac:chgData name="Palit, Tapti" userId="dec6fbcd-7598-406a-8cbf-504d4a3bac15" providerId="ADAL" clId="{ECD42228-5B96-4A72-B268-C46DF994E6B7}" dt="2024-02-08T20:23:18.434" v="100581" actId="1076"/>
          <ac:spMkLst>
            <pc:docMk/>
            <pc:sldMk cId="2267790097" sldId="1088"/>
            <ac:spMk id="27" creationId="{C1BC1D85-3AE5-C850-AF91-A59864EB90CB}"/>
          </ac:spMkLst>
        </pc:spChg>
        <pc:spChg chg="mod">
          <ac:chgData name="Palit, Tapti" userId="dec6fbcd-7598-406a-8cbf-504d4a3bac15" providerId="ADAL" clId="{ECD42228-5B96-4A72-B268-C46DF994E6B7}" dt="2024-02-08T20:23:18.434" v="100581" actId="1076"/>
          <ac:spMkLst>
            <pc:docMk/>
            <pc:sldMk cId="2267790097" sldId="1088"/>
            <ac:spMk id="28" creationId="{C9718086-A2FB-EFF6-EF9D-D8AAF59CA509}"/>
          </ac:spMkLst>
        </pc:spChg>
        <pc:spChg chg="mod">
          <ac:chgData name="Palit, Tapti" userId="dec6fbcd-7598-406a-8cbf-504d4a3bac15" providerId="ADAL" clId="{ECD42228-5B96-4A72-B268-C46DF994E6B7}" dt="2024-02-08T20:23:18.434" v="100581" actId="1076"/>
          <ac:spMkLst>
            <pc:docMk/>
            <pc:sldMk cId="2267790097" sldId="1088"/>
            <ac:spMk id="29" creationId="{13E625FA-528F-0DB7-AFCB-AE767706D8DA}"/>
          </ac:spMkLst>
        </pc:spChg>
        <pc:grpChg chg="add mod">
          <ac:chgData name="Palit, Tapti" userId="dec6fbcd-7598-406a-8cbf-504d4a3bac15" providerId="ADAL" clId="{ECD42228-5B96-4A72-B268-C46DF994E6B7}" dt="2024-02-08T20:23:18.434" v="100581" actId="1076"/>
          <ac:grpSpMkLst>
            <pc:docMk/>
            <pc:sldMk cId="2267790097" sldId="1088"/>
            <ac:grpSpMk id="4" creationId="{A32DF222-EF49-4F4C-FEF2-4BF162FEC313}"/>
          </ac:grpSpMkLst>
        </pc:grpChg>
        <pc:grpChg chg="mod">
          <ac:chgData name="Palit, Tapti" userId="dec6fbcd-7598-406a-8cbf-504d4a3bac15" providerId="ADAL" clId="{ECD42228-5B96-4A72-B268-C46DF994E6B7}" dt="2024-02-08T20:23:18.434" v="100581" actId="1076"/>
          <ac:grpSpMkLst>
            <pc:docMk/>
            <pc:sldMk cId="2267790097" sldId="1088"/>
            <ac:grpSpMk id="5" creationId="{EA08BE60-540C-6CB0-2899-690013C9591B}"/>
          </ac:grpSpMkLst>
        </pc:grpChg>
        <pc:grpChg chg="add del mod">
          <ac:chgData name="Palit, Tapti" userId="dec6fbcd-7598-406a-8cbf-504d4a3bac15" providerId="ADAL" clId="{ECD42228-5B96-4A72-B268-C46DF994E6B7}" dt="2024-02-08T20:23:14.110" v="100579" actId="478"/>
          <ac:grpSpMkLst>
            <pc:docMk/>
            <pc:sldMk cId="2267790097" sldId="1088"/>
            <ac:grpSpMk id="7" creationId="{50869F04-39E1-E28F-5067-3E4F73C78721}"/>
          </ac:grpSpMkLst>
        </pc:grpChg>
        <pc:grpChg chg="mod">
          <ac:chgData name="Palit, Tapti" userId="dec6fbcd-7598-406a-8cbf-504d4a3bac15" providerId="ADAL" clId="{ECD42228-5B96-4A72-B268-C46DF994E6B7}" dt="2024-01-30T03:01:48.888" v="85049" actId="1076"/>
          <ac:grpSpMkLst>
            <pc:docMk/>
            <pc:sldMk cId="2267790097" sldId="1088"/>
            <ac:grpSpMk id="17" creationId="{CE2CD97C-7758-5E65-F7AE-C7CB81266B86}"/>
          </ac:grpSpMkLst>
        </pc:grpChg>
        <pc:grpChg chg="mod">
          <ac:chgData name="Palit, Tapti" userId="dec6fbcd-7598-406a-8cbf-504d4a3bac15" providerId="ADAL" clId="{ECD42228-5B96-4A72-B268-C46DF994E6B7}" dt="2024-02-08T20:23:18.434" v="100581" actId="1076"/>
          <ac:grpSpMkLst>
            <pc:docMk/>
            <pc:sldMk cId="2267790097" sldId="1088"/>
            <ac:grpSpMk id="26" creationId="{36E0D7E1-2250-C3F5-A199-E399A7584E0A}"/>
          </ac:grpSpMkLst>
        </pc:grpChg>
        <pc:picChg chg="add del mod">
          <ac:chgData name="Palit, Tapti" userId="dec6fbcd-7598-406a-8cbf-504d4a3bac15" providerId="ADAL" clId="{ECD42228-5B96-4A72-B268-C46DF994E6B7}" dt="2024-01-30T02:50:36.934" v="84473" actId="478"/>
          <ac:picMkLst>
            <pc:docMk/>
            <pc:sldMk cId="2267790097" sldId="1088"/>
            <ac:picMk id="5" creationId="{941EC1A3-9973-0AD5-09D6-AD19DA7B160F}"/>
          </ac:picMkLst>
        </pc:picChg>
        <pc:picChg chg="add del mod">
          <ac:chgData name="Palit, Tapti" userId="dec6fbcd-7598-406a-8cbf-504d4a3bac15" providerId="ADAL" clId="{ECD42228-5B96-4A72-B268-C46DF994E6B7}" dt="2024-01-30T02:50:59.169" v="84476" actId="478"/>
          <ac:picMkLst>
            <pc:docMk/>
            <pc:sldMk cId="2267790097" sldId="1088"/>
            <ac:picMk id="6" creationId="{C11430F6-2646-240E-BA12-D35D4D4BCE1C}"/>
          </ac:picMkLst>
        </pc:picChg>
        <pc:picChg chg="mod">
          <ac:chgData name="Palit, Tapti" userId="dec6fbcd-7598-406a-8cbf-504d4a3bac15" providerId="ADAL" clId="{ECD42228-5B96-4A72-B268-C46DF994E6B7}" dt="2024-01-30T03:01:48.888" v="85049" actId="1076"/>
          <ac:picMkLst>
            <pc:docMk/>
            <pc:sldMk cId="2267790097" sldId="1088"/>
            <ac:picMk id="8" creationId="{0319A11B-3FF0-0620-371B-973C223C0B74}"/>
          </ac:picMkLst>
        </pc:picChg>
        <pc:picChg chg="mod">
          <ac:chgData name="Palit, Tapti" userId="dec6fbcd-7598-406a-8cbf-504d4a3bac15" providerId="ADAL" clId="{ECD42228-5B96-4A72-B268-C46DF994E6B7}" dt="2024-01-30T03:01:48.888" v="85049" actId="1076"/>
          <ac:picMkLst>
            <pc:docMk/>
            <pc:sldMk cId="2267790097" sldId="1088"/>
            <ac:picMk id="9" creationId="{5B279908-E04D-98E0-8F05-6C1F5A899947}"/>
          </ac:picMkLst>
        </pc:picChg>
        <pc:picChg chg="del">
          <ac:chgData name="Palit, Tapti" userId="dec6fbcd-7598-406a-8cbf-504d4a3bac15" providerId="ADAL" clId="{ECD42228-5B96-4A72-B268-C46DF994E6B7}" dt="2024-01-28T21:05:59.042" v="68630" actId="478"/>
          <ac:picMkLst>
            <pc:docMk/>
            <pc:sldMk cId="2267790097" sldId="1088"/>
            <ac:picMk id="13" creationId="{D6F8F45B-F07F-0BEA-03B7-5040EDE14947}"/>
          </ac:picMkLst>
        </pc:picChg>
        <pc:picChg chg="del">
          <ac:chgData name="Palit, Tapti" userId="dec6fbcd-7598-406a-8cbf-504d4a3bac15" providerId="ADAL" clId="{ECD42228-5B96-4A72-B268-C46DF994E6B7}" dt="2024-01-30T02:50:36.934" v="84473" actId="478"/>
          <ac:picMkLst>
            <pc:docMk/>
            <pc:sldMk cId="2267790097" sldId="1088"/>
            <ac:picMk id="14" creationId="{A123DA6A-8928-8DFF-1B45-3444C1D65859}"/>
          </ac:picMkLst>
        </pc:picChg>
        <pc:picChg chg="mod">
          <ac:chgData name="Palit, Tapti" userId="dec6fbcd-7598-406a-8cbf-504d4a3bac15" providerId="ADAL" clId="{ECD42228-5B96-4A72-B268-C46DF994E6B7}" dt="2024-02-08T20:23:18.434" v="100581" actId="1076"/>
          <ac:picMkLst>
            <pc:docMk/>
            <pc:sldMk cId="2267790097" sldId="1088"/>
            <ac:picMk id="14" creationId="{B07411AC-DCC2-BE15-8E3D-8F4C3654CA46}"/>
          </ac:picMkLst>
        </pc:picChg>
        <pc:picChg chg="mod">
          <ac:chgData name="Palit, Tapti" userId="dec6fbcd-7598-406a-8cbf-504d4a3bac15" providerId="ADAL" clId="{ECD42228-5B96-4A72-B268-C46DF994E6B7}" dt="2024-02-08T20:23:18.434" v="100581" actId="1076"/>
          <ac:picMkLst>
            <pc:docMk/>
            <pc:sldMk cId="2267790097" sldId="1088"/>
            <ac:picMk id="15" creationId="{BF7A555C-5C3D-A4DD-BFE8-16E12459F713}"/>
          </ac:picMkLst>
        </pc:picChg>
        <pc:picChg chg="del">
          <ac:chgData name="Palit, Tapti" userId="dec6fbcd-7598-406a-8cbf-504d4a3bac15" providerId="ADAL" clId="{ECD42228-5B96-4A72-B268-C46DF994E6B7}" dt="2024-01-30T02:50:36.934" v="84473" actId="478"/>
          <ac:picMkLst>
            <pc:docMk/>
            <pc:sldMk cId="2267790097" sldId="1088"/>
            <ac:picMk id="15" creationId="{F99A1A1E-2467-81B9-E04D-C4A4F089A7B8}"/>
          </ac:picMkLst>
        </pc:picChg>
        <pc:picChg chg="mod">
          <ac:chgData name="Palit, Tapti" userId="dec6fbcd-7598-406a-8cbf-504d4a3bac15" providerId="ADAL" clId="{ECD42228-5B96-4A72-B268-C46DF994E6B7}" dt="2024-01-30T03:01:48.888" v="85049" actId="1076"/>
          <ac:picMkLst>
            <pc:docMk/>
            <pc:sldMk cId="2267790097" sldId="1088"/>
            <ac:picMk id="21" creationId="{ADF035B3-FB7C-1652-3F45-6B1EB3B27CC2}"/>
          </ac:picMkLst>
        </pc:picChg>
        <pc:picChg chg="mod">
          <ac:chgData name="Palit, Tapti" userId="dec6fbcd-7598-406a-8cbf-504d4a3bac15" providerId="ADAL" clId="{ECD42228-5B96-4A72-B268-C46DF994E6B7}" dt="2024-01-30T03:01:48.888" v="85049" actId="1076"/>
          <ac:picMkLst>
            <pc:docMk/>
            <pc:sldMk cId="2267790097" sldId="1088"/>
            <ac:picMk id="22" creationId="{EE41A215-3D9A-8A58-2EA7-482C862C409F}"/>
          </ac:picMkLst>
        </pc:picChg>
        <pc:picChg chg="add del mod">
          <ac:chgData name="Palit, Tapti" userId="dec6fbcd-7598-406a-8cbf-504d4a3bac15" providerId="ADAL" clId="{ECD42228-5B96-4A72-B268-C46DF994E6B7}" dt="2024-01-30T03:15:14.736" v="85244" actId="478"/>
          <ac:picMkLst>
            <pc:docMk/>
            <pc:sldMk cId="2267790097" sldId="1088"/>
            <ac:picMk id="23" creationId="{DC9417FC-B535-8CA4-9342-EF34B68BA1BF}"/>
          </ac:picMkLst>
        </pc:picChg>
        <pc:picChg chg="add del mod">
          <ac:chgData name="Palit, Tapti" userId="dec6fbcd-7598-406a-8cbf-504d4a3bac15" providerId="ADAL" clId="{ECD42228-5B96-4A72-B268-C46DF994E6B7}" dt="2024-01-30T03:15:14.736" v="85244" actId="478"/>
          <ac:picMkLst>
            <pc:docMk/>
            <pc:sldMk cId="2267790097" sldId="1088"/>
            <ac:picMk id="25" creationId="{1A788A7E-10F2-3479-835C-7CBC9DCB1CEE}"/>
          </ac:picMkLst>
        </pc:picChg>
        <pc:picChg chg="add del mod">
          <ac:chgData name="Palit, Tapti" userId="dec6fbcd-7598-406a-8cbf-504d4a3bac15" providerId="ADAL" clId="{ECD42228-5B96-4A72-B268-C46DF994E6B7}" dt="2024-01-30T03:15:14.736" v="85244" actId="478"/>
          <ac:picMkLst>
            <pc:docMk/>
            <pc:sldMk cId="2267790097" sldId="1088"/>
            <ac:picMk id="27" creationId="{94B6A3CA-5228-4849-10F6-15DB3ADFC3BB}"/>
          </ac:picMkLst>
        </pc:picChg>
        <pc:picChg chg="mod">
          <ac:chgData name="Palit, Tapti" userId="dec6fbcd-7598-406a-8cbf-504d4a3bac15" providerId="ADAL" clId="{ECD42228-5B96-4A72-B268-C46DF994E6B7}" dt="2024-02-08T20:23:18.434" v="100581" actId="1076"/>
          <ac:picMkLst>
            <pc:docMk/>
            <pc:sldMk cId="2267790097" sldId="1088"/>
            <ac:picMk id="30" creationId="{41E5C2B0-43AA-335A-0BAE-74C963A93B8D}"/>
          </ac:picMkLst>
        </pc:picChg>
        <pc:picChg chg="mod">
          <ac:chgData name="Palit, Tapti" userId="dec6fbcd-7598-406a-8cbf-504d4a3bac15" providerId="ADAL" clId="{ECD42228-5B96-4A72-B268-C46DF994E6B7}" dt="2024-02-08T20:23:18.434" v="100581" actId="1076"/>
          <ac:picMkLst>
            <pc:docMk/>
            <pc:sldMk cId="2267790097" sldId="1088"/>
            <ac:picMk id="31" creationId="{4DDA1412-241B-FD04-88BD-E004E8E7FB9C}"/>
          </ac:picMkLst>
        </pc:picChg>
        <pc:picChg chg="del">
          <ac:chgData name="Palit, Tapti" userId="dec6fbcd-7598-406a-8cbf-504d4a3bac15" providerId="ADAL" clId="{ECD42228-5B96-4A72-B268-C46DF994E6B7}" dt="2024-01-30T02:50:59.169" v="84476" actId="478"/>
          <ac:picMkLst>
            <pc:docMk/>
            <pc:sldMk cId="2267790097" sldId="1088"/>
            <ac:picMk id="1028" creationId="{1741705E-DA8B-1AEC-6BF6-D4A5135A8EC8}"/>
          </ac:picMkLst>
        </pc:picChg>
        <pc:picChg chg="del">
          <ac:chgData name="Palit, Tapti" userId="dec6fbcd-7598-406a-8cbf-504d4a3bac15" providerId="ADAL" clId="{ECD42228-5B96-4A72-B268-C46DF994E6B7}" dt="2024-01-30T02:50:59.169" v="84476" actId="478"/>
          <ac:picMkLst>
            <pc:docMk/>
            <pc:sldMk cId="2267790097" sldId="1088"/>
            <ac:picMk id="1030" creationId="{8D78B493-7ED8-F252-68E5-27303818D863}"/>
          </ac:picMkLst>
        </pc:picChg>
        <pc:cxnChg chg="mod">
          <ac:chgData name="Palit, Tapti" userId="dec6fbcd-7598-406a-8cbf-504d4a3bac15" providerId="ADAL" clId="{ECD42228-5B96-4A72-B268-C46DF994E6B7}" dt="2024-02-08T20:23:18.434" v="100581" actId="1076"/>
          <ac:cxnSpMkLst>
            <pc:docMk/>
            <pc:sldMk cId="2267790097" sldId="1088"/>
            <ac:cxnSpMk id="11" creationId="{EAA96DE9-19D1-2889-2028-E8B6EDA87CE2}"/>
          </ac:cxnSpMkLst>
        </pc:cxnChg>
        <pc:cxnChg chg="mod">
          <ac:chgData name="Palit, Tapti" userId="dec6fbcd-7598-406a-8cbf-504d4a3bac15" providerId="ADAL" clId="{ECD42228-5B96-4A72-B268-C46DF994E6B7}" dt="2024-01-30T19:18:32.651" v="93977" actId="692"/>
          <ac:cxnSpMkLst>
            <pc:docMk/>
            <pc:sldMk cId="2267790097" sldId="1088"/>
            <ac:cxnSpMk id="13" creationId="{8465CE3F-827E-53EB-44FB-AC23DBF372A2}"/>
          </ac:cxnSpMkLst>
        </pc:cxnChg>
        <pc:cxnChg chg="mod">
          <ac:chgData name="Palit, Tapti" userId="dec6fbcd-7598-406a-8cbf-504d4a3bac15" providerId="ADAL" clId="{ECD42228-5B96-4A72-B268-C46DF994E6B7}" dt="2024-01-30T19:18:36.075" v="93978" actId="692"/>
          <ac:cxnSpMkLst>
            <pc:docMk/>
            <pc:sldMk cId="2267790097" sldId="1088"/>
            <ac:cxnSpMk id="16" creationId="{5A127530-4974-BF96-62DF-A6CFE3A004F7}"/>
          </ac:cxnSpMkLst>
        </pc:cxnChg>
        <pc:cxnChg chg="mod">
          <ac:chgData name="Palit, Tapti" userId="dec6fbcd-7598-406a-8cbf-504d4a3bac15" providerId="ADAL" clId="{ECD42228-5B96-4A72-B268-C46DF994E6B7}" dt="2024-02-08T20:23:18.434" v="100581" actId="1076"/>
          <ac:cxnSpMkLst>
            <pc:docMk/>
            <pc:sldMk cId="2267790097" sldId="1088"/>
            <ac:cxnSpMk id="24" creationId="{BA8B4B67-F9AF-0D62-9194-EBEAF17FEDDE}"/>
          </ac:cxnSpMkLst>
        </pc:cxnChg>
        <pc:cxnChg chg="mod">
          <ac:chgData name="Palit, Tapti" userId="dec6fbcd-7598-406a-8cbf-504d4a3bac15" providerId="ADAL" clId="{ECD42228-5B96-4A72-B268-C46DF994E6B7}" dt="2024-02-08T20:23:18.434" v="100581" actId="1076"/>
          <ac:cxnSpMkLst>
            <pc:docMk/>
            <pc:sldMk cId="2267790097" sldId="1088"/>
            <ac:cxnSpMk id="25" creationId="{B680C277-5425-2781-F254-2CCB633EF5EC}"/>
          </ac:cxnSpMkLst>
        </pc:cxnChg>
      </pc:sldChg>
      <pc:sldChg chg="addSp modSp add del mod modNotesTx">
        <pc:chgData name="Palit, Tapti" userId="dec6fbcd-7598-406a-8cbf-504d4a3bac15" providerId="ADAL" clId="{ECD42228-5B96-4A72-B268-C46DF994E6B7}" dt="2024-01-30T04:19:22.030" v="86171" actId="47"/>
        <pc:sldMkLst>
          <pc:docMk/>
          <pc:sldMk cId="2990312088" sldId="1089"/>
        </pc:sldMkLst>
        <pc:spChg chg="mod">
          <ac:chgData name="Palit, Tapti" userId="dec6fbcd-7598-406a-8cbf-504d4a3bac15" providerId="ADAL" clId="{ECD42228-5B96-4A72-B268-C46DF994E6B7}" dt="2024-01-28T04:42:29.222" v="68418"/>
          <ac:spMkLst>
            <pc:docMk/>
            <pc:sldMk cId="2990312088" sldId="1089"/>
            <ac:spMk id="3" creationId="{718731F3-A54E-5387-C447-464520FADB53}"/>
          </ac:spMkLst>
        </pc:spChg>
        <pc:spChg chg="mod">
          <ac:chgData name="Palit, Tapti" userId="dec6fbcd-7598-406a-8cbf-504d4a3bac15" providerId="ADAL" clId="{ECD42228-5B96-4A72-B268-C46DF994E6B7}" dt="2024-01-30T03:55:17.492" v="85862" actId="20577"/>
          <ac:spMkLst>
            <pc:docMk/>
            <pc:sldMk cId="2990312088" sldId="1089"/>
            <ac:spMk id="6" creationId="{CDF54C75-8E57-C212-0645-30E19DBAEFC3}"/>
          </ac:spMkLst>
        </pc:spChg>
        <pc:spChg chg="add mod">
          <ac:chgData name="Palit, Tapti" userId="dec6fbcd-7598-406a-8cbf-504d4a3bac15" providerId="ADAL" clId="{ECD42228-5B96-4A72-B268-C46DF994E6B7}" dt="2024-01-28T04:34:04.707" v="68044" actId="14100"/>
          <ac:spMkLst>
            <pc:docMk/>
            <pc:sldMk cId="2990312088" sldId="1089"/>
            <ac:spMk id="8" creationId="{DB7B5213-11C6-A3C0-4E70-9E6677B2F224}"/>
          </ac:spMkLst>
        </pc:spChg>
        <pc:spChg chg="add mod">
          <ac:chgData name="Palit, Tapti" userId="dec6fbcd-7598-406a-8cbf-504d4a3bac15" providerId="ADAL" clId="{ECD42228-5B96-4A72-B268-C46DF994E6B7}" dt="2024-01-28T04:34:25.564" v="68061" actId="14100"/>
          <ac:spMkLst>
            <pc:docMk/>
            <pc:sldMk cId="2990312088" sldId="1089"/>
            <ac:spMk id="9" creationId="{4E4F0373-72D5-4EA0-B448-852EF78EEC61}"/>
          </ac:spMkLst>
        </pc:spChg>
        <pc:spChg chg="mod">
          <ac:chgData name="Palit, Tapti" userId="dec6fbcd-7598-406a-8cbf-504d4a3bac15" providerId="ADAL" clId="{ECD42228-5B96-4A72-B268-C46DF994E6B7}" dt="2024-01-29T15:55:28.426" v="79663" actId="1076"/>
          <ac:spMkLst>
            <pc:docMk/>
            <pc:sldMk cId="2990312088" sldId="1089"/>
            <ac:spMk id="10" creationId="{5FFBCE17-2E8F-514E-9EDF-96C428BD1084}"/>
          </ac:spMkLst>
        </pc:spChg>
        <pc:cxnChg chg="mod">
          <ac:chgData name="Palit, Tapti" userId="dec6fbcd-7598-406a-8cbf-504d4a3bac15" providerId="ADAL" clId="{ECD42228-5B96-4A72-B268-C46DF994E6B7}" dt="2024-01-29T15:55:28.426" v="79663" actId="1076"/>
          <ac:cxnSpMkLst>
            <pc:docMk/>
            <pc:sldMk cId="2990312088" sldId="1089"/>
            <ac:cxnSpMk id="7" creationId="{80E78128-A65E-6EF7-FDBF-E9237BE08A41}"/>
          </ac:cxnSpMkLst>
        </pc:cxnChg>
      </pc:sldChg>
      <pc:sldChg chg="addSp delSp modSp add del mod">
        <pc:chgData name="Palit, Tapti" userId="dec6fbcd-7598-406a-8cbf-504d4a3bac15" providerId="ADAL" clId="{ECD42228-5B96-4A72-B268-C46DF994E6B7}" dt="2024-01-28T21:31:52.319" v="69114" actId="47"/>
        <pc:sldMkLst>
          <pc:docMk/>
          <pc:sldMk cId="1620085511" sldId="1090"/>
        </pc:sldMkLst>
        <pc:spChg chg="mod">
          <ac:chgData name="Palit, Tapti" userId="dec6fbcd-7598-406a-8cbf-504d4a3bac15" providerId="ADAL" clId="{ECD42228-5B96-4A72-B268-C46DF994E6B7}" dt="2024-01-28T21:12:21.560" v="68717" actId="1076"/>
          <ac:spMkLst>
            <pc:docMk/>
            <pc:sldMk cId="1620085511" sldId="1090"/>
            <ac:spMk id="5" creationId="{3D373F79-5AD1-75EC-290D-9961F87C759F}"/>
          </ac:spMkLst>
        </pc:spChg>
        <pc:spChg chg="mod">
          <ac:chgData name="Palit, Tapti" userId="dec6fbcd-7598-406a-8cbf-504d4a3bac15" providerId="ADAL" clId="{ECD42228-5B96-4A72-B268-C46DF994E6B7}" dt="2024-01-28T21:12:21.560" v="68717" actId="1076"/>
          <ac:spMkLst>
            <pc:docMk/>
            <pc:sldMk cId="1620085511" sldId="1090"/>
            <ac:spMk id="8" creationId="{885F85A1-4076-A50D-98B5-C6EE4BE5346E}"/>
          </ac:spMkLst>
        </pc:spChg>
        <pc:spChg chg="mod">
          <ac:chgData name="Palit, Tapti" userId="dec6fbcd-7598-406a-8cbf-504d4a3bac15" providerId="ADAL" clId="{ECD42228-5B96-4A72-B268-C46DF994E6B7}" dt="2024-01-28T21:12:21.560" v="68717" actId="1076"/>
          <ac:spMkLst>
            <pc:docMk/>
            <pc:sldMk cId="1620085511" sldId="1090"/>
            <ac:spMk id="10" creationId="{B2849599-0146-037A-56B0-2E75EF2FFB10}"/>
          </ac:spMkLst>
        </pc:spChg>
        <pc:spChg chg="mod">
          <ac:chgData name="Palit, Tapti" userId="dec6fbcd-7598-406a-8cbf-504d4a3bac15" providerId="ADAL" clId="{ECD42228-5B96-4A72-B268-C46DF994E6B7}" dt="2024-01-28T21:12:21.560" v="68717" actId="1076"/>
          <ac:spMkLst>
            <pc:docMk/>
            <pc:sldMk cId="1620085511" sldId="1090"/>
            <ac:spMk id="11" creationId="{707AC7D3-B300-6284-F4BF-9F14BCFDD045}"/>
          </ac:spMkLst>
        </pc:spChg>
        <pc:spChg chg="mod">
          <ac:chgData name="Palit, Tapti" userId="dec6fbcd-7598-406a-8cbf-504d4a3bac15" providerId="ADAL" clId="{ECD42228-5B96-4A72-B268-C46DF994E6B7}" dt="2024-01-28T21:12:21.560" v="68717" actId="1076"/>
          <ac:spMkLst>
            <pc:docMk/>
            <pc:sldMk cId="1620085511" sldId="1090"/>
            <ac:spMk id="12" creationId="{C902EB02-8612-75F0-CB75-A557CCFF913B}"/>
          </ac:spMkLst>
        </pc:spChg>
        <pc:spChg chg="mod">
          <ac:chgData name="Palit, Tapti" userId="dec6fbcd-7598-406a-8cbf-504d4a3bac15" providerId="ADAL" clId="{ECD42228-5B96-4A72-B268-C46DF994E6B7}" dt="2024-01-28T21:12:12.064" v="68716" actId="1076"/>
          <ac:spMkLst>
            <pc:docMk/>
            <pc:sldMk cId="1620085511" sldId="1090"/>
            <ac:spMk id="15" creationId="{632CDA17-2240-B34F-44F8-5573404E1E94}"/>
          </ac:spMkLst>
        </pc:spChg>
        <pc:spChg chg="mod">
          <ac:chgData name="Palit, Tapti" userId="dec6fbcd-7598-406a-8cbf-504d4a3bac15" providerId="ADAL" clId="{ECD42228-5B96-4A72-B268-C46DF994E6B7}" dt="2024-01-28T21:12:21.560" v="68717" actId="1076"/>
          <ac:spMkLst>
            <pc:docMk/>
            <pc:sldMk cId="1620085511" sldId="1090"/>
            <ac:spMk id="16" creationId="{BA3828BB-07C9-6A22-0125-6282103A5ED6}"/>
          </ac:spMkLst>
        </pc:spChg>
        <pc:spChg chg="del">
          <ac:chgData name="Palit, Tapti" userId="dec6fbcd-7598-406a-8cbf-504d4a3bac15" providerId="ADAL" clId="{ECD42228-5B96-4A72-B268-C46DF994E6B7}" dt="2024-01-28T21:11:56.185" v="68712" actId="478"/>
          <ac:spMkLst>
            <pc:docMk/>
            <pc:sldMk cId="1620085511" sldId="1090"/>
            <ac:spMk id="18" creationId="{38158093-6F13-9634-0C40-CB520D742CFB}"/>
          </ac:spMkLst>
        </pc:spChg>
        <pc:spChg chg="mod">
          <ac:chgData name="Palit, Tapti" userId="dec6fbcd-7598-406a-8cbf-504d4a3bac15" providerId="ADAL" clId="{ECD42228-5B96-4A72-B268-C46DF994E6B7}" dt="2024-01-28T21:12:12.064" v="68716" actId="1076"/>
          <ac:spMkLst>
            <pc:docMk/>
            <pc:sldMk cId="1620085511" sldId="1090"/>
            <ac:spMk id="19" creationId="{62A0C4CA-2A0C-7E20-4EEB-512723DBF9F9}"/>
          </ac:spMkLst>
        </pc:spChg>
        <pc:spChg chg="mod">
          <ac:chgData name="Palit, Tapti" userId="dec6fbcd-7598-406a-8cbf-504d4a3bac15" providerId="ADAL" clId="{ECD42228-5B96-4A72-B268-C46DF994E6B7}" dt="2024-01-28T21:12:21.560" v="68717" actId="1076"/>
          <ac:spMkLst>
            <pc:docMk/>
            <pc:sldMk cId="1620085511" sldId="1090"/>
            <ac:spMk id="20" creationId="{6B846521-CF3C-1C2E-5EFA-E362CE8B0255}"/>
          </ac:spMkLst>
        </pc:spChg>
        <pc:spChg chg="mod">
          <ac:chgData name="Palit, Tapti" userId="dec6fbcd-7598-406a-8cbf-504d4a3bac15" providerId="ADAL" clId="{ECD42228-5B96-4A72-B268-C46DF994E6B7}" dt="2024-01-28T21:12:21.560" v="68717" actId="1076"/>
          <ac:spMkLst>
            <pc:docMk/>
            <pc:sldMk cId="1620085511" sldId="1090"/>
            <ac:spMk id="21" creationId="{D7179A03-A83C-A828-EB03-DB0E95ED3A9F}"/>
          </ac:spMkLst>
        </pc:spChg>
        <pc:spChg chg="mod">
          <ac:chgData name="Palit, Tapti" userId="dec6fbcd-7598-406a-8cbf-504d4a3bac15" providerId="ADAL" clId="{ECD42228-5B96-4A72-B268-C46DF994E6B7}" dt="2024-01-28T21:12:21.560" v="68717" actId="1076"/>
          <ac:spMkLst>
            <pc:docMk/>
            <pc:sldMk cId="1620085511" sldId="1090"/>
            <ac:spMk id="22" creationId="{DFEE423D-239B-0159-2953-A9F255A35310}"/>
          </ac:spMkLst>
        </pc:spChg>
        <pc:spChg chg="add mod">
          <ac:chgData name="Palit, Tapti" userId="dec6fbcd-7598-406a-8cbf-504d4a3bac15" providerId="ADAL" clId="{ECD42228-5B96-4A72-B268-C46DF994E6B7}" dt="2024-01-28T21:11:51.953" v="68711" actId="571"/>
          <ac:spMkLst>
            <pc:docMk/>
            <pc:sldMk cId="1620085511" sldId="1090"/>
            <ac:spMk id="25" creationId="{99D07EC8-63F0-1953-64BF-B11A85928AB9}"/>
          </ac:spMkLst>
        </pc:spChg>
        <pc:spChg chg="del">
          <ac:chgData name="Palit, Tapti" userId="dec6fbcd-7598-406a-8cbf-504d4a3bac15" providerId="ADAL" clId="{ECD42228-5B96-4A72-B268-C46DF994E6B7}" dt="2024-01-28T21:11:56.185" v="68712" actId="478"/>
          <ac:spMkLst>
            <pc:docMk/>
            <pc:sldMk cId="1620085511" sldId="1090"/>
            <ac:spMk id="27" creationId="{A514031C-BE6B-B376-1F8D-A6CBB52D164E}"/>
          </ac:spMkLst>
        </pc:spChg>
        <pc:spChg chg="add mod">
          <ac:chgData name="Palit, Tapti" userId="dec6fbcd-7598-406a-8cbf-504d4a3bac15" providerId="ADAL" clId="{ECD42228-5B96-4A72-B268-C46DF994E6B7}" dt="2024-01-28T21:11:51.953" v="68711" actId="571"/>
          <ac:spMkLst>
            <pc:docMk/>
            <pc:sldMk cId="1620085511" sldId="1090"/>
            <ac:spMk id="28" creationId="{AA72819E-24A0-67A4-0D3A-F77931454900}"/>
          </ac:spMkLst>
        </pc:spChg>
        <pc:spChg chg="del">
          <ac:chgData name="Palit, Tapti" userId="dec6fbcd-7598-406a-8cbf-504d4a3bac15" providerId="ADAL" clId="{ECD42228-5B96-4A72-B268-C46DF994E6B7}" dt="2024-01-28T21:11:56.185" v="68712" actId="478"/>
          <ac:spMkLst>
            <pc:docMk/>
            <pc:sldMk cId="1620085511" sldId="1090"/>
            <ac:spMk id="29" creationId="{B51B138B-CA6E-D442-540A-519FABFF1C4E}"/>
          </ac:spMkLst>
        </pc:spChg>
        <pc:picChg chg="del">
          <ac:chgData name="Palit, Tapti" userId="dec6fbcd-7598-406a-8cbf-504d4a3bac15" providerId="ADAL" clId="{ECD42228-5B96-4A72-B268-C46DF994E6B7}" dt="2024-01-28T21:11:58.183" v="68713" actId="478"/>
          <ac:picMkLst>
            <pc:docMk/>
            <pc:sldMk cId="1620085511" sldId="1090"/>
            <ac:picMk id="2" creationId="{5C5B91B7-4BF3-EF22-73A2-268F52918630}"/>
          </ac:picMkLst>
        </pc:picChg>
        <pc:cxnChg chg="del">
          <ac:chgData name="Palit, Tapti" userId="dec6fbcd-7598-406a-8cbf-504d4a3bac15" providerId="ADAL" clId="{ECD42228-5B96-4A72-B268-C46DF994E6B7}" dt="2024-01-28T21:11:56.185" v="68712" actId="478"/>
          <ac:cxnSpMkLst>
            <pc:docMk/>
            <pc:sldMk cId="1620085511" sldId="1090"/>
            <ac:cxnSpMk id="6" creationId="{9A228DE5-2A47-7DC0-AB7D-AA240CDBFA38}"/>
          </ac:cxnSpMkLst>
        </pc:cxnChg>
        <pc:cxnChg chg="del">
          <ac:chgData name="Palit, Tapti" userId="dec6fbcd-7598-406a-8cbf-504d4a3bac15" providerId="ADAL" clId="{ECD42228-5B96-4A72-B268-C46DF994E6B7}" dt="2024-01-28T21:11:56.185" v="68712" actId="478"/>
          <ac:cxnSpMkLst>
            <pc:docMk/>
            <pc:sldMk cId="1620085511" sldId="1090"/>
            <ac:cxnSpMk id="7" creationId="{61D65FAB-D08A-1F97-5A56-A0AFDCACE3EE}"/>
          </ac:cxnSpMkLst>
        </pc:cxnChg>
        <pc:cxnChg chg="mod">
          <ac:chgData name="Palit, Tapti" userId="dec6fbcd-7598-406a-8cbf-504d4a3bac15" providerId="ADAL" clId="{ECD42228-5B96-4A72-B268-C46DF994E6B7}" dt="2024-01-28T21:12:21.560" v="68717" actId="1076"/>
          <ac:cxnSpMkLst>
            <pc:docMk/>
            <pc:sldMk cId="1620085511" sldId="1090"/>
            <ac:cxnSpMk id="9" creationId="{5B659DB4-1E58-9C88-6147-F8AE219D326E}"/>
          </ac:cxnSpMkLst>
        </pc:cxnChg>
        <pc:cxnChg chg="add mod">
          <ac:chgData name="Palit, Tapti" userId="dec6fbcd-7598-406a-8cbf-504d4a3bac15" providerId="ADAL" clId="{ECD42228-5B96-4A72-B268-C46DF994E6B7}" dt="2024-01-28T21:11:51.953" v="68711" actId="571"/>
          <ac:cxnSpMkLst>
            <pc:docMk/>
            <pc:sldMk cId="1620085511" sldId="1090"/>
            <ac:cxnSpMk id="13" creationId="{088CBA3C-2B27-C4C5-176C-5B45950F73EC}"/>
          </ac:cxnSpMkLst>
        </pc:cxnChg>
        <pc:cxnChg chg="del mod">
          <ac:chgData name="Palit, Tapti" userId="dec6fbcd-7598-406a-8cbf-504d4a3bac15" providerId="ADAL" clId="{ECD42228-5B96-4A72-B268-C46DF994E6B7}" dt="2024-01-28T21:11:56.185" v="68712" actId="478"/>
          <ac:cxnSpMkLst>
            <pc:docMk/>
            <pc:sldMk cId="1620085511" sldId="1090"/>
            <ac:cxnSpMk id="14" creationId="{E3057DF5-1ED5-9116-B096-D42DE1A11886}"/>
          </ac:cxnSpMkLst>
        </pc:cxnChg>
        <pc:cxnChg chg="mod">
          <ac:chgData name="Palit, Tapti" userId="dec6fbcd-7598-406a-8cbf-504d4a3bac15" providerId="ADAL" clId="{ECD42228-5B96-4A72-B268-C46DF994E6B7}" dt="2024-01-28T21:12:21.560" v="68717" actId="1076"/>
          <ac:cxnSpMkLst>
            <pc:docMk/>
            <pc:sldMk cId="1620085511" sldId="1090"/>
            <ac:cxnSpMk id="17" creationId="{3F645796-6659-6C62-0048-A9C63762DB52}"/>
          </ac:cxnSpMkLst>
        </pc:cxnChg>
        <pc:cxnChg chg="del">
          <ac:chgData name="Palit, Tapti" userId="dec6fbcd-7598-406a-8cbf-504d4a3bac15" providerId="ADAL" clId="{ECD42228-5B96-4A72-B268-C46DF994E6B7}" dt="2024-01-28T21:12:00.120" v="68714" actId="478"/>
          <ac:cxnSpMkLst>
            <pc:docMk/>
            <pc:sldMk cId="1620085511" sldId="1090"/>
            <ac:cxnSpMk id="23" creationId="{D16509D8-28D2-A44B-77B1-1128B454B009}"/>
          </ac:cxnSpMkLst>
        </pc:cxnChg>
        <pc:cxnChg chg="del">
          <ac:chgData name="Palit, Tapti" userId="dec6fbcd-7598-406a-8cbf-504d4a3bac15" providerId="ADAL" clId="{ECD42228-5B96-4A72-B268-C46DF994E6B7}" dt="2024-01-28T21:12:01.908" v="68715" actId="478"/>
          <ac:cxnSpMkLst>
            <pc:docMk/>
            <pc:sldMk cId="1620085511" sldId="1090"/>
            <ac:cxnSpMk id="26" creationId="{CC017F9E-EDAB-28CE-0FC4-6DC0F6308385}"/>
          </ac:cxnSpMkLst>
        </pc:cxnChg>
        <pc:cxnChg chg="add mod">
          <ac:chgData name="Palit, Tapti" userId="dec6fbcd-7598-406a-8cbf-504d4a3bac15" providerId="ADAL" clId="{ECD42228-5B96-4A72-B268-C46DF994E6B7}" dt="2024-01-28T21:11:51.953" v="68711" actId="571"/>
          <ac:cxnSpMkLst>
            <pc:docMk/>
            <pc:sldMk cId="1620085511" sldId="1090"/>
            <ac:cxnSpMk id="30" creationId="{C69AE03A-3643-8B9A-5704-BDD96CD1488C}"/>
          </ac:cxnSpMkLst>
        </pc:cxnChg>
      </pc:sldChg>
      <pc:sldChg chg="modSp add del mod ord modNotesTx">
        <pc:chgData name="Palit, Tapti" userId="dec6fbcd-7598-406a-8cbf-504d4a3bac15" providerId="ADAL" clId="{ECD42228-5B96-4A72-B268-C46DF994E6B7}" dt="2024-01-29T05:04:04.017" v="77034" actId="47"/>
        <pc:sldMkLst>
          <pc:docMk/>
          <pc:sldMk cId="3914788177" sldId="1091"/>
        </pc:sldMkLst>
        <pc:spChg chg="mod">
          <ac:chgData name="Palit, Tapti" userId="dec6fbcd-7598-406a-8cbf-504d4a3bac15" providerId="ADAL" clId="{ECD42228-5B96-4A72-B268-C46DF994E6B7}" dt="2024-01-29T04:34:35.496" v="75526" actId="20577"/>
          <ac:spMkLst>
            <pc:docMk/>
            <pc:sldMk cId="3914788177" sldId="1091"/>
            <ac:spMk id="2" creationId="{E470CC57-6C32-7825-9CCD-F4A192D3119F}"/>
          </ac:spMkLst>
        </pc:spChg>
        <pc:spChg chg="mod">
          <ac:chgData name="Palit, Tapti" userId="dec6fbcd-7598-406a-8cbf-504d4a3bac15" providerId="ADAL" clId="{ECD42228-5B96-4A72-B268-C46DF994E6B7}" dt="2024-01-29T04:26:16.252" v="75401" actId="20577"/>
          <ac:spMkLst>
            <pc:docMk/>
            <pc:sldMk cId="3914788177" sldId="1091"/>
            <ac:spMk id="3" creationId="{E4A3937F-3571-5A5D-0101-49651F5C7D3F}"/>
          </ac:spMkLst>
        </pc:spChg>
      </pc:sldChg>
      <pc:sldChg chg="addSp delSp modSp add mod modNotesTx">
        <pc:chgData name="Palit, Tapti" userId="dec6fbcd-7598-406a-8cbf-504d4a3bac15" providerId="ADAL" clId="{ECD42228-5B96-4A72-B268-C46DF994E6B7}" dt="2024-02-09T19:18:30.630" v="108726" actId="20577"/>
        <pc:sldMkLst>
          <pc:docMk/>
          <pc:sldMk cId="2136365127" sldId="1092"/>
        </pc:sldMkLst>
        <pc:spChg chg="add mod">
          <ac:chgData name="Palit, Tapti" userId="dec6fbcd-7598-406a-8cbf-504d4a3bac15" providerId="ADAL" clId="{ECD42228-5B96-4A72-B268-C46DF994E6B7}" dt="2024-01-30T04:14:27.227" v="86136" actId="14100"/>
          <ac:spMkLst>
            <pc:docMk/>
            <pc:sldMk cId="2136365127" sldId="1092"/>
            <ac:spMk id="2" creationId="{16516ECC-70CE-31A6-F84A-B0B92BEFC428}"/>
          </ac:spMkLst>
        </pc:spChg>
        <pc:spChg chg="mod">
          <ac:chgData name="Palit, Tapti" userId="dec6fbcd-7598-406a-8cbf-504d4a3bac15" providerId="ADAL" clId="{ECD42228-5B96-4A72-B268-C46DF994E6B7}" dt="2024-01-28T21:32:40.333" v="69162" actId="1038"/>
          <ac:spMkLst>
            <pc:docMk/>
            <pc:sldMk cId="2136365127" sldId="1092"/>
            <ac:spMk id="5" creationId="{3D373F79-5AD1-75EC-290D-9961F87C759F}"/>
          </ac:spMkLst>
        </pc:spChg>
        <pc:spChg chg="add mod">
          <ac:chgData name="Palit, Tapti" userId="dec6fbcd-7598-406a-8cbf-504d4a3bac15" providerId="ADAL" clId="{ECD42228-5B96-4A72-B268-C46DF994E6B7}" dt="2024-01-30T03:08:15.640" v="85104" actId="1076"/>
          <ac:spMkLst>
            <pc:docMk/>
            <pc:sldMk cId="2136365127" sldId="1092"/>
            <ac:spMk id="7" creationId="{26DE4555-414D-2897-7BEB-18C9FCE63C03}"/>
          </ac:spMkLst>
        </pc:spChg>
        <pc:spChg chg="mod">
          <ac:chgData name="Palit, Tapti" userId="dec6fbcd-7598-406a-8cbf-504d4a3bac15" providerId="ADAL" clId="{ECD42228-5B96-4A72-B268-C46DF994E6B7}" dt="2024-01-28T21:32:40.333" v="69162" actId="1038"/>
          <ac:spMkLst>
            <pc:docMk/>
            <pc:sldMk cId="2136365127" sldId="1092"/>
            <ac:spMk id="8" creationId="{885F85A1-4076-A50D-98B5-C6EE4BE5346E}"/>
          </ac:spMkLst>
        </pc:spChg>
        <pc:spChg chg="mod">
          <ac:chgData name="Palit, Tapti" userId="dec6fbcd-7598-406a-8cbf-504d4a3bac15" providerId="ADAL" clId="{ECD42228-5B96-4A72-B268-C46DF994E6B7}" dt="2024-01-28T21:32:40.333" v="69162" actId="1038"/>
          <ac:spMkLst>
            <pc:docMk/>
            <pc:sldMk cId="2136365127" sldId="1092"/>
            <ac:spMk id="10" creationId="{B2849599-0146-037A-56B0-2E75EF2FFB10}"/>
          </ac:spMkLst>
        </pc:spChg>
        <pc:spChg chg="mod">
          <ac:chgData name="Palit, Tapti" userId="dec6fbcd-7598-406a-8cbf-504d4a3bac15" providerId="ADAL" clId="{ECD42228-5B96-4A72-B268-C46DF994E6B7}" dt="2024-01-28T21:32:40.333" v="69162" actId="1038"/>
          <ac:spMkLst>
            <pc:docMk/>
            <pc:sldMk cId="2136365127" sldId="1092"/>
            <ac:spMk id="11" creationId="{707AC7D3-B300-6284-F4BF-9F14BCFDD045}"/>
          </ac:spMkLst>
        </pc:spChg>
        <pc:spChg chg="add del mod">
          <ac:chgData name="Palit, Tapti" userId="dec6fbcd-7598-406a-8cbf-504d4a3bac15" providerId="ADAL" clId="{ECD42228-5B96-4A72-B268-C46DF994E6B7}" dt="2024-01-30T03:07:46.105" v="85099" actId="478"/>
          <ac:spMkLst>
            <pc:docMk/>
            <pc:sldMk cId="2136365127" sldId="1092"/>
            <ac:spMk id="12" creationId="{C902EB02-8612-75F0-CB75-A557CCFF913B}"/>
          </ac:spMkLst>
        </pc:spChg>
        <pc:spChg chg="mod">
          <ac:chgData name="Palit, Tapti" userId="dec6fbcd-7598-406a-8cbf-504d4a3bac15" providerId="ADAL" clId="{ECD42228-5B96-4A72-B268-C46DF994E6B7}" dt="2024-01-30T03:28:43.697" v="85431" actId="1076"/>
          <ac:spMkLst>
            <pc:docMk/>
            <pc:sldMk cId="2136365127" sldId="1092"/>
            <ac:spMk id="13" creationId="{24A7F9D6-B685-B3F2-3C86-D8C5FCD120B2}"/>
          </ac:spMkLst>
        </pc:spChg>
        <pc:spChg chg="mod">
          <ac:chgData name="Palit, Tapti" userId="dec6fbcd-7598-406a-8cbf-504d4a3bac15" providerId="ADAL" clId="{ECD42228-5B96-4A72-B268-C46DF994E6B7}" dt="2024-02-09T19:18:26.359" v="108722" actId="20577"/>
          <ac:spMkLst>
            <pc:docMk/>
            <pc:sldMk cId="2136365127" sldId="1092"/>
            <ac:spMk id="15" creationId="{632CDA17-2240-B34F-44F8-5573404E1E94}"/>
          </ac:spMkLst>
        </pc:spChg>
        <pc:spChg chg="mod">
          <ac:chgData name="Palit, Tapti" userId="dec6fbcd-7598-406a-8cbf-504d4a3bac15" providerId="ADAL" clId="{ECD42228-5B96-4A72-B268-C46DF994E6B7}" dt="2024-01-28T21:32:40.333" v="69162" actId="1038"/>
          <ac:spMkLst>
            <pc:docMk/>
            <pc:sldMk cId="2136365127" sldId="1092"/>
            <ac:spMk id="16" creationId="{BA3828BB-07C9-6A22-0125-6282103A5ED6}"/>
          </ac:spMkLst>
        </pc:spChg>
        <pc:spChg chg="del">
          <ac:chgData name="Palit, Tapti" userId="dec6fbcd-7598-406a-8cbf-504d4a3bac15" providerId="ADAL" clId="{ECD42228-5B96-4A72-B268-C46DF994E6B7}" dt="2024-01-28T21:32:19.606" v="69116" actId="478"/>
          <ac:spMkLst>
            <pc:docMk/>
            <pc:sldMk cId="2136365127" sldId="1092"/>
            <ac:spMk id="18" creationId="{38158093-6F13-9634-0C40-CB520D742CFB}"/>
          </ac:spMkLst>
        </pc:spChg>
        <pc:spChg chg="add mod">
          <ac:chgData name="Palit, Tapti" userId="dec6fbcd-7598-406a-8cbf-504d4a3bac15" providerId="ADAL" clId="{ECD42228-5B96-4A72-B268-C46DF994E6B7}" dt="2024-01-30T03:08:23.521" v="85106" actId="1076"/>
          <ac:spMkLst>
            <pc:docMk/>
            <pc:sldMk cId="2136365127" sldId="1092"/>
            <ac:spMk id="18" creationId="{448F9E56-11A2-0ADA-521D-2A4ACFCDF38E}"/>
          </ac:spMkLst>
        </pc:spChg>
        <pc:spChg chg="add mod">
          <ac:chgData name="Palit, Tapti" userId="dec6fbcd-7598-406a-8cbf-504d4a3bac15" providerId="ADAL" clId="{ECD42228-5B96-4A72-B268-C46DF994E6B7}" dt="2024-01-30T03:08:57.049" v="85110" actId="14100"/>
          <ac:spMkLst>
            <pc:docMk/>
            <pc:sldMk cId="2136365127" sldId="1092"/>
            <ac:spMk id="19" creationId="{A45233AF-F0B2-CC41-3C50-9E59889741F4}"/>
          </ac:spMkLst>
        </pc:spChg>
        <pc:spChg chg="mod">
          <ac:chgData name="Palit, Tapti" userId="dec6fbcd-7598-406a-8cbf-504d4a3bac15" providerId="ADAL" clId="{ECD42228-5B96-4A72-B268-C46DF994E6B7}" dt="2024-02-09T19:18:30.630" v="108726" actId="20577"/>
          <ac:spMkLst>
            <pc:docMk/>
            <pc:sldMk cId="2136365127" sldId="1092"/>
            <ac:spMk id="20" creationId="{6B846521-CF3C-1C2E-5EFA-E362CE8B0255}"/>
          </ac:spMkLst>
        </pc:spChg>
        <pc:spChg chg="add mod">
          <ac:chgData name="Palit, Tapti" userId="dec6fbcd-7598-406a-8cbf-504d4a3bac15" providerId="ADAL" clId="{ECD42228-5B96-4A72-B268-C46DF994E6B7}" dt="2024-01-30T03:09:12.985" v="85111" actId="1076"/>
          <ac:spMkLst>
            <pc:docMk/>
            <pc:sldMk cId="2136365127" sldId="1092"/>
            <ac:spMk id="21" creationId="{5E126002-43CA-94B7-0C56-4A11C4A96737}"/>
          </ac:spMkLst>
        </pc:spChg>
        <pc:spChg chg="mod">
          <ac:chgData name="Palit, Tapti" userId="dec6fbcd-7598-406a-8cbf-504d4a3bac15" providerId="ADAL" clId="{ECD42228-5B96-4A72-B268-C46DF994E6B7}" dt="2024-01-28T21:32:40.333" v="69162" actId="1038"/>
          <ac:spMkLst>
            <pc:docMk/>
            <pc:sldMk cId="2136365127" sldId="1092"/>
            <ac:spMk id="22" creationId="{DFEE423D-239B-0159-2953-A9F255A35310}"/>
          </ac:spMkLst>
        </pc:spChg>
        <pc:spChg chg="del mod">
          <ac:chgData name="Palit, Tapti" userId="dec6fbcd-7598-406a-8cbf-504d4a3bac15" providerId="ADAL" clId="{ECD42228-5B96-4A72-B268-C46DF994E6B7}" dt="2024-01-30T03:06:56.341" v="85092" actId="478"/>
          <ac:spMkLst>
            <pc:docMk/>
            <pc:sldMk cId="2136365127" sldId="1092"/>
            <ac:spMk id="25" creationId="{2546B71F-EBBF-68C8-EF81-E22594154AF7}"/>
          </ac:spMkLst>
        </pc:spChg>
        <pc:spChg chg="del">
          <ac:chgData name="Palit, Tapti" userId="dec6fbcd-7598-406a-8cbf-504d4a3bac15" providerId="ADAL" clId="{ECD42228-5B96-4A72-B268-C46DF994E6B7}" dt="2024-01-28T21:32:24.664" v="69118" actId="478"/>
          <ac:spMkLst>
            <pc:docMk/>
            <pc:sldMk cId="2136365127" sldId="1092"/>
            <ac:spMk id="27" creationId="{A514031C-BE6B-B376-1F8D-A6CBB52D164E}"/>
          </ac:spMkLst>
        </pc:spChg>
        <pc:spChg chg="del">
          <ac:chgData name="Palit, Tapti" userId="dec6fbcd-7598-406a-8cbf-504d4a3bac15" providerId="ADAL" clId="{ECD42228-5B96-4A72-B268-C46DF994E6B7}" dt="2024-01-28T21:32:19.606" v="69116" actId="478"/>
          <ac:spMkLst>
            <pc:docMk/>
            <pc:sldMk cId="2136365127" sldId="1092"/>
            <ac:spMk id="29" creationId="{B51B138B-CA6E-D442-540A-519FABFF1C4E}"/>
          </ac:spMkLst>
        </pc:spChg>
        <pc:spChg chg="mod">
          <ac:chgData name="Palit, Tapti" userId="dec6fbcd-7598-406a-8cbf-504d4a3bac15" providerId="ADAL" clId="{ECD42228-5B96-4A72-B268-C46DF994E6B7}" dt="2024-01-29T05:11:23.914" v="77380" actId="20577"/>
          <ac:spMkLst>
            <pc:docMk/>
            <pc:sldMk cId="2136365127" sldId="1092"/>
            <ac:spMk id="31" creationId="{8066DF09-0DDE-0E4A-743E-1BD29398BBC7}"/>
          </ac:spMkLst>
        </pc:spChg>
        <pc:picChg chg="del">
          <ac:chgData name="Palit, Tapti" userId="dec6fbcd-7598-406a-8cbf-504d4a3bac15" providerId="ADAL" clId="{ECD42228-5B96-4A72-B268-C46DF994E6B7}" dt="2024-01-28T21:32:19.606" v="69116" actId="478"/>
          <ac:picMkLst>
            <pc:docMk/>
            <pc:sldMk cId="2136365127" sldId="1092"/>
            <ac:picMk id="2" creationId="{5C5B91B7-4BF3-EF22-73A2-268F52918630}"/>
          </ac:picMkLst>
        </pc:picChg>
        <pc:picChg chg="add mod">
          <ac:chgData name="Palit, Tapti" userId="dec6fbcd-7598-406a-8cbf-504d4a3bac15" providerId="ADAL" clId="{ECD42228-5B96-4A72-B268-C46DF994E6B7}" dt="2024-01-30T04:14:31.145" v="86137" actId="1076"/>
          <ac:picMkLst>
            <pc:docMk/>
            <pc:sldMk cId="2136365127" sldId="1092"/>
            <ac:picMk id="6" creationId="{41996D0B-51DB-8153-CB31-00C38DD4BAE4}"/>
          </ac:picMkLst>
        </pc:picChg>
        <pc:picChg chg="add mod">
          <ac:chgData name="Palit, Tapti" userId="dec6fbcd-7598-406a-8cbf-504d4a3bac15" providerId="ADAL" clId="{ECD42228-5B96-4A72-B268-C46DF994E6B7}" dt="2024-01-30T03:08:18.280" v="85105" actId="1076"/>
          <ac:picMkLst>
            <pc:docMk/>
            <pc:sldMk cId="2136365127" sldId="1092"/>
            <ac:picMk id="14" creationId="{C3395080-326E-18A9-A526-A11F6FDDDB9F}"/>
          </ac:picMkLst>
        </pc:picChg>
        <pc:cxnChg chg="del">
          <ac:chgData name="Palit, Tapti" userId="dec6fbcd-7598-406a-8cbf-504d4a3bac15" providerId="ADAL" clId="{ECD42228-5B96-4A72-B268-C46DF994E6B7}" dt="2024-01-28T21:32:19.606" v="69116" actId="478"/>
          <ac:cxnSpMkLst>
            <pc:docMk/>
            <pc:sldMk cId="2136365127" sldId="1092"/>
            <ac:cxnSpMk id="6" creationId="{9A228DE5-2A47-7DC0-AB7D-AA240CDBFA38}"/>
          </ac:cxnSpMkLst>
        </pc:cxnChg>
        <pc:cxnChg chg="mod">
          <ac:chgData name="Palit, Tapti" userId="dec6fbcd-7598-406a-8cbf-504d4a3bac15" providerId="ADAL" clId="{ECD42228-5B96-4A72-B268-C46DF994E6B7}" dt="2024-01-28T21:32:40.333" v="69162" actId="1038"/>
          <ac:cxnSpMkLst>
            <pc:docMk/>
            <pc:sldMk cId="2136365127" sldId="1092"/>
            <ac:cxnSpMk id="9" creationId="{5B659DB4-1E58-9C88-6147-F8AE219D326E}"/>
          </ac:cxnSpMkLst>
        </pc:cxnChg>
        <pc:cxnChg chg="del">
          <ac:chgData name="Palit, Tapti" userId="dec6fbcd-7598-406a-8cbf-504d4a3bac15" providerId="ADAL" clId="{ECD42228-5B96-4A72-B268-C46DF994E6B7}" dt="2024-01-28T21:32:19.606" v="69116" actId="478"/>
          <ac:cxnSpMkLst>
            <pc:docMk/>
            <pc:sldMk cId="2136365127" sldId="1092"/>
            <ac:cxnSpMk id="14" creationId="{E3057DF5-1ED5-9116-B096-D42DE1A11886}"/>
          </ac:cxnSpMkLst>
        </pc:cxnChg>
        <pc:cxnChg chg="mod">
          <ac:chgData name="Palit, Tapti" userId="dec6fbcd-7598-406a-8cbf-504d4a3bac15" providerId="ADAL" clId="{ECD42228-5B96-4A72-B268-C46DF994E6B7}" dt="2024-01-28T21:32:40.333" v="69162" actId="1038"/>
          <ac:cxnSpMkLst>
            <pc:docMk/>
            <pc:sldMk cId="2136365127" sldId="1092"/>
            <ac:cxnSpMk id="17" creationId="{3F645796-6659-6C62-0048-A9C63762DB52}"/>
          </ac:cxnSpMkLst>
        </pc:cxnChg>
        <pc:cxnChg chg="del">
          <ac:chgData name="Palit, Tapti" userId="dec6fbcd-7598-406a-8cbf-504d4a3bac15" providerId="ADAL" clId="{ECD42228-5B96-4A72-B268-C46DF994E6B7}" dt="2024-01-28T21:32:21.786" v="69117" actId="478"/>
          <ac:cxnSpMkLst>
            <pc:docMk/>
            <pc:sldMk cId="2136365127" sldId="1092"/>
            <ac:cxnSpMk id="28" creationId="{35845EE0-9608-0C0A-7235-A4335188FE0D}"/>
          </ac:cxnSpMkLst>
        </pc:cxnChg>
      </pc:sldChg>
      <pc:sldChg chg="add mod modShow">
        <pc:chgData name="Palit, Tapti" userId="dec6fbcd-7598-406a-8cbf-504d4a3bac15" providerId="ADAL" clId="{ECD42228-5B96-4A72-B268-C46DF994E6B7}" dt="2024-02-09T02:52:59.560" v="102675" actId="729"/>
        <pc:sldMkLst>
          <pc:docMk/>
          <pc:sldMk cId="1131987506" sldId="1093"/>
        </pc:sldMkLst>
      </pc:sldChg>
      <pc:sldChg chg="add del">
        <pc:chgData name="Palit, Tapti" userId="dec6fbcd-7598-406a-8cbf-504d4a3bac15" providerId="ADAL" clId="{ECD42228-5B96-4A72-B268-C46DF994E6B7}" dt="2024-02-09T02:52:53.122" v="102673" actId="2696"/>
        <pc:sldMkLst>
          <pc:docMk/>
          <pc:sldMk cId="1186635065" sldId="1093"/>
        </pc:sldMkLst>
      </pc:sldChg>
      <pc:sldChg chg="delSp modSp add del mod ord delAnim modAnim modNotesTx">
        <pc:chgData name="Palit, Tapti" userId="dec6fbcd-7598-406a-8cbf-504d4a3bac15" providerId="ADAL" clId="{ECD42228-5B96-4A72-B268-C46DF994E6B7}" dt="2024-02-08T21:21:36.426" v="100774" actId="2696"/>
        <pc:sldMkLst>
          <pc:docMk/>
          <pc:sldMk cId="1869038957" sldId="1093"/>
        </pc:sldMkLst>
        <pc:spChg chg="mod">
          <ac:chgData name="Palit, Tapti" userId="dec6fbcd-7598-406a-8cbf-504d4a3bac15" providerId="ADAL" clId="{ECD42228-5B96-4A72-B268-C46DF994E6B7}" dt="2024-01-28T22:04:53.472" v="69563" actId="20577"/>
          <ac:spMkLst>
            <pc:docMk/>
            <pc:sldMk cId="1869038957" sldId="1093"/>
            <ac:spMk id="3" creationId="{E72186F9-FE3D-CA26-20F7-94C0AD1DBE3D}"/>
          </ac:spMkLst>
        </pc:spChg>
        <pc:spChg chg="del">
          <ac:chgData name="Palit, Tapti" userId="dec6fbcd-7598-406a-8cbf-504d4a3bac15" providerId="ADAL" clId="{ECD42228-5B96-4A72-B268-C46DF994E6B7}" dt="2024-01-28T22:04:26.275" v="69556" actId="478"/>
          <ac:spMkLst>
            <pc:docMk/>
            <pc:sldMk cId="1869038957" sldId="1093"/>
            <ac:spMk id="6" creationId="{81AE66CA-DDB8-1505-13E0-5056202A9DC5}"/>
          </ac:spMkLst>
        </pc:spChg>
      </pc:sldChg>
      <pc:sldChg chg="addSp delSp modSp add mod modAnim chgLayout modNotesTx">
        <pc:chgData name="Palit, Tapti" userId="dec6fbcd-7598-406a-8cbf-504d4a3bac15" providerId="ADAL" clId="{ECD42228-5B96-4A72-B268-C46DF994E6B7}" dt="2024-02-12T20:00:30.250" v="113029" actId="20577"/>
        <pc:sldMkLst>
          <pc:docMk/>
          <pc:sldMk cId="3015977904" sldId="1094"/>
        </pc:sldMkLst>
        <pc:spChg chg="mod ord">
          <ac:chgData name="Palit, Tapti" userId="dec6fbcd-7598-406a-8cbf-504d4a3bac15" providerId="ADAL" clId="{ECD42228-5B96-4A72-B268-C46DF994E6B7}" dt="2024-02-09T17:22:07.639" v="106912" actId="6549"/>
          <ac:spMkLst>
            <pc:docMk/>
            <pc:sldMk cId="3015977904" sldId="1094"/>
            <ac:spMk id="2" creationId="{97543FA6-E7B5-E241-CCE1-930887A4059D}"/>
          </ac:spMkLst>
        </pc:spChg>
        <pc:spChg chg="mod ord">
          <ac:chgData name="Palit, Tapti" userId="dec6fbcd-7598-406a-8cbf-504d4a3bac15" providerId="ADAL" clId="{ECD42228-5B96-4A72-B268-C46DF994E6B7}" dt="2024-02-12T20:00:19.113" v="113007" actId="20577"/>
          <ac:spMkLst>
            <pc:docMk/>
            <pc:sldMk cId="3015977904" sldId="1094"/>
            <ac:spMk id="3" creationId="{8F1EE9CA-6180-F533-C45C-1CDA916DA4BE}"/>
          </ac:spMkLst>
        </pc:spChg>
        <pc:spChg chg="mod ord">
          <ac:chgData name="Palit, Tapti" userId="dec6fbcd-7598-406a-8cbf-504d4a3bac15" providerId="ADAL" clId="{ECD42228-5B96-4A72-B268-C46DF994E6B7}" dt="2024-02-07T01:14:49.789" v="98827" actId="6264"/>
          <ac:spMkLst>
            <pc:docMk/>
            <pc:sldMk cId="3015977904" sldId="1094"/>
            <ac:spMk id="4" creationId="{662FBC86-8A35-A9DC-68D1-02F23D02F17B}"/>
          </ac:spMkLst>
        </pc:spChg>
        <pc:spChg chg="mod">
          <ac:chgData name="Palit, Tapti" userId="dec6fbcd-7598-406a-8cbf-504d4a3bac15" providerId="ADAL" clId="{ECD42228-5B96-4A72-B268-C46DF994E6B7}" dt="2024-02-08T20:47:31.653" v="100709" actId="207"/>
          <ac:spMkLst>
            <pc:docMk/>
            <pc:sldMk cId="3015977904" sldId="1094"/>
            <ac:spMk id="5" creationId="{3F13B49F-643F-6906-A210-A6CF19D3BE08}"/>
          </ac:spMkLst>
        </pc:spChg>
        <pc:spChg chg="add del mod">
          <ac:chgData name="Palit, Tapti" userId="dec6fbcd-7598-406a-8cbf-504d4a3bac15" providerId="ADAL" clId="{ECD42228-5B96-4A72-B268-C46DF994E6B7}" dt="2024-02-07T01:14:49.789" v="98827" actId="6264"/>
          <ac:spMkLst>
            <pc:docMk/>
            <pc:sldMk cId="3015977904" sldId="1094"/>
            <ac:spMk id="6" creationId="{3D722DBD-38C1-6064-4652-861FC21C828B}"/>
          </ac:spMkLst>
        </pc:spChg>
        <pc:spChg chg="add del mod">
          <ac:chgData name="Palit, Tapti" userId="dec6fbcd-7598-406a-8cbf-504d4a3bac15" providerId="ADAL" clId="{ECD42228-5B96-4A72-B268-C46DF994E6B7}" dt="2024-02-07T01:14:49.789" v="98827" actId="6264"/>
          <ac:spMkLst>
            <pc:docMk/>
            <pc:sldMk cId="3015977904" sldId="1094"/>
            <ac:spMk id="7" creationId="{DD6F66CB-DCA7-4325-7D29-628676C42C53}"/>
          </ac:spMkLst>
        </pc:spChg>
        <pc:spChg chg="add del mod">
          <ac:chgData name="Palit, Tapti" userId="dec6fbcd-7598-406a-8cbf-504d4a3bac15" providerId="ADAL" clId="{ECD42228-5B96-4A72-B268-C46DF994E6B7}" dt="2024-02-07T01:14:49.789" v="98827" actId="6264"/>
          <ac:spMkLst>
            <pc:docMk/>
            <pc:sldMk cId="3015977904" sldId="1094"/>
            <ac:spMk id="8" creationId="{7C3366E0-1E23-AB9E-CD92-EE1A9E481F7A}"/>
          </ac:spMkLst>
        </pc:spChg>
        <pc:spChg chg="add del mod">
          <ac:chgData name="Palit, Tapti" userId="dec6fbcd-7598-406a-8cbf-504d4a3bac15" providerId="ADAL" clId="{ECD42228-5B96-4A72-B268-C46DF994E6B7}" dt="2024-02-09T03:50:24.655" v="103861" actId="478"/>
          <ac:spMkLst>
            <pc:docMk/>
            <pc:sldMk cId="3015977904" sldId="1094"/>
            <ac:spMk id="9" creationId="{CD638514-2D18-394B-43D5-7CB5E4047CAA}"/>
          </ac:spMkLst>
        </pc:spChg>
        <pc:spChg chg="mod">
          <ac:chgData name="Palit, Tapti" userId="dec6fbcd-7598-406a-8cbf-504d4a3bac15" providerId="ADAL" clId="{ECD42228-5B96-4A72-B268-C46DF994E6B7}" dt="2024-01-29T16:33:40.324" v="80477" actId="20577"/>
          <ac:spMkLst>
            <pc:docMk/>
            <pc:sldMk cId="3015977904" sldId="1094"/>
            <ac:spMk id="50" creationId="{89623375-7E6E-B994-A51D-EA09B938E78B}"/>
          </ac:spMkLst>
        </pc:spChg>
        <pc:spChg chg="del">
          <ac:chgData name="Palit, Tapti" userId="dec6fbcd-7598-406a-8cbf-504d4a3bac15" providerId="ADAL" clId="{ECD42228-5B96-4A72-B268-C46DF994E6B7}" dt="2024-01-28T22:21:21.092" v="69825" actId="478"/>
          <ac:spMkLst>
            <pc:docMk/>
            <pc:sldMk cId="3015977904" sldId="1094"/>
            <ac:spMk id="62" creationId="{20925C23-21B9-EDEF-C0AF-DC841648BA2A}"/>
          </ac:spMkLst>
        </pc:spChg>
        <pc:spChg chg="del">
          <ac:chgData name="Palit, Tapti" userId="dec6fbcd-7598-406a-8cbf-504d4a3bac15" providerId="ADAL" clId="{ECD42228-5B96-4A72-B268-C46DF994E6B7}" dt="2024-01-28T22:21:17.205" v="69823" actId="478"/>
          <ac:spMkLst>
            <pc:docMk/>
            <pc:sldMk cId="3015977904" sldId="1094"/>
            <ac:spMk id="63" creationId="{2C91C9F0-1FCC-7F2E-E053-A694FD190860}"/>
          </ac:spMkLst>
        </pc:spChg>
        <pc:cxnChg chg="del mod">
          <ac:chgData name="Palit, Tapti" userId="dec6fbcd-7598-406a-8cbf-504d4a3bac15" providerId="ADAL" clId="{ECD42228-5B96-4A72-B268-C46DF994E6B7}" dt="2024-01-28T22:21:19.165" v="69824" actId="478"/>
          <ac:cxnSpMkLst>
            <pc:docMk/>
            <pc:sldMk cId="3015977904" sldId="1094"/>
            <ac:cxnSpMk id="61" creationId="{14A1EC5F-ABE2-41AB-F7FD-498966C82013}"/>
          </ac:cxnSpMkLst>
        </pc:cxnChg>
      </pc:sldChg>
      <pc:sldChg chg="addSp delSp modSp add mod ord modAnim modNotesTx">
        <pc:chgData name="Palit, Tapti" userId="dec6fbcd-7598-406a-8cbf-504d4a3bac15" providerId="ADAL" clId="{ECD42228-5B96-4A72-B268-C46DF994E6B7}" dt="2024-02-13T04:19:01.793" v="115520" actId="20577"/>
        <pc:sldMkLst>
          <pc:docMk/>
          <pc:sldMk cId="3403692134" sldId="1095"/>
        </pc:sldMkLst>
        <pc:spChg chg="mod">
          <ac:chgData name="Palit, Tapti" userId="dec6fbcd-7598-406a-8cbf-504d4a3bac15" providerId="ADAL" clId="{ECD42228-5B96-4A72-B268-C46DF994E6B7}" dt="2024-01-28T22:58:09.691" v="70258" actId="5793"/>
          <ac:spMkLst>
            <pc:docMk/>
            <pc:sldMk cId="3403692134" sldId="1095"/>
            <ac:spMk id="2" creationId="{72255B09-C652-86B4-3A5C-C987FF2F36D4}"/>
          </ac:spMkLst>
        </pc:spChg>
        <pc:spChg chg="del">
          <ac:chgData name="Palit, Tapti" userId="dec6fbcd-7598-406a-8cbf-504d4a3bac15" providerId="ADAL" clId="{ECD42228-5B96-4A72-B268-C46DF994E6B7}" dt="2024-02-09T22:10:19.780" v="109060" actId="478"/>
          <ac:spMkLst>
            <pc:docMk/>
            <pc:sldMk cId="3403692134" sldId="1095"/>
            <ac:spMk id="4" creationId="{89A9F696-C656-E428-7290-74A818CEF335}"/>
          </ac:spMkLst>
        </pc:spChg>
        <pc:spChg chg="add mod">
          <ac:chgData name="Palit, Tapti" userId="dec6fbcd-7598-406a-8cbf-504d4a3bac15" providerId="ADAL" clId="{ECD42228-5B96-4A72-B268-C46DF994E6B7}" dt="2024-02-11T15:10:52.879" v="110339"/>
          <ac:spMkLst>
            <pc:docMk/>
            <pc:sldMk cId="3403692134" sldId="1095"/>
            <ac:spMk id="4" creationId="{BDD7FBDA-EFA7-1125-C3D0-E51964612B5F}"/>
          </ac:spMkLst>
        </pc:spChg>
        <pc:spChg chg="del">
          <ac:chgData name="Palit, Tapti" userId="dec6fbcd-7598-406a-8cbf-504d4a3bac15" providerId="ADAL" clId="{ECD42228-5B96-4A72-B268-C46DF994E6B7}" dt="2024-01-28T23:28:50.483" v="70784" actId="478"/>
          <ac:spMkLst>
            <pc:docMk/>
            <pc:sldMk cId="3403692134" sldId="1095"/>
            <ac:spMk id="4" creationId="{C1583B93-49CE-B036-ACEE-6DBFC8368B24}"/>
          </ac:spMkLst>
        </pc:spChg>
        <pc:spChg chg="add del mod">
          <ac:chgData name="Palit, Tapti" userId="dec6fbcd-7598-406a-8cbf-504d4a3bac15" providerId="ADAL" clId="{ECD42228-5B96-4A72-B268-C46DF994E6B7}" dt="2024-01-28T22:59:51.632" v="70288" actId="478"/>
          <ac:spMkLst>
            <pc:docMk/>
            <pc:sldMk cId="3403692134" sldId="1095"/>
            <ac:spMk id="5" creationId="{01A06C3F-3467-E06F-002B-2C638B907A7D}"/>
          </ac:spMkLst>
        </pc:spChg>
        <pc:spChg chg="add del mod">
          <ac:chgData name="Palit, Tapti" userId="dec6fbcd-7598-406a-8cbf-504d4a3bac15" providerId="ADAL" clId="{ECD42228-5B96-4A72-B268-C46DF994E6B7}" dt="2024-02-11T15:10:52.491" v="110338" actId="478"/>
          <ac:spMkLst>
            <pc:docMk/>
            <pc:sldMk cId="3403692134" sldId="1095"/>
            <ac:spMk id="6" creationId="{911789DD-F69F-5DF2-FB02-5E201199A46F}"/>
          </ac:spMkLst>
        </pc:spChg>
        <pc:spChg chg="add del mod">
          <ac:chgData name="Palit, Tapti" userId="dec6fbcd-7598-406a-8cbf-504d4a3bac15" providerId="ADAL" clId="{ECD42228-5B96-4A72-B268-C46DF994E6B7}" dt="2024-02-11T15:10:52.491" v="110338" actId="478"/>
          <ac:spMkLst>
            <pc:docMk/>
            <pc:sldMk cId="3403692134" sldId="1095"/>
            <ac:spMk id="7" creationId="{4024C68C-BB9E-D84C-198E-DFFF0DA439E0}"/>
          </ac:spMkLst>
        </pc:spChg>
        <pc:spChg chg="add mod">
          <ac:chgData name="Palit, Tapti" userId="dec6fbcd-7598-406a-8cbf-504d4a3bac15" providerId="ADAL" clId="{ECD42228-5B96-4A72-B268-C46DF994E6B7}" dt="2024-02-11T15:10:52.879" v="110339"/>
          <ac:spMkLst>
            <pc:docMk/>
            <pc:sldMk cId="3403692134" sldId="1095"/>
            <ac:spMk id="8" creationId="{131F0ED2-97A2-0B5B-D547-71C3E82588D0}"/>
          </ac:spMkLst>
        </pc:spChg>
        <pc:spChg chg="add mod">
          <ac:chgData name="Palit, Tapti" userId="dec6fbcd-7598-406a-8cbf-504d4a3bac15" providerId="ADAL" clId="{ECD42228-5B96-4A72-B268-C46DF994E6B7}" dt="2024-02-11T15:10:52.879" v="110339"/>
          <ac:spMkLst>
            <pc:docMk/>
            <pc:sldMk cId="3403692134" sldId="1095"/>
            <ac:spMk id="14" creationId="{6995A116-2830-F059-7826-DE643E3DD978}"/>
          </ac:spMkLst>
        </pc:spChg>
        <pc:spChg chg="add mod">
          <ac:chgData name="Palit, Tapti" userId="dec6fbcd-7598-406a-8cbf-504d4a3bac15" providerId="ADAL" clId="{ECD42228-5B96-4A72-B268-C46DF994E6B7}" dt="2024-02-11T15:10:52.879" v="110339"/>
          <ac:spMkLst>
            <pc:docMk/>
            <pc:sldMk cId="3403692134" sldId="1095"/>
            <ac:spMk id="15" creationId="{05A35319-ADF8-618A-469E-29C4F2DB80AE}"/>
          </ac:spMkLst>
        </pc:spChg>
        <pc:spChg chg="mod">
          <ac:chgData name="Palit, Tapti" userId="dec6fbcd-7598-406a-8cbf-504d4a3bac15" providerId="ADAL" clId="{ECD42228-5B96-4A72-B268-C46DF994E6B7}" dt="2024-02-11T15:10:52.879" v="110339"/>
          <ac:spMkLst>
            <pc:docMk/>
            <pc:sldMk cId="3403692134" sldId="1095"/>
            <ac:spMk id="17" creationId="{84A45C80-B5C4-E0E0-ED90-63F84A53A467}"/>
          </ac:spMkLst>
        </pc:spChg>
        <pc:spChg chg="mod">
          <ac:chgData name="Palit, Tapti" userId="dec6fbcd-7598-406a-8cbf-504d4a3bac15" providerId="ADAL" clId="{ECD42228-5B96-4A72-B268-C46DF994E6B7}" dt="2024-02-11T15:10:52.879" v="110339"/>
          <ac:spMkLst>
            <pc:docMk/>
            <pc:sldMk cId="3403692134" sldId="1095"/>
            <ac:spMk id="18" creationId="{925D0C49-8D1E-A94B-E923-6A9BAD993D2A}"/>
          </ac:spMkLst>
        </pc:spChg>
        <pc:spChg chg="mod">
          <ac:chgData name="Palit, Tapti" userId="dec6fbcd-7598-406a-8cbf-504d4a3bac15" providerId="ADAL" clId="{ECD42228-5B96-4A72-B268-C46DF994E6B7}" dt="2024-02-11T15:10:52.879" v="110339"/>
          <ac:spMkLst>
            <pc:docMk/>
            <pc:sldMk cId="3403692134" sldId="1095"/>
            <ac:spMk id="19" creationId="{FA0B7487-2036-4F38-8CBA-BEDE6447A19D}"/>
          </ac:spMkLst>
        </pc:spChg>
        <pc:spChg chg="mod">
          <ac:chgData name="Palit, Tapti" userId="dec6fbcd-7598-406a-8cbf-504d4a3bac15" providerId="ADAL" clId="{ECD42228-5B96-4A72-B268-C46DF994E6B7}" dt="2024-02-11T15:10:52.879" v="110339"/>
          <ac:spMkLst>
            <pc:docMk/>
            <pc:sldMk cId="3403692134" sldId="1095"/>
            <ac:spMk id="21" creationId="{BC5AC7B7-E189-7495-0A94-4D38E7B3237D}"/>
          </ac:spMkLst>
        </pc:spChg>
        <pc:spChg chg="mod">
          <ac:chgData name="Palit, Tapti" userId="dec6fbcd-7598-406a-8cbf-504d4a3bac15" providerId="ADAL" clId="{ECD42228-5B96-4A72-B268-C46DF994E6B7}" dt="2024-02-11T15:10:52.879" v="110339"/>
          <ac:spMkLst>
            <pc:docMk/>
            <pc:sldMk cId="3403692134" sldId="1095"/>
            <ac:spMk id="23" creationId="{2A476356-EB40-7AB6-CF31-5459E6847926}"/>
          </ac:spMkLst>
        </pc:spChg>
        <pc:spChg chg="mod">
          <ac:chgData name="Palit, Tapti" userId="dec6fbcd-7598-406a-8cbf-504d4a3bac15" providerId="ADAL" clId="{ECD42228-5B96-4A72-B268-C46DF994E6B7}" dt="2024-02-11T15:10:52.879" v="110339"/>
          <ac:spMkLst>
            <pc:docMk/>
            <pc:sldMk cId="3403692134" sldId="1095"/>
            <ac:spMk id="24" creationId="{B512F337-A819-D9E5-60D1-0461A34023C2}"/>
          </ac:spMkLst>
        </pc:spChg>
        <pc:spChg chg="mod">
          <ac:chgData name="Palit, Tapti" userId="dec6fbcd-7598-406a-8cbf-504d4a3bac15" providerId="ADAL" clId="{ECD42228-5B96-4A72-B268-C46DF994E6B7}" dt="2024-02-11T15:10:52.879" v="110339"/>
          <ac:spMkLst>
            <pc:docMk/>
            <pc:sldMk cId="3403692134" sldId="1095"/>
            <ac:spMk id="25" creationId="{33A7B4CD-3266-2476-4EB2-FFE227C7EB06}"/>
          </ac:spMkLst>
        </pc:spChg>
        <pc:spChg chg="mod">
          <ac:chgData name="Palit, Tapti" userId="dec6fbcd-7598-406a-8cbf-504d4a3bac15" providerId="ADAL" clId="{ECD42228-5B96-4A72-B268-C46DF994E6B7}" dt="2024-02-11T15:10:52.879" v="110339"/>
          <ac:spMkLst>
            <pc:docMk/>
            <pc:sldMk cId="3403692134" sldId="1095"/>
            <ac:spMk id="27" creationId="{986D3397-8794-39E3-4D45-7E4A7B68F61F}"/>
          </ac:spMkLst>
        </pc:spChg>
        <pc:spChg chg="mod">
          <ac:chgData name="Palit, Tapti" userId="dec6fbcd-7598-406a-8cbf-504d4a3bac15" providerId="ADAL" clId="{ECD42228-5B96-4A72-B268-C46DF994E6B7}" dt="2024-02-11T15:10:52.879" v="110339"/>
          <ac:spMkLst>
            <pc:docMk/>
            <pc:sldMk cId="3403692134" sldId="1095"/>
            <ac:spMk id="28" creationId="{D9D2CCF5-DBAC-59A9-5A81-E6C5A7DC9D49}"/>
          </ac:spMkLst>
        </pc:spChg>
        <pc:spChg chg="add del mod">
          <ac:chgData name="Palit, Tapti" userId="dec6fbcd-7598-406a-8cbf-504d4a3bac15" providerId="ADAL" clId="{ECD42228-5B96-4A72-B268-C46DF994E6B7}" dt="2024-02-11T15:10:52.491" v="110338" actId="478"/>
          <ac:spMkLst>
            <pc:docMk/>
            <pc:sldMk cId="3403692134" sldId="1095"/>
            <ac:spMk id="33" creationId="{99431B00-B6BB-6728-793E-B547162454E1}"/>
          </ac:spMkLst>
        </pc:spChg>
        <pc:spChg chg="add del mod">
          <ac:chgData name="Palit, Tapti" userId="dec6fbcd-7598-406a-8cbf-504d4a3bac15" providerId="ADAL" clId="{ECD42228-5B96-4A72-B268-C46DF994E6B7}" dt="2024-02-11T15:10:52.491" v="110338" actId="478"/>
          <ac:spMkLst>
            <pc:docMk/>
            <pc:sldMk cId="3403692134" sldId="1095"/>
            <ac:spMk id="34" creationId="{B3595EF2-2D8F-8DFA-AD64-9F5462C472EA}"/>
          </ac:spMkLst>
        </pc:spChg>
        <pc:spChg chg="mod">
          <ac:chgData name="Palit, Tapti" userId="dec6fbcd-7598-406a-8cbf-504d4a3bac15" providerId="ADAL" clId="{ECD42228-5B96-4A72-B268-C46DF994E6B7}" dt="2024-01-29T00:13:49.068" v="71143" actId="1038"/>
          <ac:spMkLst>
            <pc:docMk/>
            <pc:sldMk cId="3403692134" sldId="1095"/>
            <ac:spMk id="46" creationId="{03744373-C6CD-7544-07CD-AC3C2C673809}"/>
          </ac:spMkLst>
        </pc:spChg>
        <pc:spChg chg="mod">
          <ac:chgData name="Palit, Tapti" userId="dec6fbcd-7598-406a-8cbf-504d4a3bac15" providerId="ADAL" clId="{ECD42228-5B96-4A72-B268-C46DF994E6B7}" dt="2024-01-29T00:13:49.068" v="71143" actId="1038"/>
          <ac:spMkLst>
            <pc:docMk/>
            <pc:sldMk cId="3403692134" sldId="1095"/>
            <ac:spMk id="49" creationId="{AFED2BB7-C6BE-3E40-4EEE-EB47AD1E8475}"/>
          </ac:spMkLst>
        </pc:spChg>
        <pc:spChg chg="mod">
          <ac:chgData name="Palit, Tapti" userId="dec6fbcd-7598-406a-8cbf-504d4a3bac15" providerId="ADAL" clId="{ECD42228-5B96-4A72-B268-C46DF994E6B7}" dt="2024-01-29T00:13:49.068" v="71143" actId="1038"/>
          <ac:spMkLst>
            <pc:docMk/>
            <pc:sldMk cId="3403692134" sldId="1095"/>
            <ac:spMk id="50" creationId="{3032F586-6D13-9343-EBC0-54B41F712B1B}"/>
          </ac:spMkLst>
        </pc:spChg>
        <pc:spChg chg="mod">
          <ac:chgData name="Palit, Tapti" userId="dec6fbcd-7598-406a-8cbf-504d4a3bac15" providerId="ADAL" clId="{ECD42228-5B96-4A72-B268-C46DF994E6B7}" dt="2024-01-29T00:13:49.068" v="71143" actId="1038"/>
          <ac:spMkLst>
            <pc:docMk/>
            <pc:sldMk cId="3403692134" sldId="1095"/>
            <ac:spMk id="51" creationId="{D85613ED-CC07-F1F8-71F8-BE3233C211D9}"/>
          </ac:spMkLst>
        </pc:spChg>
        <pc:spChg chg="mod">
          <ac:chgData name="Palit, Tapti" userId="dec6fbcd-7598-406a-8cbf-504d4a3bac15" providerId="ADAL" clId="{ECD42228-5B96-4A72-B268-C46DF994E6B7}" dt="2024-01-29T00:13:49.068" v="71143" actId="1038"/>
          <ac:spMkLst>
            <pc:docMk/>
            <pc:sldMk cId="3403692134" sldId="1095"/>
            <ac:spMk id="52" creationId="{D208FC56-D60F-DBDB-42DB-6D9811135FBE}"/>
          </ac:spMkLst>
        </pc:spChg>
        <pc:spChg chg="mod">
          <ac:chgData name="Palit, Tapti" userId="dec6fbcd-7598-406a-8cbf-504d4a3bac15" providerId="ADAL" clId="{ECD42228-5B96-4A72-B268-C46DF994E6B7}" dt="2024-01-29T00:13:49.068" v="71143" actId="1038"/>
          <ac:spMkLst>
            <pc:docMk/>
            <pc:sldMk cId="3403692134" sldId="1095"/>
            <ac:spMk id="57" creationId="{2971FD7A-AAA1-A0BF-B8DF-9F6B0EC9CA46}"/>
          </ac:spMkLst>
        </pc:spChg>
        <pc:spChg chg="add mod">
          <ac:chgData name="Palit, Tapti" userId="dec6fbcd-7598-406a-8cbf-504d4a3bac15" providerId="ADAL" clId="{ECD42228-5B96-4A72-B268-C46DF994E6B7}" dt="2024-01-29T00:13:49.068" v="71143" actId="1038"/>
          <ac:spMkLst>
            <pc:docMk/>
            <pc:sldMk cId="3403692134" sldId="1095"/>
            <ac:spMk id="77" creationId="{787EE70D-5A65-FF46-E74A-321F148D7F85}"/>
          </ac:spMkLst>
        </pc:spChg>
        <pc:spChg chg="add mod">
          <ac:chgData name="Palit, Tapti" userId="dec6fbcd-7598-406a-8cbf-504d4a3bac15" providerId="ADAL" clId="{ECD42228-5B96-4A72-B268-C46DF994E6B7}" dt="2024-01-29T00:13:49.068" v="71143" actId="1038"/>
          <ac:spMkLst>
            <pc:docMk/>
            <pc:sldMk cId="3403692134" sldId="1095"/>
            <ac:spMk id="78" creationId="{6A30B2D1-6111-7F61-1F73-BEE4976A2917}"/>
          </ac:spMkLst>
        </pc:spChg>
        <pc:spChg chg="add mod">
          <ac:chgData name="Palit, Tapti" userId="dec6fbcd-7598-406a-8cbf-504d4a3bac15" providerId="ADAL" clId="{ECD42228-5B96-4A72-B268-C46DF994E6B7}" dt="2024-01-28T23:23:40.840" v="70698" actId="14100"/>
          <ac:spMkLst>
            <pc:docMk/>
            <pc:sldMk cId="3403692134" sldId="1095"/>
            <ac:spMk id="86" creationId="{A4532B81-32C3-3B95-BD12-609DC034EF88}"/>
          </ac:spMkLst>
        </pc:spChg>
        <pc:spChg chg="add mod">
          <ac:chgData name="Palit, Tapti" userId="dec6fbcd-7598-406a-8cbf-504d4a3bac15" providerId="ADAL" clId="{ECD42228-5B96-4A72-B268-C46DF994E6B7}" dt="2024-01-29T00:13:49.068" v="71143" actId="1038"/>
          <ac:spMkLst>
            <pc:docMk/>
            <pc:sldMk cId="3403692134" sldId="1095"/>
            <ac:spMk id="87" creationId="{F0204E75-4C5E-F7C7-8CAF-066FE380941D}"/>
          </ac:spMkLst>
        </pc:spChg>
        <pc:spChg chg="add mod">
          <ac:chgData name="Palit, Tapti" userId="dec6fbcd-7598-406a-8cbf-504d4a3bac15" providerId="ADAL" clId="{ECD42228-5B96-4A72-B268-C46DF994E6B7}" dt="2024-01-28T23:26:25.663" v="70755"/>
          <ac:spMkLst>
            <pc:docMk/>
            <pc:sldMk cId="3403692134" sldId="1095"/>
            <ac:spMk id="88" creationId="{60B9CED7-5F53-B325-43E5-F3A968073C30}"/>
          </ac:spMkLst>
        </pc:spChg>
        <pc:spChg chg="add mod">
          <ac:chgData name="Palit, Tapti" userId="dec6fbcd-7598-406a-8cbf-504d4a3bac15" providerId="ADAL" clId="{ECD42228-5B96-4A72-B268-C46DF994E6B7}" dt="2024-01-29T00:15:28.166" v="71173" actId="1037"/>
          <ac:spMkLst>
            <pc:docMk/>
            <pc:sldMk cId="3403692134" sldId="1095"/>
            <ac:spMk id="89" creationId="{7F283E79-F947-78A7-3ABA-90551D6F6DC9}"/>
          </ac:spMkLst>
        </pc:spChg>
        <pc:spChg chg="add mod">
          <ac:chgData name="Palit, Tapti" userId="dec6fbcd-7598-406a-8cbf-504d4a3bac15" providerId="ADAL" clId="{ECD42228-5B96-4A72-B268-C46DF994E6B7}" dt="2024-01-28T23:26:25.663" v="70755"/>
          <ac:spMkLst>
            <pc:docMk/>
            <pc:sldMk cId="3403692134" sldId="1095"/>
            <ac:spMk id="90" creationId="{76DBE58B-427C-6B22-04A5-A0679A8640EF}"/>
          </ac:spMkLst>
        </pc:spChg>
        <pc:spChg chg="add mod">
          <ac:chgData name="Palit, Tapti" userId="dec6fbcd-7598-406a-8cbf-504d4a3bac15" providerId="ADAL" clId="{ECD42228-5B96-4A72-B268-C46DF994E6B7}" dt="2024-01-29T00:15:28.166" v="71173" actId="1037"/>
          <ac:spMkLst>
            <pc:docMk/>
            <pc:sldMk cId="3403692134" sldId="1095"/>
            <ac:spMk id="96" creationId="{68AEEC0B-0C53-93F6-3422-EEAA8D00AB0F}"/>
          </ac:spMkLst>
        </pc:spChg>
        <pc:spChg chg="add mod">
          <ac:chgData name="Palit, Tapti" userId="dec6fbcd-7598-406a-8cbf-504d4a3bac15" providerId="ADAL" clId="{ECD42228-5B96-4A72-B268-C46DF994E6B7}" dt="2024-01-29T00:15:28.166" v="71173" actId="1037"/>
          <ac:spMkLst>
            <pc:docMk/>
            <pc:sldMk cId="3403692134" sldId="1095"/>
            <ac:spMk id="97" creationId="{94250A9F-396F-CC42-2343-1F8F28E16C73}"/>
          </ac:spMkLst>
        </pc:spChg>
        <pc:spChg chg="add mod">
          <ac:chgData name="Palit, Tapti" userId="dec6fbcd-7598-406a-8cbf-504d4a3bac15" providerId="ADAL" clId="{ECD42228-5B96-4A72-B268-C46DF994E6B7}" dt="2024-01-29T00:15:28.166" v="71173" actId="1037"/>
          <ac:spMkLst>
            <pc:docMk/>
            <pc:sldMk cId="3403692134" sldId="1095"/>
            <ac:spMk id="98" creationId="{F4926BF4-4F84-99BF-7127-10C8F111C4C2}"/>
          </ac:spMkLst>
        </pc:spChg>
        <pc:spChg chg="add mod">
          <ac:chgData name="Palit, Tapti" userId="dec6fbcd-7598-406a-8cbf-504d4a3bac15" providerId="ADAL" clId="{ECD42228-5B96-4A72-B268-C46DF994E6B7}" dt="2024-01-29T00:15:28.166" v="71173" actId="1037"/>
          <ac:spMkLst>
            <pc:docMk/>
            <pc:sldMk cId="3403692134" sldId="1095"/>
            <ac:spMk id="99" creationId="{2C60728E-E2CA-BF4E-EC78-412B85E8DF74}"/>
          </ac:spMkLst>
        </pc:spChg>
        <pc:spChg chg="add del mod">
          <ac:chgData name="Palit, Tapti" userId="dec6fbcd-7598-406a-8cbf-504d4a3bac15" providerId="ADAL" clId="{ECD42228-5B96-4A72-B268-C46DF994E6B7}" dt="2024-01-28T23:29:07.700" v="70790" actId="478"/>
          <ac:spMkLst>
            <pc:docMk/>
            <pc:sldMk cId="3403692134" sldId="1095"/>
            <ac:spMk id="100" creationId="{59261939-40CB-3745-00A1-17375BD9742F}"/>
          </ac:spMkLst>
        </pc:spChg>
        <pc:spChg chg="add del mod">
          <ac:chgData name="Palit, Tapti" userId="dec6fbcd-7598-406a-8cbf-504d4a3bac15" providerId="ADAL" clId="{ECD42228-5B96-4A72-B268-C46DF994E6B7}" dt="2024-01-28T23:28:56.886" v="70785" actId="478"/>
          <ac:spMkLst>
            <pc:docMk/>
            <pc:sldMk cId="3403692134" sldId="1095"/>
            <ac:spMk id="101" creationId="{40E2A65C-88DC-371E-5E7A-89D4D315EB75}"/>
          </ac:spMkLst>
        </pc:spChg>
        <pc:spChg chg="add del mod">
          <ac:chgData name="Palit, Tapti" userId="dec6fbcd-7598-406a-8cbf-504d4a3bac15" providerId="ADAL" clId="{ECD42228-5B96-4A72-B268-C46DF994E6B7}" dt="2024-01-28T23:29:07.700" v="70790" actId="478"/>
          <ac:spMkLst>
            <pc:docMk/>
            <pc:sldMk cId="3403692134" sldId="1095"/>
            <ac:spMk id="102" creationId="{1E586D22-FDC2-A649-0CA3-29D5F6EAB65A}"/>
          </ac:spMkLst>
        </pc:spChg>
        <pc:spChg chg="add mod">
          <ac:chgData name="Palit, Tapti" userId="dec6fbcd-7598-406a-8cbf-504d4a3bac15" providerId="ADAL" clId="{ECD42228-5B96-4A72-B268-C46DF994E6B7}" dt="2024-01-29T00:15:28.166" v="71173" actId="1037"/>
          <ac:spMkLst>
            <pc:docMk/>
            <pc:sldMk cId="3403692134" sldId="1095"/>
            <ac:spMk id="103" creationId="{6C7E4519-AFB2-C74A-D408-D91915D60281}"/>
          </ac:spMkLst>
        </pc:spChg>
        <pc:spChg chg="add mod">
          <ac:chgData name="Palit, Tapti" userId="dec6fbcd-7598-406a-8cbf-504d4a3bac15" providerId="ADAL" clId="{ECD42228-5B96-4A72-B268-C46DF994E6B7}" dt="2024-01-29T00:15:28.166" v="71173" actId="1037"/>
          <ac:spMkLst>
            <pc:docMk/>
            <pc:sldMk cId="3403692134" sldId="1095"/>
            <ac:spMk id="104" creationId="{DA47DFD7-B7D7-4A42-EF7D-ABCF3C032269}"/>
          </ac:spMkLst>
        </pc:spChg>
        <pc:spChg chg="add mod">
          <ac:chgData name="Palit, Tapti" userId="dec6fbcd-7598-406a-8cbf-504d4a3bac15" providerId="ADAL" clId="{ECD42228-5B96-4A72-B268-C46DF994E6B7}" dt="2024-01-29T00:15:28.166" v="71173" actId="1037"/>
          <ac:spMkLst>
            <pc:docMk/>
            <pc:sldMk cId="3403692134" sldId="1095"/>
            <ac:spMk id="105" creationId="{CE157EEE-15E2-3608-A05D-08EB11DBAD33}"/>
          </ac:spMkLst>
        </pc:spChg>
        <pc:spChg chg="add del mod">
          <ac:chgData name="Palit, Tapti" userId="dec6fbcd-7598-406a-8cbf-504d4a3bac15" providerId="ADAL" clId="{ECD42228-5B96-4A72-B268-C46DF994E6B7}" dt="2024-01-28T23:28:56.886" v="70785" actId="478"/>
          <ac:spMkLst>
            <pc:docMk/>
            <pc:sldMk cId="3403692134" sldId="1095"/>
            <ac:spMk id="106" creationId="{FA786E87-6A52-4B18-CDBC-0B6FEA89EA1E}"/>
          </ac:spMkLst>
        </pc:spChg>
        <pc:spChg chg="add mod">
          <ac:chgData name="Palit, Tapti" userId="dec6fbcd-7598-406a-8cbf-504d4a3bac15" providerId="ADAL" clId="{ECD42228-5B96-4A72-B268-C46DF994E6B7}" dt="2024-02-11T14:46:50.214" v="109898" actId="1035"/>
          <ac:spMkLst>
            <pc:docMk/>
            <pc:sldMk cId="3403692134" sldId="1095"/>
            <ac:spMk id="107" creationId="{CAC59AC9-31A9-820F-31F1-983FC6E6BAB1}"/>
          </ac:spMkLst>
        </pc:spChg>
        <pc:spChg chg="add mod">
          <ac:chgData name="Palit, Tapti" userId="dec6fbcd-7598-406a-8cbf-504d4a3bac15" providerId="ADAL" clId="{ECD42228-5B96-4A72-B268-C46DF994E6B7}" dt="2024-02-11T14:46:36.026" v="109893" actId="1076"/>
          <ac:spMkLst>
            <pc:docMk/>
            <pc:sldMk cId="3403692134" sldId="1095"/>
            <ac:spMk id="108" creationId="{AE0B7C96-162A-7983-F7DE-EC5AC0623AC8}"/>
          </ac:spMkLst>
        </pc:spChg>
        <pc:spChg chg="add del mod">
          <ac:chgData name="Palit, Tapti" userId="dec6fbcd-7598-406a-8cbf-504d4a3bac15" providerId="ADAL" clId="{ECD42228-5B96-4A72-B268-C46DF994E6B7}" dt="2024-01-28T23:29:07.700" v="70790" actId="478"/>
          <ac:spMkLst>
            <pc:docMk/>
            <pc:sldMk cId="3403692134" sldId="1095"/>
            <ac:spMk id="109" creationId="{0AF2C3EB-1F90-0852-623C-C82C4AAA03BF}"/>
          </ac:spMkLst>
        </pc:spChg>
        <pc:spChg chg="add mod ord">
          <ac:chgData name="Palit, Tapti" userId="dec6fbcd-7598-406a-8cbf-504d4a3bac15" providerId="ADAL" clId="{ECD42228-5B96-4A72-B268-C46DF994E6B7}" dt="2024-01-29T00:15:28.166" v="71173" actId="1037"/>
          <ac:spMkLst>
            <pc:docMk/>
            <pc:sldMk cId="3403692134" sldId="1095"/>
            <ac:spMk id="110" creationId="{BC232711-1100-962D-EE5F-CAB6B6F40665}"/>
          </ac:spMkLst>
        </pc:spChg>
        <pc:spChg chg="add del mod">
          <ac:chgData name="Palit, Tapti" userId="dec6fbcd-7598-406a-8cbf-504d4a3bac15" providerId="ADAL" clId="{ECD42228-5B96-4A72-B268-C46DF994E6B7}" dt="2024-01-28T23:31:23.302" v="70822" actId="478"/>
          <ac:spMkLst>
            <pc:docMk/>
            <pc:sldMk cId="3403692134" sldId="1095"/>
            <ac:spMk id="112" creationId="{56BC2733-8A80-2A4D-93A7-A1102B9E10B9}"/>
          </ac:spMkLst>
        </pc:spChg>
        <pc:spChg chg="add mod">
          <ac:chgData name="Palit, Tapti" userId="dec6fbcd-7598-406a-8cbf-504d4a3bac15" providerId="ADAL" clId="{ECD42228-5B96-4A72-B268-C46DF994E6B7}" dt="2024-01-29T00:15:28.166" v="71173" actId="1037"/>
          <ac:spMkLst>
            <pc:docMk/>
            <pc:sldMk cId="3403692134" sldId="1095"/>
            <ac:spMk id="114" creationId="{0A6EBDBD-7A0B-B01C-0442-096CEBC3F0D1}"/>
          </ac:spMkLst>
        </pc:spChg>
        <pc:spChg chg="add del mod">
          <ac:chgData name="Palit, Tapti" userId="dec6fbcd-7598-406a-8cbf-504d4a3bac15" providerId="ADAL" clId="{ECD42228-5B96-4A72-B268-C46DF994E6B7}" dt="2024-01-28T23:35:31.966" v="70880" actId="478"/>
          <ac:spMkLst>
            <pc:docMk/>
            <pc:sldMk cId="3403692134" sldId="1095"/>
            <ac:spMk id="115" creationId="{385C57D2-3B1C-168E-A810-35BE390AA52E}"/>
          </ac:spMkLst>
        </pc:spChg>
        <pc:spChg chg="add mod">
          <ac:chgData name="Palit, Tapti" userId="dec6fbcd-7598-406a-8cbf-504d4a3bac15" providerId="ADAL" clId="{ECD42228-5B96-4A72-B268-C46DF994E6B7}" dt="2024-01-29T00:15:28.166" v="71173" actId="1037"/>
          <ac:spMkLst>
            <pc:docMk/>
            <pc:sldMk cId="3403692134" sldId="1095"/>
            <ac:spMk id="117" creationId="{B52D5980-E65C-0CEF-BB92-8C4DAE30B9D7}"/>
          </ac:spMkLst>
        </pc:spChg>
        <pc:spChg chg="add mod">
          <ac:chgData name="Palit, Tapti" userId="dec6fbcd-7598-406a-8cbf-504d4a3bac15" providerId="ADAL" clId="{ECD42228-5B96-4A72-B268-C46DF994E6B7}" dt="2024-01-29T00:15:28.166" v="71173" actId="1037"/>
          <ac:spMkLst>
            <pc:docMk/>
            <pc:sldMk cId="3403692134" sldId="1095"/>
            <ac:spMk id="118" creationId="{A671799D-CDE4-6C38-A10F-1B59A78B0B4A}"/>
          </ac:spMkLst>
        </pc:spChg>
        <pc:spChg chg="add mod">
          <ac:chgData name="Palit, Tapti" userId="dec6fbcd-7598-406a-8cbf-504d4a3bac15" providerId="ADAL" clId="{ECD42228-5B96-4A72-B268-C46DF994E6B7}" dt="2024-01-29T00:15:28.166" v="71173" actId="1037"/>
          <ac:spMkLst>
            <pc:docMk/>
            <pc:sldMk cId="3403692134" sldId="1095"/>
            <ac:spMk id="119" creationId="{CCE6DED6-1059-3A9C-F355-274E6934AB53}"/>
          </ac:spMkLst>
        </pc:spChg>
        <pc:spChg chg="add mod">
          <ac:chgData name="Palit, Tapti" userId="dec6fbcd-7598-406a-8cbf-504d4a3bac15" providerId="ADAL" clId="{ECD42228-5B96-4A72-B268-C46DF994E6B7}" dt="2024-01-29T00:15:28.166" v="71173" actId="1037"/>
          <ac:spMkLst>
            <pc:docMk/>
            <pc:sldMk cId="3403692134" sldId="1095"/>
            <ac:spMk id="120" creationId="{1FBABAE2-129D-59DB-E52A-1901559DC305}"/>
          </ac:spMkLst>
        </pc:spChg>
        <pc:spChg chg="add mod">
          <ac:chgData name="Palit, Tapti" userId="dec6fbcd-7598-406a-8cbf-504d4a3bac15" providerId="ADAL" clId="{ECD42228-5B96-4A72-B268-C46DF994E6B7}" dt="2024-01-29T00:15:28.166" v="71173" actId="1037"/>
          <ac:spMkLst>
            <pc:docMk/>
            <pc:sldMk cId="3403692134" sldId="1095"/>
            <ac:spMk id="121" creationId="{36C14A44-08FE-2DAD-141B-91ED1B59CAD0}"/>
          </ac:spMkLst>
        </pc:spChg>
        <pc:spChg chg="add mod">
          <ac:chgData name="Palit, Tapti" userId="dec6fbcd-7598-406a-8cbf-504d4a3bac15" providerId="ADAL" clId="{ECD42228-5B96-4A72-B268-C46DF994E6B7}" dt="2024-01-29T00:15:28.166" v="71173" actId="1037"/>
          <ac:spMkLst>
            <pc:docMk/>
            <pc:sldMk cId="3403692134" sldId="1095"/>
            <ac:spMk id="122" creationId="{5CCE2D50-73BC-CA4F-FE18-0F1E907B6205}"/>
          </ac:spMkLst>
        </pc:spChg>
        <pc:spChg chg="add mod">
          <ac:chgData name="Palit, Tapti" userId="dec6fbcd-7598-406a-8cbf-504d4a3bac15" providerId="ADAL" clId="{ECD42228-5B96-4A72-B268-C46DF994E6B7}" dt="2024-01-29T00:15:28.166" v="71173" actId="1037"/>
          <ac:spMkLst>
            <pc:docMk/>
            <pc:sldMk cId="3403692134" sldId="1095"/>
            <ac:spMk id="129" creationId="{2B09296F-57CD-EF18-3C9E-704FDBC22131}"/>
          </ac:spMkLst>
        </pc:spChg>
        <pc:spChg chg="add mod">
          <ac:chgData name="Palit, Tapti" userId="dec6fbcd-7598-406a-8cbf-504d4a3bac15" providerId="ADAL" clId="{ECD42228-5B96-4A72-B268-C46DF994E6B7}" dt="2024-02-13T04:18:53.539" v="115500" actId="20577"/>
          <ac:spMkLst>
            <pc:docMk/>
            <pc:sldMk cId="3403692134" sldId="1095"/>
            <ac:spMk id="150" creationId="{89721B6A-856E-7501-1C03-1FCCBA27816B}"/>
          </ac:spMkLst>
        </pc:spChg>
        <pc:spChg chg="add mod">
          <ac:chgData name="Palit, Tapti" userId="dec6fbcd-7598-406a-8cbf-504d4a3bac15" providerId="ADAL" clId="{ECD42228-5B96-4A72-B268-C46DF994E6B7}" dt="2024-01-28T23:38:50.622" v="70952" actId="207"/>
          <ac:spMkLst>
            <pc:docMk/>
            <pc:sldMk cId="3403692134" sldId="1095"/>
            <ac:spMk id="153" creationId="{437A2D29-F349-39B7-139A-23E0CD7A1DEA}"/>
          </ac:spMkLst>
        </pc:spChg>
        <pc:spChg chg="add mod">
          <ac:chgData name="Palit, Tapti" userId="dec6fbcd-7598-406a-8cbf-504d4a3bac15" providerId="ADAL" clId="{ECD42228-5B96-4A72-B268-C46DF994E6B7}" dt="2024-01-28T23:39:07.591" v="70976" actId="122"/>
          <ac:spMkLst>
            <pc:docMk/>
            <pc:sldMk cId="3403692134" sldId="1095"/>
            <ac:spMk id="154" creationId="{D1BDA3AE-CCEC-C7C2-880C-B1D136D6EE87}"/>
          </ac:spMkLst>
        </pc:spChg>
        <pc:grpChg chg="add mod">
          <ac:chgData name="Palit, Tapti" userId="dec6fbcd-7598-406a-8cbf-504d4a3bac15" providerId="ADAL" clId="{ECD42228-5B96-4A72-B268-C46DF994E6B7}" dt="2024-02-11T15:10:52.879" v="110339"/>
          <ac:grpSpMkLst>
            <pc:docMk/>
            <pc:sldMk cId="3403692134" sldId="1095"/>
            <ac:grpSpMk id="16" creationId="{856F3704-B53F-2D53-48DE-5621F79E999E}"/>
          </ac:grpSpMkLst>
        </pc:grpChg>
        <pc:grpChg chg="add mod">
          <ac:chgData name="Palit, Tapti" userId="dec6fbcd-7598-406a-8cbf-504d4a3bac15" providerId="ADAL" clId="{ECD42228-5B96-4A72-B268-C46DF994E6B7}" dt="2024-02-11T15:10:52.879" v="110339"/>
          <ac:grpSpMkLst>
            <pc:docMk/>
            <pc:sldMk cId="3403692134" sldId="1095"/>
            <ac:grpSpMk id="22" creationId="{2DD360B7-ACDD-9C95-DF6C-D73140C172AC}"/>
          </ac:grpSpMkLst>
        </pc:grpChg>
        <pc:grpChg chg="add mod">
          <ac:chgData name="Palit, Tapti" userId="dec6fbcd-7598-406a-8cbf-504d4a3bac15" providerId="ADAL" clId="{ECD42228-5B96-4A72-B268-C46DF994E6B7}" dt="2024-01-29T00:13:49.068" v="71143" actId="1038"/>
          <ac:grpSpMkLst>
            <pc:docMk/>
            <pc:sldMk cId="3403692134" sldId="1095"/>
            <ac:grpSpMk id="44" creationId="{7948B81D-07A4-E230-616A-B467EB054B12}"/>
          </ac:grpSpMkLst>
        </pc:grpChg>
        <pc:grpChg chg="add mod">
          <ac:chgData name="Palit, Tapti" userId="dec6fbcd-7598-406a-8cbf-504d4a3bac15" providerId="ADAL" clId="{ECD42228-5B96-4A72-B268-C46DF994E6B7}" dt="2024-01-29T00:13:49.068" v="71143" actId="1038"/>
          <ac:grpSpMkLst>
            <pc:docMk/>
            <pc:sldMk cId="3403692134" sldId="1095"/>
            <ac:grpSpMk id="47" creationId="{86B59FAB-C145-9D70-75FC-00A93714005F}"/>
          </ac:grpSpMkLst>
        </pc:grpChg>
        <pc:grpChg chg="mod">
          <ac:chgData name="Palit, Tapti" userId="dec6fbcd-7598-406a-8cbf-504d4a3bac15" providerId="ADAL" clId="{ECD42228-5B96-4A72-B268-C46DF994E6B7}" dt="2024-01-29T00:13:49.068" v="71143" actId="1038"/>
          <ac:grpSpMkLst>
            <pc:docMk/>
            <pc:sldMk cId="3403692134" sldId="1095"/>
            <ac:grpSpMk id="48" creationId="{8C570AD7-5CFD-4B1F-7612-084E94965894}"/>
          </ac:grpSpMkLst>
        </pc:grpChg>
        <pc:graphicFrameChg chg="add del mod modGraphic">
          <ac:chgData name="Palit, Tapti" userId="dec6fbcd-7598-406a-8cbf-504d4a3bac15" providerId="ADAL" clId="{ECD42228-5B96-4A72-B268-C46DF994E6B7}" dt="2024-02-11T15:10:52.491" v="110338" actId="478"/>
          <ac:graphicFrameMkLst>
            <pc:docMk/>
            <pc:sldMk cId="3403692134" sldId="1095"/>
            <ac:graphicFrameMk id="11" creationId="{CAEB00BF-1913-3815-B768-94709F4067D0}"/>
          </ac:graphicFrameMkLst>
        </pc:graphicFrameChg>
        <pc:graphicFrameChg chg="add del mod modGraphic">
          <ac:chgData name="Palit, Tapti" userId="dec6fbcd-7598-406a-8cbf-504d4a3bac15" providerId="ADAL" clId="{ECD42228-5B96-4A72-B268-C46DF994E6B7}" dt="2024-02-11T15:10:52.491" v="110338" actId="478"/>
          <ac:graphicFrameMkLst>
            <pc:docMk/>
            <pc:sldMk cId="3403692134" sldId="1095"/>
            <ac:graphicFrameMk id="29" creationId="{E92F9F5C-372F-A9B8-444F-E34437A51BFE}"/>
          </ac:graphicFrameMkLst>
        </pc:graphicFrameChg>
        <pc:picChg chg="add mod">
          <ac:chgData name="Palit, Tapti" userId="dec6fbcd-7598-406a-8cbf-504d4a3bac15" providerId="ADAL" clId="{ECD42228-5B96-4A72-B268-C46DF994E6B7}" dt="2024-01-29T00:13:49.068" v="71143" actId="1038"/>
          <ac:picMkLst>
            <pc:docMk/>
            <pc:sldMk cId="3403692134" sldId="1095"/>
            <ac:picMk id="43" creationId="{75AB9CCD-8766-53D5-0DB6-643136F6500A}"/>
          </ac:picMkLst>
        </pc:picChg>
        <pc:picChg chg="mod">
          <ac:chgData name="Palit, Tapti" userId="dec6fbcd-7598-406a-8cbf-504d4a3bac15" providerId="ADAL" clId="{ECD42228-5B96-4A72-B268-C46DF994E6B7}" dt="2024-01-29T00:13:49.068" v="71143" actId="1038"/>
          <ac:picMkLst>
            <pc:docMk/>
            <pc:sldMk cId="3403692134" sldId="1095"/>
            <ac:picMk id="45" creationId="{CE97BB7F-8A59-BBCA-9C0E-9FFFED6F0D12}"/>
          </ac:picMkLst>
        </pc:picChg>
        <pc:picChg chg="mod">
          <ac:chgData name="Palit, Tapti" userId="dec6fbcd-7598-406a-8cbf-504d4a3bac15" providerId="ADAL" clId="{ECD42228-5B96-4A72-B268-C46DF994E6B7}" dt="2024-01-29T00:13:49.068" v="71143" actId="1038"/>
          <ac:picMkLst>
            <pc:docMk/>
            <pc:sldMk cId="3403692134" sldId="1095"/>
            <ac:picMk id="53" creationId="{BF60AD70-61F8-E0A6-CE7B-93AC36CA87C8}"/>
          </ac:picMkLst>
        </pc:picChg>
        <pc:picChg chg="mod">
          <ac:chgData name="Palit, Tapti" userId="dec6fbcd-7598-406a-8cbf-504d4a3bac15" providerId="ADAL" clId="{ECD42228-5B96-4A72-B268-C46DF994E6B7}" dt="2024-01-29T00:13:49.068" v="71143" actId="1038"/>
          <ac:picMkLst>
            <pc:docMk/>
            <pc:sldMk cId="3403692134" sldId="1095"/>
            <ac:picMk id="54" creationId="{F55D7639-660E-6DFF-8C3B-99215AF91299}"/>
          </ac:picMkLst>
        </pc:picChg>
        <pc:picChg chg="mod">
          <ac:chgData name="Palit, Tapti" userId="dec6fbcd-7598-406a-8cbf-504d4a3bac15" providerId="ADAL" clId="{ECD42228-5B96-4A72-B268-C46DF994E6B7}" dt="2024-01-29T00:13:49.068" v="71143" actId="1038"/>
          <ac:picMkLst>
            <pc:docMk/>
            <pc:sldMk cId="3403692134" sldId="1095"/>
            <ac:picMk id="55" creationId="{30A11BF7-6176-DE13-272C-062329EDE8F8}"/>
          </ac:picMkLst>
        </pc:picChg>
        <pc:picChg chg="mod">
          <ac:chgData name="Palit, Tapti" userId="dec6fbcd-7598-406a-8cbf-504d4a3bac15" providerId="ADAL" clId="{ECD42228-5B96-4A72-B268-C46DF994E6B7}" dt="2024-01-29T00:13:49.068" v="71143" actId="1038"/>
          <ac:picMkLst>
            <pc:docMk/>
            <pc:sldMk cId="3403692134" sldId="1095"/>
            <ac:picMk id="56" creationId="{5505695C-86FB-B4FB-4550-870DE1D31DE3}"/>
          </ac:picMkLst>
        </pc:picChg>
        <pc:cxnChg chg="add del mod">
          <ac:chgData name="Palit, Tapti" userId="dec6fbcd-7598-406a-8cbf-504d4a3bac15" providerId="ADAL" clId="{ECD42228-5B96-4A72-B268-C46DF994E6B7}" dt="2024-02-11T15:10:52.491" v="110338" actId="478"/>
          <ac:cxnSpMkLst>
            <pc:docMk/>
            <pc:sldMk cId="3403692134" sldId="1095"/>
            <ac:cxnSpMk id="5" creationId="{409E7AA4-FF1D-14EC-625B-7E03FAD962B8}"/>
          </ac:cxnSpMkLst>
        </pc:cxnChg>
        <pc:cxnChg chg="add del mod">
          <ac:chgData name="Palit, Tapti" userId="dec6fbcd-7598-406a-8cbf-504d4a3bac15" providerId="ADAL" clId="{ECD42228-5B96-4A72-B268-C46DF994E6B7}" dt="2024-02-11T15:10:52.491" v="110338" actId="478"/>
          <ac:cxnSpMkLst>
            <pc:docMk/>
            <pc:sldMk cId="3403692134" sldId="1095"/>
            <ac:cxnSpMk id="9" creationId="{322C07F5-F288-B275-039B-C748C110D31E}"/>
          </ac:cxnSpMkLst>
        </pc:cxnChg>
        <pc:cxnChg chg="add mod">
          <ac:chgData name="Palit, Tapti" userId="dec6fbcd-7598-406a-8cbf-504d4a3bac15" providerId="ADAL" clId="{ECD42228-5B96-4A72-B268-C46DF994E6B7}" dt="2024-02-11T15:10:52.879" v="110339"/>
          <ac:cxnSpMkLst>
            <pc:docMk/>
            <pc:sldMk cId="3403692134" sldId="1095"/>
            <ac:cxnSpMk id="10" creationId="{B5F06E43-D223-8271-D77C-C371325328DD}"/>
          </ac:cxnSpMkLst>
        </pc:cxnChg>
        <pc:cxnChg chg="add mod">
          <ac:chgData name="Palit, Tapti" userId="dec6fbcd-7598-406a-8cbf-504d4a3bac15" providerId="ADAL" clId="{ECD42228-5B96-4A72-B268-C46DF994E6B7}" dt="2024-02-11T15:10:52.879" v="110339"/>
          <ac:cxnSpMkLst>
            <pc:docMk/>
            <pc:sldMk cId="3403692134" sldId="1095"/>
            <ac:cxnSpMk id="12" creationId="{FD470DE8-8220-202E-0693-7818CE5BAD8C}"/>
          </ac:cxnSpMkLst>
        </pc:cxnChg>
        <pc:cxnChg chg="add mod">
          <ac:chgData name="Palit, Tapti" userId="dec6fbcd-7598-406a-8cbf-504d4a3bac15" providerId="ADAL" clId="{ECD42228-5B96-4A72-B268-C46DF994E6B7}" dt="2024-02-11T15:10:52.879" v="110339"/>
          <ac:cxnSpMkLst>
            <pc:docMk/>
            <pc:sldMk cId="3403692134" sldId="1095"/>
            <ac:cxnSpMk id="13" creationId="{D8051B3A-EA28-EFD4-A52D-8A9E8CD04893}"/>
          </ac:cxnSpMkLst>
        </pc:cxnChg>
        <pc:cxnChg chg="mod">
          <ac:chgData name="Palit, Tapti" userId="dec6fbcd-7598-406a-8cbf-504d4a3bac15" providerId="ADAL" clId="{ECD42228-5B96-4A72-B268-C46DF994E6B7}" dt="2024-02-11T15:10:52.879" v="110339"/>
          <ac:cxnSpMkLst>
            <pc:docMk/>
            <pc:sldMk cId="3403692134" sldId="1095"/>
            <ac:cxnSpMk id="20" creationId="{46C31EA9-C629-4684-E79E-B43E20A7C120}"/>
          </ac:cxnSpMkLst>
        </pc:cxnChg>
        <pc:cxnChg chg="mod">
          <ac:chgData name="Palit, Tapti" userId="dec6fbcd-7598-406a-8cbf-504d4a3bac15" providerId="ADAL" clId="{ECD42228-5B96-4A72-B268-C46DF994E6B7}" dt="2024-02-11T15:10:52.879" v="110339"/>
          <ac:cxnSpMkLst>
            <pc:docMk/>
            <pc:sldMk cId="3403692134" sldId="1095"/>
            <ac:cxnSpMk id="26" creationId="{CB79BB90-5FA5-42A5-DCAF-0189C152CC3B}"/>
          </ac:cxnSpMkLst>
        </pc:cxnChg>
        <pc:cxnChg chg="add del mod">
          <ac:chgData name="Palit, Tapti" userId="dec6fbcd-7598-406a-8cbf-504d4a3bac15" providerId="ADAL" clId="{ECD42228-5B96-4A72-B268-C46DF994E6B7}" dt="2024-02-11T15:10:52.491" v="110338" actId="478"/>
          <ac:cxnSpMkLst>
            <pc:docMk/>
            <pc:sldMk cId="3403692134" sldId="1095"/>
            <ac:cxnSpMk id="30" creationId="{2CEA86D1-D052-3C1E-2119-304BED842412}"/>
          </ac:cxnSpMkLst>
        </pc:cxnChg>
        <pc:cxnChg chg="mod">
          <ac:chgData name="Palit, Tapti" userId="dec6fbcd-7598-406a-8cbf-504d4a3bac15" providerId="ADAL" clId="{ECD42228-5B96-4A72-B268-C46DF994E6B7}" dt="2024-02-11T15:10:52.879" v="110339"/>
          <ac:cxnSpMkLst>
            <pc:docMk/>
            <pc:sldMk cId="3403692134" sldId="1095"/>
            <ac:cxnSpMk id="31" creationId="{07C88685-DED8-4740-374C-099A40EB05D3}"/>
          </ac:cxnSpMkLst>
        </pc:cxnChg>
        <pc:cxnChg chg="add mod">
          <ac:chgData name="Palit, Tapti" userId="dec6fbcd-7598-406a-8cbf-504d4a3bac15" providerId="ADAL" clId="{ECD42228-5B96-4A72-B268-C46DF994E6B7}" dt="2024-01-29T00:13:49.068" v="71143" actId="1038"/>
          <ac:cxnSpMkLst>
            <pc:docMk/>
            <pc:sldMk cId="3403692134" sldId="1095"/>
            <ac:cxnSpMk id="58" creationId="{1E61FAB5-1EA9-EDF6-5B06-919779489407}"/>
          </ac:cxnSpMkLst>
        </pc:cxnChg>
        <pc:cxnChg chg="add del mod">
          <ac:chgData name="Palit, Tapti" userId="dec6fbcd-7598-406a-8cbf-504d4a3bac15" providerId="ADAL" clId="{ECD42228-5B96-4A72-B268-C46DF994E6B7}" dt="2024-01-28T23:14:24.877" v="70503" actId="478"/>
          <ac:cxnSpMkLst>
            <pc:docMk/>
            <pc:sldMk cId="3403692134" sldId="1095"/>
            <ac:cxnSpMk id="59" creationId="{E54C598E-21F3-538B-A298-D57C853DED28}"/>
          </ac:cxnSpMkLst>
        </pc:cxnChg>
        <pc:cxnChg chg="add mod">
          <ac:chgData name="Palit, Tapti" userId="dec6fbcd-7598-406a-8cbf-504d4a3bac15" providerId="ADAL" clId="{ECD42228-5B96-4A72-B268-C46DF994E6B7}" dt="2024-01-29T00:13:49.068" v="71143" actId="1038"/>
          <ac:cxnSpMkLst>
            <pc:docMk/>
            <pc:sldMk cId="3403692134" sldId="1095"/>
            <ac:cxnSpMk id="71" creationId="{7550C2A0-279C-8B48-F491-0553B5D306FB}"/>
          </ac:cxnSpMkLst>
        </pc:cxnChg>
        <pc:cxnChg chg="add mod">
          <ac:chgData name="Palit, Tapti" userId="dec6fbcd-7598-406a-8cbf-504d4a3bac15" providerId="ADAL" clId="{ECD42228-5B96-4A72-B268-C46DF994E6B7}" dt="2024-01-29T00:15:28.166" v="71173" actId="1037"/>
          <ac:cxnSpMkLst>
            <pc:docMk/>
            <pc:sldMk cId="3403692134" sldId="1095"/>
            <ac:cxnSpMk id="91" creationId="{4550AF6F-9137-0F31-8B03-75438E5A7C2B}"/>
          </ac:cxnSpMkLst>
        </pc:cxnChg>
        <pc:cxnChg chg="add mod">
          <ac:chgData name="Palit, Tapti" userId="dec6fbcd-7598-406a-8cbf-504d4a3bac15" providerId="ADAL" clId="{ECD42228-5B96-4A72-B268-C46DF994E6B7}" dt="2024-01-29T00:15:28.166" v="71173" actId="1037"/>
          <ac:cxnSpMkLst>
            <pc:docMk/>
            <pc:sldMk cId="3403692134" sldId="1095"/>
            <ac:cxnSpMk id="92" creationId="{A61E719C-7619-13AF-9A81-FA27CDBA6FE1}"/>
          </ac:cxnSpMkLst>
        </pc:cxnChg>
        <pc:cxnChg chg="add del mod">
          <ac:chgData name="Palit, Tapti" userId="dec6fbcd-7598-406a-8cbf-504d4a3bac15" providerId="ADAL" clId="{ECD42228-5B96-4A72-B268-C46DF994E6B7}" dt="2024-01-28T23:33:19.699" v="70857" actId="478"/>
          <ac:cxnSpMkLst>
            <pc:docMk/>
            <pc:sldMk cId="3403692134" sldId="1095"/>
            <ac:cxnSpMk id="93" creationId="{98FC13B2-1133-5426-B72F-7F6E3FDAF4BF}"/>
          </ac:cxnSpMkLst>
        </pc:cxnChg>
        <pc:cxnChg chg="add del mod">
          <ac:chgData name="Palit, Tapti" userId="dec6fbcd-7598-406a-8cbf-504d4a3bac15" providerId="ADAL" clId="{ECD42228-5B96-4A72-B268-C46DF994E6B7}" dt="2024-01-28T23:33:19.699" v="70857" actId="478"/>
          <ac:cxnSpMkLst>
            <pc:docMk/>
            <pc:sldMk cId="3403692134" sldId="1095"/>
            <ac:cxnSpMk id="94" creationId="{9FD737B9-8655-75C1-6F55-E2D9AFA67676}"/>
          </ac:cxnSpMkLst>
        </pc:cxnChg>
        <pc:cxnChg chg="add del mod">
          <ac:chgData name="Palit, Tapti" userId="dec6fbcd-7598-406a-8cbf-504d4a3bac15" providerId="ADAL" clId="{ECD42228-5B96-4A72-B268-C46DF994E6B7}" dt="2024-01-28T23:33:19.699" v="70857" actId="478"/>
          <ac:cxnSpMkLst>
            <pc:docMk/>
            <pc:sldMk cId="3403692134" sldId="1095"/>
            <ac:cxnSpMk id="95" creationId="{52038BD0-108F-7498-1D45-90BBBC44C2F2}"/>
          </ac:cxnSpMkLst>
        </pc:cxnChg>
        <pc:cxnChg chg="add del mod">
          <ac:chgData name="Palit, Tapti" userId="dec6fbcd-7598-406a-8cbf-504d4a3bac15" providerId="ADAL" clId="{ECD42228-5B96-4A72-B268-C46DF994E6B7}" dt="2024-01-28T23:33:19.699" v="70857" actId="478"/>
          <ac:cxnSpMkLst>
            <pc:docMk/>
            <pc:sldMk cId="3403692134" sldId="1095"/>
            <ac:cxnSpMk id="111" creationId="{AA14359C-533F-490E-693F-AC8EA70022AB}"/>
          </ac:cxnSpMkLst>
        </pc:cxnChg>
        <pc:cxnChg chg="add mod">
          <ac:chgData name="Palit, Tapti" userId="dec6fbcd-7598-406a-8cbf-504d4a3bac15" providerId="ADAL" clId="{ECD42228-5B96-4A72-B268-C46DF994E6B7}" dt="2024-01-29T00:15:28.166" v="71173" actId="1037"/>
          <ac:cxnSpMkLst>
            <pc:docMk/>
            <pc:sldMk cId="3403692134" sldId="1095"/>
            <ac:cxnSpMk id="113" creationId="{6ABB52B3-32C9-C0DE-11B7-23087F2BA581}"/>
          </ac:cxnSpMkLst>
        </pc:cxnChg>
        <pc:cxnChg chg="add mod">
          <ac:chgData name="Palit, Tapti" userId="dec6fbcd-7598-406a-8cbf-504d4a3bac15" providerId="ADAL" clId="{ECD42228-5B96-4A72-B268-C46DF994E6B7}" dt="2024-01-29T00:15:28.166" v="71173" actId="1037"/>
          <ac:cxnSpMkLst>
            <pc:docMk/>
            <pc:sldMk cId="3403692134" sldId="1095"/>
            <ac:cxnSpMk id="134" creationId="{652EBC45-C851-E9FD-4663-289381858A2D}"/>
          </ac:cxnSpMkLst>
        </pc:cxnChg>
        <pc:cxnChg chg="add mod">
          <ac:chgData name="Palit, Tapti" userId="dec6fbcd-7598-406a-8cbf-504d4a3bac15" providerId="ADAL" clId="{ECD42228-5B96-4A72-B268-C46DF994E6B7}" dt="2024-01-29T00:15:28.166" v="71173" actId="1037"/>
          <ac:cxnSpMkLst>
            <pc:docMk/>
            <pc:sldMk cId="3403692134" sldId="1095"/>
            <ac:cxnSpMk id="137" creationId="{FF2F8006-D1DF-85E8-467C-80E165017E50}"/>
          </ac:cxnSpMkLst>
        </pc:cxnChg>
        <pc:cxnChg chg="add mod">
          <ac:chgData name="Palit, Tapti" userId="dec6fbcd-7598-406a-8cbf-504d4a3bac15" providerId="ADAL" clId="{ECD42228-5B96-4A72-B268-C46DF994E6B7}" dt="2024-01-29T00:15:28.166" v="71173" actId="1037"/>
          <ac:cxnSpMkLst>
            <pc:docMk/>
            <pc:sldMk cId="3403692134" sldId="1095"/>
            <ac:cxnSpMk id="140" creationId="{4339B1C1-FDE2-B568-F72A-D2661D9D3F9E}"/>
          </ac:cxnSpMkLst>
        </pc:cxnChg>
        <pc:cxnChg chg="add mod">
          <ac:chgData name="Palit, Tapti" userId="dec6fbcd-7598-406a-8cbf-504d4a3bac15" providerId="ADAL" clId="{ECD42228-5B96-4A72-B268-C46DF994E6B7}" dt="2024-01-29T00:15:44.414" v="71189" actId="1076"/>
          <ac:cxnSpMkLst>
            <pc:docMk/>
            <pc:sldMk cId="3403692134" sldId="1095"/>
            <ac:cxnSpMk id="151" creationId="{872F8B54-D139-981A-A8F9-2B0069CF6168}"/>
          </ac:cxnSpMkLst>
        </pc:cxnChg>
        <pc:cxnChg chg="add mod">
          <ac:chgData name="Palit, Tapti" userId="dec6fbcd-7598-406a-8cbf-504d4a3bac15" providerId="ADAL" clId="{ECD42228-5B96-4A72-B268-C46DF994E6B7}" dt="2024-01-29T00:15:28.166" v="71173" actId="1037"/>
          <ac:cxnSpMkLst>
            <pc:docMk/>
            <pc:sldMk cId="3403692134" sldId="1095"/>
            <ac:cxnSpMk id="179" creationId="{49996DEF-F319-2AA6-9B30-27315E38C918}"/>
          </ac:cxnSpMkLst>
        </pc:cxnChg>
      </pc:sldChg>
      <pc:sldChg chg="addSp delSp new del mod">
        <pc:chgData name="Palit, Tapti" userId="dec6fbcd-7598-406a-8cbf-504d4a3bac15" providerId="ADAL" clId="{ECD42228-5B96-4A72-B268-C46DF994E6B7}" dt="2024-01-28T22:50:59.183" v="70230" actId="47"/>
        <pc:sldMkLst>
          <pc:docMk/>
          <pc:sldMk cId="1567588222" sldId="1096"/>
        </pc:sldMkLst>
        <pc:spChg chg="del">
          <ac:chgData name="Palit, Tapti" userId="dec6fbcd-7598-406a-8cbf-504d4a3bac15" providerId="ADAL" clId="{ECD42228-5B96-4A72-B268-C46DF994E6B7}" dt="2024-01-28T22:50:45.933" v="70228" actId="478"/>
          <ac:spMkLst>
            <pc:docMk/>
            <pc:sldMk cId="1567588222" sldId="1096"/>
            <ac:spMk id="2" creationId="{3CECC89C-AFA3-87BC-DF0C-0BDD62FBFBF4}"/>
          </ac:spMkLst>
        </pc:spChg>
        <pc:spChg chg="add">
          <ac:chgData name="Palit, Tapti" userId="dec6fbcd-7598-406a-8cbf-504d4a3bac15" providerId="ADAL" clId="{ECD42228-5B96-4A72-B268-C46DF994E6B7}" dt="2024-01-28T22:50:53.738" v="70229" actId="11529"/>
          <ac:spMkLst>
            <pc:docMk/>
            <pc:sldMk cId="1567588222" sldId="1096"/>
            <ac:spMk id="4" creationId="{90FE89D4-3D57-0696-54DC-D265C0476539}"/>
          </ac:spMkLst>
        </pc:spChg>
      </pc:sldChg>
      <pc:sldChg chg="modSp add del">
        <pc:chgData name="Palit, Tapti" userId="dec6fbcd-7598-406a-8cbf-504d4a3bac15" providerId="ADAL" clId="{ECD42228-5B96-4A72-B268-C46DF994E6B7}" dt="2024-01-29T01:53:34.785" v="73099" actId="47"/>
        <pc:sldMkLst>
          <pc:docMk/>
          <pc:sldMk cId="1873749402" sldId="1096"/>
        </pc:sldMkLst>
        <pc:graphicFrameChg chg="mod">
          <ac:chgData name="Palit, Tapti" userId="dec6fbcd-7598-406a-8cbf-504d4a3bac15" providerId="ADAL" clId="{ECD42228-5B96-4A72-B268-C46DF994E6B7}" dt="2024-01-29T00:33:41.233" v="71421"/>
          <ac:graphicFrameMkLst>
            <pc:docMk/>
            <pc:sldMk cId="1873749402" sldId="1096"/>
            <ac:graphicFrameMk id="2" creationId="{4498D35B-E7A5-4947-5802-D6A575F62626}"/>
          </ac:graphicFrameMkLst>
        </pc:graphicFrameChg>
      </pc:sldChg>
      <pc:sldChg chg="addSp delSp modSp new mod ord modNotesTx">
        <pc:chgData name="Palit, Tapti" userId="dec6fbcd-7598-406a-8cbf-504d4a3bac15" providerId="ADAL" clId="{ECD42228-5B96-4A72-B268-C46DF994E6B7}" dt="2024-02-11T18:20:59.686" v="111987" actId="20577"/>
        <pc:sldMkLst>
          <pc:docMk/>
          <pc:sldMk cId="1345753411" sldId="1097"/>
        </pc:sldMkLst>
        <pc:spChg chg="mod">
          <ac:chgData name="Palit, Tapti" userId="dec6fbcd-7598-406a-8cbf-504d4a3bac15" providerId="ADAL" clId="{ECD42228-5B96-4A72-B268-C46DF994E6B7}" dt="2024-01-29T00:24:47.881" v="71267" actId="20577"/>
          <ac:spMkLst>
            <pc:docMk/>
            <pc:sldMk cId="1345753411" sldId="1097"/>
            <ac:spMk id="3" creationId="{0EB0F5DB-CD89-017D-C298-4EB1047491D0}"/>
          </ac:spMkLst>
        </pc:spChg>
        <pc:spChg chg="add mod">
          <ac:chgData name="Palit, Tapti" userId="dec6fbcd-7598-406a-8cbf-504d4a3bac15" providerId="ADAL" clId="{ECD42228-5B96-4A72-B268-C46DF994E6B7}" dt="2024-01-29T01:27:42.705" v="72200" actId="478"/>
          <ac:spMkLst>
            <pc:docMk/>
            <pc:sldMk cId="1345753411" sldId="1097"/>
            <ac:spMk id="5" creationId="{5A4B9408-A483-F902-6C57-351D0D1C06C0}"/>
          </ac:spMkLst>
        </pc:spChg>
        <pc:spChg chg="add mod">
          <ac:chgData name="Palit, Tapti" userId="dec6fbcd-7598-406a-8cbf-504d4a3bac15" providerId="ADAL" clId="{ECD42228-5B96-4A72-B268-C46DF994E6B7}" dt="2024-01-29T01:27:42.705" v="72200" actId="478"/>
          <ac:spMkLst>
            <pc:docMk/>
            <pc:sldMk cId="1345753411" sldId="1097"/>
            <ac:spMk id="6" creationId="{CF79EAB1-2879-CC43-9954-2F5438A463BB}"/>
          </ac:spMkLst>
        </pc:spChg>
        <pc:spChg chg="mod">
          <ac:chgData name="Palit, Tapti" userId="dec6fbcd-7598-406a-8cbf-504d4a3bac15" providerId="ADAL" clId="{ECD42228-5B96-4A72-B268-C46DF994E6B7}" dt="2024-02-09T22:11:55.255" v="109066"/>
          <ac:spMkLst>
            <pc:docMk/>
            <pc:sldMk cId="1345753411" sldId="1097"/>
            <ac:spMk id="9" creationId="{F98DB2EE-915C-A1BC-3AB6-3DADBEB1B1EB}"/>
          </ac:spMkLst>
        </pc:spChg>
        <pc:spChg chg="mod">
          <ac:chgData name="Palit, Tapti" userId="dec6fbcd-7598-406a-8cbf-504d4a3bac15" providerId="ADAL" clId="{ECD42228-5B96-4A72-B268-C46DF994E6B7}" dt="2024-01-29T00:20:25.838" v="71228" actId="207"/>
          <ac:spMkLst>
            <pc:docMk/>
            <pc:sldMk cId="1345753411" sldId="1097"/>
            <ac:spMk id="11" creationId="{ABA30861-E9E2-E92C-F163-CC5E0E9FDD7F}"/>
          </ac:spMkLst>
        </pc:spChg>
        <pc:spChg chg="mod">
          <ac:chgData name="Palit, Tapti" userId="dec6fbcd-7598-406a-8cbf-504d4a3bac15" providerId="ADAL" clId="{ECD42228-5B96-4A72-B268-C46DF994E6B7}" dt="2024-01-29T00:20:39.609" v="71230" actId="207"/>
          <ac:spMkLst>
            <pc:docMk/>
            <pc:sldMk cId="1345753411" sldId="1097"/>
            <ac:spMk id="12" creationId="{AA6E1864-9A60-ADBA-7C8E-F057C8C817B1}"/>
          </ac:spMkLst>
        </pc:spChg>
        <pc:spChg chg="mod">
          <ac:chgData name="Palit, Tapti" userId="dec6fbcd-7598-406a-8cbf-504d4a3bac15" providerId="ADAL" clId="{ECD42228-5B96-4A72-B268-C46DF994E6B7}" dt="2024-02-09T22:11:55.255" v="109066"/>
          <ac:spMkLst>
            <pc:docMk/>
            <pc:sldMk cId="1345753411" sldId="1097"/>
            <ac:spMk id="13" creationId="{781442E8-303C-1F07-7A92-16DC5C4F3102}"/>
          </ac:spMkLst>
        </pc:spChg>
        <pc:spChg chg="add">
          <ac:chgData name="Palit, Tapti" userId="dec6fbcd-7598-406a-8cbf-504d4a3bac15" providerId="ADAL" clId="{ECD42228-5B96-4A72-B268-C46DF994E6B7}" dt="2024-01-29T00:22:12.351" v="71235"/>
          <ac:spMkLst>
            <pc:docMk/>
            <pc:sldMk cId="1345753411" sldId="1097"/>
            <ac:spMk id="14" creationId="{21EBDE57-1696-7859-F0CD-0D62E0940C16}"/>
          </ac:spMkLst>
        </pc:spChg>
        <pc:spChg chg="add mod">
          <ac:chgData name="Palit, Tapti" userId="dec6fbcd-7598-406a-8cbf-504d4a3bac15" providerId="ADAL" clId="{ECD42228-5B96-4A72-B268-C46DF994E6B7}" dt="2024-01-29T01:25:01.452" v="72171" actId="767"/>
          <ac:spMkLst>
            <pc:docMk/>
            <pc:sldMk cId="1345753411" sldId="1097"/>
            <ac:spMk id="15" creationId="{08267EAA-A2C0-24D3-A3E3-4C5F65A48242}"/>
          </ac:spMkLst>
        </pc:spChg>
        <pc:spChg chg="add mod">
          <ac:chgData name="Palit, Tapti" userId="dec6fbcd-7598-406a-8cbf-504d4a3bac15" providerId="ADAL" clId="{ECD42228-5B96-4A72-B268-C46DF994E6B7}" dt="2024-01-29T01:25:03.556" v="72172" actId="767"/>
          <ac:spMkLst>
            <pc:docMk/>
            <pc:sldMk cId="1345753411" sldId="1097"/>
            <ac:spMk id="16" creationId="{60EB828B-6211-4B27-7954-5D73859AE3A3}"/>
          </ac:spMkLst>
        </pc:spChg>
        <pc:spChg chg="add del mod">
          <ac:chgData name="Palit, Tapti" userId="dec6fbcd-7598-406a-8cbf-504d4a3bac15" providerId="ADAL" clId="{ECD42228-5B96-4A72-B268-C46DF994E6B7}" dt="2024-01-29T01:44:33.092" v="72517" actId="478"/>
          <ac:spMkLst>
            <pc:docMk/>
            <pc:sldMk cId="1345753411" sldId="1097"/>
            <ac:spMk id="17" creationId="{FC11E593-0A3D-92A5-5E99-A5CDB5B68E79}"/>
          </ac:spMkLst>
        </pc:spChg>
        <pc:grpChg chg="add mod">
          <ac:chgData name="Palit, Tapti" userId="dec6fbcd-7598-406a-8cbf-504d4a3bac15" providerId="ADAL" clId="{ECD42228-5B96-4A72-B268-C46DF994E6B7}" dt="2024-01-29T01:27:42.705" v="72200" actId="478"/>
          <ac:grpSpMkLst>
            <pc:docMk/>
            <pc:sldMk cId="1345753411" sldId="1097"/>
            <ac:grpSpMk id="7" creationId="{73E39260-29F2-8F7A-EE3C-CAD6594FB841}"/>
          </ac:grpSpMkLst>
        </pc:grpChg>
        <pc:grpChg chg="add mod">
          <ac:chgData name="Palit, Tapti" userId="dec6fbcd-7598-406a-8cbf-504d4a3bac15" providerId="ADAL" clId="{ECD42228-5B96-4A72-B268-C46DF994E6B7}" dt="2024-02-09T22:11:55.255" v="109066"/>
          <ac:grpSpMkLst>
            <pc:docMk/>
            <pc:sldMk cId="1345753411" sldId="1097"/>
            <ac:grpSpMk id="8" creationId="{8C7905C6-043E-D499-C654-9C7B663E50C9}"/>
          </ac:grpSpMkLst>
        </pc:grpChg>
        <pc:grpChg chg="add mod">
          <ac:chgData name="Palit, Tapti" userId="dec6fbcd-7598-406a-8cbf-504d4a3bac15" providerId="ADAL" clId="{ECD42228-5B96-4A72-B268-C46DF994E6B7}" dt="2024-01-29T00:16:30.858" v="71200" actId="1076"/>
          <ac:grpSpMkLst>
            <pc:docMk/>
            <pc:sldMk cId="1345753411" sldId="1097"/>
            <ac:grpSpMk id="10" creationId="{162786D7-9DFE-F0D2-7407-317DFE8629D4}"/>
          </ac:grpSpMkLst>
        </pc:grpChg>
        <pc:grpChg chg="add del mod">
          <ac:chgData name="Palit, Tapti" userId="dec6fbcd-7598-406a-8cbf-504d4a3bac15" providerId="ADAL" clId="{ECD42228-5B96-4A72-B268-C46DF994E6B7}" dt="2024-01-29T01:27:42.705" v="72200" actId="478"/>
          <ac:grpSpMkLst>
            <pc:docMk/>
            <pc:sldMk cId="1345753411" sldId="1097"/>
            <ac:grpSpMk id="13" creationId="{17878BFD-A491-EF3A-2477-850D8B16768B}"/>
          </ac:grpSpMkLst>
        </pc:grpChg>
        <pc:picChg chg="add del mod">
          <ac:chgData name="Palit, Tapti" userId="dec6fbcd-7598-406a-8cbf-504d4a3bac15" providerId="ADAL" clId="{ECD42228-5B96-4A72-B268-C46DF994E6B7}" dt="2024-01-29T01:27:23.406" v="72191" actId="478"/>
          <ac:picMkLst>
            <pc:docMk/>
            <pc:sldMk cId="1345753411" sldId="1097"/>
            <ac:picMk id="8" creationId="{1AC45C74-587A-1131-340A-A9C6DD76F6CD}"/>
          </ac:picMkLst>
        </pc:picChg>
        <pc:picChg chg="add del mod">
          <ac:chgData name="Palit, Tapti" userId="dec6fbcd-7598-406a-8cbf-504d4a3bac15" providerId="ADAL" clId="{ECD42228-5B96-4A72-B268-C46DF994E6B7}" dt="2024-01-29T01:27:42.705" v="72200" actId="478"/>
          <ac:picMkLst>
            <pc:docMk/>
            <pc:sldMk cId="1345753411" sldId="1097"/>
            <ac:picMk id="9" creationId="{6C6E710B-1A47-E957-C319-2C57DE60303A}"/>
          </ac:picMkLst>
        </pc:picChg>
        <pc:picChg chg="add mod">
          <ac:chgData name="Palit, Tapti" userId="dec6fbcd-7598-406a-8cbf-504d4a3bac15" providerId="ADAL" clId="{ECD42228-5B96-4A72-B268-C46DF994E6B7}" dt="2024-02-09T22:11:55.255" v="109066"/>
          <ac:picMkLst>
            <pc:docMk/>
            <pc:sldMk cId="1345753411" sldId="1097"/>
            <ac:picMk id="14" creationId="{6B24E0D5-24DE-C694-8CB2-A74CA62202F7}"/>
          </ac:picMkLst>
        </pc:picChg>
        <pc:picChg chg="add mod">
          <ac:chgData name="Palit, Tapti" userId="dec6fbcd-7598-406a-8cbf-504d4a3bac15" providerId="ADAL" clId="{ECD42228-5B96-4A72-B268-C46DF994E6B7}" dt="2024-02-09T22:11:55.255" v="109066"/>
          <ac:picMkLst>
            <pc:docMk/>
            <pc:sldMk cId="1345753411" sldId="1097"/>
            <ac:picMk id="17" creationId="{B07C56E3-3CE3-9033-1D7A-AA8B2A09BE07}"/>
          </ac:picMkLst>
        </pc:picChg>
        <pc:picChg chg="add mod">
          <ac:chgData name="Palit, Tapti" userId="dec6fbcd-7598-406a-8cbf-504d4a3bac15" providerId="ADAL" clId="{ECD42228-5B96-4A72-B268-C46DF994E6B7}" dt="2024-01-30T05:33:10.394" v="87891" actId="14100"/>
          <ac:picMkLst>
            <pc:docMk/>
            <pc:sldMk cId="1345753411" sldId="1097"/>
            <ac:picMk id="1026" creationId="{37EC2CCA-5FB0-C1B8-A8E9-E7D817F7B2C0}"/>
          </ac:picMkLst>
        </pc:picChg>
        <pc:picChg chg="add del mod">
          <ac:chgData name="Palit, Tapti" userId="dec6fbcd-7598-406a-8cbf-504d4a3bac15" providerId="ADAL" clId="{ECD42228-5B96-4A72-B268-C46DF994E6B7}" dt="2024-01-29T01:24:34.970" v="72163" actId="21"/>
          <ac:picMkLst>
            <pc:docMk/>
            <pc:sldMk cId="1345753411" sldId="1097"/>
            <ac:picMk id="1028" creationId="{1BA54A54-F98B-F270-0220-468D49500267}"/>
          </ac:picMkLst>
        </pc:picChg>
        <pc:picChg chg="add del mod">
          <ac:chgData name="Palit, Tapti" userId="dec6fbcd-7598-406a-8cbf-504d4a3bac15" providerId="ADAL" clId="{ECD42228-5B96-4A72-B268-C46DF994E6B7}" dt="2024-01-29T01:44:33.092" v="72517" actId="478"/>
          <ac:picMkLst>
            <pc:docMk/>
            <pc:sldMk cId="1345753411" sldId="1097"/>
            <ac:picMk id="1030" creationId="{A143E4F7-F744-0B2A-4135-774747F6D456}"/>
          </ac:picMkLst>
        </pc:picChg>
        <pc:picChg chg="add del mod">
          <ac:chgData name="Palit, Tapti" userId="dec6fbcd-7598-406a-8cbf-504d4a3bac15" providerId="ADAL" clId="{ECD42228-5B96-4A72-B268-C46DF994E6B7}" dt="2024-01-29T02:12:46.535" v="73933" actId="478"/>
          <ac:picMkLst>
            <pc:docMk/>
            <pc:sldMk cId="1345753411" sldId="1097"/>
            <ac:picMk id="1032" creationId="{D98B0029-B80D-D619-672F-708D90D5B330}"/>
          </ac:picMkLst>
        </pc:picChg>
        <pc:picChg chg="add mod">
          <ac:chgData name="Palit, Tapti" userId="dec6fbcd-7598-406a-8cbf-504d4a3bac15" providerId="ADAL" clId="{ECD42228-5B96-4A72-B268-C46DF994E6B7}" dt="2024-01-29T01:28:08.935" v="72207" actId="1076"/>
          <ac:picMkLst>
            <pc:docMk/>
            <pc:sldMk cId="1345753411" sldId="1097"/>
            <ac:picMk id="1034" creationId="{6E1C5AE8-9566-A577-F30A-38C46B4D4720}"/>
          </ac:picMkLst>
        </pc:picChg>
        <pc:picChg chg="add mod">
          <ac:chgData name="Palit, Tapti" userId="dec6fbcd-7598-406a-8cbf-504d4a3bac15" providerId="ADAL" clId="{ECD42228-5B96-4A72-B268-C46DF994E6B7}" dt="2024-01-29T01:28:12.376" v="72209" actId="14100"/>
          <ac:picMkLst>
            <pc:docMk/>
            <pc:sldMk cId="1345753411" sldId="1097"/>
            <ac:picMk id="1036" creationId="{F0F1DA2E-C9CE-3846-A322-D4E4FC504C55}"/>
          </ac:picMkLst>
        </pc:picChg>
        <pc:picChg chg="add del mod">
          <ac:chgData name="Palit, Tapti" userId="dec6fbcd-7598-406a-8cbf-504d4a3bac15" providerId="ADAL" clId="{ECD42228-5B96-4A72-B268-C46DF994E6B7}" dt="2024-01-29T01:46:42.116" v="72643" actId="478"/>
          <ac:picMkLst>
            <pc:docMk/>
            <pc:sldMk cId="1345753411" sldId="1097"/>
            <ac:picMk id="1038" creationId="{04A88BA1-BE10-D817-935F-9161553BA615}"/>
          </ac:picMkLst>
        </pc:picChg>
        <pc:picChg chg="add del mod">
          <ac:chgData name="Palit, Tapti" userId="dec6fbcd-7598-406a-8cbf-504d4a3bac15" providerId="ADAL" clId="{ECD42228-5B96-4A72-B268-C46DF994E6B7}" dt="2024-01-30T05:33:02.851" v="87888" actId="478"/>
          <ac:picMkLst>
            <pc:docMk/>
            <pc:sldMk cId="1345753411" sldId="1097"/>
            <ac:picMk id="1040" creationId="{35C01251-FDCE-6325-0417-CD3DBC7FFDDD}"/>
          </ac:picMkLst>
        </pc:picChg>
        <pc:picChg chg="add del">
          <ac:chgData name="Palit, Tapti" userId="dec6fbcd-7598-406a-8cbf-504d4a3bac15" providerId="ADAL" clId="{ECD42228-5B96-4A72-B268-C46DF994E6B7}" dt="2024-01-29T02:13:57.608" v="73936" actId="478"/>
          <ac:picMkLst>
            <pc:docMk/>
            <pc:sldMk cId="1345753411" sldId="1097"/>
            <ac:picMk id="1042" creationId="{087B0367-DC6B-738C-F94A-B563D024C618}"/>
          </ac:picMkLst>
        </pc:picChg>
        <pc:picChg chg="add mod">
          <ac:chgData name="Palit, Tapti" userId="dec6fbcd-7598-406a-8cbf-504d4a3bac15" providerId="ADAL" clId="{ECD42228-5B96-4A72-B268-C46DF994E6B7}" dt="2024-01-29T02:14:19.234" v="73941" actId="1036"/>
          <ac:picMkLst>
            <pc:docMk/>
            <pc:sldMk cId="1345753411" sldId="1097"/>
            <ac:picMk id="1044" creationId="{0666A405-7AC0-ED7B-2657-9CFA5F58CE49}"/>
          </ac:picMkLst>
        </pc:picChg>
      </pc:sldChg>
      <pc:sldChg chg="delSp add del mod delAnim">
        <pc:chgData name="Palit, Tapti" userId="dec6fbcd-7598-406a-8cbf-504d4a3bac15" providerId="ADAL" clId="{ECD42228-5B96-4A72-B268-C46DF994E6B7}" dt="2024-01-28T23:17:36.457" v="70523" actId="47"/>
        <pc:sldMkLst>
          <pc:docMk/>
          <pc:sldMk cId="3089904504" sldId="1097"/>
        </pc:sldMkLst>
        <pc:spChg chg="del">
          <ac:chgData name="Palit, Tapti" userId="dec6fbcd-7598-406a-8cbf-504d4a3bac15" providerId="ADAL" clId="{ECD42228-5B96-4A72-B268-C46DF994E6B7}" dt="2024-01-28T23:17:31.602" v="70522" actId="478"/>
          <ac:spMkLst>
            <pc:docMk/>
            <pc:sldMk cId="3089904504" sldId="1097"/>
            <ac:spMk id="53" creationId="{01BF476B-5986-AD9F-9F44-62EC6CE78559}"/>
          </ac:spMkLst>
        </pc:spChg>
      </pc:sldChg>
      <pc:sldChg chg="delSp add del modAnim">
        <pc:chgData name="Palit, Tapti" userId="dec6fbcd-7598-406a-8cbf-504d4a3bac15" providerId="ADAL" clId="{ECD42228-5B96-4A72-B268-C46DF994E6B7}" dt="2024-01-29T01:22:20.933" v="72115" actId="47"/>
        <pc:sldMkLst>
          <pc:docMk/>
          <pc:sldMk cId="1182020345" sldId="1098"/>
        </pc:sldMkLst>
        <pc:spChg chg="del">
          <ac:chgData name="Palit, Tapti" userId="dec6fbcd-7598-406a-8cbf-504d4a3bac15" providerId="ADAL" clId="{ECD42228-5B96-4A72-B268-C46DF994E6B7}" dt="2024-01-29T01:22:17.662" v="72114" actId="478"/>
          <ac:spMkLst>
            <pc:docMk/>
            <pc:sldMk cId="1182020345" sldId="1098"/>
            <ac:spMk id="77" creationId="{787EE70D-5A65-FF46-E74A-321F148D7F85}"/>
          </ac:spMkLst>
        </pc:spChg>
        <pc:spChg chg="del">
          <ac:chgData name="Palit, Tapti" userId="dec6fbcd-7598-406a-8cbf-504d4a3bac15" providerId="ADAL" clId="{ECD42228-5B96-4A72-B268-C46DF994E6B7}" dt="2024-01-29T01:22:17.662" v="72114" actId="478"/>
          <ac:spMkLst>
            <pc:docMk/>
            <pc:sldMk cId="1182020345" sldId="1098"/>
            <ac:spMk id="78" creationId="{6A30B2D1-6111-7F61-1F73-BEE4976A2917}"/>
          </ac:spMkLst>
        </pc:spChg>
        <pc:spChg chg="del">
          <ac:chgData name="Palit, Tapti" userId="dec6fbcd-7598-406a-8cbf-504d4a3bac15" providerId="ADAL" clId="{ECD42228-5B96-4A72-B268-C46DF994E6B7}" dt="2024-01-29T01:22:17.662" v="72114" actId="478"/>
          <ac:spMkLst>
            <pc:docMk/>
            <pc:sldMk cId="1182020345" sldId="1098"/>
            <ac:spMk id="87" creationId="{F0204E75-4C5E-F7C7-8CAF-066FE380941D}"/>
          </ac:spMkLst>
        </pc:spChg>
        <pc:spChg chg="del">
          <ac:chgData name="Palit, Tapti" userId="dec6fbcd-7598-406a-8cbf-504d4a3bac15" providerId="ADAL" clId="{ECD42228-5B96-4A72-B268-C46DF994E6B7}" dt="2024-01-29T01:22:17.662" v="72114" actId="478"/>
          <ac:spMkLst>
            <pc:docMk/>
            <pc:sldMk cId="1182020345" sldId="1098"/>
            <ac:spMk id="89" creationId="{7F283E79-F947-78A7-3ABA-90551D6F6DC9}"/>
          </ac:spMkLst>
        </pc:spChg>
        <pc:spChg chg="del">
          <ac:chgData name="Palit, Tapti" userId="dec6fbcd-7598-406a-8cbf-504d4a3bac15" providerId="ADAL" clId="{ECD42228-5B96-4A72-B268-C46DF994E6B7}" dt="2024-01-29T01:22:17.662" v="72114" actId="478"/>
          <ac:spMkLst>
            <pc:docMk/>
            <pc:sldMk cId="1182020345" sldId="1098"/>
            <ac:spMk id="96" creationId="{68AEEC0B-0C53-93F6-3422-EEAA8D00AB0F}"/>
          </ac:spMkLst>
        </pc:spChg>
        <pc:spChg chg="del">
          <ac:chgData name="Palit, Tapti" userId="dec6fbcd-7598-406a-8cbf-504d4a3bac15" providerId="ADAL" clId="{ECD42228-5B96-4A72-B268-C46DF994E6B7}" dt="2024-01-29T01:22:17.662" v="72114" actId="478"/>
          <ac:spMkLst>
            <pc:docMk/>
            <pc:sldMk cId="1182020345" sldId="1098"/>
            <ac:spMk id="97" creationId="{94250A9F-396F-CC42-2343-1F8F28E16C73}"/>
          </ac:spMkLst>
        </pc:spChg>
        <pc:spChg chg="del">
          <ac:chgData name="Palit, Tapti" userId="dec6fbcd-7598-406a-8cbf-504d4a3bac15" providerId="ADAL" clId="{ECD42228-5B96-4A72-B268-C46DF994E6B7}" dt="2024-01-29T01:22:17.662" v="72114" actId="478"/>
          <ac:spMkLst>
            <pc:docMk/>
            <pc:sldMk cId="1182020345" sldId="1098"/>
            <ac:spMk id="98" creationId="{F4926BF4-4F84-99BF-7127-10C8F111C4C2}"/>
          </ac:spMkLst>
        </pc:spChg>
        <pc:spChg chg="del">
          <ac:chgData name="Palit, Tapti" userId="dec6fbcd-7598-406a-8cbf-504d4a3bac15" providerId="ADAL" clId="{ECD42228-5B96-4A72-B268-C46DF994E6B7}" dt="2024-01-29T01:22:17.662" v="72114" actId="478"/>
          <ac:spMkLst>
            <pc:docMk/>
            <pc:sldMk cId="1182020345" sldId="1098"/>
            <ac:spMk id="99" creationId="{2C60728E-E2CA-BF4E-EC78-412B85E8DF74}"/>
          </ac:spMkLst>
        </pc:spChg>
        <pc:spChg chg="del">
          <ac:chgData name="Palit, Tapti" userId="dec6fbcd-7598-406a-8cbf-504d4a3bac15" providerId="ADAL" clId="{ECD42228-5B96-4A72-B268-C46DF994E6B7}" dt="2024-01-29T01:22:17.662" v="72114" actId="478"/>
          <ac:spMkLst>
            <pc:docMk/>
            <pc:sldMk cId="1182020345" sldId="1098"/>
            <ac:spMk id="103" creationId="{6C7E4519-AFB2-C74A-D408-D91915D60281}"/>
          </ac:spMkLst>
        </pc:spChg>
        <pc:spChg chg="del">
          <ac:chgData name="Palit, Tapti" userId="dec6fbcd-7598-406a-8cbf-504d4a3bac15" providerId="ADAL" clId="{ECD42228-5B96-4A72-B268-C46DF994E6B7}" dt="2024-01-29T01:22:17.662" v="72114" actId="478"/>
          <ac:spMkLst>
            <pc:docMk/>
            <pc:sldMk cId="1182020345" sldId="1098"/>
            <ac:spMk id="104" creationId="{DA47DFD7-B7D7-4A42-EF7D-ABCF3C032269}"/>
          </ac:spMkLst>
        </pc:spChg>
        <pc:spChg chg="del">
          <ac:chgData name="Palit, Tapti" userId="dec6fbcd-7598-406a-8cbf-504d4a3bac15" providerId="ADAL" clId="{ECD42228-5B96-4A72-B268-C46DF994E6B7}" dt="2024-01-29T01:22:17.662" v="72114" actId="478"/>
          <ac:spMkLst>
            <pc:docMk/>
            <pc:sldMk cId="1182020345" sldId="1098"/>
            <ac:spMk id="105" creationId="{CE157EEE-15E2-3608-A05D-08EB11DBAD33}"/>
          </ac:spMkLst>
        </pc:spChg>
        <pc:spChg chg="del">
          <ac:chgData name="Palit, Tapti" userId="dec6fbcd-7598-406a-8cbf-504d4a3bac15" providerId="ADAL" clId="{ECD42228-5B96-4A72-B268-C46DF994E6B7}" dt="2024-01-29T01:22:17.662" v="72114" actId="478"/>
          <ac:spMkLst>
            <pc:docMk/>
            <pc:sldMk cId="1182020345" sldId="1098"/>
            <ac:spMk id="107" creationId="{CAC59AC9-31A9-820F-31F1-983FC6E6BAB1}"/>
          </ac:spMkLst>
        </pc:spChg>
        <pc:spChg chg="del">
          <ac:chgData name="Palit, Tapti" userId="dec6fbcd-7598-406a-8cbf-504d4a3bac15" providerId="ADAL" clId="{ECD42228-5B96-4A72-B268-C46DF994E6B7}" dt="2024-01-29T01:22:17.662" v="72114" actId="478"/>
          <ac:spMkLst>
            <pc:docMk/>
            <pc:sldMk cId="1182020345" sldId="1098"/>
            <ac:spMk id="108" creationId="{AE0B7C96-162A-7983-F7DE-EC5AC0623AC8}"/>
          </ac:spMkLst>
        </pc:spChg>
        <pc:spChg chg="del">
          <ac:chgData name="Palit, Tapti" userId="dec6fbcd-7598-406a-8cbf-504d4a3bac15" providerId="ADAL" clId="{ECD42228-5B96-4A72-B268-C46DF994E6B7}" dt="2024-01-29T01:22:17.662" v="72114" actId="478"/>
          <ac:spMkLst>
            <pc:docMk/>
            <pc:sldMk cId="1182020345" sldId="1098"/>
            <ac:spMk id="110" creationId="{BC232711-1100-962D-EE5F-CAB6B6F40665}"/>
          </ac:spMkLst>
        </pc:spChg>
        <pc:spChg chg="del">
          <ac:chgData name="Palit, Tapti" userId="dec6fbcd-7598-406a-8cbf-504d4a3bac15" providerId="ADAL" clId="{ECD42228-5B96-4A72-B268-C46DF994E6B7}" dt="2024-01-29T01:22:17.662" v="72114" actId="478"/>
          <ac:spMkLst>
            <pc:docMk/>
            <pc:sldMk cId="1182020345" sldId="1098"/>
            <ac:spMk id="114" creationId="{0A6EBDBD-7A0B-B01C-0442-096CEBC3F0D1}"/>
          </ac:spMkLst>
        </pc:spChg>
        <pc:spChg chg="del">
          <ac:chgData name="Palit, Tapti" userId="dec6fbcd-7598-406a-8cbf-504d4a3bac15" providerId="ADAL" clId="{ECD42228-5B96-4A72-B268-C46DF994E6B7}" dt="2024-01-29T01:22:17.662" v="72114" actId="478"/>
          <ac:spMkLst>
            <pc:docMk/>
            <pc:sldMk cId="1182020345" sldId="1098"/>
            <ac:spMk id="117" creationId="{B52D5980-E65C-0CEF-BB92-8C4DAE30B9D7}"/>
          </ac:spMkLst>
        </pc:spChg>
        <pc:spChg chg="del">
          <ac:chgData name="Palit, Tapti" userId="dec6fbcd-7598-406a-8cbf-504d4a3bac15" providerId="ADAL" clId="{ECD42228-5B96-4A72-B268-C46DF994E6B7}" dt="2024-01-29T01:22:17.662" v="72114" actId="478"/>
          <ac:spMkLst>
            <pc:docMk/>
            <pc:sldMk cId="1182020345" sldId="1098"/>
            <ac:spMk id="118" creationId="{A671799D-CDE4-6C38-A10F-1B59A78B0B4A}"/>
          </ac:spMkLst>
        </pc:spChg>
        <pc:spChg chg="del">
          <ac:chgData name="Palit, Tapti" userId="dec6fbcd-7598-406a-8cbf-504d4a3bac15" providerId="ADAL" clId="{ECD42228-5B96-4A72-B268-C46DF994E6B7}" dt="2024-01-29T01:22:17.662" v="72114" actId="478"/>
          <ac:spMkLst>
            <pc:docMk/>
            <pc:sldMk cId="1182020345" sldId="1098"/>
            <ac:spMk id="119" creationId="{CCE6DED6-1059-3A9C-F355-274E6934AB53}"/>
          </ac:spMkLst>
        </pc:spChg>
        <pc:spChg chg="del">
          <ac:chgData name="Palit, Tapti" userId="dec6fbcd-7598-406a-8cbf-504d4a3bac15" providerId="ADAL" clId="{ECD42228-5B96-4A72-B268-C46DF994E6B7}" dt="2024-01-29T01:22:17.662" v="72114" actId="478"/>
          <ac:spMkLst>
            <pc:docMk/>
            <pc:sldMk cId="1182020345" sldId="1098"/>
            <ac:spMk id="120" creationId="{1FBABAE2-129D-59DB-E52A-1901559DC305}"/>
          </ac:spMkLst>
        </pc:spChg>
        <pc:spChg chg="del">
          <ac:chgData name="Palit, Tapti" userId="dec6fbcd-7598-406a-8cbf-504d4a3bac15" providerId="ADAL" clId="{ECD42228-5B96-4A72-B268-C46DF994E6B7}" dt="2024-01-29T01:22:17.662" v="72114" actId="478"/>
          <ac:spMkLst>
            <pc:docMk/>
            <pc:sldMk cId="1182020345" sldId="1098"/>
            <ac:spMk id="121" creationId="{36C14A44-08FE-2DAD-141B-91ED1B59CAD0}"/>
          </ac:spMkLst>
        </pc:spChg>
        <pc:spChg chg="del">
          <ac:chgData name="Palit, Tapti" userId="dec6fbcd-7598-406a-8cbf-504d4a3bac15" providerId="ADAL" clId="{ECD42228-5B96-4A72-B268-C46DF994E6B7}" dt="2024-01-29T01:22:17.662" v="72114" actId="478"/>
          <ac:spMkLst>
            <pc:docMk/>
            <pc:sldMk cId="1182020345" sldId="1098"/>
            <ac:spMk id="122" creationId="{5CCE2D50-73BC-CA4F-FE18-0F1E907B6205}"/>
          </ac:spMkLst>
        </pc:spChg>
        <pc:spChg chg="del">
          <ac:chgData name="Palit, Tapti" userId="dec6fbcd-7598-406a-8cbf-504d4a3bac15" providerId="ADAL" clId="{ECD42228-5B96-4A72-B268-C46DF994E6B7}" dt="2024-01-29T01:22:17.662" v="72114" actId="478"/>
          <ac:spMkLst>
            <pc:docMk/>
            <pc:sldMk cId="1182020345" sldId="1098"/>
            <ac:spMk id="129" creationId="{2B09296F-57CD-EF18-3C9E-704FDBC22131}"/>
          </ac:spMkLst>
        </pc:spChg>
        <pc:spChg chg="del">
          <ac:chgData name="Palit, Tapti" userId="dec6fbcd-7598-406a-8cbf-504d4a3bac15" providerId="ADAL" clId="{ECD42228-5B96-4A72-B268-C46DF994E6B7}" dt="2024-01-29T01:22:17.662" v="72114" actId="478"/>
          <ac:spMkLst>
            <pc:docMk/>
            <pc:sldMk cId="1182020345" sldId="1098"/>
            <ac:spMk id="150" creationId="{89721B6A-856E-7501-1C03-1FCCBA27816B}"/>
          </ac:spMkLst>
        </pc:spChg>
        <pc:grpChg chg="del">
          <ac:chgData name="Palit, Tapti" userId="dec6fbcd-7598-406a-8cbf-504d4a3bac15" providerId="ADAL" clId="{ECD42228-5B96-4A72-B268-C46DF994E6B7}" dt="2024-01-29T01:22:17.662" v="72114" actId="478"/>
          <ac:grpSpMkLst>
            <pc:docMk/>
            <pc:sldMk cId="1182020345" sldId="1098"/>
            <ac:grpSpMk id="44" creationId="{7948B81D-07A4-E230-616A-B467EB054B12}"/>
          </ac:grpSpMkLst>
        </pc:grpChg>
        <pc:grpChg chg="del">
          <ac:chgData name="Palit, Tapti" userId="dec6fbcd-7598-406a-8cbf-504d4a3bac15" providerId="ADAL" clId="{ECD42228-5B96-4A72-B268-C46DF994E6B7}" dt="2024-01-29T01:22:17.662" v="72114" actId="478"/>
          <ac:grpSpMkLst>
            <pc:docMk/>
            <pc:sldMk cId="1182020345" sldId="1098"/>
            <ac:grpSpMk id="47" creationId="{86B59FAB-C145-9D70-75FC-00A93714005F}"/>
          </ac:grpSpMkLst>
        </pc:grpChg>
        <pc:picChg chg="del">
          <ac:chgData name="Palit, Tapti" userId="dec6fbcd-7598-406a-8cbf-504d4a3bac15" providerId="ADAL" clId="{ECD42228-5B96-4A72-B268-C46DF994E6B7}" dt="2024-01-29T01:22:17.662" v="72114" actId="478"/>
          <ac:picMkLst>
            <pc:docMk/>
            <pc:sldMk cId="1182020345" sldId="1098"/>
            <ac:picMk id="43" creationId="{75AB9CCD-8766-53D5-0DB6-643136F6500A}"/>
          </ac:picMkLst>
        </pc:picChg>
        <pc:cxnChg chg="del">
          <ac:chgData name="Palit, Tapti" userId="dec6fbcd-7598-406a-8cbf-504d4a3bac15" providerId="ADAL" clId="{ECD42228-5B96-4A72-B268-C46DF994E6B7}" dt="2024-01-29T01:22:17.662" v="72114" actId="478"/>
          <ac:cxnSpMkLst>
            <pc:docMk/>
            <pc:sldMk cId="1182020345" sldId="1098"/>
            <ac:cxnSpMk id="58" creationId="{1E61FAB5-1EA9-EDF6-5B06-919779489407}"/>
          </ac:cxnSpMkLst>
        </pc:cxnChg>
        <pc:cxnChg chg="del">
          <ac:chgData name="Palit, Tapti" userId="dec6fbcd-7598-406a-8cbf-504d4a3bac15" providerId="ADAL" clId="{ECD42228-5B96-4A72-B268-C46DF994E6B7}" dt="2024-01-29T01:22:17.662" v="72114" actId="478"/>
          <ac:cxnSpMkLst>
            <pc:docMk/>
            <pc:sldMk cId="1182020345" sldId="1098"/>
            <ac:cxnSpMk id="71" creationId="{7550C2A0-279C-8B48-F491-0553B5D306FB}"/>
          </ac:cxnSpMkLst>
        </pc:cxnChg>
        <pc:cxnChg chg="del">
          <ac:chgData name="Palit, Tapti" userId="dec6fbcd-7598-406a-8cbf-504d4a3bac15" providerId="ADAL" clId="{ECD42228-5B96-4A72-B268-C46DF994E6B7}" dt="2024-01-29T01:22:17.662" v="72114" actId="478"/>
          <ac:cxnSpMkLst>
            <pc:docMk/>
            <pc:sldMk cId="1182020345" sldId="1098"/>
            <ac:cxnSpMk id="91" creationId="{4550AF6F-9137-0F31-8B03-75438E5A7C2B}"/>
          </ac:cxnSpMkLst>
        </pc:cxnChg>
        <pc:cxnChg chg="del">
          <ac:chgData name="Palit, Tapti" userId="dec6fbcd-7598-406a-8cbf-504d4a3bac15" providerId="ADAL" clId="{ECD42228-5B96-4A72-B268-C46DF994E6B7}" dt="2024-01-29T01:22:17.662" v="72114" actId="478"/>
          <ac:cxnSpMkLst>
            <pc:docMk/>
            <pc:sldMk cId="1182020345" sldId="1098"/>
            <ac:cxnSpMk id="92" creationId="{A61E719C-7619-13AF-9A81-FA27CDBA6FE1}"/>
          </ac:cxnSpMkLst>
        </pc:cxnChg>
        <pc:cxnChg chg="del">
          <ac:chgData name="Palit, Tapti" userId="dec6fbcd-7598-406a-8cbf-504d4a3bac15" providerId="ADAL" clId="{ECD42228-5B96-4A72-B268-C46DF994E6B7}" dt="2024-01-29T01:22:17.662" v="72114" actId="478"/>
          <ac:cxnSpMkLst>
            <pc:docMk/>
            <pc:sldMk cId="1182020345" sldId="1098"/>
            <ac:cxnSpMk id="113" creationId="{6ABB52B3-32C9-C0DE-11B7-23087F2BA581}"/>
          </ac:cxnSpMkLst>
        </pc:cxnChg>
        <pc:cxnChg chg="del">
          <ac:chgData name="Palit, Tapti" userId="dec6fbcd-7598-406a-8cbf-504d4a3bac15" providerId="ADAL" clId="{ECD42228-5B96-4A72-B268-C46DF994E6B7}" dt="2024-01-29T01:22:17.662" v="72114" actId="478"/>
          <ac:cxnSpMkLst>
            <pc:docMk/>
            <pc:sldMk cId="1182020345" sldId="1098"/>
            <ac:cxnSpMk id="134" creationId="{652EBC45-C851-E9FD-4663-289381858A2D}"/>
          </ac:cxnSpMkLst>
        </pc:cxnChg>
        <pc:cxnChg chg="del">
          <ac:chgData name="Palit, Tapti" userId="dec6fbcd-7598-406a-8cbf-504d4a3bac15" providerId="ADAL" clId="{ECD42228-5B96-4A72-B268-C46DF994E6B7}" dt="2024-01-29T01:22:17.662" v="72114" actId="478"/>
          <ac:cxnSpMkLst>
            <pc:docMk/>
            <pc:sldMk cId="1182020345" sldId="1098"/>
            <ac:cxnSpMk id="137" creationId="{FF2F8006-D1DF-85E8-467C-80E165017E50}"/>
          </ac:cxnSpMkLst>
        </pc:cxnChg>
        <pc:cxnChg chg="del">
          <ac:chgData name="Palit, Tapti" userId="dec6fbcd-7598-406a-8cbf-504d4a3bac15" providerId="ADAL" clId="{ECD42228-5B96-4A72-B268-C46DF994E6B7}" dt="2024-01-29T01:22:17.662" v="72114" actId="478"/>
          <ac:cxnSpMkLst>
            <pc:docMk/>
            <pc:sldMk cId="1182020345" sldId="1098"/>
            <ac:cxnSpMk id="140" creationId="{4339B1C1-FDE2-B568-F72A-D2661D9D3F9E}"/>
          </ac:cxnSpMkLst>
        </pc:cxnChg>
        <pc:cxnChg chg="del">
          <ac:chgData name="Palit, Tapti" userId="dec6fbcd-7598-406a-8cbf-504d4a3bac15" providerId="ADAL" clId="{ECD42228-5B96-4A72-B268-C46DF994E6B7}" dt="2024-01-29T01:22:17.662" v="72114" actId="478"/>
          <ac:cxnSpMkLst>
            <pc:docMk/>
            <pc:sldMk cId="1182020345" sldId="1098"/>
            <ac:cxnSpMk id="179" creationId="{49996DEF-F319-2AA6-9B30-27315E38C918}"/>
          </ac:cxnSpMkLst>
        </pc:cxnChg>
      </pc:sldChg>
      <pc:sldChg chg="add del">
        <pc:chgData name="Palit, Tapti" userId="dec6fbcd-7598-406a-8cbf-504d4a3bac15" providerId="ADAL" clId="{ECD42228-5B96-4A72-B268-C46DF994E6B7}" dt="2024-01-29T01:31:23.500" v="72337" actId="47"/>
        <pc:sldMkLst>
          <pc:docMk/>
          <pc:sldMk cId="4294698532" sldId="1098"/>
        </pc:sldMkLst>
      </pc:sldChg>
      <pc:sldChg chg="addSp delSp modSp add mod modClrScheme modAnim chgLayout modNotesTx">
        <pc:chgData name="Palit, Tapti" userId="dec6fbcd-7598-406a-8cbf-504d4a3bac15" providerId="ADAL" clId="{ECD42228-5B96-4A72-B268-C46DF994E6B7}" dt="2024-02-22T11:20:27.571" v="116120" actId="20577"/>
        <pc:sldMkLst>
          <pc:docMk/>
          <pc:sldMk cId="3972812291" sldId="1099"/>
        </pc:sldMkLst>
        <pc:spChg chg="mod ord">
          <ac:chgData name="Palit, Tapti" userId="dec6fbcd-7598-406a-8cbf-504d4a3bac15" providerId="ADAL" clId="{ECD42228-5B96-4A72-B268-C46DF994E6B7}" dt="2024-02-10T00:54:19.536" v="109266" actId="20577"/>
          <ac:spMkLst>
            <pc:docMk/>
            <pc:sldMk cId="3972812291" sldId="1099"/>
            <ac:spMk id="2" creationId="{DF11CC87-4AAD-3012-5E40-5FE127F284B9}"/>
          </ac:spMkLst>
        </pc:spChg>
        <pc:spChg chg="add del mod">
          <ac:chgData name="Palit, Tapti" userId="dec6fbcd-7598-406a-8cbf-504d4a3bac15" providerId="ADAL" clId="{ECD42228-5B96-4A72-B268-C46DF994E6B7}" dt="2024-02-09T18:16:03.515" v="107233" actId="6264"/>
          <ac:spMkLst>
            <pc:docMk/>
            <pc:sldMk cId="3972812291" sldId="1099"/>
            <ac:spMk id="3" creationId="{A8822C2E-5E2D-EEC5-8D77-F6DC438DE575}"/>
          </ac:spMkLst>
        </pc:spChg>
        <pc:spChg chg="del mod ord">
          <ac:chgData name="Palit, Tapti" userId="dec6fbcd-7598-406a-8cbf-504d4a3bac15" providerId="ADAL" clId="{ECD42228-5B96-4A72-B268-C46DF994E6B7}" dt="2024-02-09T02:56:37.019" v="102725" actId="478"/>
          <ac:spMkLst>
            <pc:docMk/>
            <pc:sldMk cId="3972812291" sldId="1099"/>
            <ac:spMk id="3" creationId="{F864FEFB-02CD-3530-1407-456878CB7C5C}"/>
          </ac:spMkLst>
        </pc:spChg>
        <pc:spChg chg="add mod ord">
          <ac:chgData name="Palit, Tapti" userId="dec6fbcd-7598-406a-8cbf-504d4a3bac15" providerId="ADAL" clId="{ECD42228-5B96-4A72-B268-C46DF994E6B7}" dt="2024-02-22T11:20:27.571" v="116120" actId="20577"/>
          <ac:spMkLst>
            <pc:docMk/>
            <pc:sldMk cId="3972812291" sldId="1099"/>
            <ac:spMk id="4" creationId="{A9CB6910-F207-4A9F-5E07-523632602E1D}"/>
          </ac:spMkLst>
        </pc:spChg>
        <pc:spChg chg="add del mod">
          <ac:chgData name="Palit, Tapti" userId="dec6fbcd-7598-406a-8cbf-504d4a3bac15" providerId="ADAL" clId="{ECD42228-5B96-4A72-B268-C46DF994E6B7}" dt="2024-02-09T18:16:03.515" v="107233" actId="6264"/>
          <ac:spMkLst>
            <pc:docMk/>
            <pc:sldMk cId="3972812291" sldId="1099"/>
            <ac:spMk id="5" creationId="{2091A832-7EC5-81DD-6DAB-0F1EA8BE053D}"/>
          </ac:spMkLst>
        </pc:spChg>
        <pc:spChg chg="mod">
          <ac:chgData name="Palit, Tapti" userId="dec6fbcd-7598-406a-8cbf-504d4a3bac15" providerId="ADAL" clId="{ECD42228-5B96-4A72-B268-C46DF994E6B7}" dt="2024-01-29T02:23:41.308" v="74306" actId="1076"/>
          <ac:spMkLst>
            <pc:docMk/>
            <pc:sldMk cId="3972812291" sldId="1099"/>
            <ac:spMk id="5" creationId="{C5093DFA-0D1D-D5EF-5BC7-A52F3689FA96}"/>
          </ac:spMkLst>
        </pc:spChg>
        <pc:spChg chg="add del mod ord">
          <ac:chgData name="Palit, Tapti" userId="dec6fbcd-7598-406a-8cbf-504d4a3bac15" providerId="ADAL" clId="{ECD42228-5B96-4A72-B268-C46DF994E6B7}" dt="2024-02-09T18:16:26.596" v="107296" actId="478"/>
          <ac:spMkLst>
            <pc:docMk/>
            <pc:sldMk cId="3972812291" sldId="1099"/>
            <ac:spMk id="6" creationId="{6A131BEB-3894-3FC0-2C13-154E6F5B1C8D}"/>
          </ac:spMkLst>
        </pc:spChg>
        <pc:spChg chg="mod">
          <ac:chgData name="Palit, Tapti" userId="dec6fbcd-7598-406a-8cbf-504d4a3bac15" providerId="ADAL" clId="{ECD42228-5B96-4A72-B268-C46DF994E6B7}" dt="2024-02-12T19:44:48.155" v="112948" actId="1076"/>
          <ac:spMkLst>
            <pc:docMk/>
            <pc:sldMk cId="3972812291" sldId="1099"/>
            <ac:spMk id="7" creationId="{B3B0A36C-3E16-9C19-79CA-1ED4F1B7D97A}"/>
          </ac:spMkLst>
        </pc:spChg>
        <pc:spChg chg="mod">
          <ac:chgData name="Palit, Tapti" userId="dec6fbcd-7598-406a-8cbf-504d4a3bac15" providerId="ADAL" clId="{ECD42228-5B96-4A72-B268-C46DF994E6B7}" dt="2024-02-12T19:44:48.155" v="112948" actId="1076"/>
          <ac:spMkLst>
            <pc:docMk/>
            <pc:sldMk cId="3972812291" sldId="1099"/>
            <ac:spMk id="8" creationId="{FEE9A8B3-EC1C-C93F-321B-2431AB56C88A}"/>
          </ac:spMkLst>
        </pc:spChg>
        <pc:spChg chg="mod">
          <ac:chgData name="Palit, Tapti" userId="dec6fbcd-7598-406a-8cbf-504d4a3bac15" providerId="ADAL" clId="{ECD42228-5B96-4A72-B268-C46DF994E6B7}" dt="2024-02-12T19:44:48.155" v="112948" actId="1076"/>
          <ac:spMkLst>
            <pc:docMk/>
            <pc:sldMk cId="3972812291" sldId="1099"/>
            <ac:spMk id="9" creationId="{5BDC5A0C-1760-6E31-3EE8-83E42BABA1ED}"/>
          </ac:spMkLst>
        </pc:spChg>
        <pc:spChg chg="mod">
          <ac:chgData name="Palit, Tapti" userId="dec6fbcd-7598-406a-8cbf-504d4a3bac15" providerId="ADAL" clId="{ECD42228-5B96-4A72-B268-C46DF994E6B7}" dt="2024-02-12T19:44:48.155" v="112948" actId="1076"/>
          <ac:spMkLst>
            <pc:docMk/>
            <pc:sldMk cId="3972812291" sldId="1099"/>
            <ac:spMk id="10" creationId="{FB094938-1935-AB92-21A0-9F81025EFC38}"/>
          </ac:spMkLst>
        </pc:spChg>
        <pc:spChg chg="mod">
          <ac:chgData name="Palit, Tapti" userId="dec6fbcd-7598-406a-8cbf-504d4a3bac15" providerId="ADAL" clId="{ECD42228-5B96-4A72-B268-C46DF994E6B7}" dt="2024-02-12T19:44:48.155" v="112948" actId="1076"/>
          <ac:spMkLst>
            <pc:docMk/>
            <pc:sldMk cId="3972812291" sldId="1099"/>
            <ac:spMk id="12" creationId="{A0DDA5C8-50FB-DC2A-DD9C-8C03D4B036D6}"/>
          </ac:spMkLst>
        </pc:spChg>
        <pc:spChg chg="mod">
          <ac:chgData name="Palit, Tapti" userId="dec6fbcd-7598-406a-8cbf-504d4a3bac15" providerId="ADAL" clId="{ECD42228-5B96-4A72-B268-C46DF994E6B7}" dt="2024-02-12T19:44:48.155" v="112948" actId="1076"/>
          <ac:spMkLst>
            <pc:docMk/>
            <pc:sldMk cId="3972812291" sldId="1099"/>
            <ac:spMk id="13" creationId="{658CAE95-D470-44CC-B302-AAED154147AE}"/>
          </ac:spMkLst>
        </pc:spChg>
        <pc:spChg chg="mod">
          <ac:chgData name="Palit, Tapti" userId="dec6fbcd-7598-406a-8cbf-504d4a3bac15" providerId="ADAL" clId="{ECD42228-5B96-4A72-B268-C46DF994E6B7}" dt="2024-02-12T19:44:48.155" v="112948" actId="1076"/>
          <ac:spMkLst>
            <pc:docMk/>
            <pc:sldMk cId="3972812291" sldId="1099"/>
            <ac:spMk id="14" creationId="{ABC8FD5E-61C0-1FA5-25BB-436ACCB2377E}"/>
          </ac:spMkLst>
        </pc:spChg>
        <pc:spChg chg="mod">
          <ac:chgData name="Palit, Tapti" userId="dec6fbcd-7598-406a-8cbf-504d4a3bac15" providerId="ADAL" clId="{ECD42228-5B96-4A72-B268-C46DF994E6B7}" dt="2024-02-12T19:44:48.155" v="112948" actId="1076"/>
          <ac:spMkLst>
            <pc:docMk/>
            <pc:sldMk cId="3972812291" sldId="1099"/>
            <ac:spMk id="15" creationId="{9200CB21-6C93-F35E-02C8-A5C85AADD2BC}"/>
          </ac:spMkLst>
        </pc:spChg>
        <pc:spChg chg="mod">
          <ac:chgData name="Palit, Tapti" userId="dec6fbcd-7598-406a-8cbf-504d4a3bac15" providerId="ADAL" clId="{ECD42228-5B96-4A72-B268-C46DF994E6B7}" dt="2024-01-30T02:29:37.057" v="84088" actId="20577"/>
          <ac:spMkLst>
            <pc:docMk/>
            <pc:sldMk cId="3972812291" sldId="1099"/>
            <ac:spMk id="17" creationId="{44BF2813-A3B5-B3E7-51DF-4243D38A3C57}"/>
          </ac:spMkLst>
        </pc:spChg>
        <pc:spChg chg="add mod">
          <ac:chgData name="Palit, Tapti" userId="dec6fbcd-7598-406a-8cbf-504d4a3bac15" providerId="ADAL" clId="{ECD42228-5B96-4A72-B268-C46DF994E6B7}" dt="2024-02-12T19:44:48.155" v="112948" actId="1076"/>
          <ac:spMkLst>
            <pc:docMk/>
            <pc:sldMk cId="3972812291" sldId="1099"/>
            <ac:spMk id="18" creationId="{108EB59D-7EC9-040B-DC4E-2DA0963EB634}"/>
          </ac:spMkLst>
        </pc:spChg>
        <pc:spChg chg="del mod topLvl">
          <ac:chgData name="Palit, Tapti" userId="dec6fbcd-7598-406a-8cbf-504d4a3bac15" providerId="ADAL" clId="{ECD42228-5B96-4A72-B268-C46DF994E6B7}" dt="2024-02-09T22:12:11.098" v="109071" actId="478"/>
          <ac:spMkLst>
            <pc:docMk/>
            <pc:sldMk cId="3972812291" sldId="1099"/>
            <ac:spMk id="20" creationId="{061591CA-586E-3CE6-2F41-1CD857A815AE}"/>
          </ac:spMkLst>
        </pc:spChg>
        <pc:spChg chg="del mod topLvl">
          <ac:chgData name="Palit, Tapti" userId="dec6fbcd-7598-406a-8cbf-504d4a3bac15" providerId="ADAL" clId="{ECD42228-5B96-4A72-B268-C46DF994E6B7}" dt="2024-02-09T22:12:06.555" v="109070" actId="478"/>
          <ac:spMkLst>
            <pc:docMk/>
            <pc:sldMk cId="3972812291" sldId="1099"/>
            <ac:spMk id="21" creationId="{F7ADF0F5-027C-70C0-5A24-3FC58BF73881}"/>
          </ac:spMkLst>
        </pc:spChg>
        <pc:spChg chg="mod">
          <ac:chgData name="Palit, Tapti" userId="dec6fbcd-7598-406a-8cbf-504d4a3bac15" providerId="ADAL" clId="{ECD42228-5B96-4A72-B268-C46DF994E6B7}" dt="2024-02-12T19:44:48.155" v="112948" actId="1076"/>
          <ac:spMkLst>
            <pc:docMk/>
            <pc:sldMk cId="3972812291" sldId="1099"/>
            <ac:spMk id="25" creationId="{95C2AE74-F355-08AD-A0B9-038AF6C97DF3}"/>
          </ac:spMkLst>
        </pc:spChg>
        <pc:spChg chg="mod">
          <ac:chgData name="Palit, Tapti" userId="dec6fbcd-7598-406a-8cbf-504d4a3bac15" providerId="ADAL" clId="{ECD42228-5B96-4A72-B268-C46DF994E6B7}" dt="2024-02-12T19:44:48.155" v="112948" actId="1076"/>
          <ac:spMkLst>
            <pc:docMk/>
            <pc:sldMk cId="3972812291" sldId="1099"/>
            <ac:spMk id="26" creationId="{D3DB73F6-6062-0AB1-F1E4-ED0434DC3033}"/>
          </ac:spMkLst>
        </pc:spChg>
        <pc:spChg chg="add del mod">
          <ac:chgData name="Palit, Tapti" userId="dec6fbcd-7598-406a-8cbf-504d4a3bac15" providerId="ADAL" clId="{ECD42228-5B96-4A72-B268-C46DF994E6B7}" dt="2024-02-10T00:54:10.634" v="109242" actId="478"/>
          <ac:spMkLst>
            <pc:docMk/>
            <pc:sldMk cId="3972812291" sldId="1099"/>
            <ac:spMk id="28" creationId="{B542BB92-F0AE-91B9-52DB-ACCB2CDC94DA}"/>
          </ac:spMkLst>
        </pc:spChg>
        <pc:grpChg chg="mod">
          <ac:chgData name="Palit, Tapti" userId="dec6fbcd-7598-406a-8cbf-504d4a3bac15" providerId="ADAL" clId="{ECD42228-5B96-4A72-B268-C46DF994E6B7}" dt="2024-02-12T19:44:48.155" v="112948" actId="1076"/>
          <ac:grpSpMkLst>
            <pc:docMk/>
            <pc:sldMk cId="3972812291" sldId="1099"/>
            <ac:grpSpMk id="11" creationId="{090561B4-08BE-D9D9-C676-890896DE911B}"/>
          </ac:grpSpMkLst>
        </pc:grpChg>
        <pc:grpChg chg="mod">
          <ac:chgData name="Palit, Tapti" userId="dec6fbcd-7598-406a-8cbf-504d4a3bac15" providerId="ADAL" clId="{ECD42228-5B96-4A72-B268-C46DF994E6B7}" dt="2024-02-12T19:44:48.155" v="112948" actId="1076"/>
          <ac:grpSpMkLst>
            <pc:docMk/>
            <pc:sldMk cId="3972812291" sldId="1099"/>
            <ac:grpSpMk id="16" creationId="{B9862B4B-6F6D-42F6-65DD-02EFECEDC0AD}"/>
          </ac:grpSpMkLst>
        </pc:grpChg>
        <pc:grpChg chg="add del mod">
          <ac:chgData name="Palit, Tapti" userId="dec6fbcd-7598-406a-8cbf-504d4a3bac15" providerId="ADAL" clId="{ECD42228-5B96-4A72-B268-C46DF994E6B7}" dt="2024-02-09T22:12:06.555" v="109070" actId="478"/>
          <ac:grpSpMkLst>
            <pc:docMk/>
            <pc:sldMk cId="3972812291" sldId="1099"/>
            <ac:grpSpMk id="19" creationId="{3508CB24-A508-A36A-4A82-CC13FC6D0DDB}"/>
          </ac:grpSpMkLst>
        </pc:grpChg>
        <pc:picChg chg="add del mod">
          <ac:chgData name="Palit, Tapti" userId="dec6fbcd-7598-406a-8cbf-504d4a3bac15" providerId="ADAL" clId="{ECD42228-5B96-4A72-B268-C46DF994E6B7}" dt="2024-02-09T22:12:11.098" v="109071" actId="478"/>
          <ac:picMkLst>
            <pc:docMk/>
            <pc:sldMk cId="3972812291" sldId="1099"/>
            <ac:picMk id="22" creationId="{231209A9-DE9B-C102-C996-418F9A3A45A4}"/>
          </ac:picMkLst>
        </pc:picChg>
        <pc:picChg chg="mod">
          <ac:chgData name="Palit, Tapti" userId="dec6fbcd-7598-406a-8cbf-504d4a3bac15" providerId="ADAL" clId="{ECD42228-5B96-4A72-B268-C46DF994E6B7}" dt="2024-02-12T19:44:48.155" v="112948" actId="1076"/>
          <ac:picMkLst>
            <pc:docMk/>
            <pc:sldMk cId="3972812291" sldId="1099"/>
            <ac:picMk id="23" creationId="{B3A41F38-AEC2-593F-9C1F-C97AFAAC1C0C}"/>
          </ac:picMkLst>
        </pc:picChg>
        <pc:picChg chg="mod">
          <ac:chgData name="Palit, Tapti" userId="dec6fbcd-7598-406a-8cbf-504d4a3bac15" providerId="ADAL" clId="{ECD42228-5B96-4A72-B268-C46DF994E6B7}" dt="2024-02-12T19:44:48.155" v="112948" actId="1076"/>
          <ac:picMkLst>
            <pc:docMk/>
            <pc:sldMk cId="3972812291" sldId="1099"/>
            <ac:picMk id="24" creationId="{C2937EB1-F7F3-3304-34D2-8CDA263416B0}"/>
          </ac:picMkLst>
        </pc:picChg>
        <pc:picChg chg="add del mod">
          <ac:chgData name="Palit, Tapti" userId="dec6fbcd-7598-406a-8cbf-504d4a3bac15" providerId="ADAL" clId="{ECD42228-5B96-4A72-B268-C46DF994E6B7}" dt="2024-02-09T22:12:11.098" v="109071" actId="478"/>
          <ac:picMkLst>
            <pc:docMk/>
            <pc:sldMk cId="3972812291" sldId="1099"/>
            <ac:picMk id="27" creationId="{EB8271CA-3768-FC98-1049-B0B87247D1BF}"/>
          </ac:picMkLst>
        </pc:picChg>
        <pc:picChg chg="mod">
          <ac:chgData name="Palit, Tapti" userId="dec6fbcd-7598-406a-8cbf-504d4a3bac15" providerId="ADAL" clId="{ECD42228-5B96-4A72-B268-C46DF994E6B7}" dt="2024-01-29T02:23:41.308" v="74306" actId="1076"/>
          <ac:picMkLst>
            <pc:docMk/>
            <pc:sldMk cId="3972812291" sldId="1099"/>
            <ac:picMk id="4098" creationId="{92C4798C-820F-CB9D-95B7-B09FFE4F0500}"/>
          </ac:picMkLst>
        </pc:picChg>
        <pc:picChg chg="mod">
          <ac:chgData name="Palit, Tapti" userId="dec6fbcd-7598-406a-8cbf-504d4a3bac15" providerId="ADAL" clId="{ECD42228-5B96-4A72-B268-C46DF994E6B7}" dt="2024-02-12T19:44:48.155" v="112948" actId="1076"/>
          <ac:picMkLst>
            <pc:docMk/>
            <pc:sldMk cId="3972812291" sldId="1099"/>
            <ac:picMk id="10242" creationId="{585E0853-440D-3289-5359-0D9638544E82}"/>
          </ac:picMkLst>
        </pc:picChg>
      </pc:sldChg>
      <pc:sldChg chg="modSp new del mod">
        <pc:chgData name="Palit, Tapti" userId="dec6fbcd-7598-406a-8cbf-504d4a3bac15" providerId="ADAL" clId="{ECD42228-5B96-4A72-B268-C46DF994E6B7}" dt="2024-01-29T01:45:10.367" v="72571" actId="47"/>
        <pc:sldMkLst>
          <pc:docMk/>
          <pc:sldMk cId="3274926318" sldId="1100"/>
        </pc:sldMkLst>
        <pc:spChg chg="mod">
          <ac:chgData name="Palit, Tapti" userId="dec6fbcd-7598-406a-8cbf-504d4a3bac15" providerId="ADAL" clId="{ECD42228-5B96-4A72-B268-C46DF994E6B7}" dt="2024-01-29T01:38:18.741" v="72498" actId="20577"/>
          <ac:spMkLst>
            <pc:docMk/>
            <pc:sldMk cId="3274926318" sldId="1100"/>
            <ac:spMk id="2" creationId="{CD2091AE-FFCF-1973-595D-69F5D289578E}"/>
          </ac:spMkLst>
        </pc:spChg>
        <pc:spChg chg="mod">
          <ac:chgData name="Palit, Tapti" userId="dec6fbcd-7598-406a-8cbf-504d4a3bac15" providerId="ADAL" clId="{ECD42228-5B96-4A72-B268-C46DF994E6B7}" dt="2024-01-29T01:32:41.605" v="72396" actId="20577"/>
          <ac:spMkLst>
            <pc:docMk/>
            <pc:sldMk cId="3274926318" sldId="1100"/>
            <ac:spMk id="3" creationId="{9E98E5C3-30D0-4EED-8049-B27E406E6A4B}"/>
          </ac:spMkLst>
        </pc:spChg>
      </pc:sldChg>
      <pc:sldChg chg="add mod modShow">
        <pc:chgData name="Palit, Tapti" userId="dec6fbcd-7598-406a-8cbf-504d4a3bac15" providerId="ADAL" clId="{ECD42228-5B96-4A72-B268-C46DF994E6B7}" dt="2024-01-30T05:22:48.622" v="87520" actId="729"/>
        <pc:sldMkLst>
          <pc:docMk/>
          <pc:sldMk cId="1950840822" sldId="1101"/>
        </pc:sldMkLst>
      </pc:sldChg>
      <pc:sldChg chg="addSp delSp modSp new del mod ord modNotesTx">
        <pc:chgData name="Palit, Tapti" userId="dec6fbcd-7598-406a-8cbf-504d4a3bac15" providerId="ADAL" clId="{ECD42228-5B96-4A72-B268-C46DF994E6B7}" dt="2024-01-30T05:22:41.361" v="87518" actId="2696"/>
        <pc:sldMkLst>
          <pc:docMk/>
          <pc:sldMk cId="2281451030" sldId="1101"/>
        </pc:sldMkLst>
        <pc:spChg chg="mod">
          <ac:chgData name="Palit, Tapti" userId="dec6fbcd-7598-406a-8cbf-504d4a3bac15" providerId="ADAL" clId="{ECD42228-5B96-4A72-B268-C46DF994E6B7}" dt="2024-01-29T16:52:09.487" v="81757" actId="5793"/>
          <ac:spMkLst>
            <pc:docMk/>
            <pc:sldMk cId="2281451030" sldId="1101"/>
            <ac:spMk id="2" creationId="{5C45A5C5-79AC-423D-5245-93B39BD98582}"/>
          </ac:spMkLst>
        </pc:spChg>
        <pc:spChg chg="mod">
          <ac:chgData name="Palit, Tapti" userId="dec6fbcd-7598-406a-8cbf-504d4a3bac15" providerId="ADAL" clId="{ECD42228-5B96-4A72-B268-C46DF994E6B7}" dt="2024-01-29T01:49:37.688" v="72839" actId="20577"/>
          <ac:spMkLst>
            <pc:docMk/>
            <pc:sldMk cId="2281451030" sldId="1101"/>
            <ac:spMk id="3" creationId="{568697A6-085D-7367-7BEF-E343B930C5AB}"/>
          </ac:spMkLst>
        </pc:spChg>
        <pc:spChg chg="add del mod">
          <ac:chgData name="Palit, Tapti" userId="dec6fbcd-7598-406a-8cbf-504d4a3bac15" providerId="ADAL" clId="{ECD42228-5B96-4A72-B268-C46DF994E6B7}" dt="2024-01-29T01:52:42.315" v="73098" actId="478"/>
          <ac:spMkLst>
            <pc:docMk/>
            <pc:sldMk cId="2281451030" sldId="1101"/>
            <ac:spMk id="5" creationId="{50CCA815-40FF-C637-7159-F8EDA3F0CA60}"/>
          </ac:spMkLst>
        </pc:spChg>
        <pc:spChg chg="add mod">
          <ac:chgData name="Palit, Tapti" userId="dec6fbcd-7598-406a-8cbf-504d4a3bac15" providerId="ADAL" clId="{ECD42228-5B96-4A72-B268-C46DF994E6B7}" dt="2024-01-29T02:18:42.834" v="74115" actId="1076"/>
          <ac:spMkLst>
            <pc:docMk/>
            <pc:sldMk cId="2281451030" sldId="1101"/>
            <ac:spMk id="5" creationId="{6BDE0854-2724-0C69-EEC0-2C627ED89B12}"/>
          </ac:spMkLst>
        </pc:spChg>
        <pc:spChg chg="add mod">
          <ac:chgData name="Palit, Tapti" userId="dec6fbcd-7598-406a-8cbf-504d4a3bac15" providerId="ADAL" clId="{ECD42228-5B96-4A72-B268-C46DF994E6B7}" dt="2024-01-29T01:55:41.834" v="73233" actId="1076"/>
          <ac:spMkLst>
            <pc:docMk/>
            <pc:sldMk cId="2281451030" sldId="1101"/>
            <ac:spMk id="6" creationId="{A8EC355A-763F-25CB-1E57-1DF6F4CC3950}"/>
          </ac:spMkLst>
        </pc:spChg>
        <pc:spChg chg="add mod">
          <ac:chgData name="Palit, Tapti" userId="dec6fbcd-7598-406a-8cbf-504d4a3bac15" providerId="ADAL" clId="{ECD42228-5B96-4A72-B268-C46DF994E6B7}" dt="2024-01-29T01:57:08.968" v="73301" actId="14100"/>
          <ac:spMkLst>
            <pc:docMk/>
            <pc:sldMk cId="2281451030" sldId="1101"/>
            <ac:spMk id="7" creationId="{7F060C86-B257-8CF9-C273-05AF7F3F34F5}"/>
          </ac:spMkLst>
        </pc:spChg>
        <pc:spChg chg="add del mod">
          <ac:chgData name="Palit, Tapti" userId="dec6fbcd-7598-406a-8cbf-504d4a3bac15" providerId="ADAL" clId="{ECD42228-5B96-4A72-B268-C46DF994E6B7}" dt="2024-01-29T01:57:27.812" v="73307" actId="478"/>
          <ac:spMkLst>
            <pc:docMk/>
            <pc:sldMk cId="2281451030" sldId="1101"/>
            <ac:spMk id="8" creationId="{4D729BA7-5329-8643-5033-F79969B7330D}"/>
          </ac:spMkLst>
        </pc:spChg>
        <pc:spChg chg="add del mod">
          <ac:chgData name="Palit, Tapti" userId="dec6fbcd-7598-406a-8cbf-504d4a3bac15" providerId="ADAL" clId="{ECD42228-5B96-4A72-B268-C46DF994E6B7}" dt="2024-01-29T02:19:08.901" v="74121" actId="478"/>
          <ac:spMkLst>
            <pc:docMk/>
            <pc:sldMk cId="2281451030" sldId="1101"/>
            <ac:spMk id="8" creationId="{BBC122AC-73CC-FE7D-4D1A-8554AF949777}"/>
          </ac:spMkLst>
        </pc:spChg>
        <pc:spChg chg="add mod">
          <ac:chgData name="Palit, Tapti" userId="dec6fbcd-7598-406a-8cbf-504d4a3bac15" providerId="ADAL" clId="{ECD42228-5B96-4A72-B268-C46DF994E6B7}" dt="2024-01-29T02:02:07.609" v="73483" actId="14100"/>
          <ac:spMkLst>
            <pc:docMk/>
            <pc:sldMk cId="2281451030" sldId="1101"/>
            <ac:spMk id="9" creationId="{2152549E-FA42-C403-804B-6C752FF06EE5}"/>
          </ac:spMkLst>
        </pc:spChg>
        <pc:spChg chg="add del mod">
          <ac:chgData name="Palit, Tapti" userId="dec6fbcd-7598-406a-8cbf-504d4a3bac15" providerId="ADAL" clId="{ECD42228-5B96-4A72-B268-C46DF994E6B7}" dt="2024-01-29T02:17:19.912" v="74087" actId="20577"/>
          <ac:spMkLst>
            <pc:docMk/>
            <pc:sldMk cId="2281451030" sldId="1101"/>
            <ac:spMk id="10" creationId="{0A2DBD97-6384-33C9-9BBB-D3C9B360E01A}"/>
          </ac:spMkLst>
        </pc:spChg>
        <pc:spChg chg="add del mod">
          <ac:chgData name="Palit, Tapti" userId="dec6fbcd-7598-406a-8cbf-504d4a3bac15" providerId="ADAL" clId="{ECD42228-5B96-4A72-B268-C46DF994E6B7}" dt="2024-01-29T02:17:18.230" v="74083" actId="20577"/>
          <ac:spMkLst>
            <pc:docMk/>
            <pc:sldMk cId="2281451030" sldId="1101"/>
            <ac:spMk id="11" creationId="{7E671133-A27E-D1C6-21FD-83D9C9D0D83F}"/>
          </ac:spMkLst>
        </pc:spChg>
        <pc:spChg chg="add del mod">
          <ac:chgData name="Palit, Tapti" userId="dec6fbcd-7598-406a-8cbf-504d4a3bac15" providerId="ADAL" clId="{ECD42228-5B96-4A72-B268-C46DF994E6B7}" dt="2024-01-29T02:17:15.400" v="74077" actId="1076"/>
          <ac:spMkLst>
            <pc:docMk/>
            <pc:sldMk cId="2281451030" sldId="1101"/>
            <ac:spMk id="12" creationId="{8744F0E5-46F6-5CA1-C183-3EEFD194FFCC}"/>
          </ac:spMkLst>
        </pc:spChg>
        <pc:picChg chg="add mod">
          <ac:chgData name="Palit, Tapti" userId="dec6fbcd-7598-406a-8cbf-504d4a3bac15" providerId="ADAL" clId="{ECD42228-5B96-4A72-B268-C46DF994E6B7}" dt="2024-01-29T02:19:01.601" v="74119" actId="1076"/>
          <ac:picMkLst>
            <pc:docMk/>
            <pc:sldMk cId="2281451030" sldId="1101"/>
            <ac:picMk id="1026" creationId="{3D251211-74B4-86C9-D538-CEBFE7CF0091}"/>
          </ac:picMkLst>
        </pc:picChg>
        <pc:picChg chg="add mod">
          <ac:chgData name="Palit, Tapti" userId="dec6fbcd-7598-406a-8cbf-504d4a3bac15" providerId="ADAL" clId="{ECD42228-5B96-4A72-B268-C46DF994E6B7}" dt="2024-01-29T02:18:42.834" v="74115" actId="1076"/>
          <ac:picMkLst>
            <pc:docMk/>
            <pc:sldMk cId="2281451030" sldId="1101"/>
            <ac:picMk id="3074" creationId="{9740ED4E-CC59-491A-5D54-E7CE95197A26}"/>
          </ac:picMkLst>
        </pc:picChg>
        <pc:picChg chg="add mod">
          <ac:chgData name="Palit, Tapti" userId="dec6fbcd-7598-406a-8cbf-504d4a3bac15" providerId="ADAL" clId="{ECD42228-5B96-4A72-B268-C46DF994E6B7}" dt="2024-01-29T02:17:20.602" v="74088" actId="1076"/>
          <ac:picMkLst>
            <pc:docMk/>
            <pc:sldMk cId="2281451030" sldId="1101"/>
            <ac:picMk id="3076" creationId="{7F7183D9-ACB3-95EC-F085-F14AB5C78856}"/>
          </ac:picMkLst>
        </pc:picChg>
      </pc:sldChg>
      <pc:sldChg chg="add del">
        <pc:chgData name="Palit, Tapti" userId="dec6fbcd-7598-406a-8cbf-504d4a3bac15" providerId="ADAL" clId="{ECD42228-5B96-4A72-B268-C46DF994E6B7}" dt="2024-01-29T01:57:20.666" v="73305" actId="2890"/>
        <pc:sldMkLst>
          <pc:docMk/>
          <pc:sldMk cId="1065488831" sldId="1102"/>
        </pc:sldMkLst>
      </pc:sldChg>
      <pc:sldChg chg="delSp add del mod">
        <pc:chgData name="Palit, Tapti" userId="dec6fbcd-7598-406a-8cbf-504d4a3bac15" providerId="ADAL" clId="{ECD42228-5B96-4A72-B268-C46DF994E6B7}" dt="2024-01-29T01:57:16.720" v="73303" actId="47"/>
        <pc:sldMkLst>
          <pc:docMk/>
          <pc:sldMk cId="1308649909" sldId="1102"/>
        </pc:sldMkLst>
        <pc:spChg chg="del">
          <ac:chgData name="Palit, Tapti" userId="dec6fbcd-7598-406a-8cbf-504d4a3bac15" providerId="ADAL" clId="{ECD42228-5B96-4A72-B268-C46DF994E6B7}" dt="2024-01-29T01:57:15.478" v="73302" actId="21"/>
          <ac:spMkLst>
            <pc:docMk/>
            <pc:sldMk cId="1308649909" sldId="1102"/>
            <ac:spMk id="8" creationId="{4D729BA7-5329-8643-5033-F79969B7330D}"/>
          </ac:spMkLst>
        </pc:spChg>
      </pc:sldChg>
      <pc:sldChg chg="addSp modSp add del mod modNotesTx">
        <pc:chgData name="Palit, Tapti" userId="dec6fbcd-7598-406a-8cbf-504d4a3bac15" providerId="ADAL" clId="{ECD42228-5B96-4A72-B268-C46DF994E6B7}" dt="2024-01-30T05:22:41.361" v="87518" actId="2696"/>
        <pc:sldMkLst>
          <pc:docMk/>
          <pc:sldMk cId="3079271003" sldId="1102"/>
        </pc:sldMkLst>
        <pc:spChg chg="mod">
          <ac:chgData name="Palit, Tapti" userId="dec6fbcd-7598-406a-8cbf-504d4a3bac15" providerId="ADAL" clId="{ECD42228-5B96-4A72-B268-C46DF994E6B7}" dt="2024-01-29T16:52:15.401" v="81758" actId="5793"/>
          <ac:spMkLst>
            <pc:docMk/>
            <pc:sldMk cId="3079271003" sldId="1102"/>
            <ac:spMk id="2" creationId="{5C45A5C5-79AC-423D-5245-93B39BD98582}"/>
          </ac:spMkLst>
        </pc:spChg>
        <pc:spChg chg="mod">
          <ac:chgData name="Palit, Tapti" userId="dec6fbcd-7598-406a-8cbf-504d4a3bac15" providerId="ADAL" clId="{ECD42228-5B96-4A72-B268-C46DF994E6B7}" dt="2024-01-29T02:02:19.275" v="73485" actId="14100"/>
          <ac:spMkLst>
            <pc:docMk/>
            <pc:sldMk cId="3079271003" sldId="1102"/>
            <ac:spMk id="7" creationId="{7F060C86-B257-8CF9-C273-05AF7F3F34F5}"/>
          </ac:spMkLst>
        </pc:spChg>
        <pc:spChg chg="mod">
          <ac:chgData name="Palit, Tapti" userId="dec6fbcd-7598-406a-8cbf-504d4a3bac15" providerId="ADAL" clId="{ECD42228-5B96-4A72-B268-C46DF994E6B7}" dt="2024-01-29T02:19:20.277" v="74123" actId="1076"/>
          <ac:spMkLst>
            <pc:docMk/>
            <pc:sldMk cId="3079271003" sldId="1102"/>
            <ac:spMk id="8" creationId="{4D729BA7-5329-8643-5033-F79969B7330D}"/>
          </ac:spMkLst>
        </pc:spChg>
        <pc:spChg chg="add mod">
          <ac:chgData name="Palit, Tapti" userId="dec6fbcd-7598-406a-8cbf-504d4a3bac15" providerId="ADAL" clId="{ECD42228-5B96-4A72-B268-C46DF994E6B7}" dt="2024-01-29T02:19:13.617" v="74122"/>
          <ac:spMkLst>
            <pc:docMk/>
            <pc:sldMk cId="3079271003" sldId="1102"/>
            <ac:spMk id="9" creationId="{0B6C20B8-C464-DB03-F642-483CAF0579D7}"/>
          </ac:spMkLst>
        </pc:spChg>
        <pc:picChg chg="add mod">
          <ac:chgData name="Palit, Tapti" userId="dec6fbcd-7598-406a-8cbf-504d4a3bac15" providerId="ADAL" clId="{ECD42228-5B96-4A72-B268-C46DF994E6B7}" dt="2024-01-29T02:19:13.617" v="74122"/>
          <ac:picMkLst>
            <pc:docMk/>
            <pc:sldMk cId="3079271003" sldId="1102"/>
            <ac:picMk id="5" creationId="{5A1B7395-851B-926A-E6D9-4E1D13A7A441}"/>
          </ac:picMkLst>
        </pc:picChg>
        <pc:picChg chg="add mod">
          <ac:chgData name="Palit, Tapti" userId="dec6fbcd-7598-406a-8cbf-504d4a3bac15" providerId="ADAL" clId="{ECD42228-5B96-4A72-B268-C46DF994E6B7}" dt="2024-01-29T02:19:13.617" v="74122"/>
          <ac:picMkLst>
            <pc:docMk/>
            <pc:sldMk cId="3079271003" sldId="1102"/>
            <ac:picMk id="10" creationId="{EB520AAF-1599-83DA-2028-8996C8CD55D4}"/>
          </ac:picMkLst>
        </pc:picChg>
      </pc:sldChg>
      <pc:sldChg chg="add mod modShow">
        <pc:chgData name="Palit, Tapti" userId="dec6fbcd-7598-406a-8cbf-504d4a3bac15" providerId="ADAL" clId="{ECD42228-5B96-4A72-B268-C46DF994E6B7}" dt="2024-01-30T05:22:48.622" v="87520" actId="729"/>
        <pc:sldMkLst>
          <pc:docMk/>
          <pc:sldMk cId="3648263899" sldId="1102"/>
        </pc:sldMkLst>
      </pc:sldChg>
      <pc:sldChg chg="addSp modSp new add del mod modNotesTx">
        <pc:chgData name="Palit, Tapti" userId="dec6fbcd-7598-406a-8cbf-504d4a3bac15" providerId="ADAL" clId="{ECD42228-5B96-4A72-B268-C46DF994E6B7}" dt="2024-01-30T15:49:43.461" v="91986" actId="47"/>
        <pc:sldMkLst>
          <pc:docMk/>
          <pc:sldMk cId="508198956" sldId="1103"/>
        </pc:sldMkLst>
        <pc:spChg chg="mod">
          <ac:chgData name="Palit, Tapti" userId="dec6fbcd-7598-406a-8cbf-504d4a3bac15" providerId="ADAL" clId="{ECD42228-5B96-4A72-B268-C46DF994E6B7}" dt="2024-01-29T02:25:23.329" v="74488" actId="20577"/>
          <ac:spMkLst>
            <pc:docMk/>
            <pc:sldMk cId="508198956" sldId="1103"/>
            <ac:spMk id="2" creationId="{C3623B5E-743A-7F7A-8B18-5CA4CA7B413E}"/>
          </ac:spMkLst>
        </pc:spChg>
        <pc:spChg chg="mod">
          <ac:chgData name="Palit, Tapti" userId="dec6fbcd-7598-406a-8cbf-504d4a3bac15" providerId="ADAL" clId="{ECD42228-5B96-4A72-B268-C46DF994E6B7}" dt="2024-01-29T02:21:48.947" v="74182" actId="20577"/>
          <ac:spMkLst>
            <pc:docMk/>
            <pc:sldMk cId="508198956" sldId="1103"/>
            <ac:spMk id="3" creationId="{7D9A4C9D-5A7A-2630-8EBC-437731EEA04E}"/>
          </ac:spMkLst>
        </pc:spChg>
        <pc:picChg chg="add mod">
          <ac:chgData name="Palit, Tapti" userId="dec6fbcd-7598-406a-8cbf-504d4a3bac15" providerId="ADAL" clId="{ECD42228-5B96-4A72-B268-C46DF994E6B7}" dt="2024-01-29T02:42:03.065" v="74688" actId="1076"/>
          <ac:picMkLst>
            <pc:docMk/>
            <pc:sldMk cId="508198956" sldId="1103"/>
            <ac:picMk id="1026" creationId="{9FC192A1-2D45-3E03-8BB3-3ADD98AE88CA}"/>
          </ac:picMkLst>
        </pc:picChg>
        <pc:picChg chg="add mod">
          <ac:chgData name="Palit, Tapti" userId="dec6fbcd-7598-406a-8cbf-504d4a3bac15" providerId="ADAL" clId="{ECD42228-5B96-4A72-B268-C46DF994E6B7}" dt="2024-01-29T02:42:37.513" v="74693" actId="1076"/>
          <ac:picMkLst>
            <pc:docMk/>
            <pc:sldMk cId="508198956" sldId="1103"/>
            <ac:picMk id="1028" creationId="{CFA5044E-0EFF-5242-CFB7-CF2F02850B21}"/>
          </ac:picMkLst>
        </pc:picChg>
        <pc:picChg chg="add mod">
          <ac:chgData name="Palit, Tapti" userId="dec6fbcd-7598-406a-8cbf-504d4a3bac15" providerId="ADAL" clId="{ECD42228-5B96-4A72-B268-C46DF994E6B7}" dt="2024-01-30T15:49:17.191" v="91935" actId="14100"/>
          <ac:picMkLst>
            <pc:docMk/>
            <pc:sldMk cId="508198956" sldId="1103"/>
            <ac:picMk id="1030" creationId="{4E0A72A8-8347-6E62-CB69-4BE9140EDE22}"/>
          </ac:picMkLst>
        </pc:picChg>
      </pc:sldChg>
      <pc:sldChg chg="delSp modSp add del mod">
        <pc:chgData name="Palit, Tapti" userId="dec6fbcd-7598-406a-8cbf-504d4a3bac15" providerId="ADAL" clId="{ECD42228-5B96-4A72-B268-C46DF994E6B7}" dt="2024-01-29T02:13:30.727" v="73934" actId="47"/>
        <pc:sldMkLst>
          <pc:docMk/>
          <pc:sldMk cId="894204547" sldId="1103"/>
        </pc:sldMkLst>
        <pc:spChg chg="mod">
          <ac:chgData name="Palit, Tapti" userId="dec6fbcd-7598-406a-8cbf-504d4a3bac15" providerId="ADAL" clId="{ECD42228-5B96-4A72-B268-C46DF994E6B7}" dt="2024-01-29T02:11:17.241" v="73932" actId="20577"/>
          <ac:spMkLst>
            <pc:docMk/>
            <pc:sldMk cId="894204547" sldId="1103"/>
            <ac:spMk id="7" creationId="{024CB2F1-CD0D-12B9-3EE9-43E37C2484DB}"/>
          </ac:spMkLst>
        </pc:spChg>
        <pc:spChg chg="del">
          <ac:chgData name="Palit, Tapti" userId="dec6fbcd-7598-406a-8cbf-504d4a3bac15" providerId="ADAL" clId="{ECD42228-5B96-4A72-B268-C46DF994E6B7}" dt="2024-01-29T02:09:50.848" v="73840" actId="478"/>
          <ac:spMkLst>
            <pc:docMk/>
            <pc:sldMk cId="894204547" sldId="1103"/>
            <ac:spMk id="12" creationId="{26AEDEB3-CA09-D2BC-7802-58530E22394C}"/>
          </ac:spMkLst>
        </pc:spChg>
        <pc:picChg chg="del">
          <ac:chgData name="Palit, Tapti" userId="dec6fbcd-7598-406a-8cbf-504d4a3bac15" providerId="ADAL" clId="{ECD42228-5B96-4A72-B268-C46DF994E6B7}" dt="2024-01-29T02:09:50.848" v="73840" actId="478"/>
          <ac:picMkLst>
            <pc:docMk/>
            <pc:sldMk cId="894204547" sldId="1103"/>
            <ac:picMk id="2050" creationId="{113A15BC-A19F-FE53-4589-F8B1CEAF9361}"/>
          </ac:picMkLst>
        </pc:picChg>
        <pc:picChg chg="del">
          <ac:chgData name="Palit, Tapti" userId="dec6fbcd-7598-406a-8cbf-504d4a3bac15" providerId="ADAL" clId="{ECD42228-5B96-4A72-B268-C46DF994E6B7}" dt="2024-01-29T02:09:50.848" v="73840" actId="478"/>
          <ac:picMkLst>
            <pc:docMk/>
            <pc:sldMk cId="894204547" sldId="1103"/>
            <ac:picMk id="2052" creationId="{5C1655BB-8523-55E6-599D-69D4A4BD5305}"/>
          </ac:picMkLst>
        </pc:picChg>
        <pc:cxnChg chg="del">
          <ac:chgData name="Palit, Tapti" userId="dec6fbcd-7598-406a-8cbf-504d4a3bac15" providerId="ADAL" clId="{ECD42228-5B96-4A72-B268-C46DF994E6B7}" dt="2024-01-29T02:09:50.848" v="73840" actId="478"/>
          <ac:cxnSpMkLst>
            <pc:docMk/>
            <pc:sldMk cId="894204547" sldId="1103"/>
            <ac:cxnSpMk id="8" creationId="{7F949424-BD4D-3C35-9061-DA6C4EBF2080}"/>
          </ac:cxnSpMkLst>
        </pc:cxnChg>
      </pc:sldChg>
      <pc:sldChg chg="modSp add del mod">
        <pc:chgData name="Palit, Tapti" userId="dec6fbcd-7598-406a-8cbf-504d4a3bac15" providerId="ADAL" clId="{ECD42228-5B96-4A72-B268-C46DF994E6B7}" dt="2024-02-08T21:21:26.678" v="100772" actId="2696"/>
        <pc:sldMkLst>
          <pc:docMk/>
          <pc:sldMk cId="1877975122" sldId="1104"/>
        </pc:sldMkLst>
        <pc:spChg chg="mod">
          <ac:chgData name="Palit, Tapti" userId="dec6fbcd-7598-406a-8cbf-504d4a3bac15" providerId="ADAL" clId="{ECD42228-5B96-4A72-B268-C46DF994E6B7}" dt="2024-01-29T15:56:34.621" v="79699" actId="20577"/>
          <ac:spMkLst>
            <pc:docMk/>
            <pc:sldMk cId="1877975122" sldId="1104"/>
            <ac:spMk id="2" creationId="{D9A69A7A-F324-44E2-A7BA-87B689E34CB2}"/>
          </ac:spMkLst>
        </pc:spChg>
        <pc:spChg chg="mod">
          <ac:chgData name="Palit, Tapti" userId="dec6fbcd-7598-406a-8cbf-504d4a3bac15" providerId="ADAL" clId="{ECD42228-5B96-4A72-B268-C46DF994E6B7}" dt="2024-02-08T20:47:13.542" v="100706" actId="207"/>
          <ac:spMkLst>
            <pc:docMk/>
            <pc:sldMk cId="1877975122" sldId="1104"/>
            <ac:spMk id="3" creationId="{FC926CEC-D501-EDDF-7004-51ADA4B8EB1D}"/>
          </ac:spMkLst>
        </pc:spChg>
        <pc:spChg chg="mod">
          <ac:chgData name="Palit, Tapti" userId="dec6fbcd-7598-406a-8cbf-504d4a3bac15" providerId="ADAL" clId="{ECD42228-5B96-4A72-B268-C46DF994E6B7}" dt="2024-02-08T20:47:08.215" v="100704" actId="207"/>
          <ac:spMkLst>
            <pc:docMk/>
            <pc:sldMk cId="1877975122" sldId="1104"/>
            <ac:spMk id="6" creationId="{62E4901C-C217-DD54-593C-0E523C998F49}"/>
          </ac:spMkLst>
        </pc:spChg>
        <pc:spChg chg="mod">
          <ac:chgData name="Palit, Tapti" userId="dec6fbcd-7598-406a-8cbf-504d4a3bac15" providerId="ADAL" clId="{ECD42228-5B96-4A72-B268-C46DF994E6B7}" dt="2024-01-29T16:25:10.493" v="80056" actId="20577"/>
          <ac:spMkLst>
            <pc:docMk/>
            <pc:sldMk cId="1877975122" sldId="1104"/>
            <ac:spMk id="7" creationId="{F6DAE43A-F91E-1C9B-002B-6DADFDE55F0A}"/>
          </ac:spMkLst>
        </pc:spChg>
      </pc:sldChg>
      <pc:sldChg chg="modSp add mod modAnim modNotesTx">
        <pc:chgData name="Palit, Tapti" userId="dec6fbcd-7598-406a-8cbf-504d4a3bac15" providerId="ADAL" clId="{ECD42228-5B96-4A72-B268-C46DF994E6B7}" dt="2024-02-11T18:20:35.068" v="111954"/>
        <pc:sldMkLst>
          <pc:docMk/>
          <pc:sldMk cId="2440860372" sldId="1104"/>
        </pc:sldMkLst>
        <pc:spChg chg="mod">
          <ac:chgData name="Palit, Tapti" userId="dec6fbcd-7598-406a-8cbf-504d4a3bac15" providerId="ADAL" clId="{ECD42228-5B96-4A72-B268-C46DF994E6B7}" dt="2024-02-09T03:37:37.107" v="103466"/>
          <ac:spMkLst>
            <pc:docMk/>
            <pc:sldMk cId="2440860372" sldId="1104"/>
            <ac:spMk id="2" creationId="{0F59C858-23E8-C779-45FA-F76BA2A0B4BE}"/>
          </ac:spMkLst>
        </pc:spChg>
        <pc:spChg chg="mod">
          <ac:chgData name="Palit, Tapti" userId="dec6fbcd-7598-406a-8cbf-504d4a3bac15" providerId="ADAL" clId="{ECD42228-5B96-4A72-B268-C46DF994E6B7}" dt="2024-02-10T00:57:37.941" v="109474" actId="1038"/>
          <ac:spMkLst>
            <pc:docMk/>
            <pc:sldMk cId="2440860372" sldId="1104"/>
            <ac:spMk id="3" creationId="{1DB9AA14-570C-999F-C210-2CEDA24391B9}"/>
          </ac:spMkLst>
        </pc:spChg>
        <pc:spChg chg="mod">
          <ac:chgData name="Palit, Tapti" userId="dec6fbcd-7598-406a-8cbf-504d4a3bac15" providerId="ADAL" clId="{ECD42228-5B96-4A72-B268-C46DF994E6B7}" dt="2024-02-10T00:57:37.941" v="109474" actId="1038"/>
          <ac:spMkLst>
            <pc:docMk/>
            <pc:sldMk cId="2440860372" sldId="1104"/>
            <ac:spMk id="5" creationId="{96F1A6D1-5DD4-6C53-464D-50BB595E0733}"/>
          </ac:spMkLst>
        </pc:spChg>
        <pc:spChg chg="mod">
          <ac:chgData name="Palit, Tapti" userId="dec6fbcd-7598-406a-8cbf-504d4a3bac15" providerId="ADAL" clId="{ECD42228-5B96-4A72-B268-C46DF994E6B7}" dt="2024-02-10T00:57:37.941" v="109474" actId="1038"/>
          <ac:spMkLst>
            <pc:docMk/>
            <pc:sldMk cId="2440860372" sldId="1104"/>
            <ac:spMk id="6" creationId="{C1C7A89F-5489-1A1A-9850-B619524F4443}"/>
          </ac:spMkLst>
        </pc:spChg>
        <pc:spChg chg="mod">
          <ac:chgData name="Palit, Tapti" userId="dec6fbcd-7598-406a-8cbf-504d4a3bac15" providerId="ADAL" clId="{ECD42228-5B96-4A72-B268-C46DF994E6B7}" dt="2024-02-10T00:57:49.129" v="109478" actId="1076"/>
          <ac:spMkLst>
            <pc:docMk/>
            <pc:sldMk cId="2440860372" sldId="1104"/>
            <ac:spMk id="9" creationId="{48C8B249-4952-D138-6CDC-26667A78A81B}"/>
          </ac:spMkLst>
        </pc:spChg>
      </pc:sldChg>
      <pc:sldChg chg="addSp modSp add mod ord">
        <pc:chgData name="Palit, Tapti" userId="dec6fbcd-7598-406a-8cbf-504d4a3bac15" providerId="ADAL" clId="{ECD42228-5B96-4A72-B268-C46DF994E6B7}" dt="2024-02-09T04:15:19.246" v="104376" actId="207"/>
        <pc:sldMkLst>
          <pc:docMk/>
          <pc:sldMk cId="1121300100" sldId="1105"/>
        </pc:sldMkLst>
        <pc:spChg chg="add mod">
          <ac:chgData name="Palit, Tapti" userId="dec6fbcd-7598-406a-8cbf-504d4a3bac15" providerId="ADAL" clId="{ECD42228-5B96-4A72-B268-C46DF994E6B7}" dt="2024-01-29T02:35:05.906" v="74594"/>
          <ac:spMkLst>
            <pc:docMk/>
            <pc:sldMk cId="1121300100" sldId="1105"/>
            <ac:spMk id="3" creationId="{CF3B4516-3BB3-EAA2-719D-201C5FF11CA0}"/>
          </ac:spMkLst>
        </pc:spChg>
        <pc:spChg chg="mod">
          <ac:chgData name="Palit, Tapti" userId="dec6fbcd-7598-406a-8cbf-504d4a3bac15" providerId="ADAL" clId="{ECD42228-5B96-4A72-B268-C46DF994E6B7}" dt="2024-02-09T04:15:19.246" v="104376" actId="207"/>
          <ac:spMkLst>
            <pc:docMk/>
            <pc:sldMk cId="1121300100" sldId="1105"/>
            <ac:spMk id="6" creationId="{62E4901C-C217-DD54-593C-0E523C998F49}"/>
          </ac:spMkLst>
        </pc:spChg>
      </pc:sldChg>
      <pc:sldChg chg="modSp new del mod modNotesTx">
        <pc:chgData name="Palit, Tapti" userId="dec6fbcd-7598-406a-8cbf-504d4a3bac15" providerId="ADAL" clId="{ECD42228-5B96-4A72-B268-C46DF994E6B7}" dt="2024-01-30T15:45:15.583" v="91841" actId="47"/>
        <pc:sldMkLst>
          <pc:docMk/>
          <pc:sldMk cId="1030953199" sldId="1106"/>
        </pc:sldMkLst>
        <pc:spChg chg="mod">
          <ac:chgData name="Palit, Tapti" userId="dec6fbcd-7598-406a-8cbf-504d4a3bac15" providerId="ADAL" clId="{ECD42228-5B96-4A72-B268-C46DF994E6B7}" dt="2024-01-29T18:17:05.836" v="82856" actId="20577"/>
          <ac:spMkLst>
            <pc:docMk/>
            <pc:sldMk cId="1030953199" sldId="1106"/>
            <ac:spMk id="2" creationId="{01D96876-D1F0-AE44-94FF-24562072BD49}"/>
          </ac:spMkLst>
        </pc:spChg>
      </pc:sldChg>
      <pc:sldChg chg="new del">
        <pc:chgData name="Palit, Tapti" userId="dec6fbcd-7598-406a-8cbf-504d4a3bac15" providerId="ADAL" clId="{ECD42228-5B96-4A72-B268-C46DF994E6B7}" dt="2024-01-29T04:30:59.355" v="75445" actId="47"/>
        <pc:sldMkLst>
          <pc:docMk/>
          <pc:sldMk cId="2055420253" sldId="1107"/>
        </pc:sldMkLst>
      </pc:sldChg>
      <pc:sldChg chg="add mod modShow">
        <pc:chgData name="Palit, Tapti" userId="dec6fbcd-7598-406a-8cbf-504d4a3bac15" providerId="ADAL" clId="{ECD42228-5B96-4A72-B268-C46DF994E6B7}" dt="2024-01-30T16:45:49.955" v="92722" actId="729"/>
        <pc:sldMkLst>
          <pc:docMk/>
          <pc:sldMk cId="2395799680" sldId="1107"/>
        </pc:sldMkLst>
      </pc:sldChg>
      <pc:sldChg chg="addSp delSp modSp add del mod chgLayout modNotesTx">
        <pc:chgData name="Palit, Tapti" userId="dec6fbcd-7598-406a-8cbf-504d4a3bac15" providerId="ADAL" clId="{ECD42228-5B96-4A72-B268-C46DF994E6B7}" dt="2024-01-30T16:45:43.815" v="92720" actId="2696"/>
        <pc:sldMkLst>
          <pc:docMk/>
          <pc:sldMk cId="3896422413" sldId="1107"/>
        </pc:sldMkLst>
        <pc:spChg chg="mod ord">
          <ac:chgData name="Palit, Tapti" userId="dec6fbcd-7598-406a-8cbf-504d4a3bac15" providerId="ADAL" clId="{ECD42228-5B96-4A72-B268-C46DF994E6B7}" dt="2024-01-30T02:58:56.644" v="84985"/>
          <ac:spMkLst>
            <pc:docMk/>
            <pc:sldMk cId="3896422413" sldId="1107"/>
            <ac:spMk id="2" creationId="{D7EC638E-4A77-46B8-B32A-298B47F2DEB0}"/>
          </ac:spMkLst>
        </pc:spChg>
        <pc:spChg chg="mod ord">
          <ac:chgData name="Palit, Tapti" userId="dec6fbcd-7598-406a-8cbf-504d4a3bac15" providerId="ADAL" clId="{ECD42228-5B96-4A72-B268-C46DF994E6B7}" dt="2024-01-30T16:44:25.689" v="92676" actId="20577"/>
          <ac:spMkLst>
            <pc:docMk/>
            <pc:sldMk cId="3896422413" sldId="1107"/>
            <ac:spMk id="3" creationId="{DBF81D88-EE7F-4956-ADB0-DA856615FD00}"/>
          </ac:spMkLst>
        </pc:spChg>
        <pc:spChg chg="mod ord">
          <ac:chgData name="Palit, Tapti" userId="dec6fbcd-7598-406a-8cbf-504d4a3bac15" providerId="ADAL" clId="{ECD42228-5B96-4A72-B268-C46DF994E6B7}" dt="2024-01-29T14:39:20.631" v="78677" actId="6264"/>
          <ac:spMkLst>
            <pc:docMk/>
            <pc:sldMk cId="3896422413" sldId="1107"/>
            <ac:spMk id="4" creationId="{51C8A26E-666D-4C70-84CF-ED9A6EADF9F2}"/>
          </ac:spMkLst>
        </pc:spChg>
        <pc:spChg chg="add mod">
          <ac:chgData name="Palit, Tapti" userId="dec6fbcd-7598-406a-8cbf-504d4a3bac15" providerId="ADAL" clId="{ECD42228-5B96-4A72-B268-C46DF994E6B7}" dt="2024-01-29T04:39:51.146" v="75680" actId="20577"/>
          <ac:spMkLst>
            <pc:docMk/>
            <pc:sldMk cId="3896422413" sldId="1107"/>
            <ac:spMk id="5" creationId="{55C13C38-0E4B-8AAA-F8BF-AE71747706F2}"/>
          </ac:spMkLst>
        </pc:spChg>
        <pc:spChg chg="add del mod">
          <ac:chgData name="Palit, Tapti" userId="dec6fbcd-7598-406a-8cbf-504d4a3bac15" providerId="ADAL" clId="{ECD42228-5B96-4A72-B268-C46DF994E6B7}" dt="2024-01-29T14:39:20.631" v="78677" actId="6264"/>
          <ac:spMkLst>
            <pc:docMk/>
            <pc:sldMk cId="3896422413" sldId="1107"/>
            <ac:spMk id="6" creationId="{5B1F1253-D6C5-C187-619D-DD3375A24A96}"/>
          </ac:spMkLst>
        </pc:spChg>
        <pc:spChg chg="add del mod">
          <ac:chgData name="Palit, Tapti" userId="dec6fbcd-7598-406a-8cbf-504d4a3bac15" providerId="ADAL" clId="{ECD42228-5B96-4A72-B268-C46DF994E6B7}" dt="2024-01-29T14:39:20.631" v="78677" actId="6264"/>
          <ac:spMkLst>
            <pc:docMk/>
            <pc:sldMk cId="3896422413" sldId="1107"/>
            <ac:spMk id="7" creationId="{64FCB875-6044-822F-1A4B-080DD23B174A}"/>
          </ac:spMkLst>
        </pc:spChg>
        <pc:spChg chg="add del mod">
          <ac:chgData name="Palit, Tapti" userId="dec6fbcd-7598-406a-8cbf-504d4a3bac15" providerId="ADAL" clId="{ECD42228-5B96-4A72-B268-C46DF994E6B7}" dt="2024-01-29T14:39:20.631" v="78677" actId="6264"/>
          <ac:spMkLst>
            <pc:docMk/>
            <pc:sldMk cId="3896422413" sldId="1107"/>
            <ac:spMk id="8" creationId="{25008C69-1D72-956E-B4FA-12A43C13BDDA}"/>
          </ac:spMkLst>
        </pc:spChg>
        <pc:spChg chg="mod">
          <ac:chgData name="Palit, Tapti" userId="dec6fbcd-7598-406a-8cbf-504d4a3bac15" providerId="ADAL" clId="{ECD42228-5B96-4A72-B268-C46DF994E6B7}" dt="2024-01-29T14:29:53.706" v="78283" actId="1076"/>
          <ac:spMkLst>
            <pc:docMk/>
            <pc:sldMk cId="3896422413" sldId="1107"/>
            <ac:spMk id="31" creationId="{A1AE6AAE-C7D3-E8E2-BBBE-C8BA0B0FDD7B}"/>
          </ac:spMkLst>
        </pc:spChg>
        <pc:graphicFrameChg chg="mod modGraphic">
          <ac:chgData name="Palit, Tapti" userId="dec6fbcd-7598-406a-8cbf-504d4a3bac15" providerId="ADAL" clId="{ECD42228-5B96-4A72-B268-C46DF994E6B7}" dt="2024-01-29T04:39:22.634" v="75669" actId="20577"/>
          <ac:graphicFrameMkLst>
            <pc:docMk/>
            <pc:sldMk cId="3896422413" sldId="1107"/>
            <ac:graphicFrameMk id="32" creationId="{662E3E91-EC1F-FAC9-6710-BA112B8C33B9}"/>
          </ac:graphicFrameMkLst>
        </pc:graphicFrameChg>
      </pc:sldChg>
      <pc:sldChg chg="addSp delSp modSp add del mod modClrScheme chgLayout modNotesTx">
        <pc:chgData name="Palit, Tapti" userId="dec6fbcd-7598-406a-8cbf-504d4a3bac15" providerId="ADAL" clId="{ECD42228-5B96-4A72-B268-C46DF994E6B7}" dt="2024-01-30T16:45:43.815" v="92720" actId="2696"/>
        <pc:sldMkLst>
          <pc:docMk/>
          <pc:sldMk cId="2700354869" sldId="1108"/>
        </pc:sldMkLst>
        <pc:spChg chg="mod ord">
          <ac:chgData name="Palit, Tapti" userId="dec6fbcd-7598-406a-8cbf-504d4a3bac15" providerId="ADAL" clId="{ECD42228-5B96-4A72-B268-C46DF994E6B7}" dt="2024-01-30T02:59:00.553" v="84986"/>
          <ac:spMkLst>
            <pc:docMk/>
            <pc:sldMk cId="2700354869" sldId="1108"/>
            <ac:spMk id="2" creationId="{D7EC638E-4A77-46B8-B32A-298B47F2DEB0}"/>
          </ac:spMkLst>
        </pc:spChg>
        <pc:spChg chg="mod ord">
          <ac:chgData name="Palit, Tapti" userId="dec6fbcd-7598-406a-8cbf-504d4a3bac15" providerId="ADAL" clId="{ECD42228-5B96-4A72-B268-C46DF994E6B7}" dt="2024-01-29T04:41:46.871" v="75734" actId="700"/>
          <ac:spMkLst>
            <pc:docMk/>
            <pc:sldMk cId="2700354869" sldId="1108"/>
            <ac:spMk id="3" creationId="{DBF81D88-EE7F-4956-ADB0-DA856615FD00}"/>
          </ac:spMkLst>
        </pc:spChg>
        <pc:spChg chg="mod ord">
          <ac:chgData name="Palit, Tapti" userId="dec6fbcd-7598-406a-8cbf-504d4a3bac15" providerId="ADAL" clId="{ECD42228-5B96-4A72-B268-C46DF994E6B7}" dt="2024-01-29T04:41:46.871" v="75734" actId="700"/>
          <ac:spMkLst>
            <pc:docMk/>
            <pc:sldMk cId="2700354869" sldId="1108"/>
            <ac:spMk id="4" creationId="{51C8A26E-666D-4C70-84CF-ED9A6EADF9F2}"/>
          </ac:spMkLst>
        </pc:spChg>
        <pc:spChg chg="add mod">
          <ac:chgData name="Palit, Tapti" userId="dec6fbcd-7598-406a-8cbf-504d4a3bac15" providerId="ADAL" clId="{ECD42228-5B96-4A72-B268-C46DF994E6B7}" dt="2024-01-29T04:41:42.678" v="75733"/>
          <ac:spMkLst>
            <pc:docMk/>
            <pc:sldMk cId="2700354869" sldId="1108"/>
            <ac:spMk id="6" creationId="{231D3D34-8ACB-437F-20F4-3A52892F6689}"/>
          </ac:spMkLst>
        </pc:spChg>
        <pc:spChg chg="add del mod ord">
          <ac:chgData name="Palit, Tapti" userId="dec6fbcd-7598-406a-8cbf-504d4a3bac15" providerId="ADAL" clId="{ECD42228-5B96-4A72-B268-C46DF994E6B7}" dt="2024-01-29T04:41:48.205" v="75735"/>
          <ac:spMkLst>
            <pc:docMk/>
            <pc:sldMk cId="2700354869" sldId="1108"/>
            <ac:spMk id="7" creationId="{6DC6491E-523C-40F1-4D73-12B3D4AE7A64}"/>
          </ac:spMkLst>
        </pc:spChg>
        <pc:spChg chg="add mod">
          <ac:chgData name="Palit, Tapti" userId="dec6fbcd-7598-406a-8cbf-504d4a3bac15" providerId="ADAL" clId="{ECD42228-5B96-4A72-B268-C46DF994E6B7}" dt="2024-01-30T16:44:03.300" v="92647" actId="20577"/>
          <ac:spMkLst>
            <pc:docMk/>
            <pc:sldMk cId="2700354869" sldId="1108"/>
            <ac:spMk id="8" creationId="{3AC9A6FC-D768-1686-91D7-02700A9A9807}"/>
          </ac:spMkLst>
        </pc:spChg>
        <pc:spChg chg="mod">
          <ac:chgData name="Palit, Tapti" userId="dec6fbcd-7598-406a-8cbf-504d4a3bac15" providerId="ADAL" clId="{ECD42228-5B96-4A72-B268-C46DF994E6B7}" dt="2024-01-29T14:30:02.744" v="78284" actId="1076"/>
          <ac:spMkLst>
            <pc:docMk/>
            <pc:sldMk cId="2700354869" sldId="1108"/>
            <ac:spMk id="31" creationId="{A1AE6AAE-C7D3-E8E2-BBBE-C8BA0B0FDD7B}"/>
          </ac:spMkLst>
        </pc:spChg>
      </pc:sldChg>
      <pc:sldChg chg="add mod modShow">
        <pc:chgData name="Palit, Tapti" userId="dec6fbcd-7598-406a-8cbf-504d4a3bac15" providerId="ADAL" clId="{ECD42228-5B96-4A72-B268-C46DF994E6B7}" dt="2024-01-30T16:45:49.955" v="92722" actId="729"/>
        <pc:sldMkLst>
          <pc:docMk/>
          <pc:sldMk cId="4257693880" sldId="1108"/>
        </pc:sldMkLst>
      </pc:sldChg>
      <pc:sldChg chg="addSp delSp modSp add mod modNotesTx">
        <pc:chgData name="Palit, Tapti" userId="dec6fbcd-7598-406a-8cbf-504d4a3bac15" providerId="ADAL" clId="{ECD42228-5B96-4A72-B268-C46DF994E6B7}" dt="2024-01-30T21:27:45.939" v="94862" actId="20577"/>
        <pc:sldMkLst>
          <pc:docMk/>
          <pc:sldMk cId="1503076962" sldId="1109"/>
        </pc:sldMkLst>
        <pc:spChg chg="add mod">
          <ac:chgData name="Palit, Tapti" userId="dec6fbcd-7598-406a-8cbf-504d4a3bac15" providerId="ADAL" clId="{ECD42228-5B96-4A72-B268-C46DF994E6B7}" dt="2024-01-30T17:11:21.669" v="93805"/>
          <ac:spMkLst>
            <pc:docMk/>
            <pc:sldMk cId="1503076962" sldId="1109"/>
            <ac:spMk id="5" creationId="{03FD8FD3-B039-CAA8-0C88-15384FD5DAC3}"/>
          </ac:spMkLst>
        </pc:spChg>
        <pc:spChg chg="add del mod">
          <ac:chgData name="Palit, Tapti" userId="dec6fbcd-7598-406a-8cbf-504d4a3bac15" providerId="ADAL" clId="{ECD42228-5B96-4A72-B268-C46DF994E6B7}" dt="2024-01-29T04:44:38.503" v="75765" actId="478"/>
          <ac:spMkLst>
            <pc:docMk/>
            <pc:sldMk cId="1503076962" sldId="1109"/>
            <ac:spMk id="5" creationId="{12B14EAB-FDE0-043C-AC64-3218AB76E90B}"/>
          </ac:spMkLst>
        </pc:spChg>
        <pc:spChg chg="add mod">
          <ac:chgData name="Palit, Tapti" userId="dec6fbcd-7598-406a-8cbf-504d4a3bac15" providerId="ADAL" clId="{ECD42228-5B96-4A72-B268-C46DF994E6B7}" dt="2024-01-29T04:44:42.983" v="75784" actId="1035"/>
          <ac:spMkLst>
            <pc:docMk/>
            <pc:sldMk cId="1503076962" sldId="1109"/>
            <ac:spMk id="6" creationId="{9B104DB7-F0BC-1E26-4BEC-6619E7C67833}"/>
          </ac:spMkLst>
        </pc:spChg>
        <pc:spChg chg="add mod">
          <ac:chgData name="Palit, Tapti" userId="dec6fbcd-7598-406a-8cbf-504d4a3bac15" providerId="ADAL" clId="{ECD42228-5B96-4A72-B268-C46DF994E6B7}" dt="2024-01-30T17:11:21.669" v="93805"/>
          <ac:spMkLst>
            <pc:docMk/>
            <pc:sldMk cId="1503076962" sldId="1109"/>
            <ac:spMk id="7" creationId="{64E5A9DE-31B9-3B96-00E0-38BB92DE1F2F}"/>
          </ac:spMkLst>
        </pc:spChg>
        <pc:spChg chg="add mod">
          <ac:chgData name="Palit, Tapti" userId="dec6fbcd-7598-406a-8cbf-504d4a3bac15" providerId="ADAL" clId="{ECD42228-5B96-4A72-B268-C46DF994E6B7}" dt="2024-01-30T17:11:21.669" v="93805"/>
          <ac:spMkLst>
            <pc:docMk/>
            <pc:sldMk cId="1503076962" sldId="1109"/>
            <ac:spMk id="8" creationId="{E2F5B558-7420-2F68-4112-89D85D81FCD7}"/>
          </ac:spMkLst>
        </pc:spChg>
        <pc:spChg chg="add mod">
          <ac:chgData name="Palit, Tapti" userId="dec6fbcd-7598-406a-8cbf-504d4a3bac15" providerId="ADAL" clId="{ECD42228-5B96-4A72-B268-C46DF994E6B7}" dt="2024-01-30T17:11:21.669" v="93805"/>
          <ac:spMkLst>
            <pc:docMk/>
            <pc:sldMk cId="1503076962" sldId="1109"/>
            <ac:spMk id="9" creationId="{651DEBAE-837B-864B-A53E-198DAE0F8CEB}"/>
          </ac:spMkLst>
        </pc:spChg>
        <pc:spChg chg="add mod">
          <ac:chgData name="Palit, Tapti" userId="dec6fbcd-7598-406a-8cbf-504d4a3bac15" providerId="ADAL" clId="{ECD42228-5B96-4A72-B268-C46DF994E6B7}" dt="2024-01-30T17:12:13.544" v="93836"/>
          <ac:spMkLst>
            <pc:docMk/>
            <pc:sldMk cId="1503076962" sldId="1109"/>
            <ac:spMk id="10" creationId="{4BA36880-5E3C-197D-0FB0-F4887923BDA6}"/>
          </ac:spMkLst>
        </pc:spChg>
        <pc:spChg chg="mod">
          <ac:chgData name="Palit, Tapti" userId="dec6fbcd-7598-406a-8cbf-504d4a3bac15" providerId="ADAL" clId="{ECD42228-5B96-4A72-B268-C46DF994E6B7}" dt="2024-01-30T21:27:45.939" v="94862" actId="20577"/>
          <ac:spMkLst>
            <pc:docMk/>
            <pc:sldMk cId="1503076962" sldId="1109"/>
            <ac:spMk id="31" creationId="{A1AE6AAE-C7D3-E8E2-BBBE-C8BA0B0FDD7B}"/>
          </ac:spMkLst>
        </pc:spChg>
        <pc:graphicFrameChg chg="del">
          <ac:chgData name="Palit, Tapti" userId="dec6fbcd-7598-406a-8cbf-504d4a3bac15" providerId="ADAL" clId="{ECD42228-5B96-4A72-B268-C46DF994E6B7}" dt="2024-01-30T17:11:21.322" v="93804" actId="478"/>
          <ac:graphicFrameMkLst>
            <pc:docMk/>
            <pc:sldMk cId="1503076962" sldId="1109"/>
            <ac:graphicFrameMk id="32" creationId="{662E3E91-EC1F-FAC9-6710-BA112B8C33B9}"/>
          </ac:graphicFrameMkLst>
        </pc:graphicFrameChg>
      </pc:sldChg>
      <pc:sldChg chg="new del">
        <pc:chgData name="Palit, Tapti" userId="dec6fbcd-7598-406a-8cbf-504d4a3bac15" providerId="ADAL" clId="{ECD42228-5B96-4A72-B268-C46DF994E6B7}" dt="2024-01-29T04:42:07.664" v="75737" actId="47"/>
        <pc:sldMkLst>
          <pc:docMk/>
          <pc:sldMk cId="2865085264" sldId="1109"/>
        </pc:sldMkLst>
      </pc:sldChg>
      <pc:sldChg chg="addSp delSp modSp add mod modNotesTx">
        <pc:chgData name="Palit, Tapti" userId="dec6fbcd-7598-406a-8cbf-504d4a3bac15" providerId="ADAL" clId="{ECD42228-5B96-4A72-B268-C46DF994E6B7}" dt="2024-01-30T21:27:51.835" v="94864" actId="20577"/>
        <pc:sldMkLst>
          <pc:docMk/>
          <pc:sldMk cId="277670777" sldId="1110"/>
        </pc:sldMkLst>
        <pc:spChg chg="mod">
          <ac:chgData name="Palit, Tapti" userId="dec6fbcd-7598-406a-8cbf-504d4a3bac15" providerId="ADAL" clId="{ECD42228-5B96-4A72-B268-C46DF994E6B7}" dt="2024-01-29T04:44:32.556" v="75763" actId="1076"/>
          <ac:spMkLst>
            <pc:docMk/>
            <pc:sldMk cId="277670777" sldId="1110"/>
            <ac:spMk id="5" creationId="{12B14EAB-FDE0-043C-AC64-3218AB76E90B}"/>
          </ac:spMkLst>
        </pc:spChg>
        <pc:spChg chg="add mod">
          <ac:chgData name="Palit, Tapti" userId="dec6fbcd-7598-406a-8cbf-504d4a3bac15" providerId="ADAL" clId="{ECD42228-5B96-4A72-B268-C46DF994E6B7}" dt="2024-01-30T17:11:24.696" v="93807"/>
          <ac:spMkLst>
            <pc:docMk/>
            <pc:sldMk cId="277670777" sldId="1110"/>
            <ac:spMk id="6" creationId="{9376B6EC-4945-CFAA-9AA7-D029A156F239}"/>
          </ac:spMkLst>
        </pc:spChg>
        <pc:spChg chg="add mod">
          <ac:chgData name="Palit, Tapti" userId="dec6fbcd-7598-406a-8cbf-504d4a3bac15" providerId="ADAL" clId="{ECD42228-5B96-4A72-B268-C46DF994E6B7}" dt="2024-01-30T17:11:24.696" v="93807"/>
          <ac:spMkLst>
            <pc:docMk/>
            <pc:sldMk cId="277670777" sldId="1110"/>
            <ac:spMk id="7" creationId="{C304861F-4183-7141-8013-924F8B156294}"/>
          </ac:spMkLst>
        </pc:spChg>
        <pc:spChg chg="add mod">
          <ac:chgData name="Palit, Tapti" userId="dec6fbcd-7598-406a-8cbf-504d4a3bac15" providerId="ADAL" clId="{ECD42228-5B96-4A72-B268-C46DF994E6B7}" dt="2024-01-30T17:11:24.696" v="93807"/>
          <ac:spMkLst>
            <pc:docMk/>
            <pc:sldMk cId="277670777" sldId="1110"/>
            <ac:spMk id="8" creationId="{DD19A1ED-B385-BEE4-91D0-7B060CD3F8A8}"/>
          </ac:spMkLst>
        </pc:spChg>
        <pc:spChg chg="add mod">
          <ac:chgData name="Palit, Tapti" userId="dec6fbcd-7598-406a-8cbf-504d4a3bac15" providerId="ADAL" clId="{ECD42228-5B96-4A72-B268-C46DF994E6B7}" dt="2024-01-30T17:11:24.696" v="93807"/>
          <ac:spMkLst>
            <pc:docMk/>
            <pc:sldMk cId="277670777" sldId="1110"/>
            <ac:spMk id="9" creationId="{91A225FB-7458-D2A5-A7E7-FA716436A076}"/>
          </ac:spMkLst>
        </pc:spChg>
        <pc:spChg chg="add mod">
          <ac:chgData name="Palit, Tapti" userId="dec6fbcd-7598-406a-8cbf-504d4a3bac15" providerId="ADAL" clId="{ECD42228-5B96-4A72-B268-C46DF994E6B7}" dt="2024-01-30T17:12:15.062" v="93837"/>
          <ac:spMkLst>
            <pc:docMk/>
            <pc:sldMk cId="277670777" sldId="1110"/>
            <ac:spMk id="10" creationId="{CFA65F37-D340-0E2B-6159-0D5879521ABD}"/>
          </ac:spMkLst>
        </pc:spChg>
        <pc:spChg chg="mod">
          <ac:chgData name="Palit, Tapti" userId="dec6fbcd-7598-406a-8cbf-504d4a3bac15" providerId="ADAL" clId="{ECD42228-5B96-4A72-B268-C46DF994E6B7}" dt="2024-01-30T21:27:51.835" v="94864" actId="20577"/>
          <ac:spMkLst>
            <pc:docMk/>
            <pc:sldMk cId="277670777" sldId="1110"/>
            <ac:spMk id="31" creationId="{A1AE6AAE-C7D3-E8E2-BBBE-C8BA0B0FDD7B}"/>
          </ac:spMkLst>
        </pc:spChg>
        <pc:graphicFrameChg chg="del">
          <ac:chgData name="Palit, Tapti" userId="dec6fbcd-7598-406a-8cbf-504d4a3bac15" providerId="ADAL" clId="{ECD42228-5B96-4A72-B268-C46DF994E6B7}" dt="2024-01-30T17:11:24.427" v="93806" actId="478"/>
          <ac:graphicFrameMkLst>
            <pc:docMk/>
            <pc:sldMk cId="277670777" sldId="1110"/>
            <ac:graphicFrameMk id="32" creationId="{662E3E91-EC1F-FAC9-6710-BA112B8C33B9}"/>
          </ac:graphicFrameMkLst>
        </pc:graphicFrameChg>
      </pc:sldChg>
      <pc:sldChg chg="add mod modShow">
        <pc:chgData name="Palit, Tapti" userId="dec6fbcd-7598-406a-8cbf-504d4a3bac15" providerId="ADAL" clId="{ECD42228-5B96-4A72-B268-C46DF994E6B7}" dt="2024-01-30T16:49:34.124" v="93014" actId="729"/>
        <pc:sldMkLst>
          <pc:docMk/>
          <pc:sldMk cId="2148455502" sldId="1111"/>
        </pc:sldMkLst>
      </pc:sldChg>
      <pc:sldChg chg="addSp delSp modSp new del mod modClrScheme chgLayout modNotesTx">
        <pc:chgData name="Palit, Tapti" userId="dec6fbcd-7598-406a-8cbf-504d4a3bac15" providerId="ADAL" clId="{ECD42228-5B96-4A72-B268-C46DF994E6B7}" dt="2024-01-30T16:49:25.907" v="93012" actId="2696"/>
        <pc:sldMkLst>
          <pc:docMk/>
          <pc:sldMk cId="2168454248" sldId="1111"/>
        </pc:sldMkLst>
        <pc:spChg chg="del">
          <ac:chgData name="Palit, Tapti" userId="dec6fbcd-7598-406a-8cbf-504d4a3bac15" providerId="ADAL" clId="{ECD42228-5B96-4A72-B268-C46DF994E6B7}" dt="2024-01-29T04:47:18.700" v="75840" actId="700"/>
          <ac:spMkLst>
            <pc:docMk/>
            <pc:sldMk cId="2168454248" sldId="1111"/>
            <ac:spMk id="2" creationId="{FEE00B5D-B314-581A-8B75-F17E175283B1}"/>
          </ac:spMkLst>
        </pc:spChg>
        <pc:spChg chg="del mod ord">
          <ac:chgData name="Palit, Tapti" userId="dec6fbcd-7598-406a-8cbf-504d4a3bac15" providerId="ADAL" clId="{ECD42228-5B96-4A72-B268-C46DF994E6B7}" dt="2024-01-29T04:47:18.700" v="75840" actId="700"/>
          <ac:spMkLst>
            <pc:docMk/>
            <pc:sldMk cId="2168454248" sldId="1111"/>
            <ac:spMk id="3" creationId="{6D13BD81-1C0C-7409-C50F-8041F391EF51}"/>
          </ac:spMkLst>
        </pc:spChg>
        <pc:spChg chg="mod ord">
          <ac:chgData name="Palit, Tapti" userId="dec6fbcd-7598-406a-8cbf-504d4a3bac15" providerId="ADAL" clId="{ECD42228-5B96-4A72-B268-C46DF994E6B7}" dt="2024-01-29T04:47:18.700" v="75840" actId="700"/>
          <ac:spMkLst>
            <pc:docMk/>
            <pc:sldMk cId="2168454248" sldId="1111"/>
            <ac:spMk id="4" creationId="{E0623FAC-C5AA-5766-BC7A-6ED09BBB4C80}"/>
          </ac:spMkLst>
        </pc:spChg>
        <pc:spChg chg="add mod ord">
          <ac:chgData name="Palit, Tapti" userId="dec6fbcd-7598-406a-8cbf-504d4a3bac15" providerId="ADAL" clId="{ECD42228-5B96-4A72-B268-C46DF994E6B7}" dt="2024-01-30T02:57:50.375" v="84850" actId="20577"/>
          <ac:spMkLst>
            <pc:docMk/>
            <pc:sldMk cId="2168454248" sldId="1111"/>
            <ac:spMk id="5" creationId="{58D6D40C-E9C6-7989-B4A9-F8C0386E2421}"/>
          </ac:spMkLst>
        </pc:spChg>
      </pc:sldChg>
      <pc:sldChg chg="add mod modShow">
        <pc:chgData name="Palit, Tapti" userId="dec6fbcd-7598-406a-8cbf-504d4a3bac15" providerId="ADAL" clId="{ECD42228-5B96-4A72-B268-C46DF994E6B7}" dt="2024-01-30T16:45:49.955" v="92722" actId="729"/>
        <pc:sldMkLst>
          <pc:docMk/>
          <pc:sldMk cId="439845444" sldId="1112"/>
        </pc:sldMkLst>
      </pc:sldChg>
      <pc:sldChg chg="addSp delSp modSp add del mod ord chgLayout modNotesTx">
        <pc:chgData name="Palit, Tapti" userId="dec6fbcd-7598-406a-8cbf-504d4a3bac15" providerId="ADAL" clId="{ECD42228-5B96-4A72-B268-C46DF994E6B7}" dt="2024-01-30T16:45:43.815" v="92720" actId="2696"/>
        <pc:sldMkLst>
          <pc:docMk/>
          <pc:sldMk cId="2028918072" sldId="1112"/>
        </pc:sldMkLst>
        <pc:spChg chg="mod ord">
          <ac:chgData name="Palit, Tapti" userId="dec6fbcd-7598-406a-8cbf-504d4a3bac15" providerId="ADAL" clId="{ECD42228-5B96-4A72-B268-C46DF994E6B7}" dt="2024-01-30T02:58:43.064" v="84983" actId="20577"/>
          <ac:spMkLst>
            <pc:docMk/>
            <pc:sldMk cId="2028918072" sldId="1112"/>
            <ac:spMk id="2" creationId="{D7EC638E-4A77-46B8-B32A-298B47F2DEB0}"/>
          </ac:spMkLst>
        </pc:spChg>
        <pc:spChg chg="mod ord">
          <ac:chgData name="Palit, Tapti" userId="dec6fbcd-7598-406a-8cbf-504d4a3bac15" providerId="ADAL" clId="{ECD42228-5B96-4A72-B268-C46DF994E6B7}" dt="2024-01-29T14:40:37.877" v="78748" actId="20577"/>
          <ac:spMkLst>
            <pc:docMk/>
            <pc:sldMk cId="2028918072" sldId="1112"/>
            <ac:spMk id="3" creationId="{DBF81D88-EE7F-4956-ADB0-DA856615FD00}"/>
          </ac:spMkLst>
        </pc:spChg>
        <pc:spChg chg="mod ord">
          <ac:chgData name="Palit, Tapti" userId="dec6fbcd-7598-406a-8cbf-504d4a3bac15" providerId="ADAL" clId="{ECD42228-5B96-4A72-B268-C46DF994E6B7}" dt="2024-01-29T14:27:56.452" v="78100" actId="6264"/>
          <ac:spMkLst>
            <pc:docMk/>
            <pc:sldMk cId="2028918072" sldId="1112"/>
            <ac:spMk id="4" creationId="{51C8A26E-666D-4C70-84CF-ED9A6EADF9F2}"/>
          </ac:spMkLst>
        </pc:spChg>
        <pc:spChg chg="mod">
          <ac:chgData name="Palit, Tapti" userId="dec6fbcd-7598-406a-8cbf-504d4a3bac15" providerId="ADAL" clId="{ECD42228-5B96-4A72-B268-C46DF994E6B7}" dt="2024-01-29T04:48:18.776" v="75925" actId="20577"/>
          <ac:spMkLst>
            <pc:docMk/>
            <pc:sldMk cId="2028918072" sldId="1112"/>
            <ac:spMk id="5" creationId="{8D8C4F1D-2AFD-F2D6-77B9-0C10F0B76BB6}"/>
          </ac:spMkLst>
        </pc:spChg>
        <pc:spChg chg="add del mod">
          <ac:chgData name="Palit, Tapti" userId="dec6fbcd-7598-406a-8cbf-504d4a3bac15" providerId="ADAL" clId="{ECD42228-5B96-4A72-B268-C46DF994E6B7}" dt="2024-01-29T04:54:25.288" v="76537" actId="6264"/>
          <ac:spMkLst>
            <pc:docMk/>
            <pc:sldMk cId="2028918072" sldId="1112"/>
            <ac:spMk id="6" creationId="{3557A40C-4638-479D-8EEB-CBA2C53EF0B9}"/>
          </ac:spMkLst>
        </pc:spChg>
        <pc:spChg chg="add del mod">
          <ac:chgData name="Palit, Tapti" userId="dec6fbcd-7598-406a-8cbf-504d4a3bac15" providerId="ADAL" clId="{ECD42228-5B96-4A72-B268-C46DF994E6B7}" dt="2024-01-29T04:54:25.288" v="76537" actId="6264"/>
          <ac:spMkLst>
            <pc:docMk/>
            <pc:sldMk cId="2028918072" sldId="1112"/>
            <ac:spMk id="7" creationId="{08D07A9F-C64A-DF7B-B010-87E9443233FB}"/>
          </ac:spMkLst>
        </pc:spChg>
        <pc:spChg chg="add del mod">
          <ac:chgData name="Palit, Tapti" userId="dec6fbcd-7598-406a-8cbf-504d4a3bac15" providerId="ADAL" clId="{ECD42228-5B96-4A72-B268-C46DF994E6B7}" dt="2024-01-29T04:54:25.288" v="76537" actId="6264"/>
          <ac:spMkLst>
            <pc:docMk/>
            <pc:sldMk cId="2028918072" sldId="1112"/>
            <ac:spMk id="8" creationId="{B246A425-DAF8-8469-128E-43C105A5EB74}"/>
          </ac:spMkLst>
        </pc:spChg>
        <pc:spChg chg="add del mod">
          <ac:chgData name="Palit, Tapti" userId="dec6fbcd-7598-406a-8cbf-504d4a3bac15" providerId="ADAL" clId="{ECD42228-5B96-4A72-B268-C46DF994E6B7}" dt="2024-01-29T14:27:56.452" v="78100" actId="6264"/>
          <ac:spMkLst>
            <pc:docMk/>
            <pc:sldMk cId="2028918072" sldId="1112"/>
            <ac:spMk id="9" creationId="{5156CCC9-C500-C203-3A15-DB313D15D53C}"/>
          </ac:spMkLst>
        </pc:spChg>
        <pc:spChg chg="add del mod">
          <ac:chgData name="Palit, Tapti" userId="dec6fbcd-7598-406a-8cbf-504d4a3bac15" providerId="ADAL" clId="{ECD42228-5B96-4A72-B268-C46DF994E6B7}" dt="2024-01-29T14:27:56.452" v="78100" actId="6264"/>
          <ac:spMkLst>
            <pc:docMk/>
            <pc:sldMk cId="2028918072" sldId="1112"/>
            <ac:spMk id="10" creationId="{589AD7AA-9EE7-4D26-B7F9-3332C34B314D}"/>
          </ac:spMkLst>
        </pc:spChg>
        <pc:spChg chg="add del mod">
          <ac:chgData name="Palit, Tapti" userId="dec6fbcd-7598-406a-8cbf-504d4a3bac15" providerId="ADAL" clId="{ECD42228-5B96-4A72-B268-C46DF994E6B7}" dt="2024-01-29T14:27:56.452" v="78100" actId="6264"/>
          <ac:spMkLst>
            <pc:docMk/>
            <pc:sldMk cId="2028918072" sldId="1112"/>
            <ac:spMk id="11" creationId="{EB832CAC-C892-B0C1-31B8-70C8A138A5B7}"/>
          </ac:spMkLst>
        </pc:spChg>
        <pc:spChg chg="mod">
          <ac:chgData name="Palit, Tapti" userId="dec6fbcd-7598-406a-8cbf-504d4a3bac15" providerId="ADAL" clId="{ECD42228-5B96-4A72-B268-C46DF994E6B7}" dt="2024-01-29T14:28:37.526" v="78218" actId="1076"/>
          <ac:spMkLst>
            <pc:docMk/>
            <pc:sldMk cId="2028918072" sldId="1112"/>
            <ac:spMk id="31" creationId="{A1AE6AAE-C7D3-E8E2-BBBE-C8BA0B0FDD7B}"/>
          </ac:spMkLst>
        </pc:spChg>
        <pc:graphicFrameChg chg="modGraphic">
          <ac:chgData name="Palit, Tapti" userId="dec6fbcd-7598-406a-8cbf-504d4a3bac15" providerId="ADAL" clId="{ECD42228-5B96-4A72-B268-C46DF994E6B7}" dt="2024-01-29T04:50:48.781" v="76113" actId="20577"/>
          <ac:graphicFrameMkLst>
            <pc:docMk/>
            <pc:sldMk cId="2028918072" sldId="1112"/>
            <ac:graphicFrameMk id="32" creationId="{662E3E91-EC1F-FAC9-6710-BA112B8C33B9}"/>
          </ac:graphicFrameMkLst>
        </pc:graphicFrameChg>
      </pc:sldChg>
      <pc:sldChg chg="addSp delSp modSp add mod ord modAnim chgLayout modNotesTx">
        <pc:chgData name="Palit, Tapti" userId="dec6fbcd-7598-406a-8cbf-504d4a3bac15" providerId="ADAL" clId="{ECD42228-5B96-4A72-B268-C46DF994E6B7}" dt="2024-02-07T02:56:35.019" v="99893" actId="20577"/>
        <pc:sldMkLst>
          <pc:docMk/>
          <pc:sldMk cId="1638574281" sldId="1113"/>
        </pc:sldMkLst>
        <pc:spChg chg="mod ord">
          <ac:chgData name="Palit, Tapti" userId="dec6fbcd-7598-406a-8cbf-504d4a3bac15" providerId="ADAL" clId="{ECD42228-5B96-4A72-B268-C46DF994E6B7}" dt="2024-01-30T15:38:30.065" v="91701" actId="20577"/>
          <ac:spMkLst>
            <pc:docMk/>
            <pc:sldMk cId="1638574281" sldId="1113"/>
            <ac:spMk id="2" creationId="{55EF47B3-D999-3CCF-593A-910EC7126C41}"/>
          </ac:spMkLst>
        </pc:spChg>
        <pc:spChg chg="mod ord">
          <ac:chgData name="Palit, Tapti" userId="dec6fbcd-7598-406a-8cbf-504d4a3bac15" providerId="ADAL" clId="{ECD42228-5B96-4A72-B268-C46DF994E6B7}" dt="2024-01-30T15:38:12.982" v="91649" actId="6264"/>
          <ac:spMkLst>
            <pc:docMk/>
            <pc:sldMk cId="1638574281" sldId="1113"/>
            <ac:spMk id="3" creationId="{EB233388-4D06-4CF4-CEA1-CF6C34786208}"/>
          </ac:spMkLst>
        </pc:spChg>
        <pc:spChg chg="mod ord">
          <ac:chgData name="Palit, Tapti" userId="dec6fbcd-7598-406a-8cbf-504d4a3bac15" providerId="ADAL" clId="{ECD42228-5B96-4A72-B268-C46DF994E6B7}" dt="2024-01-30T15:38:12.982" v="91649" actId="6264"/>
          <ac:spMkLst>
            <pc:docMk/>
            <pc:sldMk cId="1638574281" sldId="1113"/>
            <ac:spMk id="4" creationId="{6CF770D4-8FC3-4752-452D-3403F0F5CD9A}"/>
          </ac:spMkLst>
        </pc:spChg>
        <pc:spChg chg="add del mod">
          <ac:chgData name="Palit, Tapti" userId="dec6fbcd-7598-406a-8cbf-504d4a3bac15" providerId="ADAL" clId="{ECD42228-5B96-4A72-B268-C46DF994E6B7}" dt="2024-01-30T15:38:12.982" v="91649" actId="6264"/>
          <ac:spMkLst>
            <pc:docMk/>
            <pc:sldMk cId="1638574281" sldId="1113"/>
            <ac:spMk id="5" creationId="{333D14D9-4D59-D637-4B71-938D1D1BE5B8}"/>
          </ac:spMkLst>
        </pc:spChg>
        <pc:spChg chg="add del mod">
          <ac:chgData name="Palit, Tapti" userId="dec6fbcd-7598-406a-8cbf-504d4a3bac15" providerId="ADAL" clId="{ECD42228-5B96-4A72-B268-C46DF994E6B7}" dt="2024-01-30T15:38:12.982" v="91649" actId="6264"/>
          <ac:spMkLst>
            <pc:docMk/>
            <pc:sldMk cId="1638574281" sldId="1113"/>
            <ac:spMk id="6" creationId="{A3114545-7722-D235-FFED-EDA2983D2D93}"/>
          </ac:spMkLst>
        </pc:spChg>
        <pc:spChg chg="del">
          <ac:chgData name="Palit, Tapti" userId="dec6fbcd-7598-406a-8cbf-504d4a3bac15" providerId="ADAL" clId="{ECD42228-5B96-4A72-B268-C46DF994E6B7}" dt="2024-01-29T14:25:16.672" v="77647" actId="478"/>
          <ac:spMkLst>
            <pc:docMk/>
            <pc:sldMk cId="1638574281" sldId="1113"/>
            <ac:spMk id="7" creationId="{46D55653-ADD8-DAB0-F2D2-95E801690464}"/>
          </ac:spMkLst>
        </pc:spChg>
        <pc:spChg chg="add del mod">
          <ac:chgData name="Palit, Tapti" userId="dec6fbcd-7598-406a-8cbf-504d4a3bac15" providerId="ADAL" clId="{ECD42228-5B96-4A72-B268-C46DF994E6B7}" dt="2024-01-30T15:38:12.982" v="91649" actId="6264"/>
          <ac:spMkLst>
            <pc:docMk/>
            <pc:sldMk cId="1638574281" sldId="1113"/>
            <ac:spMk id="7" creationId="{47CAEBF4-2550-FB32-4CC4-FC0DB0005242}"/>
          </ac:spMkLst>
        </pc:spChg>
        <pc:spChg chg="add del mod">
          <ac:chgData name="Palit, Tapti" userId="dec6fbcd-7598-406a-8cbf-504d4a3bac15" providerId="ADAL" clId="{ECD42228-5B96-4A72-B268-C46DF994E6B7}" dt="2024-01-30T15:38:12.982" v="91649" actId="6264"/>
          <ac:spMkLst>
            <pc:docMk/>
            <pc:sldMk cId="1638574281" sldId="1113"/>
            <ac:spMk id="8" creationId="{8D4CCE81-7DD4-B7B7-F31B-67766F5AE5B5}"/>
          </ac:spMkLst>
        </pc:spChg>
        <pc:spChg chg="add mod ord">
          <ac:chgData name="Palit, Tapti" userId="dec6fbcd-7598-406a-8cbf-504d4a3bac15" providerId="ADAL" clId="{ECD42228-5B96-4A72-B268-C46DF994E6B7}" dt="2024-01-30T15:38:12.982" v="91649" actId="6264"/>
          <ac:spMkLst>
            <pc:docMk/>
            <pc:sldMk cId="1638574281" sldId="1113"/>
            <ac:spMk id="9" creationId="{14DD5ED9-9151-8940-B183-9215A08BE628}"/>
          </ac:spMkLst>
        </pc:spChg>
        <pc:graphicFrameChg chg="del">
          <ac:chgData name="Palit, Tapti" userId="dec6fbcd-7598-406a-8cbf-504d4a3bac15" providerId="ADAL" clId="{ECD42228-5B96-4A72-B268-C46DF994E6B7}" dt="2024-01-29T14:25:14.248" v="77646" actId="478"/>
          <ac:graphicFrameMkLst>
            <pc:docMk/>
            <pc:sldMk cId="1638574281" sldId="1113"/>
            <ac:graphicFrameMk id="13" creationId="{8AD63073-F432-BE5C-FFCC-6F13270A901F}"/>
          </ac:graphicFrameMkLst>
        </pc:graphicFrameChg>
      </pc:sldChg>
      <pc:sldChg chg="addSp delSp modSp new del mod modClrScheme chgLayout">
        <pc:chgData name="Palit, Tapti" userId="dec6fbcd-7598-406a-8cbf-504d4a3bac15" providerId="ADAL" clId="{ECD42228-5B96-4A72-B268-C46DF994E6B7}" dt="2024-01-29T04:55:17.768" v="76571" actId="47"/>
        <pc:sldMkLst>
          <pc:docMk/>
          <pc:sldMk cId="3671164697" sldId="1113"/>
        </pc:sldMkLst>
        <pc:spChg chg="del">
          <ac:chgData name="Palit, Tapti" userId="dec6fbcd-7598-406a-8cbf-504d4a3bac15" providerId="ADAL" clId="{ECD42228-5B96-4A72-B268-C46DF994E6B7}" dt="2024-01-29T04:55:07.976" v="76564" actId="700"/>
          <ac:spMkLst>
            <pc:docMk/>
            <pc:sldMk cId="3671164697" sldId="1113"/>
            <ac:spMk id="2" creationId="{CF6B2454-E398-91B3-01B1-2116FF16790E}"/>
          </ac:spMkLst>
        </pc:spChg>
        <pc:spChg chg="del mod ord">
          <ac:chgData name="Palit, Tapti" userId="dec6fbcd-7598-406a-8cbf-504d4a3bac15" providerId="ADAL" clId="{ECD42228-5B96-4A72-B268-C46DF994E6B7}" dt="2024-01-29T04:55:07.976" v="76564" actId="700"/>
          <ac:spMkLst>
            <pc:docMk/>
            <pc:sldMk cId="3671164697" sldId="1113"/>
            <ac:spMk id="3" creationId="{3188AAB1-9AE3-8F27-2E6F-A3B584A554F4}"/>
          </ac:spMkLst>
        </pc:spChg>
        <pc:spChg chg="mod ord">
          <ac:chgData name="Palit, Tapti" userId="dec6fbcd-7598-406a-8cbf-504d4a3bac15" providerId="ADAL" clId="{ECD42228-5B96-4A72-B268-C46DF994E6B7}" dt="2024-01-29T04:55:07.976" v="76564" actId="700"/>
          <ac:spMkLst>
            <pc:docMk/>
            <pc:sldMk cId="3671164697" sldId="1113"/>
            <ac:spMk id="4" creationId="{05AF3731-16CB-48E1-1C2A-666ACD294320}"/>
          </ac:spMkLst>
        </pc:spChg>
        <pc:spChg chg="add mod ord">
          <ac:chgData name="Palit, Tapti" userId="dec6fbcd-7598-406a-8cbf-504d4a3bac15" providerId="ADAL" clId="{ECD42228-5B96-4A72-B268-C46DF994E6B7}" dt="2024-01-29T04:55:13.619" v="76570" actId="20577"/>
          <ac:spMkLst>
            <pc:docMk/>
            <pc:sldMk cId="3671164697" sldId="1113"/>
            <ac:spMk id="5" creationId="{94383C1E-DDA8-C045-4DB1-F31816C41C96}"/>
          </ac:spMkLst>
        </pc:spChg>
      </pc:sldChg>
      <pc:sldChg chg="addSp delSp modSp new del mod modClrScheme chgLayout modNotesTx">
        <pc:chgData name="Palit, Tapti" userId="dec6fbcd-7598-406a-8cbf-504d4a3bac15" providerId="ADAL" clId="{ECD42228-5B96-4A72-B268-C46DF994E6B7}" dt="2024-01-30T16:44:36.540" v="92677" actId="47"/>
        <pc:sldMkLst>
          <pc:docMk/>
          <pc:sldMk cId="722196795" sldId="1114"/>
        </pc:sldMkLst>
        <pc:spChg chg="del">
          <ac:chgData name="Palit, Tapti" userId="dec6fbcd-7598-406a-8cbf-504d4a3bac15" providerId="ADAL" clId="{ECD42228-5B96-4A72-B268-C46DF994E6B7}" dt="2024-01-29T14:31:02.290" v="78468" actId="700"/>
          <ac:spMkLst>
            <pc:docMk/>
            <pc:sldMk cId="722196795" sldId="1114"/>
            <ac:spMk id="2" creationId="{4A8BF39C-CDFE-4E14-DD85-263432F85CF0}"/>
          </ac:spMkLst>
        </pc:spChg>
        <pc:spChg chg="del mod ord">
          <ac:chgData name="Palit, Tapti" userId="dec6fbcd-7598-406a-8cbf-504d4a3bac15" providerId="ADAL" clId="{ECD42228-5B96-4A72-B268-C46DF994E6B7}" dt="2024-01-29T14:31:02.290" v="78468" actId="700"/>
          <ac:spMkLst>
            <pc:docMk/>
            <pc:sldMk cId="722196795" sldId="1114"/>
            <ac:spMk id="3" creationId="{F07454B3-3BFA-CBE9-3357-4DAB144CEE9C}"/>
          </ac:spMkLst>
        </pc:spChg>
        <pc:spChg chg="mod ord">
          <ac:chgData name="Palit, Tapti" userId="dec6fbcd-7598-406a-8cbf-504d4a3bac15" providerId="ADAL" clId="{ECD42228-5B96-4A72-B268-C46DF994E6B7}" dt="2024-01-29T14:31:02.290" v="78468" actId="700"/>
          <ac:spMkLst>
            <pc:docMk/>
            <pc:sldMk cId="722196795" sldId="1114"/>
            <ac:spMk id="4" creationId="{EB6864D2-D1FF-B884-73F1-AFBD00F85EFF}"/>
          </ac:spMkLst>
        </pc:spChg>
        <pc:spChg chg="del">
          <ac:chgData name="Palit, Tapti" userId="dec6fbcd-7598-406a-8cbf-504d4a3bac15" providerId="ADAL" clId="{ECD42228-5B96-4A72-B268-C46DF994E6B7}" dt="2024-01-29T14:31:02.290" v="78468" actId="700"/>
          <ac:spMkLst>
            <pc:docMk/>
            <pc:sldMk cId="722196795" sldId="1114"/>
            <ac:spMk id="5" creationId="{DEC40A6A-DD81-1305-3E4D-142878017510}"/>
          </ac:spMkLst>
        </pc:spChg>
        <pc:spChg chg="add mod ord">
          <ac:chgData name="Palit, Tapti" userId="dec6fbcd-7598-406a-8cbf-504d4a3bac15" providerId="ADAL" clId="{ECD42228-5B96-4A72-B268-C46DF994E6B7}" dt="2024-01-30T16:43:59.800" v="92645" actId="21"/>
          <ac:spMkLst>
            <pc:docMk/>
            <pc:sldMk cId="722196795" sldId="1114"/>
            <ac:spMk id="6" creationId="{518EEBA6-1030-3F54-3D7A-952E19D785FD}"/>
          </ac:spMkLst>
        </pc:spChg>
      </pc:sldChg>
      <pc:sldChg chg="addSp delSp modSp add mod modNotesTx">
        <pc:chgData name="Palit, Tapti" userId="dec6fbcd-7598-406a-8cbf-504d4a3bac15" providerId="ADAL" clId="{ECD42228-5B96-4A72-B268-C46DF994E6B7}" dt="2024-02-13T13:17:04.438" v="115922" actId="20577"/>
        <pc:sldMkLst>
          <pc:docMk/>
          <pc:sldMk cId="152220018" sldId="1115"/>
        </pc:sldMkLst>
        <pc:spChg chg="add mod">
          <ac:chgData name="Palit, Tapti" userId="dec6fbcd-7598-406a-8cbf-504d4a3bac15" providerId="ADAL" clId="{ECD42228-5B96-4A72-B268-C46DF994E6B7}" dt="2024-01-30T21:16:27.582" v="94839" actId="1076"/>
          <ac:spMkLst>
            <pc:docMk/>
            <pc:sldMk cId="152220018" sldId="1115"/>
            <ac:spMk id="5" creationId="{B6A5DFA7-15D4-5DE4-04DA-733642AAD6B2}"/>
          </ac:spMkLst>
        </pc:spChg>
        <pc:spChg chg="add del mod">
          <ac:chgData name="Palit, Tapti" userId="dec6fbcd-7598-406a-8cbf-504d4a3bac15" providerId="ADAL" clId="{ECD42228-5B96-4A72-B268-C46DF994E6B7}" dt="2024-01-29T14:33:13.864" v="78675" actId="478"/>
          <ac:spMkLst>
            <pc:docMk/>
            <pc:sldMk cId="152220018" sldId="1115"/>
            <ac:spMk id="6" creationId="{267C5568-B419-CB3A-EDDA-100B5B5E8493}"/>
          </ac:spMkLst>
        </pc:spChg>
        <pc:spChg chg="add del">
          <ac:chgData name="Palit, Tapti" userId="dec6fbcd-7598-406a-8cbf-504d4a3bac15" providerId="ADAL" clId="{ECD42228-5B96-4A72-B268-C46DF994E6B7}" dt="2024-01-29T14:33:13.864" v="78675" actId="478"/>
          <ac:spMkLst>
            <pc:docMk/>
            <pc:sldMk cId="152220018" sldId="1115"/>
            <ac:spMk id="7" creationId="{46D55653-ADD8-DAB0-F2D2-95E801690464}"/>
          </ac:spMkLst>
        </pc:spChg>
        <pc:graphicFrameChg chg="mod">
          <ac:chgData name="Palit, Tapti" userId="dec6fbcd-7598-406a-8cbf-504d4a3bac15" providerId="ADAL" clId="{ECD42228-5B96-4A72-B268-C46DF994E6B7}" dt="2024-02-11T14:45:16.643" v="109892" actId="20577"/>
          <ac:graphicFrameMkLst>
            <pc:docMk/>
            <pc:sldMk cId="152220018" sldId="1115"/>
            <ac:graphicFrameMk id="13" creationId="{8AD63073-F432-BE5C-FFCC-6F13270A901F}"/>
          </ac:graphicFrameMkLst>
        </pc:graphicFrameChg>
      </pc:sldChg>
      <pc:sldChg chg="addSp modSp add mod modNotesTx">
        <pc:chgData name="Palit, Tapti" userId="dec6fbcd-7598-406a-8cbf-504d4a3bac15" providerId="ADAL" clId="{ECD42228-5B96-4A72-B268-C46DF994E6B7}" dt="2024-02-12T19:44:10.877" v="112946" actId="20577"/>
        <pc:sldMkLst>
          <pc:docMk/>
          <pc:sldMk cId="101936852" sldId="1116"/>
        </pc:sldMkLst>
        <pc:spChg chg="add mod">
          <ac:chgData name="Palit, Tapti" userId="dec6fbcd-7598-406a-8cbf-504d4a3bac15" providerId="ADAL" clId="{ECD42228-5B96-4A72-B268-C46DF994E6B7}" dt="2024-01-30T14:29:16.910" v="91384" actId="1076"/>
          <ac:spMkLst>
            <pc:docMk/>
            <pc:sldMk cId="101936852" sldId="1116"/>
            <ac:spMk id="3" creationId="{7471DFD3-F215-BE54-5E7F-80438B23B8DF}"/>
          </ac:spMkLst>
        </pc:spChg>
        <pc:spChg chg="mod">
          <ac:chgData name="Palit, Tapti" userId="dec6fbcd-7598-406a-8cbf-504d4a3bac15" providerId="ADAL" clId="{ECD42228-5B96-4A72-B268-C46DF994E6B7}" dt="2024-01-29T16:22:11.885" v="79961" actId="20577"/>
          <ac:spMkLst>
            <pc:docMk/>
            <pc:sldMk cId="101936852" sldId="1116"/>
            <ac:spMk id="6" creationId="{62E4901C-C217-DD54-593C-0E523C998F49}"/>
          </ac:spMkLst>
        </pc:spChg>
        <pc:spChg chg="mod">
          <ac:chgData name="Palit, Tapti" userId="dec6fbcd-7598-406a-8cbf-504d4a3bac15" providerId="ADAL" clId="{ECD42228-5B96-4A72-B268-C46DF994E6B7}" dt="2024-02-12T19:44:10.877" v="112946" actId="20577"/>
          <ac:spMkLst>
            <pc:docMk/>
            <pc:sldMk cId="101936852" sldId="1116"/>
            <ac:spMk id="7" creationId="{F6DAE43A-F91E-1C9B-002B-6DADFDE55F0A}"/>
          </ac:spMkLst>
        </pc:spChg>
        <pc:picChg chg="add mod">
          <ac:chgData name="Palit, Tapti" userId="dec6fbcd-7598-406a-8cbf-504d4a3bac15" providerId="ADAL" clId="{ECD42228-5B96-4A72-B268-C46DF994E6B7}" dt="2024-01-30T14:32:29.242" v="91394" actId="1076"/>
          <ac:picMkLst>
            <pc:docMk/>
            <pc:sldMk cId="101936852" sldId="1116"/>
            <ac:picMk id="5" creationId="{429A9D2F-EC8D-897D-462D-57AC6E50AE75}"/>
          </ac:picMkLst>
        </pc:picChg>
      </pc:sldChg>
      <pc:sldChg chg="addSp delSp modSp add mod modAnim modNotesTx">
        <pc:chgData name="Palit, Tapti" userId="dec6fbcd-7598-406a-8cbf-504d4a3bac15" providerId="ADAL" clId="{ECD42228-5B96-4A72-B268-C46DF994E6B7}" dt="2024-02-12T20:01:01.733" v="113039" actId="6549"/>
        <pc:sldMkLst>
          <pc:docMk/>
          <pc:sldMk cId="2035366857" sldId="1117"/>
        </pc:sldMkLst>
        <pc:spChg chg="mod">
          <ac:chgData name="Palit, Tapti" userId="dec6fbcd-7598-406a-8cbf-504d4a3bac15" providerId="ADAL" clId="{ECD42228-5B96-4A72-B268-C46DF994E6B7}" dt="2024-02-12T20:01:01.733" v="113039" actId="6549"/>
          <ac:spMkLst>
            <pc:docMk/>
            <pc:sldMk cId="2035366857" sldId="1117"/>
            <ac:spMk id="2" creationId="{C3C46814-2A6F-41B6-904E-8EDDD855207C}"/>
          </ac:spMkLst>
        </pc:spChg>
        <pc:spChg chg="add mod">
          <ac:chgData name="Palit, Tapti" userId="dec6fbcd-7598-406a-8cbf-504d4a3bac15" providerId="ADAL" clId="{ECD42228-5B96-4A72-B268-C46DF994E6B7}" dt="2024-01-29T16:41:06.598" v="80924"/>
          <ac:spMkLst>
            <pc:docMk/>
            <pc:sldMk cId="2035366857" sldId="1117"/>
            <ac:spMk id="3" creationId="{87849628-F0C8-09CF-091D-695318C5EA49}"/>
          </ac:spMkLst>
        </pc:spChg>
        <pc:spChg chg="add mod">
          <ac:chgData name="Palit, Tapti" userId="dec6fbcd-7598-406a-8cbf-504d4a3bac15" providerId="ADAL" clId="{ECD42228-5B96-4A72-B268-C46DF994E6B7}" dt="2024-01-30T15:47:16.379" v="91920"/>
          <ac:spMkLst>
            <pc:docMk/>
            <pc:sldMk cId="2035366857" sldId="1117"/>
            <ac:spMk id="5" creationId="{984B6FD9-D630-114D-679A-F78998DD9FF8}"/>
          </ac:spMkLst>
        </pc:spChg>
        <pc:spChg chg="del">
          <ac:chgData name="Palit, Tapti" userId="dec6fbcd-7598-406a-8cbf-504d4a3bac15" providerId="ADAL" clId="{ECD42228-5B96-4A72-B268-C46DF994E6B7}" dt="2024-01-29T16:40:37.466" v="80920" actId="478"/>
          <ac:spMkLst>
            <pc:docMk/>
            <pc:sldMk cId="2035366857" sldId="1117"/>
            <ac:spMk id="5" creationId="{C265635E-A358-D68F-85CE-F13ED997E94D}"/>
          </ac:spMkLst>
        </pc:spChg>
        <pc:spChg chg="del">
          <ac:chgData name="Palit, Tapti" userId="dec6fbcd-7598-406a-8cbf-504d4a3bac15" providerId="ADAL" clId="{ECD42228-5B96-4A72-B268-C46DF994E6B7}" dt="2024-01-29T16:40:40.162" v="80921" actId="478"/>
          <ac:spMkLst>
            <pc:docMk/>
            <pc:sldMk cId="2035366857" sldId="1117"/>
            <ac:spMk id="6" creationId="{3D25321B-C25D-9CB0-EADC-7219DDAD505D}"/>
          </ac:spMkLst>
        </pc:spChg>
        <pc:spChg chg="mod">
          <ac:chgData name="Palit, Tapti" userId="dec6fbcd-7598-406a-8cbf-504d4a3bac15" providerId="ADAL" clId="{ECD42228-5B96-4A72-B268-C46DF994E6B7}" dt="2024-01-29T16:41:14.806" v="80926" actId="20577"/>
          <ac:spMkLst>
            <pc:docMk/>
            <pc:sldMk cId="2035366857" sldId="1117"/>
            <ac:spMk id="8" creationId="{44EDCAB2-9584-52B6-E584-745069BDD665}"/>
          </ac:spMkLst>
        </pc:spChg>
        <pc:spChg chg="mod">
          <ac:chgData name="Palit, Tapti" userId="dec6fbcd-7598-406a-8cbf-504d4a3bac15" providerId="ADAL" clId="{ECD42228-5B96-4A72-B268-C46DF994E6B7}" dt="2024-01-30T15:47:24.549" v="91922" actId="207"/>
          <ac:spMkLst>
            <pc:docMk/>
            <pc:sldMk cId="2035366857" sldId="1117"/>
            <ac:spMk id="9" creationId="{102DCD12-7BCA-9412-91DD-88B2C053F109}"/>
          </ac:spMkLst>
        </pc:spChg>
        <pc:spChg chg="mod">
          <ac:chgData name="Palit, Tapti" userId="dec6fbcd-7598-406a-8cbf-504d4a3bac15" providerId="ADAL" clId="{ECD42228-5B96-4A72-B268-C46DF994E6B7}" dt="2024-02-07T03:03:51.577" v="100011" actId="20577"/>
          <ac:spMkLst>
            <pc:docMk/>
            <pc:sldMk cId="2035366857" sldId="1117"/>
            <ac:spMk id="14" creationId="{A19E8EDF-6681-42C8-AB61-DCACB7B7EEB5}"/>
          </ac:spMkLst>
        </pc:spChg>
        <pc:spChg chg="add mod">
          <ac:chgData name="Palit, Tapti" userId="dec6fbcd-7598-406a-8cbf-504d4a3bac15" providerId="ADAL" clId="{ECD42228-5B96-4A72-B268-C46DF994E6B7}" dt="2024-01-29T16:41:06.598" v="80924"/>
          <ac:spMkLst>
            <pc:docMk/>
            <pc:sldMk cId="2035366857" sldId="1117"/>
            <ac:spMk id="15" creationId="{F15DF9B3-054C-3DDD-9649-6972C84F976F}"/>
          </ac:spMkLst>
        </pc:spChg>
        <pc:spChg chg="add mod">
          <ac:chgData name="Palit, Tapti" userId="dec6fbcd-7598-406a-8cbf-504d4a3bac15" providerId="ADAL" clId="{ECD42228-5B96-4A72-B268-C46DF994E6B7}" dt="2024-01-29T16:41:06.598" v="80924"/>
          <ac:spMkLst>
            <pc:docMk/>
            <pc:sldMk cId="2035366857" sldId="1117"/>
            <ac:spMk id="16" creationId="{D00FC4C0-8320-E098-1BB4-21C50BF7FD0D}"/>
          </ac:spMkLst>
        </pc:spChg>
        <pc:spChg chg="add mod">
          <ac:chgData name="Palit, Tapti" userId="dec6fbcd-7598-406a-8cbf-504d4a3bac15" providerId="ADAL" clId="{ECD42228-5B96-4A72-B268-C46DF994E6B7}" dt="2024-01-29T16:41:06.598" v="80924"/>
          <ac:spMkLst>
            <pc:docMk/>
            <pc:sldMk cId="2035366857" sldId="1117"/>
            <ac:spMk id="17" creationId="{8DA6F574-2B45-7C64-8503-00E5C5718D24}"/>
          </ac:spMkLst>
        </pc:spChg>
        <pc:spChg chg="add mod">
          <ac:chgData name="Palit, Tapti" userId="dec6fbcd-7598-406a-8cbf-504d4a3bac15" providerId="ADAL" clId="{ECD42228-5B96-4A72-B268-C46DF994E6B7}" dt="2024-01-29T16:41:06.598" v="80924"/>
          <ac:spMkLst>
            <pc:docMk/>
            <pc:sldMk cId="2035366857" sldId="1117"/>
            <ac:spMk id="18" creationId="{E3FA74C3-5F45-566E-8190-BC2F1B7B842A}"/>
          </ac:spMkLst>
        </pc:spChg>
        <pc:spChg chg="add mod">
          <ac:chgData name="Palit, Tapti" userId="dec6fbcd-7598-406a-8cbf-504d4a3bac15" providerId="ADAL" clId="{ECD42228-5B96-4A72-B268-C46DF994E6B7}" dt="2024-01-29T16:41:06.598" v="80924"/>
          <ac:spMkLst>
            <pc:docMk/>
            <pc:sldMk cId="2035366857" sldId="1117"/>
            <ac:spMk id="19" creationId="{6204BA7B-6543-CE40-68F5-2A619EA429E3}"/>
          </ac:spMkLst>
        </pc:spChg>
        <pc:spChg chg="add mod">
          <ac:chgData name="Palit, Tapti" userId="dec6fbcd-7598-406a-8cbf-504d4a3bac15" providerId="ADAL" clId="{ECD42228-5B96-4A72-B268-C46DF994E6B7}" dt="2024-01-29T16:41:06.598" v="80924"/>
          <ac:spMkLst>
            <pc:docMk/>
            <pc:sldMk cId="2035366857" sldId="1117"/>
            <ac:spMk id="20" creationId="{D1C8C079-B048-B4BC-8EE2-CCE2F85378D2}"/>
          </ac:spMkLst>
        </pc:spChg>
        <pc:spChg chg="add mod">
          <ac:chgData name="Palit, Tapti" userId="dec6fbcd-7598-406a-8cbf-504d4a3bac15" providerId="ADAL" clId="{ECD42228-5B96-4A72-B268-C46DF994E6B7}" dt="2024-01-29T16:41:06.598" v="80924"/>
          <ac:spMkLst>
            <pc:docMk/>
            <pc:sldMk cId="2035366857" sldId="1117"/>
            <ac:spMk id="21" creationId="{BEF419A3-D81C-1642-8E33-3C504BB51AEE}"/>
          </ac:spMkLst>
        </pc:spChg>
        <pc:spChg chg="add mod">
          <ac:chgData name="Palit, Tapti" userId="dec6fbcd-7598-406a-8cbf-504d4a3bac15" providerId="ADAL" clId="{ECD42228-5B96-4A72-B268-C46DF994E6B7}" dt="2024-01-29T16:41:06.598" v="80924"/>
          <ac:spMkLst>
            <pc:docMk/>
            <pc:sldMk cId="2035366857" sldId="1117"/>
            <ac:spMk id="22" creationId="{3FD8C058-A903-1616-6D7F-8EBF05604E74}"/>
          </ac:spMkLst>
        </pc:spChg>
        <pc:spChg chg="add mod">
          <ac:chgData name="Palit, Tapti" userId="dec6fbcd-7598-406a-8cbf-504d4a3bac15" providerId="ADAL" clId="{ECD42228-5B96-4A72-B268-C46DF994E6B7}" dt="2024-01-29T16:41:06.598" v="80924"/>
          <ac:spMkLst>
            <pc:docMk/>
            <pc:sldMk cId="2035366857" sldId="1117"/>
            <ac:spMk id="23" creationId="{2499A41C-9067-77BB-F3ED-A3F04BF3727E}"/>
          </ac:spMkLst>
        </pc:spChg>
        <pc:spChg chg="add mod">
          <ac:chgData name="Palit, Tapti" userId="dec6fbcd-7598-406a-8cbf-504d4a3bac15" providerId="ADAL" clId="{ECD42228-5B96-4A72-B268-C46DF994E6B7}" dt="2024-01-29T16:41:06.598" v="80924"/>
          <ac:spMkLst>
            <pc:docMk/>
            <pc:sldMk cId="2035366857" sldId="1117"/>
            <ac:spMk id="24" creationId="{1B361F22-9658-A33C-8FF0-A84D75173A55}"/>
          </ac:spMkLst>
        </pc:spChg>
        <pc:spChg chg="add mod">
          <ac:chgData name="Palit, Tapti" userId="dec6fbcd-7598-406a-8cbf-504d4a3bac15" providerId="ADAL" clId="{ECD42228-5B96-4A72-B268-C46DF994E6B7}" dt="2024-01-29T16:41:06.598" v="80924"/>
          <ac:spMkLst>
            <pc:docMk/>
            <pc:sldMk cId="2035366857" sldId="1117"/>
            <ac:spMk id="25" creationId="{B35240B4-7929-5F34-1BDF-DBED96C7115C}"/>
          </ac:spMkLst>
        </pc:spChg>
        <pc:spChg chg="add mod">
          <ac:chgData name="Palit, Tapti" userId="dec6fbcd-7598-406a-8cbf-504d4a3bac15" providerId="ADAL" clId="{ECD42228-5B96-4A72-B268-C46DF994E6B7}" dt="2024-01-29T16:41:06.598" v="80924"/>
          <ac:spMkLst>
            <pc:docMk/>
            <pc:sldMk cId="2035366857" sldId="1117"/>
            <ac:spMk id="26" creationId="{0BB536CE-BF98-157D-61C7-87CF3D28ED9A}"/>
          </ac:spMkLst>
        </pc:spChg>
        <pc:spChg chg="add mod">
          <ac:chgData name="Palit, Tapti" userId="dec6fbcd-7598-406a-8cbf-504d4a3bac15" providerId="ADAL" clId="{ECD42228-5B96-4A72-B268-C46DF994E6B7}" dt="2024-01-29T16:41:06.598" v="80924"/>
          <ac:spMkLst>
            <pc:docMk/>
            <pc:sldMk cId="2035366857" sldId="1117"/>
            <ac:spMk id="27" creationId="{6314F91B-3293-3EBD-9B9F-67285B225F23}"/>
          </ac:spMkLst>
        </pc:spChg>
        <pc:spChg chg="add mod">
          <ac:chgData name="Palit, Tapti" userId="dec6fbcd-7598-406a-8cbf-504d4a3bac15" providerId="ADAL" clId="{ECD42228-5B96-4A72-B268-C46DF994E6B7}" dt="2024-01-29T16:41:06.598" v="80924"/>
          <ac:spMkLst>
            <pc:docMk/>
            <pc:sldMk cId="2035366857" sldId="1117"/>
            <ac:spMk id="28" creationId="{D93BC563-1E66-D748-C54F-596C37931408}"/>
          </ac:spMkLst>
        </pc:spChg>
        <pc:spChg chg="add mod">
          <ac:chgData name="Palit, Tapti" userId="dec6fbcd-7598-406a-8cbf-504d4a3bac15" providerId="ADAL" clId="{ECD42228-5B96-4A72-B268-C46DF994E6B7}" dt="2024-01-29T16:41:06.598" v="80924"/>
          <ac:spMkLst>
            <pc:docMk/>
            <pc:sldMk cId="2035366857" sldId="1117"/>
            <ac:spMk id="29" creationId="{FDE0358E-7FFB-567D-1A2D-7A8F3A4DC675}"/>
          </ac:spMkLst>
        </pc:spChg>
        <pc:spChg chg="add mod">
          <ac:chgData name="Palit, Tapti" userId="dec6fbcd-7598-406a-8cbf-504d4a3bac15" providerId="ADAL" clId="{ECD42228-5B96-4A72-B268-C46DF994E6B7}" dt="2024-01-29T16:41:06.598" v="80924"/>
          <ac:spMkLst>
            <pc:docMk/>
            <pc:sldMk cId="2035366857" sldId="1117"/>
            <ac:spMk id="31" creationId="{0B534233-6F97-E181-53E7-CC999EE05B7E}"/>
          </ac:spMkLst>
        </pc:spChg>
        <pc:spChg chg="add mod">
          <ac:chgData name="Palit, Tapti" userId="dec6fbcd-7598-406a-8cbf-504d4a3bac15" providerId="ADAL" clId="{ECD42228-5B96-4A72-B268-C46DF994E6B7}" dt="2024-01-29T16:41:06.598" v="80924"/>
          <ac:spMkLst>
            <pc:docMk/>
            <pc:sldMk cId="2035366857" sldId="1117"/>
            <ac:spMk id="33" creationId="{D06FDAC4-DEFD-0D67-173C-5E38EFE0B9A1}"/>
          </ac:spMkLst>
        </pc:spChg>
        <pc:spChg chg="add mod">
          <ac:chgData name="Palit, Tapti" userId="dec6fbcd-7598-406a-8cbf-504d4a3bac15" providerId="ADAL" clId="{ECD42228-5B96-4A72-B268-C46DF994E6B7}" dt="2024-01-29T16:41:06.598" v="80924"/>
          <ac:spMkLst>
            <pc:docMk/>
            <pc:sldMk cId="2035366857" sldId="1117"/>
            <ac:spMk id="34" creationId="{70085623-9C92-2F43-0B8F-E06D3D72382A}"/>
          </ac:spMkLst>
        </pc:spChg>
        <pc:spChg chg="add mod">
          <ac:chgData name="Palit, Tapti" userId="dec6fbcd-7598-406a-8cbf-504d4a3bac15" providerId="ADAL" clId="{ECD42228-5B96-4A72-B268-C46DF994E6B7}" dt="2024-01-30T15:47:16.379" v="91920"/>
          <ac:spMkLst>
            <pc:docMk/>
            <pc:sldMk cId="2035366857" sldId="1117"/>
            <ac:spMk id="35" creationId="{B90DC011-56D6-D7E4-2D59-4F687E2D8286}"/>
          </ac:spMkLst>
        </pc:spChg>
        <pc:spChg chg="add del mod">
          <ac:chgData name="Palit, Tapti" userId="dec6fbcd-7598-406a-8cbf-504d4a3bac15" providerId="ADAL" clId="{ECD42228-5B96-4A72-B268-C46DF994E6B7}" dt="2024-02-09T04:47:12.203" v="104516" actId="478"/>
          <ac:spMkLst>
            <pc:docMk/>
            <pc:sldMk cId="2035366857" sldId="1117"/>
            <ac:spMk id="37" creationId="{8B932BE5-6FD1-2458-4299-DD8CEB538DB6}"/>
          </ac:spMkLst>
        </pc:spChg>
        <pc:spChg chg="add del mod">
          <ac:chgData name="Palit, Tapti" userId="dec6fbcd-7598-406a-8cbf-504d4a3bac15" providerId="ADAL" clId="{ECD42228-5B96-4A72-B268-C46DF994E6B7}" dt="2024-02-09T04:47:15.190" v="104517" actId="478"/>
          <ac:spMkLst>
            <pc:docMk/>
            <pc:sldMk cId="2035366857" sldId="1117"/>
            <ac:spMk id="38" creationId="{26488FEF-0EA3-3F39-447A-92F4269CEB34}"/>
          </ac:spMkLst>
        </pc:spChg>
        <pc:picChg chg="add mod">
          <ac:chgData name="Palit, Tapti" userId="dec6fbcd-7598-406a-8cbf-504d4a3bac15" providerId="ADAL" clId="{ECD42228-5B96-4A72-B268-C46DF994E6B7}" dt="2024-01-30T15:47:16.379" v="91920"/>
          <ac:picMkLst>
            <pc:docMk/>
            <pc:sldMk cId="2035366857" sldId="1117"/>
            <ac:picMk id="6" creationId="{691916C8-3016-8D59-3D8A-B8665DB419E3}"/>
          </ac:picMkLst>
        </pc:picChg>
        <pc:picChg chg="add mod">
          <ac:chgData name="Palit, Tapti" userId="dec6fbcd-7598-406a-8cbf-504d4a3bac15" providerId="ADAL" clId="{ECD42228-5B96-4A72-B268-C46DF994E6B7}" dt="2024-01-30T15:47:16.379" v="91920"/>
          <ac:picMkLst>
            <pc:docMk/>
            <pc:sldMk cId="2035366857" sldId="1117"/>
            <ac:picMk id="36" creationId="{7CEBA119-5593-6FEB-7877-A59CBD4BD9BD}"/>
          </ac:picMkLst>
        </pc:picChg>
        <pc:cxnChg chg="add mod">
          <ac:chgData name="Palit, Tapti" userId="dec6fbcd-7598-406a-8cbf-504d4a3bac15" providerId="ADAL" clId="{ECD42228-5B96-4A72-B268-C46DF994E6B7}" dt="2024-01-29T16:41:06.598" v="80924"/>
          <ac:cxnSpMkLst>
            <pc:docMk/>
            <pc:sldMk cId="2035366857" sldId="1117"/>
            <ac:cxnSpMk id="7" creationId="{9ABF00C0-1B45-0BB2-7BD2-10B1AEDE7794}"/>
          </ac:cxnSpMkLst>
        </pc:cxnChg>
        <pc:cxnChg chg="add mod">
          <ac:chgData name="Palit, Tapti" userId="dec6fbcd-7598-406a-8cbf-504d4a3bac15" providerId="ADAL" clId="{ECD42228-5B96-4A72-B268-C46DF994E6B7}" dt="2024-01-29T16:41:06.598" v="80924"/>
          <ac:cxnSpMkLst>
            <pc:docMk/>
            <pc:sldMk cId="2035366857" sldId="1117"/>
            <ac:cxnSpMk id="10" creationId="{063FCB0F-86A8-2380-D293-0A466EBCA0F0}"/>
          </ac:cxnSpMkLst>
        </pc:cxnChg>
        <pc:cxnChg chg="add mod">
          <ac:chgData name="Palit, Tapti" userId="dec6fbcd-7598-406a-8cbf-504d4a3bac15" providerId="ADAL" clId="{ECD42228-5B96-4A72-B268-C46DF994E6B7}" dt="2024-01-29T16:41:06.598" v="80924"/>
          <ac:cxnSpMkLst>
            <pc:docMk/>
            <pc:sldMk cId="2035366857" sldId="1117"/>
            <ac:cxnSpMk id="11" creationId="{5DD75200-D877-F3CD-0837-DCD2F458D1B8}"/>
          </ac:cxnSpMkLst>
        </pc:cxnChg>
        <pc:cxnChg chg="add mod">
          <ac:chgData name="Palit, Tapti" userId="dec6fbcd-7598-406a-8cbf-504d4a3bac15" providerId="ADAL" clId="{ECD42228-5B96-4A72-B268-C46DF994E6B7}" dt="2024-01-29T16:41:06.598" v="80924"/>
          <ac:cxnSpMkLst>
            <pc:docMk/>
            <pc:sldMk cId="2035366857" sldId="1117"/>
            <ac:cxnSpMk id="12" creationId="{7A51912A-0F92-69FA-673A-53714D640A0F}"/>
          </ac:cxnSpMkLst>
        </pc:cxnChg>
        <pc:cxnChg chg="add mod">
          <ac:chgData name="Palit, Tapti" userId="dec6fbcd-7598-406a-8cbf-504d4a3bac15" providerId="ADAL" clId="{ECD42228-5B96-4A72-B268-C46DF994E6B7}" dt="2024-01-29T16:41:06.598" v="80924"/>
          <ac:cxnSpMkLst>
            <pc:docMk/>
            <pc:sldMk cId="2035366857" sldId="1117"/>
            <ac:cxnSpMk id="13" creationId="{33465E6C-E237-6568-B5C2-093C6191FCC0}"/>
          </ac:cxnSpMkLst>
        </pc:cxnChg>
        <pc:cxnChg chg="add mod">
          <ac:chgData name="Palit, Tapti" userId="dec6fbcd-7598-406a-8cbf-504d4a3bac15" providerId="ADAL" clId="{ECD42228-5B96-4A72-B268-C46DF994E6B7}" dt="2024-01-29T16:41:06.598" v="80924"/>
          <ac:cxnSpMkLst>
            <pc:docMk/>
            <pc:sldMk cId="2035366857" sldId="1117"/>
            <ac:cxnSpMk id="30" creationId="{5C31C089-018B-0786-4EC5-EC05C6B6A96E}"/>
          </ac:cxnSpMkLst>
        </pc:cxnChg>
        <pc:cxnChg chg="add mod">
          <ac:chgData name="Palit, Tapti" userId="dec6fbcd-7598-406a-8cbf-504d4a3bac15" providerId="ADAL" clId="{ECD42228-5B96-4A72-B268-C46DF994E6B7}" dt="2024-01-29T16:41:06.598" v="80924"/>
          <ac:cxnSpMkLst>
            <pc:docMk/>
            <pc:sldMk cId="2035366857" sldId="1117"/>
            <ac:cxnSpMk id="32" creationId="{376AEA8A-0A9C-8C7D-9BC2-C2D157128023}"/>
          </ac:cxnSpMkLst>
        </pc:cxnChg>
      </pc:sldChg>
      <pc:sldChg chg="add del">
        <pc:chgData name="Palit, Tapti" userId="dec6fbcd-7598-406a-8cbf-504d4a3bac15" providerId="ADAL" clId="{ECD42228-5B96-4A72-B268-C46DF994E6B7}" dt="2024-01-29T16:40:18.547" v="80918" actId="47"/>
        <pc:sldMkLst>
          <pc:docMk/>
          <pc:sldMk cId="3657844509" sldId="1117"/>
        </pc:sldMkLst>
      </pc:sldChg>
      <pc:sldChg chg="addSp delSp modSp add del mod modAnim addCm chgLayout modNotesTx">
        <pc:chgData name="Palit, Tapti" userId="dec6fbcd-7598-406a-8cbf-504d4a3bac15" providerId="ADAL" clId="{ECD42228-5B96-4A72-B268-C46DF994E6B7}" dt="2024-02-11T17:49:16.699" v="110372" actId="2696"/>
        <pc:sldMkLst>
          <pc:docMk/>
          <pc:sldMk cId="1937015687" sldId="1118"/>
        </pc:sldMkLst>
        <pc:spChg chg="mod ord">
          <ac:chgData name="Palit, Tapti" userId="dec6fbcd-7598-406a-8cbf-504d4a3bac15" providerId="ADAL" clId="{ECD42228-5B96-4A72-B268-C46DF994E6B7}" dt="2024-01-29T16:46:13.304" v="81133" actId="700"/>
          <ac:spMkLst>
            <pc:docMk/>
            <pc:sldMk cId="1937015687" sldId="1118"/>
            <ac:spMk id="2" creationId="{72255B09-C652-86B4-3A5C-C987FF2F36D4}"/>
          </ac:spMkLst>
        </pc:spChg>
        <pc:spChg chg="mod ord">
          <ac:chgData name="Palit, Tapti" userId="dec6fbcd-7598-406a-8cbf-504d4a3bac15" providerId="ADAL" clId="{ECD42228-5B96-4A72-B268-C46DF994E6B7}" dt="2024-02-11T15:26:16.930" v="110369" actId="20577"/>
          <ac:spMkLst>
            <pc:docMk/>
            <pc:sldMk cId="1937015687" sldId="1118"/>
            <ac:spMk id="3" creationId="{323C4707-8358-58C6-2162-E4F42AA7F78D}"/>
          </ac:spMkLst>
        </pc:spChg>
        <pc:spChg chg="add del mod ord">
          <ac:chgData name="Palit, Tapti" userId="dec6fbcd-7598-406a-8cbf-504d4a3bac15" providerId="ADAL" clId="{ECD42228-5B96-4A72-B268-C46DF994E6B7}" dt="2024-01-29T16:46:13.304" v="81133" actId="700"/>
          <ac:spMkLst>
            <pc:docMk/>
            <pc:sldMk cId="1937015687" sldId="1118"/>
            <ac:spMk id="4" creationId="{6D3C78A8-E77F-E399-E109-CE12674DAA3B}"/>
          </ac:spMkLst>
        </pc:spChg>
        <pc:spChg chg="mod">
          <ac:chgData name="Palit, Tapti" userId="dec6fbcd-7598-406a-8cbf-504d4a3bac15" providerId="ADAL" clId="{ECD42228-5B96-4A72-B268-C46DF994E6B7}" dt="2024-02-11T15:08:51.387" v="110310" actId="14100"/>
          <ac:spMkLst>
            <pc:docMk/>
            <pc:sldMk cId="1937015687" sldId="1118"/>
            <ac:spMk id="10" creationId="{F225B689-31D9-CFC7-F94F-6CF19C7B201F}"/>
          </ac:spMkLst>
        </pc:spChg>
        <pc:spChg chg="mod">
          <ac:chgData name="Palit, Tapti" userId="dec6fbcd-7598-406a-8cbf-504d4a3bac15" providerId="ADAL" clId="{ECD42228-5B96-4A72-B268-C46DF994E6B7}" dt="2024-02-11T15:08:07.484" v="110300" actId="1076"/>
          <ac:spMkLst>
            <pc:docMk/>
            <pc:sldMk cId="1937015687" sldId="1118"/>
            <ac:spMk id="12" creationId="{B99E7010-9130-3A35-F2B8-D92EB4C6A96F}"/>
          </ac:spMkLst>
        </pc:spChg>
        <pc:spChg chg="mod">
          <ac:chgData name="Palit, Tapti" userId="dec6fbcd-7598-406a-8cbf-504d4a3bac15" providerId="ADAL" clId="{ECD42228-5B96-4A72-B268-C46DF994E6B7}" dt="2024-02-11T15:07:56.330" v="110298" actId="1076"/>
          <ac:spMkLst>
            <pc:docMk/>
            <pc:sldMk cId="1937015687" sldId="1118"/>
            <ac:spMk id="13" creationId="{E9FF5A50-C798-72DE-F6DB-72DD77DFE6B0}"/>
          </ac:spMkLst>
        </pc:spChg>
        <pc:spChg chg="mod">
          <ac:chgData name="Palit, Tapti" userId="dec6fbcd-7598-406a-8cbf-504d4a3bac15" providerId="ADAL" clId="{ECD42228-5B96-4A72-B268-C46DF994E6B7}" dt="2024-02-11T15:10:06.763" v="110334" actId="14100"/>
          <ac:spMkLst>
            <pc:docMk/>
            <pc:sldMk cId="1937015687" sldId="1118"/>
            <ac:spMk id="15" creationId="{031A9CFC-6DD2-74E0-0FB8-C2F9DF209CFC}"/>
          </ac:spMkLst>
        </pc:spChg>
        <pc:spChg chg="add mod">
          <ac:chgData name="Palit, Tapti" userId="dec6fbcd-7598-406a-8cbf-504d4a3bac15" providerId="ADAL" clId="{ECD42228-5B96-4A72-B268-C46DF994E6B7}" dt="2024-02-11T15:09:07.145" v="110316" actId="1076"/>
          <ac:spMkLst>
            <pc:docMk/>
            <pc:sldMk cId="1937015687" sldId="1118"/>
            <ac:spMk id="25" creationId="{EF1C57C0-3F06-E691-7718-CF1190670894}"/>
          </ac:spMkLst>
        </pc:spChg>
        <pc:spChg chg="mod topLvl">
          <ac:chgData name="Palit, Tapti" userId="dec6fbcd-7598-406a-8cbf-504d4a3bac15" providerId="ADAL" clId="{ECD42228-5B96-4A72-B268-C46DF994E6B7}" dt="2024-02-11T15:10:15.619" v="110335" actId="164"/>
          <ac:spMkLst>
            <pc:docMk/>
            <pc:sldMk cId="1937015687" sldId="1118"/>
            <ac:spMk id="27" creationId="{0A029BF7-D0AB-953F-BC4C-9A194BD949FD}"/>
          </ac:spMkLst>
        </pc:spChg>
        <pc:spChg chg="mod topLvl">
          <ac:chgData name="Palit, Tapti" userId="dec6fbcd-7598-406a-8cbf-504d4a3bac15" providerId="ADAL" clId="{ECD42228-5B96-4A72-B268-C46DF994E6B7}" dt="2024-02-11T15:10:15.619" v="110335" actId="164"/>
          <ac:spMkLst>
            <pc:docMk/>
            <pc:sldMk cId="1937015687" sldId="1118"/>
            <ac:spMk id="28" creationId="{F42191D1-CE77-09D0-04EC-B70B87012E82}"/>
          </ac:spMkLst>
        </pc:spChg>
        <pc:spChg chg="mod topLvl">
          <ac:chgData name="Palit, Tapti" userId="dec6fbcd-7598-406a-8cbf-504d4a3bac15" providerId="ADAL" clId="{ECD42228-5B96-4A72-B268-C46DF994E6B7}" dt="2024-02-11T15:10:15.619" v="110335" actId="164"/>
          <ac:spMkLst>
            <pc:docMk/>
            <pc:sldMk cId="1937015687" sldId="1118"/>
            <ac:spMk id="31" creationId="{4C7AFA93-43F4-BCBF-6122-672852231B3C}"/>
          </ac:spMkLst>
        </pc:spChg>
        <pc:spChg chg="mod">
          <ac:chgData name="Palit, Tapti" userId="dec6fbcd-7598-406a-8cbf-504d4a3bac15" providerId="ADAL" clId="{ECD42228-5B96-4A72-B268-C46DF994E6B7}" dt="2024-02-11T15:09:55.011" v="110331" actId="1076"/>
          <ac:spMkLst>
            <pc:docMk/>
            <pc:sldMk cId="1937015687" sldId="1118"/>
            <ac:spMk id="34" creationId="{B3595EF2-2D8F-8DFA-AD64-9F5462C472EA}"/>
          </ac:spMkLst>
        </pc:spChg>
        <pc:spChg chg="mod topLvl">
          <ac:chgData name="Palit, Tapti" userId="dec6fbcd-7598-406a-8cbf-504d4a3bac15" providerId="ADAL" clId="{ECD42228-5B96-4A72-B268-C46DF994E6B7}" dt="2024-02-11T15:10:15.619" v="110335" actId="164"/>
          <ac:spMkLst>
            <pc:docMk/>
            <pc:sldMk cId="1937015687" sldId="1118"/>
            <ac:spMk id="35" creationId="{CDCFDBD0-801A-4AE6-5A33-CAE9F5EC9467}"/>
          </ac:spMkLst>
        </pc:spChg>
        <pc:spChg chg="add mod">
          <ac:chgData name="Palit, Tapti" userId="dec6fbcd-7598-406a-8cbf-504d4a3bac15" providerId="ADAL" clId="{ECD42228-5B96-4A72-B268-C46DF994E6B7}" dt="2024-02-11T15:10:15.619" v="110335" actId="164"/>
          <ac:spMkLst>
            <pc:docMk/>
            <pc:sldMk cId="1937015687" sldId="1118"/>
            <ac:spMk id="37" creationId="{F5493CD6-F161-0544-99CB-2F1F71E4F738}"/>
          </ac:spMkLst>
        </pc:spChg>
        <pc:spChg chg="del">
          <ac:chgData name="Palit, Tapti" userId="dec6fbcd-7598-406a-8cbf-504d4a3bac15" providerId="ADAL" clId="{ECD42228-5B96-4A72-B268-C46DF994E6B7}" dt="2024-01-29T16:43:46.952" v="80951" actId="478"/>
          <ac:spMkLst>
            <pc:docMk/>
            <pc:sldMk cId="1937015687" sldId="1118"/>
            <ac:spMk id="77" creationId="{787EE70D-5A65-FF46-E74A-321F148D7F85}"/>
          </ac:spMkLst>
        </pc:spChg>
        <pc:spChg chg="del">
          <ac:chgData name="Palit, Tapti" userId="dec6fbcd-7598-406a-8cbf-504d4a3bac15" providerId="ADAL" clId="{ECD42228-5B96-4A72-B268-C46DF994E6B7}" dt="2024-01-29T16:43:46.952" v="80951" actId="478"/>
          <ac:spMkLst>
            <pc:docMk/>
            <pc:sldMk cId="1937015687" sldId="1118"/>
            <ac:spMk id="78" creationId="{6A30B2D1-6111-7F61-1F73-BEE4976A2917}"/>
          </ac:spMkLst>
        </pc:spChg>
        <pc:spChg chg="del">
          <ac:chgData name="Palit, Tapti" userId="dec6fbcd-7598-406a-8cbf-504d4a3bac15" providerId="ADAL" clId="{ECD42228-5B96-4A72-B268-C46DF994E6B7}" dt="2024-01-29T16:43:46.952" v="80951" actId="478"/>
          <ac:spMkLst>
            <pc:docMk/>
            <pc:sldMk cId="1937015687" sldId="1118"/>
            <ac:spMk id="87" creationId="{F0204E75-4C5E-F7C7-8CAF-066FE380941D}"/>
          </ac:spMkLst>
        </pc:spChg>
        <pc:spChg chg="del">
          <ac:chgData name="Palit, Tapti" userId="dec6fbcd-7598-406a-8cbf-504d4a3bac15" providerId="ADAL" clId="{ECD42228-5B96-4A72-B268-C46DF994E6B7}" dt="2024-01-29T16:43:46.952" v="80951" actId="478"/>
          <ac:spMkLst>
            <pc:docMk/>
            <pc:sldMk cId="1937015687" sldId="1118"/>
            <ac:spMk id="89" creationId="{7F283E79-F947-78A7-3ABA-90551D6F6DC9}"/>
          </ac:spMkLst>
        </pc:spChg>
        <pc:spChg chg="del">
          <ac:chgData name="Palit, Tapti" userId="dec6fbcd-7598-406a-8cbf-504d4a3bac15" providerId="ADAL" clId="{ECD42228-5B96-4A72-B268-C46DF994E6B7}" dt="2024-01-29T16:43:46.952" v="80951" actId="478"/>
          <ac:spMkLst>
            <pc:docMk/>
            <pc:sldMk cId="1937015687" sldId="1118"/>
            <ac:spMk id="96" creationId="{68AEEC0B-0C53-93F6-3422-EEAA8D00AB0F}"/>
          </ac:spMkLst>
        </pc:spChg>
        <pc:spChg chg="del">
          <ac:chgData name="Palit, Tapti" userId="dec6fbcd-7598-406a-8cbf-504d4a3bac15" providerId="ADAL" clId="{ECD42228-5B96-4A72-B268-C46DF994E6B7}" dt="2024-01-29T16:43:46.952" v="80951" actId="478"/>
          <ac:spMkLst>
            <pc:docMk/>
            <pc:sldMk cId="1937015687" sldId="1118"/>
            <ac:spMk id="97" creationId="{94250A9F-396F-CC42-2343-1F8F28E16C73}"/>
          </ac:spMkLst>
        </pc:spChg>
        <pc:spChg chg="del">
          <ac:chgData name="Palit, Tapti" userId="dec6fbcd-7598-406a-8cbf-504d4a3bac15" providerId="ADAL" clId="{ECD42228-5B96-4A72-B268-C46DF994E6B7}" dt="2024-01-29T16:43:46.952" v="80951" actId="478"/>
          <ac:spMkLst>
            <pc:docMk/>
            <pc:sldMk cId="1937015687" sldId="1118"/>
            <ac:spMk id="98" creationId="{F4926BF4-4F84-99BF-7127-10C8F111C4C2}"/>
          </ac:spMkLst>
        </pc:spChg>
        <pc:spChg chg="del">
          <ac:chgData name="Palit, Tapti" userId="dec6fbcd-7598-406a-8cbf-504d4a3bac15" providerId="ADAL" clId="{ECD42228-5B96-4A72-B268-C46DF994E6B7}" dt="2024-01-29T16:43:46.952" v="80951" actId="478"/>
          <ac:spMkLst>
            <pc:docMk/>
            <pc:sldMk cId="1937015687" sldId="1118"/>
            <ac:spMk id="99" creationId="{2C60728E-E2CA-BF4E-EC78-412B85E8DF74}"/>
          </ac:spMkLst>
        </pc:spChg>
        <pc:spChg chg="del">
          <ac:chgData name="Palit, Tapti" userId="dec6fbcd-7598-406a-8cbf-504d4a3bac15" providerId="ADAL" clId="{ECD42228-5B96-4A72-B268-C46DF994E6B7}" dt="2024-01-29T16:43:46.952" v="80951" actId="478"/>
          <ac:spMkLst>
            <pc:docMk/>
            <pc:sldMk cId="1937015687" sldId="1118"/>
            <ac:spMk id="103" creationId="{6C7E4519-AFB2-C74A-D408-D91915D60281}"/>
          </ac:spMkLst>
        </pc:spChg>
        <pc:spChg chg="del">
          <ac:chgData name="Palit, Tapti" userId="dec6fbcd-7598-406a-8cbf-504d4a3bac15" providerId="ADAL" clId="{ECD42228-5B96-4A72-B268-C46DF994E6B7}" dt="2024-01-29T16:43:46.952" v="80951" actId="478"/>
          <ac:spMkLst>
            <pc:docMk/>
            <pc:sldMk cId="1937015687" sldId="1118"/>
            <ac:spMk id="104" creationId="{DA47DFD7-B7D7-4A42-EF7D-ABCF3C032269}"/>
          </ac:spMkLst>
        </pc:spChg>
        <pc:spChg chg="del">
          <ac:chgData name="Palit, Tapti" userId="dec6fbcd-7598-406a-8cbf-504d4a3bac15" providerId="ADAL" clId="{ECD42228-5B96-4A72-B268-C46DF994E6B7}" dt="2024-01-29T16:43:46.952" v="80951" actId="478"/>
          <ac:spMkLst>
            <pc:docMk/>
            <pc:sldMk cId="1937015687" sldId="1118"/>
            <ac:spMk id="105" creationId="{CE157EEE-15E2-3608-A05D-08EB11DBAD33}"/>
          </ac:spMkLst>
        </pc:spChg>
        <pc:spChg chg="del">
          <ac:chgData name="Palit, Tapti" userId="dec6fbcd-7598-406a-8cbf-504d4a3bac15" providerId="ADAL" clId="{ECD42228-5B96-4A72-B268-C46DF994E6B7}" dt="2024-01-29T16:43:46.952" v="80951" actId="478"/>
          <ac:spMkLst>
            <pc:docMk/>
            <pc:sldMk cId="1937015687" sldId="1118"/>
            <ac:spMk id="107" creationId="{CAC59AC9-31A9-820F-31F1-983FC6E6BAB1}"/>
          </ac:spMkLst>
        </pc:spChg>
        <pc:spChg chg="del">
          <ac:chgData name="Palit, Tapti" userId="dec6fbcd-7598-406a-8cbf-504d4a3bac15" providerId="ADAL" clId="{ECD42228-5B96-4A72-B268-C46DF994E6B7}" dt="2024-01-29T16:43:46.952" v="80951" actId="478"/>
          <ac:spMkLst>
            <pc:docMk/>
            <pc:sldMk cId="1937015687" sldId="1118"/>
            <ac:spMk id="108" creationId="{AE0B7C96-162A-7983-F7DE-EC5AC0623AC8}"/>
          </ac:spMkLst>
        </pc:spChg>
        <pc:spChg chg="del">
          <ac:chgData name="Palit, Tapti" userId="dec6fbcd-7598-406a-8cbf-504d4a3bac15" providerId="ADAL" clId="{ECD42228-5B96-4A72-B268-C46DF994E6B7}" dt="2024-01-29T16:43:46.952" v="80951" actId="478"/>
          <ac:spMkLst>
            <pc:docMk/>
            <pc:sldMk cId="1937015687" sldId="1118"/>
            <ac:spMk id="110" creationId="{BC232711-1100-962D-EE5F-CAB6B6F40665}"/>
          </ac:spMkLst>
        </pc:spChg>
        <pc:spChg chg="del">
          <ac:chgData name="Palit, Tapti" userId="dec6fbcd-7598-406a-8cbf-504d4a3bac15" providerId="ADAL" clId="{ECD42228-5B96-4A72-B268-C46DF994E6B7}" dt="2024-01-29T16:43:46.952" v="80951" actId="478"/>
          <ac:spMkLst>
            <pc:docMk/>
            <pc:sldMk cId="1937015687" sldId="1118"/>
            <ac:spMk id="114" creationId="{0A6EBDBD-7A0B-B01C-0442-096CEBC3F0D1}"/>
          </ac:spMkLst>
        </pc:spChg>
        <pc:spChg chg="del">
          <ac:chgData name="Palit, Tapti" userId="dec6fbcd-7598-406a-8cbf-504d4a3bac15" providerId="ADAL" clId="{ECD42228-5B96-4A72-B268-C46DF994E6B7}" dt="2024-01-29T16:43:46.952" v="80951" actId="478"/>
          <ac:spMkLst>
            <pc:docMk/>
            <pc:sldMk cId="1937015687" sldId="1118"/>
            <ac:spMk id="117" creationId="{B52D5980-E65C-0CEF-BB92-8C4DAE30B9D7}"/>
          </ac:spMkLst>
        </pc:spChg>
        <pc:spChg chg="del">
          <ac:chgData name="Palit, Tapti" userId="dec6fbcd-7598-406a-8cbf-504d4a3bac15" providerId="ADAL" clId="{ECD42228-5B96-4A72-B268-C46DF994E6B7}" dt="2024-01-29T16:43:46.952" v="80951" actId="478"/>
          <ac:spMkLst>
            <pc:docMk/>
            <pc:sldMk cId="1937015687" sldId="1118"/>
            <ac:spMk id="118" creationId="{A671799D-CDE4-6C38-A10F-1B59A78B0B4A}"/>
          </ac:spMkLst>
        </pc:spChg>
        <pc:spChg chg="del">
          <ac:chgData name="Palit, Tapti" userId="dec6fbcd-7598-406a-8cbf-504d4a3bac15" providerId="ADAL" clId="{ECD42228-5B96-4A72-B268-C46DF994E6B7}" dt="2024-01-29T16:43:46.952" v="80951" actId="478"/>
          <ac:spMkLst>
            <pc:docMk/>
            <pc:sldMk cId="1937015687" sldId="1118"/>
            <ac:spMk id="119" creationId="{CCE6DED6-1059-3A9C-F355-274E6934AB53}"/>
          </ac:spMkLst>
        </pc:spChg>
        <pc:spChg chg="del">
          <ac:chgData name="Palit, Tapti" userId="dec6fbcd-7598-406a-8cbf-504d4a3bac15" providerId="ADAL" clId="{ECD42228-5B96-4A72-B268-C46DF994E6B7}" dt="2024-01-29T16:43:46.952" v="80951" actId="478"/>
          <ac:spMkLst>
            <pc:docMk/>
            <pc:sldMk cId="1937015687" sldId="1118"/>
            <ac:spMk id="120" creationId="{1FBABAE2-129D-59DB-E52A-1901559DC305}"/>
          </ac:spMkLst>
        </pc:spChg>
        <pc:spChg chg="del">
          <ac:chgData name="Palit, Tapti" userId="dec6fbcd-7598-406a-8cbf-504d4a3bac15" providerId="ADAL" clId="{ECD42228-5B96-4A72-B268-C46DF994E6B7}" dt="2024-01-29T16:43:46.952" v="80951" actId="478"/>
          <ac:spMkLst>
            <pc:docMk/>
            <pc:sldMk cId="1937015687" sldId="1118"/>
            <ac:spMk id="121" creationId="{36C14A44-08FE-2DAD-141B-91ED1B59CAD0}"/>
          </ac:spMkLst>
        </pc:spChg>
        <pc:spChg chg="del">
          <ac:chgData name="Palit, Tapti" userId="dec6fbcd-7598-406a-8cbf-504d4a3bac15" providerId="ADAL" clId="{ECD42228-5B96-4A72-B268-C46DF994E6B7}" dt="2024-01-29T16:43:46.952" v="80951" actId="478"/>
          <ac:spMkLst>
            <pc:docMk/>
            <pc:sldMk cId="1937015687" sldId="1118"/>
            <ac:spMk id="122" creationId="{5CCE2D50-73BC-CA4F-FE18-0F1E907B6205}"/>
          </ac:spMkLst>
        </pc:spChg>
        <pc:spChg chg="del">
          <ac:chgData name="Palit, Tapti" userId="dec6fbcd-7598-406a-8cbf-504d4a3bac15" providerId="ADAL" clId="{ECD42228-5B96-4A72-B268-C46DF994E6B7}" dt="2024-01-29T16:43:46.952" v="80951" actId="478"/>
          <ac:spMkLst>
            <pc:docMk/>
            <pc:sldMk cId="1937015687" sldId="1118"/>
            <ac:spMk id="129" creationId="{2B09296F-57CD-EF18-3C9E-704FDBC22131}"/>
          </ac:spMkLst>
        </pc:spChg>
        <pc:spChg chg="del">
          <ac:chgData name="Palit, Tapti" userId="dec6fbcd-7598-406a-8cbf-504d4a3bac15" providerId="ADAL" clId="{ECD42228-5B96-4A72-B268-C46DF994E6B7}" dt="2024-01-29T16:43:46.952" v="80951" actId="478"/>
          <ac:spMkLst>
            <pc:docMk/>
            <pc:sldMk cId="1937015687" sldId="1118"/>
            <ac:spMk id="150" creationId="{89721B6A-856E-7501-1C03-1FCCBA27816B}"/>
          </ac:spMkLst>
        </pc:spChg>
        <pc:spChg chg="del">
          <ac:chgData name="Palit, Tapti" userId="dec6fbcd-7598-406a-8cbf-504d4a3bac15" providerId="ADAL" clId="{ECD42228-5B96-4A72-B268-C46DF994E6B7}" dt="2024-01-29T16:43:52.880" v="80952" actId="478"/>
          <ac:spMkLst>
            <pc:docMk/>
            <pc:sldMk cId="1937015687" sldId="1118"/>
            <ac:spMk id="154" creationId="{D1BDA3AE-CCEC-C7C2-880C-B1D136D6EE87}"/>
          </ac:spMkLst>
        </pc:spChg>
        <pc:grpChg chg="add mod">
          <ac:chgData name="Palit, Tapti" userId="dec6fbcd-7598-406a-8cbf-504d4a3bac15" providerId="ADAL" clId="{ECD42228-5B96-4A72-B268-C46DF994E6B7}" dt="2024-02-11T15:08:55.174" v="110312" actId="14100"/>
          <ac:grpSpMkLst>
            <pc:docMk/>
            <pc:sldMk cId="1937015687" sldId="1118"/>
            <ac:grpSpMk id="8" creationId="{CEA634DC-5BB2-CBD3-1EF2-7FAB17EDBFB4}"/>
          </ac:grpSpMkLst>
        </pc:grpChg>
        <pc:grpChg chg="add del mod">
          <ac:chgData name="Palit, Tapti" userId="dec6fbcd-7598-406a-8cbf-504d4a3bac15" providerId="ADAL" clId="{ECD42228-5B96-4A72-B268-C46DF994E6B7}" dt="2024-02-11T15:10:00.174" v="110332" actId="165"/>
          <ac:grpSpMkLst>
            <pc:docMk/>
            <pc:sldMk cId="1937015687" sldId="1118"/>
            <ac:grpSpMk id="26" creationId="{00409E75-95D1-A2A2-F514-26C42F700D1E}"/>
          </ac:grpSpMkLst>
        </pc:grpChg>
        <pc:grpChg chg="add mod">
          <ac:chgData name="Palit, Tapti" userId="dec6fbcd-7598-406a-8cbf-504d4a3bac15" providerId="ADAL" clId="{ECD42228-5B96-4A72-B268-C46DF994E6B7}" dt="2024-02-11T15:10:15.619" v="110335" actId="164"/>
          <ac:grpSpMkLst>
            <pc:docMk/>
            <pc:sldMk cId="1937015687" sldId="1118"/>
            <ac:grpSpMk id="41" creationId="{48CFA222-4350-86AB-6745-1EA542148646}"/>
          </ac:grpSpMkLst>
        </pc:grpChg>
        <pc:grpChg chg="del">
          <ac:chgData name="Palit, Tapti" userId="dec6fbcd-7598-406a-8cbf-504d4a3bac15" providerId="ADAL" clId="{ECD42228-5B96-4A72-B268-C46DF994E6B7}" dt="2024-01-29T16:43:46.952" v="80951" actId="478"/>
          <ac:grpSpMkLst>
            <pc:docMk/>
            <pc:sldMk cId="1937015687" sldId="1118"/>
            <ac:grpSpMk id="44" creationId="{7948B81D-07A4-E230-616A-B467EB054B12}"/>
          </ac:grpSpMkLst>
        </pc:grpChg>
        <pc:grpChg chg="del">
          <ac:chgData name="Palit, Tapti" userId="dec6fbcd-7598-406a-8cbf-504d4a3bac15" providerId="ADAL" clId="{ECD42228-5B96-4A72-B268-C46DF994E6B7}" dt="2024-01-29T16:43:46.952" v="80951" actId="478"/>
          <ac:grpSpMkLst>
            <pc:docMk/>
            <pc:sldMk cId="1937015687" sldId="1118"/>
            <ac:grpSpMk id="47" creationId="{86B59FAB-C145-9D70-75FC-00A93714005F}"/>
          </ac:grpSpMkLst>
        </pc:grpChg>
        <pc:graphicFrameChg chg="del">
          <ac:chgData name="Palit, Tapti" userId="dec6fbcd-7598-406a-8cbf-504d4a3bac15" providerId="ADAL" clId="{ECD42228-5B96-4A72-B268-C46DF994E6B7}" dt="2024-02-11T15:06:51.514" v="110280" actId="478"/>
          <ac:graphicFrameMkLst>
            <pc:docMk/>
            <pc:sldMk cId="1937015687" sldId="1118"/>
            <ac:graphicFrameMk id="11" creationId="{CAEB00BF-1913-3815-B768-94709F4067D0}"/>
          </ac:graphicFrameMkLst>
        </pc:graphicFrameChg>
        <pc:graphicFrameChg chg="del">
          <ac:chgData name="Palit, Tapti" userId="dec6fbcd-7598-406a-8cbf-504d4a3bac15" providerId="ADAL" clId="{ECD42228-5B96-4A72-B268-C46DF994E6B7}" dt="2024-02-11T15:09:00.452" v="110313" actId="478"/>
          <ac:graphicFrameMkLst>
            <pc:docMk/>
            <pc:sldMk cId="1937015687" sldId="1118"/>
            <ac:graphicFrameMk id="29" creationId="{E92F9F5C-372F-A9B8-444F-E34437A51BFE}"/>
          </ac:graphicFrameMkLst>
        </pc:graphicFrameChg>
        <pc:picChg chg="del">
          <ac:chgData name="Palit, Tapti" userId="dec6fbcd-7598-406a-8cbf-504d4a3bac15" providerId="ADAL" clId="{ECD42228-5B96-4A72-B268-C46DF994E6B7}" dt="2024-01-29T16:43:46.952" v="80951" actId="478"/>
          <ac:picMkLst>
            <pc:docMk/>
            <pc:sldMk cId="1937015687" sldId="1118"/>
            <ac:picMk id="43" creationId="{75AB9CCD-8766-53D5-0DB6-643136F6500A}"/>
          </ac:picMkLst>
        </pc:picChg>
        <pc:cxnChg chg="mod">
          <ac:chgData name="Palit, Tapti" userId="dec6fbcd-7598-406a-8cbf-504d4a3bac15" providerId="ADAL" clId="{ECD42228-5B96-4A72-B268-C46DF994E6B7}" dt="2024-02-11T15:08:55.174" v="110312" actId="14100"/>
          <ac:cxnSpMkLst>
            <pc:docMk/>
            <pc:sldMk cId="1937015687" sldId="1118"/>
            <ac:cxnSpMk id="5" creationId="{409E7AA4-FF1D-14EC-625B-7E03FAD962B8}"/>
          </ac:cxnSpMkLst>
        </pc:cxnChg>
        <pc:cxnChg chg="mod">
          <ac:chgData name="Palit, Tapti" userId="dec6fbcd-7598-406a-8cbf-504d4a3bac15" providerId="ADAL" clId="{ECD42228-5B96-4A72-B268-C46DF994E6B7}" dt="2024-02-11T15:08:07.484" v="110300" actId="1076"/>
          <ac:cxnSpMkLst>
            <pc:docMk/>
            <pc:sldMk cId="1937015687" sldId="1118"/>
            <ac:cxnSpMk id="14" creationId="{C181B611-4B30-E83B-5C97-73793F58F6B4}"/>
          </ac:cxnSpMkLst>
        </pc:cxnChg>
        <pc:cxnChg chg="mod">
          <ac:chgData name="Palit, Tapti" userId="dec6fbcd-7598-406a-8cbf-504d4a3bac15" providerId="ADAL" clId="{ECD42228-5B96-4A72-B268-C46DF994E6B7}" dt="2024-02-11T15:09:00.452" v="110313" actId="478"/>
          <ac:cxnSpMkLst>
            <pc:docMk/>
            <pc:sldMk cId="1937015687" sldId="1118"/>
            <ac:cxnSpMk id="30" creationId="{2CEA86D1-D052-3C1E-2119-304BED842412}"/>
          </ac:cxnSpMkLst>
        </pc:cxnChg>
        <pc:cxnChg chg="mod topLvl">
          <ac:chgData name="Palit, Tapti" userId="dec6fbcd-7598-406a-8cbf-504d4a3bac15" providerId="ADAL" clId="{ECD42228-5B96-4A72-B268-C46DF994E6B7}" dt="2024-02-11T15:10:15.619" v="110335" actId="164"/>
          <ac:cxnSpMkLst>
            <pc:docMk/>
            <pc:sldMk cId="1937015687" sldId="1118"/>
            <ac:cxnSpMk id="32" creationId="{683099EA-C462-0B7B-C75B-B7793372ED47}"/>
          </ac:cxnSpMkLst>
        </pc:cxnChg>
        <pc:cxnChg chg="add mod">
          <ac:chgData name="Palit, Tapti" userId="dec6fbcd-7598-406a-8cbf-504d4a3bac15" providerId="ADAL" clId="{ECD42228-5B96-4A72-B268-C46DF994E6B7}" dt="2024-02-11T15:10:15.619" v="110335" actId="164"/>
          <ac:cxnSpMkLst>
            <pc:docMk/>
            <pc:sldMk cId="1937015687" sldId="1118"/>
            <ac:cxnSpMk id="38" creationId="{0BC6A28B-0F23-2D2F-9629-E85BBD3B48F2}"/>
          </ac:cxnSpMkLst>
        </pc:cxnChg>
        <pc:cxnChg chg="del">
          <ac:chgData name="Palit, Tapti" userId="dec6fbcd-7598-406a-8cbf-504d4a3bac15" providerId="ADAL" clId="{ECD42228-5B96-4A72-B268-C46DF994E6B7}" dt="2024-01-29T16:43:46.952" v="80951" actId="478"/>
          <ac:cxnSpMkLst>
            <pc:docMk/>
            <pc:sldMk cId="1937015687" sldId="1118"/>
            <ac:cxnSpMk id="58" creationId="{1E61FAB5-1EA9-EDF6-5B06-919779489407}"/>
          </ac:cxnSpMkLst>
        </pc:cxnChg>
        <pc:cxnChg chg="del">
          <ac:chgData name="Palit, Tapti" userId="dec6fbcd-7598-406a-8cbf-504d4a3bac15" providerId="ADAL" clId="{ECD42228-5B96-4A72-B268-C46DF994E6B7}" dt="2024-01-29T16:43:46.952" v="80951" actId="478"/>
          <ac:cxnSpMkLst>
            <pc:docMk/>
            <pc:sldMk cId="1937015687" sldId="1118"/>
            <ac:cxnSpMk id="71" creationId="{7550C2A0-279C-8B48-F491-0553B5D306FB}"/>
          </ac:cxnSpMkLst>
        </pc:cxnChg>
        <pc:cxnChg chg="del">
          <ac:chgData name="Palit, Tapti" userId="dec6fbcd-7598-406a-8cbf-504d4a3bac15" providerId="ADAL" clId="{ECD42228-5B96-4A72-B268-C46DF994E6B7}" dt="2024-01-29T16:43:46.952" v="80951" actId="478"/>
          <ac:cxnSpMkLst>
            <pc:docMk/>
            <pc:sldMk cId="1937015687" sldId="1118"/>
            <ac:cxnSpMk id="91" creationId="{4550AF6F-9137-0F31-8B03-75438E5A7C2B}"/>
          </ac:cxnSpMkLst>
        </pc:cxnChg>
        <pc:cxnChg chg="del">
          <ac:chgData name="Palit, Tapti" userId="dec6fbcd-7598-406a-8cbf-504d4a3bac15" providerId="ADAL" clId="{ECD42228-5B96-4A72-B268-C46DF994E6B7}" dt="2024-01-29T16:43:46.952" v="80951" actId="478"/>
          <ac:cxnSpMkLst>
            <pc:docMk/>
            <pc:sldMk cId="1937015687" sldId="1118"/>
            <ac:cxnSpMk id="92" creationId="{A61E719C-7619-13AF-9A81-FA27CDBA6FE1}"/>
          </ac:cxnSpMkLst>
        </pc:cxnChg>
        <pc:cxnChg chg="del">
          <ac:chgData name="Palit, Tapti" userId="dec6fbcd-7598-406a-8cbf-504d4a3bac15" providerId="ADAL" clId="{ECD42228-5B96-4A72-B268-C46DF994E6B7}" dt="2024-01-29T16:43:46.952" v="80951" actId="478"/>
          <ac:cxnSpMkLst>
            <pc:docMk/>
            <pc:sldMk cId="1937015687" sldId="1118"/>
            <ac:cxnSpMk id="113" creationId="{6ABB52B3-32C9-C0DE-11B7-23087F2BA581}"/>
          </ac:cxnSpMkLst>
        </pc:cxnChg>
        <pc:cxnChg chg="del">
          <ac:chgData name="Palit, Tapti" userId="dec6fbcd-7598-406a-8cbf-504d4a3bac15" providerId="ADAL" clId="{ECD42228-5B96-4A72-B268-C46DF994E6B7}" dt="2024-01-29T16:43:46.952" v="80951" actId="478"/>
          <ac:cxnSpMkLst>
            <pc:docMk/>
            <pc:sldMk cId="1937015687" sldId="1118"/>
            <ac:cxnSpMk id="134" creationId="{652EBC45-C851-E9FD-4663-289381858A2D}"/>
          </ac:cxnSpMkLst>
        </pc:cxnChg>
        <pc:cxnChg chg="del">
          <ac:chgData name="Palit, Tapti" userId="dec6fbcd-7598-406a-8cbf-504d4a3bac15" providerId="ADAL" clId="{ECD42228-5B96-4A72-B268-C46DF994E6B7}" dt="2024-01-29T16:43:46.952" v="80951" actId="478"/>
          <ac:cxnSpMkLst>
            <pc:docMk/>
            <pc:sldMk cId="1937015687" sldId="1118"/>
            <ac:cxnSpMk id="137" creationId="{FF2F8006-D1DF-85E8-467C-80E165017E50}"/>
          </ac:cxnSpMkLst>
        </pc:cxnChg>
        <pc:cxnChg chg="del">
          <ac:chgData name="Palit, Tapti" userId="dec6fbcd-7598-406a-8cbf-504d4a3bac15" providerId="ADAL" clId="{ECD42228-5B96-4A72-B268-C46DF994E6B7}" dt="2024-01-29T16:43:46.952" v="80951" actId="478"/>
          <ac:cxnSpMkLst>
            <pc:docMk/>
            <pc:sldMk cId="1937015687" sldId="1118"/>
            <ac:cxnSpMk id="140" creationId="{4339B1C1-FDE2-B568-F72A-D2661D9D3F9E}"/>
          </ac:cxnSpMkLst>
        </pc:cxnChg>
        <pc:cxnChg chg="del">
          <ac:chgData name="Palit, Tapti" userId="dec6fbcd-7598-406a-8cbf-504d4a3bac15" providerId="ADAL" clId="{ECD42228-5B96-4A72-B268-C46DF994E6B7}" dt="2024-01-29T16:43:52.880" v="80952" actId="478"/>
          <ac:cxnSpMkLst>
            <pc:docMk/>
            <pc:sldMk cId="1937015687" sldId="1118"/>
            <ac:cxnSpMk id="151" creationId="{872F8B54-D139-981A-A8F9-2B0069CF6168}"/>
          </ac:cxnSpMkLst>
        </pc:cxnChg>
        <pc:cxnChg chg="del">
          <ac:chgData name="Palit, Tapti" userId="dec6fbcd-7598-406a-8cbf-504d4a3bac15" providerId="ADAL" clId="{ECD42228-5B96-4A72-B268-C46DF994E6B7}" dt="2024-01-29T16:43:46.952" v="80951" actId="478"/>
          <ac:cxnSpMkLst>
            <pc:docMk/>
            <pc:sldMk cId="1937015687" sldId="1118"/>
            <ac:cxnSpMk id="179" creationId="{49996DEF-F319-2AA6-9B30-27315E38C918}"/>
          </ac:cxnSpMkLst>
        </pc:cxn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2-11T14:58:25.644" v="110229"/>
              <pc2:cmMkLst xmlns:pc2="http://schemas.microsoft.com/office/powerpoint/2019/9/main/command">
                <pc:docMk/>
                <pc:sldMk cId="1937015687" sldId="1118"/>
                <pc2:cmMk id="{3EE8D086-0589-495F-B6C8-DED901AC6CC4}"/>
              </pc2:cmMkLst>
            </pc226:cmChg>
          </p:ext>
        </pc:extLst>
      </pc:sldChg>
      <pc:sldChg chg="add mod modShow">
        <pc:chgData name="Palit, Tapti" userId="dec6fbcd-7598-406a-8cbf-504d4a3bac15" providerId="ADAL" clId="{ECD42228-5B96-4A72-B268-C46DF994E6B7}" dt="2024-02-11T17:49:22.532" v="110374" actId="729"/>
        <pc:sldMkLst>
          <pc:docMk/>
          <pc:sldMk cId="3809358861" sldId="1118"/>
        </pc:sldMkLst>
      </pc:sldChg>
      <pc:sldChg chg="add mod modShow">
        <pc:chgData name="Palit, Tapti" userId="dec6fbcd-7598-406a-8cbf-504d4a3bac15" providerId="ADAL" clId="{ECD42228-5B96-4A72-B268-C46DF994E6B7}" dt="2024-02-11T17:50:16.356" v="110377" actId="729"/>
        <pc:sldMkLst>
          <pc:docMk/>
          <pc:sldMk cId="167600299" sldId="1119"/>
        </pc:sldMkLst>
      </pc:sldChg>
      <pc:sldChg chg="addSp delSp modSp add del mod modAnim modNotesTx">
        <pc:chgData name="Palit, Tapti" userId="dec6fbcd-7598-406a-8cbf-504d4a3bac15" providerId="ADAL" clId="{ECD42228-5B96-4A72-B268-C46DF994E6B7}" dt="2024-02-11T17:50:10.453" v="110375" actId="2696"/>
        <pc:sldMkLst>
          <pc:docMk/>
          <pc:sldMk cId="375535627" sldId="1119"/>
        </pc:sldMkLst>
        <pc:spChg chg="mod">
          <ac:chgData name="Palit, Tapti" userId="dec6fbcd-7598-406a-8cbf-504d4a3bac15" providerId="ADAL" clId="{ECD42228-5B96-4A72-B268-C46DF994E6B7}" dt="2024-02-11T15:26:26.587" v="110370"/>
          <ac:spMkLst>
            <pc:docMk/>
            <pc:sldMk cId="375535627" sldId="1119"/>
            <ac:spMk id="3" creationId="{323C4707-8358-58C6-2162-E4F42AA7F78D}"/>
          </ac:spMkLst>
        </pc:spChg>
        <pc:spChg chg="del">
          <ac:chgData name="Palit, Tapti" userId="dec6fbcd-7598-406a-8cbf-504d4a3bac15" providerId="ADAL" clId="{ECD42228-5B96-4A72-B268-C46DF994E6B7}" dt="2024-02-11T15:10:41.264" v="110336" actId="478"/>
          <ac:spMkLst>
            <pc:docMk/>
            <pc:sldMk cId="375535627" sldId="1119"/>
            <ac:spMk id="6" creationId="{911789DD-F69F-5DF2-FB02-5E201199A46F}"/>
          </ac:spMkLst>
        </pc:spChg>
        <pc:spChg chg="del">
          <ac:chgData name="Palit, Tapti" userId="dec6fbcd-7598-406a-8cbf-504d4a3bac15" providerId="ADAL" clId="{ECD42228-5B96-4A72-B268-C46DF994E6B7}" dt="2024-02-11T15:10:41.264" v="110336" actId="478"/>
          <ac:spMkLst>
            <pc:docMk/>
            <pc:sldMk cId="375535627" sldId="1119"/>
            <ac:spMk id="7" creationId="{4024C68C-BB9E-D84C-198E-DFFF0DA439E0}"/>
          </ac:spMkLst>
        </pc:spChg>
        <pc:spChg chg="add mod">
          <ac:chgData name="Palit, Tapti" userId="dec6fbcd-7598-406a-8cbf-504d4a3bac15" providerId="ADAL" clId="{ECD42228-5B96-4A72-B268-C46DF994E6B7}" dt="2024-02-11T15:10:41.866" v="110337"/>
          <ac:spMkLst>
            <pc:docMk/>
            <pc:sldMk cId="375535627" sldId="1119"/>
            <ac:spMk id="8" creationId="{2CA70D10-DD1E-1461-351D-19E2E8C85644}"/>
          </ac:spMkLst>
        </pc:spChg>
        <pc:spChg chg="add mod">
          <ac:chgData name="Palit, Tapti" userId="dec6fbcd-7598-406a-8cbf-504d4a3bac15" providerId="ADAL" clId="{ECD42228-5B96-4A72-B268-C46DF994E6B7}" dt="2024-02-11T15:10:41.866" v="110337"/>
          <ac:spMkLst>
            <pc:docMk/>
            <pc:sldMk cId="375535627" sldId="1119"/>
            <ac:spMk id="10" creationId="{52252DDC-6DD6-DFCA-59FE-B3D6CF8F1B25}"/>
          </ac:spMkLst>
        </pc:spChg>
        <pc:spChg chg="add mod">
          <ac:chgData name="Palit, Tapti" userId="dec6fbcd-7598-406a-8cbf-504d4a3bac15" providerId="ADAL" clId="{ECD42228-5B96-4A72-B268-C46DF994E6B7}" dt="2024-02-11T15:25:35.052" v="110344" actId="1076"/>
          <ac:spMkLst>
            <pc:docMk/>
            <pc:sldMk cId="375535627" sldId="1119"/>
            <ac:spMk id="15" creationId="{262A8F11-7B4D-A8F6-3F3B-194B3C5DCAC5}"/>
          </ac:spMkLst>
        </pc:spChg>
        <pc:spChg chg="add mod">
          <ac:chgData name="Palit, Tapti" userId="dec6fbcd-7598-406a-8cbf-504d4a3bac15" providerId="ADAL" clId="{ECD42228-5B96-4A72-B268-C46DF994E6B7}" dt="2024-02-11T15:25:42.901" v="110345" actId="1076"/>
          <ac:spMkLst>
            <pc:docMk/>
            <pc:sldMk cId="375535627" sldId="1119"/>
            <ac:spMk id="16" creationId="{9A9075A7-BD42-9494-F077-7ECD4BDE66EC}"/>
          </ac:spMkLst>
        </pc:spChg>
        <pc:spChg chg="mod">
          <ac:chgData name="Palit, Tapti" userId="dec6fbcd-7598-406a-8cbf-504d4a3bac15" providerId="ADAL" clId="{ECD42228-5B96-4A72-B268-C46DF994E6B7}" dt="2024-02-11T15:10:41.866" v="110337"/>
          <ac:spMkLst>
            <pc:docMk/>
            <pc:sldMk cId="375535627" sldId="1119"/>
            <ac:spMk id="18" creationId="{07520113-6462-3CFA-B71B-B4C39855011F}"/>
          </ac:spMkLst>
        </pc:spChg>
        <pc:spChg chg="mod">
          <ac:chgData name="Palit, Tapti" userId="dec6fbcd-7598-406a-8cbf-504d4a3bac15" providerId="ADAL" clId="{ECD42228-5B96-4A72-B268-C46DF994E6B7}" dt="2024-02-11T15:10:41.866" v="110337"/>
          <ac:spMkLst>
            <pc:docMk/>
            <pc:sldMk cId="375535627" sldId="1119"/>
            <ac:spMk id="19" creationId="{574CB5C6-84BF-97A4-9CF0-88AB8381BC43}"/>
          </ac:spMkLst>
        </pc:spChg>
        <pc:spChg chg="mod">
          <ac:chgData name="Palit, Tapti" userId="dec6fbcd-7598-406a-8cbf-504d4a3bac15" providerId="ADAL" clId="{ECD42228-5B96-4A72-B268-C46DF994E6B7}" dt="2024-02-11T15:10:41.866" v="110337"/>
          <ac:spMkLst>
            <pc:docMk/>
            <pc:sldMk cId="375535627" sldId="1119"/>
            <ac:spMk id="20" creationId="{3D15C5EB-9F25-612D-69C0-77CE4345E077}"/>
          </ac:spMkLst>
        </pc:spChg>
        <pc:spChg chg="mod">
          <ac:chgData name="Palit, Tapti" userId="dec6fbcd-7598-406a-8cbf-504d4a3bac15" providerId="ADAL" clId="{ECD42228-5B96-4A72-B268-C46DF994E6B7}" dt="2024-02-11T15:10:41.866" v="110337"/>
          <ac:spMkLst>
            <pc:docMk/>
            <pc:sldMk cId="375535627" sldId="1119"/>
            <ac:spMk id="22" creationId="{43CE9239-0EE7-D2FC-227B-B7034A631827}"/>
          </ac:spMkLst>
        </pc:spChg>
        <pc:spChg chg="mod">
          <ac:chgData name="Palit, Tapti" userId="dec6fbcd-7598-406a-8cbf-504d4a3bac15" providerId="ADAL" clId="{ECD42228-5B96-4A72-B268-C46DF994E6B7}" dt="2024-02-11T15:10:41.866" v="110337"/>
          <ac:spMkLst>
            <pc:docMk/>
            <pc:sldMk cId="375535627" sldId="1119"/>
            <ac:spMk id="24" creationId="{F5CD51B2-87EE-7064-E7D7-B19B32EAFE7F}"/>
          </ac:spMkLst>
        </pc:spChg>
        <pc:spChg chg="mod">
          <ac:chgData name="Palit, Tapti" userId="dec6fbcd-7598-406a-8cbf-504d4a3bac15" providerId="ADAL" clId="{ECD42228-5B96-4A72-B268-C46DF994E6B7}" dt="2024-02-11T15:10:41.866" v="110337"/>
          <ac:spMkLst>
            <pc:docMk/>
            <pc:sldMk cId="375535627" sldId="1119"/>
            <ac:spMk id="25" creationId="{5E3F465C-766F-A164-4BBE-773212467136}"/>
          </ac:spMkLst>
        </pc:spChg>
        <pc:spChg chg="mod">
          <ac:chgData name="Palit, Tapti" userId="dec6fbcd-7598-406a-8cbf-504d4a3bac15" providerId="ADAL" clId="{ECD42228-5B96-4A72-B268-C46DF994E6B7}" dt="2024-02-11T15:10:41.866" v="110337"/>
          <ac:spMkLst>
            <pc:docMk/>
            <pc:sldMk cId="375535627" sldId="1119"/>
            <ac:spMk id="26" creationId="{F713734D-8D50-5C0A-BB2B-E271F1161FBB}"/>
          </ac:spMkLst>
        </pc:spChg>
        <pc:spChg chg="mod">
          <ac:chgData name="Palit, Tapti" userId="dec6fbcd-7598-406a-8cbf-504d4a3bac15" providerId="ADAL" clId="{ECD42228-5B96-4A72-B268-C46DF994E6B7}" dt="2024-02-11T15:10:41.866" v="110337"/>
          <ac:spMkLst>
            <pc:docMk/>
            <pc:sldMk cId="375535627" sldId="1119"/>
            <ac:spMk id="28" creationId="{A808994A-97AD-2FAE-A305-C8A95F501E9F}"/>
          </ac:spMkLst>
        </pc:spChg>
        <pc:spChg chg="mod">
          <ac:chgData name="Palit, Tapti" userId="dec6fbcd-7598-406a-8cbf-504d4a3bac15" providerId="ADAL" clId="{ECD42228-5B96-4A72-B268-C46DF994E6B7}" dt="2024-02-11T15:10:41.866" v="110337"/>
          <ac:spMkLst>
            <pc:docMk/>
            <pc:sldMk cId="375535627" sldId="1119"/>
            <ac:spMk id="31" creationId="{5781F2EB-40EC-5BEC-EED8-6E34DDE4B3CE}"/>
          </ac:spMkLst>
        </pc:spChg>
        <pc:spChg chg="del">
          <ac:chgData name="Palit, Tapti" userId="dec6fbcd-7598-406a-8cbf-504d4a3bac15" providerId="ADAL" clId="{ECD42228-5B96-4A72-B268-C46DF994E6B7}" dt="2024-02-11T15:10:41.264" v="110336" actId="478"/>
          <ac:spMkLst>
            <pc:docMk/>
            <pc:sldMk cId="375535627" sldId="1119"/>
            <ac:spMk id="33" creationId="{99431B00-B6BB-6728-793E-B547162454E1}"/>
          </ac:spMkLst>
        </pc:spChg>
        <pc:spChg chg="del">
          <ac:chgData name="Palit, Tapti" userId="dec6fbcd-7598-406a-8cbf-504d4a3bac15" providerId="ADAL" clId="{ECD42228-5B96-4A72-B268-C46DF994E6B7}" dt="2024-02-11T15:10:41.264" v="110336" actId="478"/>
          <ac:spMkLst>
            <pc:docMk/>
            <pc:sldMk cId="375535627" sldId="1119"/>
            <ac:spMk id="34" creationId="{B3595EF2-2D8F-8DFA-AD64-9F5462C472EA}"/>
          </ac:spMkLst>
        </pc:spChg>
        <pc:spChg chg="del">
          <ac:chgData name="Palit, Tapti" userId="dec6fbcd-7598-406a-8cbf-504d4a3bac15" providerId="ADAL" clId="{ECD42228-5B96-4A72-B268-C46DF994E6B7}" dt="2024-01-29T16:48:26.814" v="81300" actId="478"/>
          <ac:spMkLst>
            <pc:docMk/>
            <pc:sldMk cId="375535627" sldId="1119"/>
            <ac:spMk id="89" creationId="{7F283E79-F947-78A7-3ABA-90551D6F6DC9}"/>
          </ac:spMkLst>
        </pc:spChg>
        <pc:spChg chg="del">
          <ac:chgData name="Palit, Tapti" userId="dec6fbcd-7598-406a-8cbf-504d4a3bac15" providerId="ADAL" clId="{ECD42228-5B96-4A72-B268-C46DF994E6B7}" dt="2024-01-29T16:48:26.814" v="81300" actId="478"/>
          <ac:spMkLst>
            <pc:docMk/>
            <pc:sldMk cId="375535627" sldId="1119"/>
            <ac:spMk id="96" creationId="{68AEEC0B-0C53-93F6-3422-EEAA8D00AB0F}"/>
          </ac:spMkLst>
        </pc:spChg>
        <pc:spChg chg="del">
          <ac:chgData name="Palit, Tapti" userId="dec6fbcd-7598-406a-8cbf-504d4a3bac15" providerId="ADAL" clId="{ECD42228-5B96-4A72-B268-C46DF994E6B7}" dt="2024-01-29T16:48:26.814" v="81300" actId="478"/>
          <ac:spMkLst>
            <pc:docMk/>
            <pc:sldMk cId="375535627" sldId="1119"/>
            <ac:spMk id="97" creationId="{94250A9F-396F-CC42-2343-1F8F28E16C73}"/>
          </ac:spMkLst>
        </pc:spChg>
        <pc:spChg chg="del">
          <ac:chgData name="Palit, Tapti" userId="dec6fbcd-7598-406a-8cbf-504d4a3bac15" providerId="ADAL" clId="{ECD42228-5B96-4A72-B268-C46DF994E6B7}" dt="2024-01-29T16:48:26.814" v="81300" actId="478"/>
          <ac:spMkLst>
            <pc:docMk/>
            <pc:sldMk cId="375535627" sldId="1119"/>
            <ac:spMk id="98" creationId="{F4926BF4-4F84-99BF-7127-10C8F111C4C2}"/>
          </ac:spMkLst>
        </pc:spChg>
        <pc:spChg chg="del">
          <ac:chgData name="Palit, Tapti" userId="dec6fbcd-7598-406a-8cbf-504d4a3bac15" providerId="ADAL" clId="{ECD42228-5B96-4A72-B268-C46DF994E6B7}" dt="2024-01-29T16:48:26.814" v="81300" actId="478"/>
          <ac:spMkLst>
            <pc:docMk/>
            <pc:sldMk cId="375535627" sldId="1119"/>
            <ac:spMk id="99" creationId="{2C60728E-E2CA-BF4E-EC78-412B85E8DF74}"/>
          </ac:spMkLst>
        </pc:spChg>
        <pc:spChg chg="del">
          <ac:chgData name="Palit, Tapti" userId="dec6fbcd-7598-406a-8cbf-504d4a3bac15" providerId="ADAL" clId="{ECD42228-5B96-4A72-B268-C46DF994E6B7}" dt="2024-01-29T16:48:26.814" v="81300" actId="478"/>
          <ac:spMkLst>
            <pc:docMk/>
            <pc:sldMk cId="375535627" sldId="1119"/>
            <ac:spMk id="103" creationId="{6C7E4519-AFB2-C74A-D408-D91915D60281}"/>
          </ac:spMkLst>
        </pc:spChg>
        <pc:spChg chg="del">
          <ac:chgData name="Palit, Tapti" userId="dec6fbcd-7598-406a-8cbf-504d4a3bac15" providerId="ADAL" clId="{ECD42228-5B96-4A72-B268-C46DF994E6B7}" dt="2024-01-29T16:48:26.814" v="81300" actId="478"/>
          <ac:spMkLst>
            <pc:docMk/>
            <pc:sldMk cId="375535627" sldId="1119"/>
            <ac:spMk id="104" creationId="{DA47DFD7-B7D7-4A42-EF7D-ABCF3C032269}"/>
          </ac:spMkLst>
        </pc:spChg>
        <pc:spChg chg="del">
          <ac:chgData name="Palit, Tapti" userId="dec6fbcd-7598-406a-8cbf-504d4a3bac15" providerId="ADAL" clId="{ECD42228-5B96-4A72-B268-C46DF994E6B7}" dt="2024-01-29T16:48:26.814" v="81300" actId="478"/>
          <ac:spMkLst>
            <pc:docMk/>
            <pc:sldMk cId="375535627" sldId="1119"/>
            <ac:spMk id="105" creationId="{CE157EEE-15E2-3608-A05D-08EB11DBAD33}"/>
          </ac:spMkLst>
        </pc:spChg>
        <pc:spChg chg="del">
          <ac:chgData name="Palit, Tapti" userId="dec6fbcd-7598-406a-8cbf-504d4a3bac15" providerId="ADAL" clId="{ECD42228-5B96-4A72-B268-C46DF994E6B7}" dt="2024-01-29T16:48:26.814" v="81300" actId="478"/>
          <ac:spMkLst>
            <pc:docMk/>
            <pc:sldMk cId="375535627" sldId="1119"/>
            <ac:spMk id="107" creationId="{CAC59AC9-31A9-820F-31F1-983FC6E6BAB1}"/>
          </ac:spMkLst>
        </pc:spChg>
        <pc:spChg chg="del">
          <ac:chgData name="Palit, Tapti" userId="dec6fbcd-7598-406a-8cbf-504d4a3bac15" providerId="ADAL" clId="{ECD42228-5B96-4A72-B268-C46DF994E6B7}" dt="2024-01-29T16:48:26.814" v="81300" actId="478"/>
          <ac:spMkLst>
            <pc:docMk/>
            <pc:sldMk cId="375535627" sldId="1119"/>
            <ac:spMk id="108" creationId="{AE0B7C96-162A-7983-F7DE-EC5AC0623AC8}"/>
          </ac:spMkLst>
        </pc:spChg>
        <pc:spChg chg="del">
          <ac:chgData name="Palit, Tapti" userId="dec6fbcd-7598-406a-8cbf-504d4a3bac15" providerId="ADAL" clId="{ECD42228-5B96-4A72-B268-C46DF994E6B7}" dt="2024-01-29T16:48:26.814" v="81300" actId="478"/>
          <ac:spMkLst>
            <pc:docMk/>
            <pc:sldMk cId="375535627" sldId="1119"/>
            <ac:spMk id="110" creationId="{BC232711-1100-962D-EE5F-CAB6B6F40665}"/>
          </ac:spMkLst>
        </pc:spChg>
        <pc:spChg chg="del">
          <ac:chgData name="Palit, Tapti" userId="dec6fbcd-7598-406a-8cbf-504d4a3bac15" providerId="ADAL" clId="{ECD42228-5B96-4A72-B268-C46DF994E6B7}" dt="2024-01-29T16:48:26.814" v="81300" actId="478"/>
          <ac:spMkLst>
            <pc:docMk/>
            <pc:sldMk cId="375535627" sldId="1119"/>
            <ac:spMk id="114" creationId="{0A6EBDBD-7A0B-B01C-0442-096CEBC3F0D1}"/>
          </ac:spMkLst>
        </pc:spChg>
        <pc:spChg chg="del">
          <ac:chgData name="Palit, Tapti" userId="dec6fbcd-7598-406a-8cbf-504d4a3bac15" providerId="ADAL" clId="{ECD42228-5B96-4A72-B268-C46DF994E6B7}" dt="2024-01-29T16:48:26.814" v="81300" actId="478"/>
          <ac:spMkLst>
            <pc:docMk/>
            <pc:sldMk cId="375535627" sldId="1119"/>
            <ac:spMk id="117" creationId="{B52D5980-E65C-0CEF-BB92-8C4DAE30B9D7}"/>
          </ac:spMkLst>
        </pc:spChg>
        <pc:spChg chg="del">
          <ac:chgData name="Palit, Tapti" userId="dec6fbcd-7598-406a-8cbf-504d4a3bac15" providerId="ADAL" clId="{ECD42228-5B96-4A72-B268-C46DF994E6B7}" dt="2024-01-29T16:48:26.814" v="81300" actId="478"/>
          <ac:spMkLst>
            <pc:docMk/>
            <pc:sldMk cId="375535627" sldId="1119"/>
            <ac:spMk id="118" creationId="{A671799D-CDE4-6C38-A10F-1B59A78B0B4A}"/>
          </ac:spMkLst>
        </pc:spChg>
        <pc:spChg chg="del">
          <ac:chgData name="Palit, Tapti" userId="dec6fbcd-7598-406a-8cbf-504d4a3bac15" providerId="ADAL" clId="{ECD42228-5B96-4A72-B268-C46DF994E6B7}" dt="2024-01-29T16:48:26.814" v="81300" actId="478"/>
          <ac:spMkLst>
            <pc:docMk/>
            <pc:sldMk cId="375535627" sldId="1119"/>
            <ac:spMk id="119" creationId="{CCE6DED6-1059-3A9C-F355-274E6934AB53}"/>
          </ac:spMkLst>
        </pc:spChg>
        <pc:spChg chg="del">
          <ac:chgData name="Palit, Tapti" userId="dec6fbcd-7598-406a-8cbf-504d4a3bac15" providerId="ADAL" clId="{ECD42228-5B96-4A72-B268-C46DF994E6B7}" dt="2024-01-29T16:48:26.814" v="81300" actId="478"/>
          <ac:spMkLst>
            <pc:docMk/>
            <pc:sldMk cId="375535627" sldId="1119"/>
            <ac:spMk id="120" creationId="{1FBABAE2-129D-59DB-E52A-1901559DC305}"/>
          </ac:spMkLst>
        </pc:spChg>
        <pc:spChg chg="del">
          <ac:chgData name="Palit, Tapti" userId="dec6fbcd-7598-406a-8cbf-504d4a3bac15" providerId="ADAL" clId="{ECD42228-5B96-4A72-B268-C46DF994E6B7}" dt="2024-01-29T16:48:26.814" v="81300" actId="478"/>
          <ac:spMkLst>
            <pc:docMk/>
            <pc:sldMk cId="375535627" sldId="1119"/>
            <ac:spMk id="121" creationId="{36C14A44-08FE-2DAD-141B-91ED1B59CAD0}"/>
          </ac:spMkLst>
        </pc:spChg>
        <pc:spChg chg="del">
          <ac:chgData name="Palit, Tapti" userId="dec6fbcd-7598-406a-8cbf-504d4a3bac15" providerId="ADAL" clId="{ECD42228-5B96-4A72-B268-C46DF994E6B7}" dt="2024-01-29T16:48:26.814" v="81300" actId="478"/>
          <ac:spMkLst>
            <pc:docMk/>
            <pc:sldMk cId="375535627" sldId="1119"/>
            <ac:spMk id="122" creationId="{5CCE2D50-73BC-CA4F-FE18-0F1E907B6205}"/>
          </ac:spMkLst>
        </pc:spChg>
        <pc:spChg chg="del">
          <ac:chgData name="Palit, Tapti" userId="dec6fbcd-7598-406a-8cbf-504d4a3bac15" providerId="ADAL" clId="{ECD42228-5B96-4A72-B268-C46DF994E6B7}" dt="2024-01-29T16:48:26.814" v="81300" actId="478"/>
          <ac:spMkLst>
            <pc:docMk/>
            <pc:sldMk cId="375535627" sldId="1119"/>
            <ac:spMk id="129" creationId="{2B09296F-57CD-EF18-3C9E-704FDBC22131}"/>
          </ac:spMkLst>
        </pc:spChg>
        <pc:spChg chg="del">
          <ac:chgData name="Palit, Tapti" userId="dec6fbcd-7598-406a-8cbf-504d4a3bac15" providerId="ADAL" clId="{ECD42228-5B96-4A72-B268-C46DF994E6B7}" dt="2024-01-29T16:48:26.814" v="81300" actId="478"/>
          <ac:spMkLst>
            <pc:docMk/>
            <pc:sldMk cId="375535627" sldId="1119"/>
            <ac:spMk id="150" creationId="{89721B6A-856E-7501-1C03-1FCCBA27816B}"/>
          </ac:spMkLst>
        </pc:spChg>
        <pc:grpChg chg="add mod">
          <ac:chgData name="Palit, Tapti" userId="dec6fbcd-7598-406a-8cbf-504d4a3bac15" providerId="ADAL" clId="{ECD42228-5B96-4A72-B268-C46DF994E6B7}" dt="2024-02-11T15:10:41.866" v="110337"/>
          <ac:grpSpMkLst>
            <pc:docMk/>
            <pc:sldMk cId="375535627" sldId="1119"/>
            <ac:grpSpMk id="17" creationId="{FD110959-8639-818B-F923-B4949B51943D}"/>
          </ac:grpSpMkLst>
        </pc:grpChg>
        <pc:grpChg chg="add mod">
          <ac:chgData name="Palit, Tapti" userId="dec6fbcd-7598-406a-8cbf-504d4a3bac15" providerId="ADAL" clId="{ECD42228-5B96-4A72-B268-C46DF994E6B7}" dt="2024-02-11T15:10:41.866" v="110337"/>
          <ac:grpSpMkLst>
            <pc:docMk/>
            <pc:sldMk cId="375535627" sldId="1119"/>
            <ac:grpSpMk id="23" creationId="{F24E3ED1-9EB5-5758-9266-A726CF4CBDFE}"/>
          </ac:grpSpMkLst>
        </pc:grpChg>
        <pc:graphicFrameChg chg="del">
          <ac:chgData name="Palit, Tapti" userId="dec6fbcd-7598-406a-8cbf-504d4a3bac15" providerId="ADAL" clId="{ECD42228-5B96-4A72-B268-C46DF994E6B7}" dt="2024-02-11T15:10:41.264" v="110336" actId="478"/>
          <ac:graphicFrameMkLst>
            <pc:docMk/>
            <pc:sldMk cId="375535627" sldId="1119"/>
            <ac:graphicFrameMk id="11" creationId="{CAEB00BF-1913-3815-B768-94709F4067D0}"/>
          </ac:graphicFrameMkLst>
        </pc:graphicFrameChg>
        <pc:graphicFrameChg chg="del">
          <ac:chgData name="Palit, Tapti" userId="dec6fbcd-7598-406a-8cbf-504d4a3bac15" providerId="ADAL" clId="{ECD42228-5B96-4A72-B268-C46DF994E6B7}" dt="2024-02-11T15:10:41.264" v="110336" actId="478"/>
          <ac:graphicFrameMkLst>
            <pc:docMk/>
            <pc:sldMk cId="375535627" sldId="1119"/>
            <ac:graphicFrameMk id="29" creationId="{E92F9F5C-372F-A9B8-444F-E34437A51BFE}"/>
          </ac:graphicFrameMkLst>
        </pc:graphicFrameChg>
        <pc:cxnChg chg="del mod">
          <ac:chgData name="Palit, Tapti" userId="dec6fbcd-7598-406a-8cbf-504d4a3bac15" providerId="ADAL" clId="{ECD42228-5B96-4A72-B268-C46DF994E6B7}" dt="2024-02-11T15:10:41.264" v="110336" actId="478"/>
          <ac:cxnSpMkLst>
            <pc:docMk/>
            <pc:sldMk cId="375535627" sldId="1119"/>
            <ac:cxnSpMk id="5" creationId="{409E7AA4-FF1D-14EC-625B-7E03FAD962B8}"/>
          </ac:cxnSpMkLst>
        </pc:cxnChg>
        <pc:cxnChg chg="del mod">
          <ac:chgData name="Palit, Tapti" userId="dec6fbcd-7598-406a-8cbf-504d4a3bac15" providerId="ADAL" clId="{ECD42228-5B96-4A72-B268-C46DF994E6B7}" dt="2024-02-11T15:10:41.264" v="110336" actId="478"/>
          <ac:cxnSpMkLst>
            <pc:docMk/>
            <pc:sldMk cId="375535627" sldId="1119"/>
            <ac:cxnSpMk id="9" creationId="{322C07F5-F288-B275-039B-C748C110D31E}"/>
          </ac:cxnSpMkLst>
        </pc:cxnChg>
        <pc:cxnChg chg="add mod">
          <ac:chgData name="Palit, Tapti" userId="dec6fbcd-7598-406a-8cbf-504d4a3bac15" providerId="ADAL" clId="{ECD42228-5B96-4A72-B268-C46DF994E6B7}" dt="2024-02-11T15:10:41.866" v="110337"/>
          <ac:cxnSpMkLst>
            <pc:docMk/>
            <pc:sldMk cId="375535627" sldId="1119"/>
            <ac:cxnSpMk id="12" creationId="{FC6F026B-15E9-F228-2AB1-7362753FE47C}"/>
          </ac:cxnSpMkLst>
        </pc:cxnChg>
        <pc:cxnChg chg="add mod">
          <ac:chgData name="Palit, Tapti" userId="dec6fbcd-7598-406a-8cbf-504d4a3bac15" providerId="ADAL" clId="{ECD42228-5B96-4A72-B268-C46DF994E6B7}" dt="2024-02-11T15:10:41.866" v="110337"/>
          <ac:cxnSpMkLst>
            <pc:docMk/>
            <pc:sldMk cId="375535627" sldId="1119"/>
            <ac:cxnSpMk id="13" creationId="{A0DF71F3-5927-80BD-1240-C4D2CB2BE423}"/>
          </ac:cxnSpMkLst>
        </pc:cxnChg>
        <pc:cxnChg chg="add mod">
          <ac:chgData name="Palit, Tapti" userId="dec6fbcd-7598-406a-8cbf-504d4a3bac15" providerId="ADAL" clId="{ECD42228-5B96-4A72-B268-C46DF994E6B7}" dt="2024-02-11T15:10:41.866" v="110337"/>
          <ac:cxnSpMkLst>
            <pc:docMk/>
            <pc:sldMk cId="375535627" sldId="1119"/>
            <ac:cxnSpMk id="14" creationId="{8316B6AF-181E-468F-DBCD-5E3EE6764BB6}"/>
          </ac:cxnSpMkLst>
        </pc:cxnChg>
        <pc:cxnChg chg="mod">
          <ac:chgData name="Palit, Tapti" userId="dec6fbcd-7598-406a-8cbf-504d4a3bac15" providerId="ADAL" clId="{ECD42228-5B96-4A72-B268-C46DF994E6B7}" dt="2024-02-11T15:10:41.866" v="110337"/>
          <ac:cxnSpMkLst>
            <pc:docMk/>
            <pc:sldMk cId="375535627" sldId="1119"/>
            <ac:cxnSpMk id="21" creationId="{2E3D1DC8-C72F-B856-97BB-DC3B3B5441F2}"/>
          </ac:cxnSpMkLst>
        </pc:cxnChg>
        <pc:cxnChg chg="mod">
          <ac:chgData name="Palit, Tapti" userId="dec6fbcd-7598-406a-8cbf-504d4a3bac15" providerId="ADAL" clId="{ECD42228-5B96-4A72-B268-C46DF994E6B7}" dt="2024-02-11T15:10:41.866" v="110337"/>
          <ac:cxnSpMkLst>
            <pc:docMk/>
            <pc:sldMk cId="375535627" sldId="1119"/>
            <ac:cxnSpMk id="27" creationId="{AFFC1121-705E-4C9B-57A2-F10696D2258A}"/>
          </ac:cxnSpMkLst>
        </pc:cxnChg>
        <pc:cxnChg chg="del mod">
          <ac:chgData name="Palit, Tapti" userId="dec6fbcd-7598-406a-8cbf-504d4a3bac15" providerId="ADAL" clId="{ECD42228-5B96-4A72-B268-C46DF994E6B7}" dt="2024-02-11T15:10:41.264" v="110336" actId="478"/>
          <ac:cxnSpMkLst>
            <pc:docMk/>
            <pc:sldMk cId="375535627" sldId="1119"/>
            <ac:cxnSpMk id="30" creationId="{2CEA86D1-D052-3C1E-2119-304BED842412}"/>
          </ac:cxnSpMkLst>
        </pc:cxnChg>
        <pc:cxnChg chg="mod">
          <ac:chgData name="Palit, Tapti" userId="dec6fbcd-7598-406a-8cbf-504d4a3bac15" providerId="ADAL" clId="{ECD42228-5B96-4A72-B268-C46DF994E6B7}" dt="2024-02-11T15:10:41.866" v="110337"/>
          <ac:cxnSpMkLst>
            <pc:docMk/>
            <pc:sldMk cId="375535627" sldId="1119"/>
            <ac:cxnSpMk id="32" creationId="{BFA33B06-8FBA-8FC1-C0A6-11303C7BF3EF}"/>
          </ac:cxnSpMkLst>
        </pc:cxnChg>
        <pc:cxnChg chg="del mod">
          <ac:chgData name="Palit, Tapti" userId="dec6fbcd-7598-406a-8cbf-504d4a3bac15" providerId="ADAL" clId="{ECD42228-5B96-4A72-B268-C46DF994E6B7}" dt="2024-01-29T16:48:26.814" v="81300" actId="478"/>
          <ac:cxnSpMkLst>
            <pc:docMk/>
            <pc:sldMk cId="375535627" sldId="1119"/>
            <ac:cxnSpMk id="91" creationId="{4550AF6F-9137-0F31-8B03-75438E5A7C2B}"/>
          </ac:cxnSpMkLst>
        </pc:cxnChg>
        <pc:cxnChg chg="del mod">
          <ac:chgData name="Palit, Tapti" userId="dec6fbcd-7598-406a-8cbf-504d4a3bac15" providerId="ADAL" clId="{ECD42228-5B96-4A72-B268-C46DF994E6B7}" dt="2024-01-29T16:48:26.814" v="81300" actId="478"/>
          <ac:cxnSpMkLst>
            <pc:docMk/>
            <pc:sldMk cId="375535627" sldId="1119"/>
            <ac:cxnSpMk id="92" creationId="{A61E719C-7619-13AF-9A81-FA27CDBA6FE1}"/>
          </ac:cxnSpMkLst>
        </pc:cxnChg>
        <pc:cxnChg chg="del mod">
          <ac:chgData name="Palit, Tapti" userId="dec6fbcd-7598-406a-8cbf-504d4a3bac15" providerId="ADAL" clId="{ECD42228-5B96-4A72-B268-C46DF994E6B7}" dt="2024-01-29T16:48:26.814" v="81300" actId="478"/>
          <ac:cxnSpMkLst>
            <pc:docMk/>
            <pc:sldMk cId="375535627" sldId="1119"/>
            <ac:cxnSpMk id="113" creationId="{6ABB52B3-32C9-C0DE-11B7-23087F2BA581}"/>
          </ac:cxnSpMkLst>
        </pc:cxnChg>
        <pc:cxnChg chg="del mod">
          <ac:chgData name="Palit, Tapti" userId="dec6fbcd-7598-406a-8cbf-504d4a3bac15" providerId="ADAL" clId="{ECD42228-5B96-4A72-B268-C46DF994E6B7}" dt="2024-01-29T16:48:26.814" v="81300" actId="478"/>
          <ac:cxnSpMkLst>
            <pc:docMk/>
            <pc:sldMk cId="375535627" sldId="1119"/>
            <ac:cxnSpMk id="134" creationId="{652EBC45-C851-E9FD-4663-289381858A2D}"/>
          </ac:cxnSpMkLst>
        </pc:cxnChg>
        <pc:cxnChg chg="del mod">
          <ac:chgData name="Palit, Tapti" userId="dec6fbcd-7598-406a-8cbf-504d4a3bac15" providerId="ADAL" clId="{ECD42228-5B96-4A72-B268-C46DF994E6B7}" dt="2024-01-29T16:48:26.814" v="81300" actId="478"/>
          <ac:cxnSpMkLst>
            <pc:docMk/>
            <pc:sldMk cId="375535627" sldId="1119"/>
            <ac:cxnSpMk id="137" creationId="{FF2F8006-D1DF-85E8-467C-80E165017E50}"/>
          </ac:cxnSpMkLst>
        </pc:cxnChg>
        <pc:cxnChg chg="del mod">
          <ac:chgData name="Palit, Tapti" userId="dec6fbcd-7598-406a-8cbf-504d4a3bac15" providerId="ADAL" clId="{ECD42228-5B96-4A72-B268-C46DF994E6B7}" dt="2024-01-29T16:48:26.814" v="81300" actId="478"/>
          <ac:cxnSpMkLst>
            <pc:docMk/>
            <pc:sldMk cId="375535627" sldId="1119"/>
            <ac:cxnSpMk id="140" creationId="{4339B1C1-FDE2-B568-F72A-D2661D9D3F9E}"/>
          </ac:cxnSpMkLst>
        </pc:cxnChg>
        <pc:cxnChg chg="del mod">
          <ac:chgData name="Palit, Tapti" userId="dec6fbcd-7598-406a-8cbf-504d4a3bac15" providerId="ADAL" clId="{ECD42228-5B96-4A72-B268-C46DF994E6B7}" dt="2024-01-29T16:48:26.814" v="81300" actId="478"/>
          <ac:cxnSpMkLst>
            <pc:docMk/>
            <pc:sldMk cId="375535627" sldId="1119"/>
            <ac:cxnSpMk id="179" creationId="{49996DEF-F319-2AA6-9B30-27315E38C918}"/>
          </ac:cxnSpMkLst>
        </pc:cxnChg>
      </pc:sldChg>
      <pc:sldChg chg="addSp modSp add del mod">
        <pc:chgData name="Palit, Tapti" userId="dec6fbcd-7598-406a-8cbf-504d4a3bac15" providerId="ADAL" clId="{ECD42228-5B96-4A72-B268-C46DF994E6B7}" dt="2024-01-29T16:57:11.372" v="82395" actId="47"/>
        <pc:sldMkLst>
          <pc:docMk/>
          <pc:sldMk cId="3248595979" sldId="1120"/>
        </pc:sldMkLst>
        <pc:spChg chg="add mod">
          <ac:chgData name="Palit, Tapti" userId="dec6fbcd-7598-406a-8cbf-504d4a3bac15" providerId="ADAL" clId="{ECD42228-5B96-4A72-B268-C46DF994E6B7}" dt="2024-01-29T16:56:09.439" v="82385" actId="1076"/>
          <ac:spMkLst>
            <pc:docMk/>
            <pc:sldMk cId="3248595979" sldId="1120"/>
            <ac:spMk id="10" creationId="{0ACC13D5-74D8-21F7-1E1D-5533F7EC53C4}"/>
          </ac:spMkLst>
        </pc:spChg>
      </pc:sldChg>
      <pc:sldChg chg="addSp delSp modSp add del mod">
        <pc:chgData name="Palit, Tapti" userId="dec6fbcd-7598-406a-8cbf-504d4a3bac15" providerId="ADAL" clId="{ECD42228-5B96-4A72-B268-C46DF994E6B7}" dt="2024-01-29T23:40:55.871" v="82947" actId="2696"/>
        <pc:sldMkLst>
          <pc:docMk/>
          <pc:sldMk cId="1081492446" sldId="1121"/>
        </pc:sldMkLst>
        <pc:spChg chg="mod">
          <ac:chgData name="Palit, Tapti" userId="dec6fbcd-7598-406a-8cbf-504d4a3bac15" providerId="ADAL" clId="{ECD42228-5B96-4A72-B268-C46DF994E6B7}" dt="2024-01-29T23:40:29.055" v="82936" actId="20577"/>
          <ac:spMkLst>
            <pc:docMk/>
            <pc:sldMk cId="1081492446" sldId="1121"/>
            <ac:spMk id="2" creationId="{DF81ABB8-1B14-A1DB-FEB4-C89048CF950D}"/>
          </ac:spMkLst>
        </pc:spChg>
        <pc:spChg chg="mod">
          <ac:chgData name="Palit, Tapti" userId="dec6fbcd-7598-406a-8cbf-504d4a3bac15" providerId="ADAL" clId="{ECD42228-5B96-4A72-B268-C46DF994E6B7}" dt="2024-01-29T16:56:54.189" v="82392" actId="1076"/>
          <ac:spMkLst>
            <pc:docMk/>
            <pc:sldMk cId="1081492446" sldId="1121"/>
            <ac:spMk id="5" creationId="{F5325E51-9A03-34B3-70C8-A9DD4DCF2733}"/>
          </ac:spMkLst>
        </pc:spChg>
        <pc:spChg chg="mod">
          <ac:chgData name="Palit, Tapti" userId="dec6fbcd-7598-406a-8cbf-504d4a3bac15" providerId="ADAL" clId="{ECD42228-5B96-4A72-B268-C46DF994E6B7}" dt="2024-01-29T16:56:54.189" v="82392" actId="1076"/>
          <ac:spMkLst>
            <pc:docMk/>
            <pc:sldMk cId="1081492446" sldId="1121"/>
            <ac:spMk id="8" creationId="{4C34F45F-C406-B79A-70E5-77FF2A2CEE10}"/>
          </ac:spMkLst>
        </pc:spChg>
        <pc:spChg chg="mod">
          <ac:chgData name="Palit, Tapti" userId="dec6fbcd-7598-406a-8cbf-504d4a3bac15" providerId="ADAL" clId="{ECD42228-5B96-4A72-B268-C46DF994E6B7}" dt="2024-01-29T16:56:54.189" v="82392" actId="1076"/>
          <ac:spMkLst>
            <pc:docMk/>
            <pc:sldMk cId="1081492446" sldId="1121"/>
            <ac:spMk id="9" creationId="{E8A3ACF4-A4B5-DAC5-60AF-086B7BB7543A}"/>
          </ac:spMkLst>
        </pc:spChg>
        <pc:spChg chg="del">
          <ac:chgData name="Palit, Tapti" userId="dec6fbcd-7598-406a-8cbf-504d4a3bac15" providerId="ADAL" clId="{ECD42228-5B96-4A72-B268-C46DF994E6B7}" dt="2024-01-29T16:58:01.564" v="82419" actId="478"/>
          <ac:spMkLst>
            <pc:docMk/>
            <pc:sldMk cId="1081492446" sldId="1121"/>
            <ac:spMk id="14" creationId="{0BF84F92-DAAC-13DB-2477-37524B5AD0D5}"/>
          </ac:spMkLst>
        </pc:spChg>
        <pc:spChg chg="mod">
          <ac:chgData name="Palit, Tapti" userId="dec6fbcd-7598-406a-8cbf-504d4a3bac15" providerId="ADAL" clId="{ECD42228-5B96-4A72-B268-C46DF994E6B7}" dt="2024-01-29T16:57:00.238" v="82393" actId="1076"/>
          <ac:spMkLst>
            <pc:docMk/>
            <pc:sldMk cId="1081492446" sldId="1121"/>
            <ac:spMk id="24" creationId="{6497ABFD-BCF8-15EF-C4A2-1E504BF29A13}"/>
          </ac:spMkLst>
        </pc:spChg>
        <pc:spChg chg="mod">
          <ac:chgData name="Palit, Tapti" userId="dec6fbcd-7598-406a-8cbf-504d4a3bac15" providerId="ADAL" clId="{ECD42228-5B96-4A72-B268-C46DF994E6B7}" dt="2024-01-29T16:57:00.238" v="82393" actId="1076"/>
          <ac:spMkLst>
            <pc:docMk/>
            <pc:sldMk cId="1081492446" sldId="1121"/>
            <ac:spMk id="27" creationId="{9D8244E9-5278-3F65-B6C3-9F1D20EE80C4}"/>
          </ac:spMkLst>
        </pc:spChg>
        <pc:spChg chg="mod">
          <ac:chgData name="Palit, Tapti" userId="dec6fbcd-7598-406a-8cbf-504d4a3bac15" providerId="ADAL" clId="{ECD42228-5B96-4A72-B268-C46DF994E6B7}" dt="2024-01-29T16:57:00.238" v="82393" actId="1076"/>
          <ac:spMkLst>
            <pc:docMk/>
            <pc:sldMk cId="1081492446" sldId="1121"/>
            <ac:spMk id="28" creationId="{89EFB966-D926-FE1D-3A0F-09593BBA96B6}"/>
          </ac:spMkLst>
        </pc:spChg>
        <pc:grpChg chg="add mod">
          <ac:chgData name="Palit, Tapti" userId="dec6fbcd-7598-406a-8cbf-504d4a3bac15" providerId="ADAL" clId="{ECD42228-5B96-4A72-B268-C46DF994E6B7}" dt="2024-01-29T16:56:54.189" v="82392" actId="1076"/>
          <ac:grpSpMkLst>
            <pc:docMk/>
            <pc:sldMk cId="1081492446" sldId="1121"/>
            <ac:grpSpMk id="3" creationId="{8802A7CD-C81D-AC14-D8DD-28D452157CA1}"/>
          </ac:grpSpMkLst>
        </pc:grpChg>
        <pc:grpChg chg="add mod">
          <ac:chgData name="Palit, Tapti" userId="dec6fbcd-7598-406a-8cbf-504d4a3bac15" providerId="ADAL" clId="{ECD42228-5B96-4A72-B268-C46DF994E6B7}" dt="2024-01-29T16:57:00.238" v="82393" actId="1076"/>
          <ac:grpSpMkLst>
            <pc:docMk/>
            <pc:sldMk cId="1081492446" sldId="1121"/>
            <ac:grpSpMk id="10" creationId="{A72CF34A-10E8-8AF6-CAA6-8822ED810375}"/>
          </ac:grpSpMkLst>
        </pc:grpChg>
        <pc:picChg chg="mod">
          <ac:chgData name="Palit, Tapti" userId="dec6fbcd-7598-406a-8cbf-504d4a3bac15" providerId="ADAL" clId="{ECD42228-5B96-4A72-B268-C46DF994E6B7}" dt="2024-01-29T16:56:54.189" v="82392" actId="1076"/>
          <ac:picMkLst>
            <pc:docMk/>
            <pc:sldMk cId="1081492446" sldId="1121"/>
            <ac:picMk id="1026" creationId="{CD184DF7-9985-7FE1-7F56-194039AB6F5D}"/>
          </ac:picMkLst>
        </pc:picChg>
        <pc:picChg chg="mod">
          <ac:chgData name="Palit, Tapti" userId="dec6fbcd-7598-406a-8cbf-504d4a3bac15" providerId="ADAL" clId="{ECD42228-5B96-4A72-B268-C46DF994E6B7}" dt="2024-01-29T16:57:00.238" v="82393" actId="1076"/>
          <ac:picMkLst>
            <pc:docMk/>
            <pc:sldMk cId="1081492446" sldId="1121"/>
            <ac:picMk id="1042" creationId="{E33E5CE2-438C-D233-4794-DC9F8C98E60D}"/>
          </ac:picMkLst>
        </pc:picChg>
      </pc:sldChg>
      <pc:sldChg chg="modSp add mod modNotesTx">
        <pc:chgData name="Palit, Tapti" userId="dec6fbcd-7598-406a-8cbf-504d4a3bac15" providerId="ADAL" clId="{ECD42228-5B96-4A72-B268-C46DF994E6B7}" dt="2024-03-10T16:31:17.577" v="116169" actId="20577"/>
        <pc:sldMkLst>
          <pc:docMk/>
          <pc:sldMk cId="2732538138" sldId="1121"/>
        </pc:sldMkLst>
        <pc:spChg chg="mod">
          <ac:chgData name="Palit, Tapti" userId="dec6fbcd-7598-406a-8cbf-504d4a3bac15" providerId="ADAL" clId="{ECD42228-5B96-4A72-B268-C46DF994E6B7}" dt="2024-03-10T16:31:17.577" v="116169" actId="20577"/>
          <ac:spMkLst>
            <pc:docMk/>
            <pc:sldMk cId="2732538138" sldId="1121"/>
            <ac:spMk id="28" creationId="{89EFB966-D926-FE1D-3A0F-09593BBA96B6}"/>
          </ac:spMkLst>
        </pc:spChg>
      </pc:sldChg>
      <pc:sldChg chg="addSp modSp add del mod modNotesTx">
        <pc:chgData name="Palit, Tapti" userId="dec6fbcd-7598-406a-8cbf-504d4a3bac15" providerId="ADAL" clId="{ECD42228-5B96-4A72-B268-C46DF994E6B7}" dt="2024-01-29T23:40:55.871" v="82947" actId="2696"/>
        <pc:sldMkLst>
          <pc:docMk/>
          <pc:sldMk cId="2842448328" sldId="1122"/>
        </pc:sldMkLst>
        <pc:spChg chg="mod">
          <ac:chgData name="Palit, Tapti" userId="dec6fbcd-7598-406a-8cbf-504d4a3bac15" providerId="ADAL" clId="{ECD42228-5B96-4A72-B268-C46DF994E6B7}" dt="2024-01-29T23:40:48.999" v="82946" actId="20577"/>
          <ac:spMkLst>
            <pc:docMk/>
            <pc:sldMk cId="2842448328" sldId="1122"/>
            <ac:spMk id="2" creationId="{DF81ABB8-1B14-A1DB-FEB4-C89048CF950D}"/>
          </ac:spMkLst>
        </pc:spChg>
        <pc:spChg chg="add mod">
          <ac:chgData name="Palit, Tapti" userId="dec6fbcd-7598-406a-8cbf-504d4a3bac15" providerId="ADAL" clId="{ECD42228-5B96-4A72-B268-C46DF994E6B7}" dt="2024-01-29T23:40:44.437" v="82939" actId="14100"/>
          <ac:spMkLst>
            <pc:docMk/>
            <pc:sldMk cId="2842448328" sldId="1122"/>
            <ac:spMk id="11" creationId="{E6C9E4BB-7046-A258-F021-70F6427D7B0B}"/>
          </ac:spMkLst>
        </pc:spChg>
        <pc:spChg chg="add mod">
          <ac:chgData name="Palit, Tapti" userId="dec6fbcd-7598-406a-8cbf-504d4a3bac15" providerId="ADAL" clId="{ECD42228-5B96-4A72-B268-C46DF994E6B7}" dt="2024-01-29T23:40:40.390" v="82938" actId="1076"/>
          <ac:spMkLst>
            <pc:docMk/>
            <pc:sldMk cId="2842448328" sldId="1122"/>
            <ac:spMk id="13" creationId="{1D461FCE-B264-5568-6F2E-EAC0865A939A}"/>
          </ac:spMkLst>
        </pc:spChg>
      </pc:sldChg>
      <pc:sldChg chg="delSp modSp add mod modNotesTx">
        <pc:chgData name="Palit, Tapti" userId="dec6fbcd-7598-406a-8cbf-504d4a3bac15" providerId="ADAL" clId="{ECD42228-5B96-4A72-B268-C46DF994E6B7}" dt="2024-03-10T16:31:23.895" v="116176" actId="20577"/>
        <pc:sldMkLst>
          <pc:docMk/>
          <pc:sldMk cId="4283525494" sldId="1122"/>
        </pc:sldMkLst>
        <pc:spChg chg="mod">
          <ac:chgData name="Palit, Tapti" userId="dec6fbcd-7598-406a-8cbf-504d4a3bac15" providerId="ADAL" clId="{ECD42228-5B96-4A72-B268-C46DF994E6B7}" dt="2024-02-08T20:39:36.473" v="100661" actId="692"/>
          <ac:spMkLst>
            <pc:docMk/>
            <pc:sldMk cId="4283525494" sldId="1122"/>
            <ac:spMk id="11" creationId="{E6C9E4BB-7046-A258-F021-70F6427D7B0B}"/>
          </ac:spMkLst>
        </pc:spChg>
        <pc:spChg chg="mod">
          <ac:chgData name="Palit, Tapti" userId="dec6fbcd-7598-406a-8cbf-504d4a3bac15" providerId="ADAL" clId="{ECD42228-5B96-4A72-B268-C46DF994E6B7}" dt="2024-02-09T04:31:45.298" v="104422" actId="207"/>
          <ac:spMkLst>
            <pc:docMk/>
            <pc:sldMk cId="4283525494" sldId="1122"/>
            <ac:spMk id="13" creationId="{1D461FCE-B264-5568-6F2E-EAC0865A939A}"/>
          </ac:spMkLst>
        </pc:spChg>
        <pc:spChg chg="del">
          <ac:chgData name="Palit, Tapti" userId="dec6fbcd-7598-406a-8cbf-504d4a3bac15" providerId="ADAL" clId="{ECD42228-5B96-4A72-B268-C46DF994E6B7}" dt="2024-01-29T23:41:37.825" v="82949" actId="478"/>
          <ac:spMkLst>
            <pc:docMk/>
            <pc:sldMk cId="4283525494" sldId="1122"/>
            <ac:spMk id="14" creationId="{0BF84F92-DAAC-13DB-2477-37524B5AD0D5}"/>
          </ac:spMkLst>
        </pc:spChg>
        <pc:spChg chg="mod">
          <ac:chgData name="Palit, Tapti" userId="dec6fbcd-7598-406a-8cbf-504d4a3bac15" providerId="ADAL" clId="{ECD42228-5B96-4A72-B268-C46DF994E6B7}" dt="2024-03-10T16:31:23.895" v="116176" actId="20577"/>
          <ac:spMkLst>
            <pc:docMk/>
            <pc:sldMk cId="4283525494" sldId="1122"/>
            <ac:spMk id="28" creationId="{89EFB966-D926-FE1D-3A0F-09593BBA96B6}"/>
          </ac:spMkLst>
        </pc:spChg>
      </pc:sldChg>
      <pc:sldChg chg="del">
        <pc:chgData name="Palit, Tapti" userId="dec6fbcd-7598-406a-8cbf-504d4a3bac15" providerId="ADAL" clId="{ECD42228-5B96-4A72-B268-C46DF994E6B7}" dt="2024-01-30T15:45:42.468" v="91912" actId="47"/>
        <pc:sldMkLst>
          <pc:docMk/>
          <pc:sldMk cId="1400518434" sldId="1123"/>
        </pc:sldMkLst>
      </pc:sldChg>
      <pc:sldChg chg="add del mod ord modShow">
        <pc:chgData name="Palit, Tapti" userId="dec6fbcd-7598-406a-8cbf-504d4a3bac15" providerId="ADAL" clId="{ECD42228-5B96-4A72-B268-C46DF994E6B7}" dt="2024-02-07T01:13:55.108" v="98826" actId="47"/>
        <pc:sldMkLst>
          <pc:docMk/>
          <pc:sldMk cId="2109658825" sldId="1124"/>
        </pc:sldMkLst>
      </pc:sldChg>
      <pc:sldChg chg="addSp delSp modSp new del mod delAnim modAnim chgLayout">
        <pc:chgData name="Palit, Tapti" userId="dec6fbcd-7598-406a-8cbf-504d4a3bac15" providerId="ADAL" clId="{ECD42228-5B96-4A72-B268-C46DF994E6B7}" dt="2024-01-31T01:49:36.738" v="95007" actId="2696"/>
        <pc:sldMkLst>
          <pc:docMk/>
          <pc:sldMk cId="3896687080" sldId="1124"/>
        </pc:sldMkLst>
        <pc:spChg chg="add del mod">
          <ac:chgData name="Palit, Tapti" userId="dec6fbcd-7598-406a-8cbf-504d4a3bac15" providerId="ADAL" clId="{ECD42228-5B96-4A72-B268-C46DF994E6B7}" dt="2024-01-31T01:29:50.246" v="94872" actId="21"/>
          <ac:spMkLst>
            <pc:docMk/>
            <pc:sldMk cId="3896687080" sldId="1124"/>
            <ac:spMk id="2" creationId="{8AFA1C2D-F87D-643E-8627-6197110AD817}"/>
          </ac:spMkLst>
        </pc:spChg>
        <pc:spChg chg="del">
          <ac:chgData name="Palit, Tapti" userId="dec6fbcd-7598-406a-8cbf-504d4a3bac15" providerId="ADAL" clId="{ECD42228-5B96-4A72-B268-C46DF994E6B7}" dt="2024-01-30T06:44:21.654" v="90287" actId="478"/>
          <ac:spMkLst>
            <pc:docMk/>
            <pc:sldMk cId="3896687080" sldId="1124"/>
            <ac:spMk id="2" creationId="{D8138FA2-5308-9D18-0E29-840BE09AF7A0}"/>
          </ac:spMkLst>
        </pc:spChg>
        <pc:spChg chg="mod ord">
          <ac:chgData name="Palit, Tapti" userId="dec6fbcd-7598-406a-8cbf-504d4a3bac15" providerId="ADAL" clId="{ECD42228-5B96-4A72-B268-C46DF994E6B7}" dt="2024-01-30T06:52:49.750" v="90432" actId="6264"/>
          <ac:spMkLst>
            <pc:docMk/>
            <pc:sldMk cId="3896687080" sldId="1124"/>
            <ac:spMk id="3" creationId="{342A55F9-3996-82C4-B8EC-4BB9EEC6C8CB}"/>
          </ac:spMkLst>
        </pc:spChg>
        <pc:spChg chg="mod ord">
          <ac:chgData name="Palit, Tapti" userId="dec6fbcd-7598-406a-8cbf-504d4a3bac15" providerId="ADAL" clId="{ECD42228-5B96-4A72-B268-C46DF994E6B7}" dt="2024-01-30T06:52:49.750" v="90432" actId="6264"/>
          <ac:spMkLst>
            <pc:docMk/>
            <pc:sldMk cId="3896687080" sldId="1124"/>
            <ac:spMk id="4" creationId="{8CB07219-029D-2B76-7E92-E9C20EC2F97E}"/>
          </ac:spMkLst>
        </pc:spChg>
        <pc:spChg chg="add mod">
          <ac:chgData name="Palit, Tapti" userId="dec6fbcd-7598-406a-8cbf-504d4a3bac15" providerId="ADAL" clId="{ECD42228-5B96-4A72-B268-C46DF994E6B7}" dt="2024-01-31T01:38:30.648" v="94924" actId="1076"/>
          <ac:spMkLst>
            <pc:docMk/>
            <pc:sldMk cId="3896687080" sldId="1124"/>
            <ac:spMk id="7" creationId="{5D680613-8C39-0F80-07B0-E18CBD60942D}"/>
          </ac:spMkLst>
        </pc:spChg>
        <pc:spChg chg="del mod">
          <ac:chgData name="Palit, Tapti" userId="dec6fbcd-7598-406a-8cbf-504d4a3bac15" providerId="ADAL" clId="{ECD42228-5B96-4A72-B268-C46DF994E6B7}" dt="2024-01-30T06:55:00.880" v="90463" actId="478"/>
          <ac:spMkLst>
            <pc:docMk/>
            <pc:sldMk cId="3896687080" sldId="1124"/>
            <ac:spMk id="9" creationId="{7E209AFC-6299-AB3E-D433-FF0D56D97166}"/>
          </ac:spMkLst>
        </pc:spChg>
        <pc:spChg chg="add mod">
          <ac:chgData name="Palit, Tapti" userId="dec6fbcd-7598-406a-8cbf-504d4a3bac15" providerId="ADAL" clId="{ECD42228-5B96-4A72-B268-C46DF994E6B7}" dt="2024-01-31T01:38:30.648" v="94924" actId="1076"/>
          <ac:spMkLst>
            <pc:docMk/>
            <pc:sldMk cId="3896687080" sldId="1124"/>
            <ac:spMk id="9" creationId="{FC6F2B38-43C4-5065-ADB2-E53605B2F595}"/>
          </ac:spMkLst>
        </pc:spChg>
        <pc:spChg chg="del mod topLvl">
          <ac:chgData name="Palit, Tapti" userId="dec6fbcd-7598-406a-8cbf-504d4a3bac15" providerId="ADAL" clId="{ECD42228-5B96-4A72-B268-C46DF994E6B7}" dt="2024-01-30T06:55:04.559" v="90464" actId="478"/>
          <ac:spMkLst>
            <pc:docMk/>
            <pc:sldMk cId="3896687080" sldId="1124"/>
            <ac:spMk id="10" creationId="{210BB515-FDD7-1942-7CDF-5F5D35E452B0}"/>
          </ac:spMkLst>
        </pc:spChg>
        <pc:spChg chg="del mod">
          <ac:chgData name="Palit, Tapti" userId="dec6fbcd-7598-406a-8cbf-504d4a3bac15" providerId="ADAL" clId="{ECD42228-5B96-4A72-B268-C46DF994E6B7}" dt="2024-01-30T06:46:39.169" v="90344" actId="478"/>
          <ac:spMkLst>
            <pc:docMk/>
            <pc:sldMk cId="3896687080" sldId="1124"/>
            <ac:spMk id="11" creationId="{4BFCFC33-67FC-7F4F-3BCE-F6914F5B2E6C}"/>
          </ac:spMkLst>
        </pc:spChg>
        <pc:spChg chg="del mod">
          <ac:chgData name="Palit, Tapti" userId="dec6fbcd-7598-406a-8cbf-504d4a3bac15" providerId="ADAL" clId="{ECD42228-5B96-4A72-B268-C46DF994E6B7}" dt="2024-01-30T06:46:40.622" v="90345" actId="478"/>
          <ac:spMkLst>
            <pc:docMk/>
            <pc:sldMk cId="3896687080" sldId="1124"/>
            <ac:spMk id="12" creationId="{86E0F82F-CAAA-14F6-547C-35B2E26A76E9}"/>
          </ac:spMkLst>
        </pc:spChg>
        <pc:spChg chg="mod">
          <ac:chgData name="Palit, Tapti" userId="dec6fbcd-7598-406a-8cbf-504d4a3bac15" providerId="ADAL" clId="{ECD42228-5B96-4A72-B268-C46DF994E6B7}" dt="2024-01-31T01:38:30.648" v="94924" actId="1076"/>
          <ac:spMkLst>
            <pc:docMk/>
            <pc:sldMk cId="3896687080" sldId="1124"/>
            <ac:spMk id="13" creationId="{707E6CCA-D4B3-EA2E-874E-42B5B36DD585}"/>
          </ac:spMkLst>
        </pc:spChg>
        <pc:spChg chg="mod">
          <ac:chgData name="Palit, Tapti" userId="dec6fbcd-7598-406a-8cbf-504d4a3bac15" providerId="ADAL" clId="{ECD42228-5B96-4A72-B268-C46DF994E6B7}" dt="2024-01-31T01:38:30.648" v="94924" actId="1076"/>
          <ac:spMkLst>
            <pc:docMk/>
            <pc:sldMk cId="3896687080" sldId="1124"/>
            <ac:spMk id="14" creationId="{DEFE99F6-F2CA-B3F9-B162-81D78A6EBD59}"/>
          </ac:spMkLst>
        </pc:spChg>
        <pc:spChg chg="del mod">
          <ac:chgData name="Palit, Tapti" userId="dec6fbcd-7598-406a-8cbf-504d4a3bac15" providerId="ADAL" clId="{ECD42228-5B96-4A72-B268-C46DF994E6B7}" dt="2024-01-30T06:46:27.137" v="90340" actId="478"/>
          <ac:spMkLst>
            <pc:docMk/>
            <pc:sldMk cId="3896687080" sldId="1124"/>
            <ac:spMk id="15" creationId="{53676947-CA30-9569-1625-5ACF6590544C}"/>
          </ac:spMkLst>
        </pc:spChg>
        <pc:spChg chg="del mod">
          <ac:chgData name="Palit, Tapti" userId="dec6fbcd-7598-406a-8cbf-504d4a3bac15" providerId="ADAL" clId="{ECD42228-5B96-4A72-B268-C46DF994E6B7}" dt="2024-01-30T06:46:30.156" v="90341" actId="478"/>
          <ac:spMkLst>
            <pc:docMk/>
            <pc:sldMk cId="3896687080" sldId="1124"/>
            <ac:spMk id="16" creationId="{D5725E9D-2F64-17FE-9BFC-C3D95838CD1C}"/>
          </ac:spMkLst>
        </pc:spChg>
        <pc:spChg chg="add del mod">
          <ac:chgData name="Palit, Tapti" userId="dec6fbcd-7598-406a-8cbf-504d4a3bac15" providerId="ADAL" clId="{ECD42228-5B96-4A72-B268-C46DF994E6B7}" dt="2024-01-30T06:47:46.043" v="90357" actId="478"/>
          <ac:spMkLst>
            <pc:docMk/>
            <pc:sldMk cId="3896687080" sldId="1124"/>
            <ac:spMk id="18" creationId="{EC9C869C-357B-9CFA-16E1-ECB097B0BBE0}"/>
          </ac:spMkLst>
        </pc:spChg>
        <pc:spChg chg="mod">
          <ac:chgData name="Palit, Tapti" userId="dec6fbcd-7598-406a-8cbf-504d4a3bac15" providerId="ADAL" clId="{ECD42228-5B96-4A72-B268-C46DF994E6B7}" dt="2024-01-30T06:47:30.403" v="90352"/>
          <ac:spMkLst>
            <pc:docMk/>
            <pc:sldMk cId="3896687080" sldId="1124"/>
            <ac:spMk id="20" creationId="{7B08B087-4056-CB04-EFE3-EE6FDCEC262D}"/>
          </ac:spMkLst>
        </pc:spChg>
        <pc:spChg chg="mod">
          <ac:chgData name="Palit, Tapti" userId="dec6fbcd-7598-406a-8cbf-504d4a3bac15" providerId="ADAL" clId="{ECD42228-5B96-4A72-B268-C46DF994E6B7}" dt="2024-01-30T06:47:30.403" v="90352"/>
          <ac:spMkLst>
            <pc:docMk/>
            <pc:sldMk cId="3896687080" sldId="1124"/>
            <ac:spMk id="21" creationId="{6E2FE323-111B-195B-2163-C3802FD4A598}"/>
          </ac:spMkLst>
        </pc:spChg>
        <pc:spChg chg="mod">
          <ac:chgData name="Palit, Tapti" userId="dec6fbcd-7598-406a-8cbf-504d4a3bac15" providerId="ADAL" clId="{ECD42228-5B96-4A72-B268-C46DF994E6B7}" dt="2024-01-30T06:47:30.403" v="90352"/>
          <ac:spMkLst>
            <pc:docMk/>
            <pc:sldMk cId="3896687080" sldId="1124"/>
            <ac:spMk id="23" creationId="{A6523CEF-367C-F5DF-A1DA-0D75FC4FF623}"/>
          </ac:spMkLst>
        </pc:spChg>
        <pc:spChg chg="mod">
          <ac:chgData name="Palit, Tapti" userId="dec6fbcd-7598-406a-8cbf-504d4a3bac15" providerId="ADAL" clId="{ECD42228-5B96-4A72-B268-C46DF994E6B7}" dt="2024-01-30T06:47:30.403" v="90352"/>
          <ac:spMkLst>
            <pc:docMk/>
            <pc:sldMk cId="3896687080" sldId="1124"/>
            <ac:spMk id="24" creationId="{00085288-B7A7-A8ED-711E-5EBFC9CC0B2C}"/>
          </ac:spMkLst>
        </pc:spChg>
        <pc:spChg chg="mod">
          <ac:chgData name="Palit, Tapti" userId="dec6fbcd-7598-406a-8cbf-504d4a3bac15" providerId="ADAL" clId="{ECD42228-5B96-4A72-B268-C46DF994E6B7}" dt="2024-01-30T06:47:30.403" v="90352"/>
          <ac:spMkLst>
            <pc:docMk/>
            <pc:sldMk cId="3896687080" sldId="1124"/>
            <ac:spMk id="25" creationId="{BEACB857-9567-1FB6-C103-CE7715B2824F}"/>
          </ac:spMkLst>
        </pc:spChg>
        <pc:spChg chg="mod">
          <ac:chgData name="Palit, Tapti" userId="dec6fbcd-7598-406a-8cbf-504d4a3bac15" providerId="ADAL" clId="{ECD42228-5B96-4A72-B268-C46DF994E6B7}" dt="2024-01-30T06:47:30.403" v="90352"/>
          <ac:spMkLst>
            <pc:docMk/>
            <pc:sldMk cId="3896687080" sldId="1124"/>
            <ac:spMk id="26" creationId="{C1DBD8F2-6BC9-9EC1-CF7B-A32766D9F7A8}"/>
          </ac:spMkLst>
        </pc:spChg>
        <pc:spChg chg="mod">
          <ac:chgData name="Palit, Tapti" userId="dec6fbcd-7598-406a-8cbf-504d4a3bac15" providerId="ADAL" clId="{ECD42228-5B96-4A72-B268-C46DF994E6B7}" dt="2024-01-30T06:47:30.403" v="90352"/>
          <ac:spMkLst>
            <pc:docMk/>
            <pc:sldMk cId="3896687080" sldId="1124"/>
            <ac:spMk id="27" creationId="{90E54158-AEDA-1CE7-42AB-87F3C6927310}"/>
          </ac:spMkLst>
        </pc:spChg>
        <pc:spChg chg="add mod">
          <ac:chgData name="Palit, Tapti" userId="dec6fbcd-7598-406a-8cbf-504d4a3bac15" providerId="ADAL" clId="{ECD42228-5B96-4A72-B268-C46DF994E6B7}" dt="2024-01-31T01:38:30.648" v="94924" actId="1076"/>
          <ac:spMkLst>
            <pc:docMk/>
            <pc:sldMk cId="3896687080" sldId="1124"/>
            <ac:spMk id="29" creationId="{C326CCA7-FA18-97E3-801C-B404519E12AC}"/>
          </ac:spMkLst>
        </pc:spChg>
        <pc:spChg chg="add del mod">
          <ac:chgData name="Palit, Tapti" userId="dec6fbcd-7598-406a-8cbf-504d4a3bac15" providerId="ADAL" clId="{ECD42228-5B96-4A72-B268-C46DF994E6B7}" dt="2024-01-30T06:54:15.533" v="90454" actId="478"/>
          <ac:spMkLst>
            <pc:docMk/>
            <pc:sldMk cId="3896687080" sldId="1124"/>
            <ac:spMk id="30" creationId="{50A85849-589D-94B4-377B-7088D051A4D7}"/>
          </ac:spMkLst>
        </pc:spChg>
        <pc:spChg chg="add mod">
          <ac:chgData name="Palit, Tapti" userId="dec6fbcd-7598-406a-8cbf-504d4a3bac15" providerId="ADAL" clId="{ECD42228-5B96-4A72-B268-C46DF994E6B7}" dt="2024-01-31T01:38:30.648" v="94924" actId="1076"/>
          <ac:spMkLst>
            <pc:docMk/>
            <pc:sldMk cId="3896687080" sldId="1124"/>
            <ac:spMk id="31" creationId="{A44AD7C1-DF53-3446-3B22-9012B6CA3455}"/>
          </ac:spMkLst>
        </pc:spChg>
        <pc:spChg chg="add mod">
          <ac:chgData name="Palit, Tapti" userId="dec6fbcd-7598-406a-8cbf-504d4a3bac15" providerId="ADAL" clId="{ECD42228-5B96-4A72-B268-C46DF994E6B7}" dt="2024-01-31T01:38:30.648" v="94924" actId="1076"/>
          <ac:spMkLst>
            <pc:docMk/>
            <pc:sldMk cId="3896687080" sldId="1124"/>
            <ac:spMk id="32" creationId="{28E6B5CE-DD28-EBD7-4DC1-AFF2D994D22D}"/>
          </ac:spMkLst>
        </pc:spChg>
        <pc:spChg chg="add mod">
          <ac:chgData name="Palit, Tapti" userId="dec6fbcd-7598-406a-8cbf-504d4a3bac15" providerId="ADAL" clId="{ECD42228-5B96-4A72-B268-C46DF994E6B7}" dt="2024-01-31T01:38:30.648" v="94924" actId="1076"/>
          <ac:spMkLst>
            <pc:docMk/>
            <pc:sldMk cId="3896687080" sldId="1124"/>
            <ac:spMk id="33" creationId="{891A046A-6CBE-3879-CD36-50A8615298C5}"/>
          </ac:spMkLst>
        </pc:spChg>
        <pc:spChg chg="add mod">
          <ac:chgData name="Palit, Tapti" userId="dec6fbcd-7598-406a-8cbf-504d4a3bac15" providerId="ADAL" clId="{ECD42228-5B96-4A72-B268-C46DF994E6B7}" dt="2024-01-31T01:38:30.648" v="94924" actId="1076"/>
          <ac:spMkLst>
            <pc:docMk/>
            <pc:sldMk cId="3896687080" sldId="1124"/>
            <ac:spMk id="34" creationId="{33C6B0A7-08DB-6DD4-0DDC-C3D6E3DDCFF1}"/>
          </ac:spMkLst>
        </pc:spChg>
        <pc:spChg chg="del mod">
          <ac:chgData name="Palit, Tapti" userId="dec6fbcd-7598-406a-8cbf-504d4a3bac15" providerId="ADAL" clId="{ECD42228-5B96-4A72-B268-C46DF994E6B7}" dt="2024-01-30T06:53:13.931" v="90438" actId="478"/>
          <ac:spMkLst>
            <pc:docMk/>
            <pc:sldMk cId="3896687080" sldId="1124"/>
            <ac:spMk id="59" creationId="{A03F7B58-C380-4275-5E63-4440246092EB}"/>
          </ac:spMkLst>
        </pc:spChg>
        <pc:spChg chg="del mod">
          <ac:chgData name="Palit, Tapti" userId="dec6fbcd-7598-406a-8cbf-504d4a3bac15" providerId="ADAL" clId="{ECD42228-5B96-4A72-B268-C46DF994E6B7}" dt="2024-01-30T06:53:17.744" v="90439" actId="478"/>
          <ac:spMkLst>
            <pc:docMk/>
            <pc:sldMk cId="3896687080" sldId="1124"/>
            <ac:spMk id="60" creationId="{BB417B65-7E80-B118-4535-32442A59FD7B}"/>
          </ac:spMkLst>
        </pc:spChg>
        <pc:spChg chg="add del mod">
          <ac:chgData name="Palit, Tapti" userId="dec6fbcd-7598-406a-8cbf-504d4a3bac15" providerId="ADAL" clId="{ECD42228-5B96-4A72-B268-C46DF994E6B7}" dt="2024-01-30T06:52:49.750" v="90432" actId="6264"/>
          <ac:spMkLst>
            <pc:docMk/>
            <pc:sldMk cId="3896687080" sldId="1124"/>
            <ac:spMk id="3078" creationId="{182E18F3-25EE-7F69-D967-536F16488FDB}"/>
          </ac:spMkLst>
        </pc:spChg>
        <pc:spChg chg="add del mod">
          <ac:chgData name="Palit, Tapti" userId="dec6fbcd-7598-406a-8cbf-504d4a3bac15" providerId="ADAL" clId="{ECD42228-5B96-4A72-B268-C46DF994E6B7}" dt="2024-01-30T06:52:49.750" v="90432" actId="6264"/>
          <ac:spMkLst>
            <pc:docMk/>
            <pc:sldMk cId="3896687080" sldId="1124"/>
            <ac:spMk id="3079" creationId="{33ED5C47-88CD-ECAA-841D-C76A27E18E6F}"/>
          </ac:spMkLst>
        </pc:spChg>
        <pc:spChg chg="add del mod ord">
          <ac:chgData name="Palit, Tapti" userId="dec6fbcd-7598-406a-8cbf-504d4a3bac15" providerId="ADAL" clId="{ECD42228-5B96-4A72-B268-C46DF994E6B7}" dt="2024-01-30T06:53:27.229" v="90441" actId="478"/>
          <ac:spMkLst>
            <pc:docMk/>
            <pc:sldMk cId="3896687080" sldId="1124"/>
            <ac:spMk id="3080" creationId="{58A710BC-6863-4C62-B1B3-C4B2C498C71E}"/>
          </ac:spMkLst>
        </pc:spChg>
        <pc:spChg chg="add del mod">
          <ac:chgData name="Palit, Tapti" userId="dec6fbcd-7598-406a-8cbf-504d4a3bac15" providerId="ADAL" clId="{ECD42228-5B96-4A72-B268-C46DF994E6B7}" dt="2024-01-31T01:34:36.064" v="94893" actId="478"/>
          <ac:spMkLst>
            <pc:docMk/>
            <pc:sldMk cId="3896687080" sldId="1124"/>
            <ac:spMk id="3085" creationId="{937AA10A-920F-7D1C-E6FD-72A56F97A0FD}"/>
          </ac:spMkLst>
        </pc:spChg>
        <pc:spChg chg="add del mod">
          <ac:chgData name="Palit, Tapti" userId="dec6fbcd-7598-406a-8cbf-504d4a3bac15" providerId="ADAL" clId="{ECD42228-5B96-4A72-B268-C46DF994E6B7}" dt="2024-01-31T01:34:50.252" v="94896" actId="478"/>
          <ac:spMkLst>
            <pc:docMk/>
            <pc:sldMk cId="3896687080" sldId="1124"/>
            <ac:spMk id="3086" creationId="{593A451B-4039-0269-4EA6-9815307733E4}"/>
          </ac:spMkLst>
        </pc:spChg>
        <pc:spChg chg="add del mod">
          <ac:chgData name="Palit, Tapti" userId="dec6fbcd-7598-406a-8cbf-504d4a3bac15" providerId="ADAL" clId="{ECD42228-5B96-4A72-B268-C46DF994E6B7}" dt="2024-01-31T01:34:50.252" v="94896" actId="478"/>
          <ac:spMkLst>
            <pc:docMk/>
            <pc:sldMk cId="3896687080" sldId="1124"/>
            <ac:spMk id="3087" creationId="{E3EFACA3-3B4E-16BF-3ABD-68240EA45F15}"/>
          </ac:spMkLst>
        </pc:spChg>
        <pc:spChg chg="add del mod">
          <ac:chgData name="Palit, Tapti" userId="dec6fbcd-7598-406a-8cbf-504d4a3bac15" providerId="ADAL" clId="{ECD42228-5B96-4A72-B268-C46DF994E6B7}" dt="2024-01-31T01:34:50.252" v="94896" actId="478"/>
          <ac:spMkLst>
            <pc:docMk/>
            <pc:sldMk cId="3896687080" sldId="1124"/>
            <ac:spMk id="3088" creationId="{B04B1324-C379-9F9B-9E7E-50965A3855BD}"/>
          </ac:spMkLst>
        </pc:spChg>
        <pc:spChg chg="add del mod">
          <ac:chgData name="Palit, Tapti" userId="dec6fbcd-7598-406a-8cbf-504d4a3bac15" providerId="ADAL" clId="{ECD42228-5B96-4A72-B268-C46DF994E6B7}" dt="2024-01-31T01:34:50.252" v="94896" actId="478"/>
          <ac:spMkLst>
            <pc:docMk/>
            <pc:sldMk cId="3896687080" sldId="1124"/>
            <ac:spMk id="3089" creationId="{23DAFF67-80EC-95B5-9B8A-D8D7CA604A4F}"/>
          </ac:spMkLst>
        </pc:spChg>
        <pc:spChg chg="add del mod">
          <ac:chgData name="Palit, Tapti" userId="dec6fbcd-7598-406a-8cbf-504d4a3bac15" providerId="ADAL" clId="{ECD42228-5B96-4A72-B268-C46DF994E6B7}" dt="2024-01-31T01:34:32.837" v="94892" actId="478"/>
          <ac:spMkLst>
            <pc:docMk/>
            <pc:sldMk cId="3896687080" sldId="1124"/>
            <ac:spMk id="3090" creationId="{B126A3A6-B265-F1A1-A733-9F313E351DDB}"/>
          </ac:spMkLst>
        </pc:spChg>
        <pc:spChg chg="add del mod">
          <ac:chgData name="Palit, Tapti" userId="dec6fbcd-7598-406a-8cbf-504d4a3bac15" providerId="ADAL" clId="{ECD42228-5B96-4A72-B268-C46DF994E6B7}" dt="2024-01-31T01:34:50.252" v="94896" actId="478"/>
          <ac:spMkLst>
            <pc:docMk/>
            <pc:sldMk cId="3896687080" sldId="1124"/>
            <ac:spMk id="3091" creationId="{3B783634-7737-5FEC-B331-BFFC619FAAC7}"/>
          </ac:spMkLst>
        </pc:spChg>
        <pc:spChg chg="add del mod">
          <ac:chgData name="Palit, Tapti" userId="dec6fbcd-7598-406a-8cbf-504d4a3bac15" providerId="ADAL" clId="{ECD42228-5B96-4A72-B268-C46DF994E6B7}" dt="2024-01-31T01:34:41.422" v="94895" actId="478"/>
          <ac:spMkLst>
            <pc:docMk/>
            <pc:sldMk cId="3896687080" sldId="1124"/>
            <ac:spMk id="3092" creationId="{1D4469DD-DFF5-6BCA-C426-69303DCE5146}"/>
          </ac:spMkLst>
        </pc:spChg>
        <pc:spChg chg="add del mod">
          <ac:chgData name="Palit, Tapti" userId="dec6fbcd-7598-406a-8cbf-504d4a3bac15" providerId="ADAL" clId="{ECD42228-5B96-4A72-B268-C46DF994E6B7}" dt="2024-01-31T01:34:50.252" v="94896" actId="478"/>
          <ac:spMkLst>
            <pc:docMk/>
            <pc:sldMk cId="3896687080" sldId="1124"/>
            <ac:spMk id="3093" creationId="{685789C6-FF8C-162A-12CF-483786111FC9}"/>
          </ac:spMkLst>
        </pc:spChg>
        <pc:spChg chg="add del mod">
          <ac:chgData name="Palit, Tapti" userId="dec6fbcd-7598-406a-8cbf-504d4a3bac15" providerId="ADAL" clId="{ECD42228-5B96-4A72-B268-C46DF994E6B7}" dt="2024-01-31T01:34:39.085" v="94894" actId="478"/>
          <ac:spMkLst>
            <pc:docMk/>
            <pc:sldMk cId="3896687080" sldId="1124"/>
            <ac:spMk id="3094" creationId="{7E59F2A6-2A43-BC8E-C3D9-864B95B5273E}"/>
          </ac:spMkLst>
        </pc:spChg>
        <pc:grpChg chg="add del mod">
          <ac:chgData name="Palit, Tapti" userId="dec6fbcd-7598-406a-8cbf-504d4a3bac15" providerId="ADAL" clId="{ECD42228-5B96-4A72-B268-C46DF994E6B7}" dt="2024-01-30T06:55:04.559" v="90464" actId="478"/>
          <ac:grpSpMkLst>
            <pc:docMk/>
            <pc:sldMk cId="3896687080" sldId="1124"/>
            <ac:grpSpMk id="7" creationId="{3E0184B1-56EF-98A2-7FAE-9435B709A4C4}"/>
          </ac:grpSpMkLst>
        </pc:grpChg>
        <pc:grpChg chg="mod topLvl">
          <ac:chgData name="Palit, Tapti" userId="dec6fbcd-7598-406a-8cbf-504d4a3bac15" providerId="ADAL" clId="{ECD42228-5B96-4A72-B268-C46DF994E6B7}" dt="2024-01-31T01:38:30.648" v="94924" actId="1076"/>
          <ac:grpSpMkLst>
            <pc:docMk/>
            <pc:sldMk cId="3896687080" sldId="1124"/>
            <ac:grpSpMk id="8" creationId="{221518ED-C698-FC8F-70EC-01BBC2F703A1}"/>
          </ac:grpSpMkLst>
        </pc:grpChg>
        <pc:grpChg chg="add mod">
          <ac:chgData name="Palit, Tapti" userId="dec6fbcd-7598-406a-8cbf-504d4a3bac15" providerId="ADAL" clId="{ECD42228-5B96-4A72-B268-C46DF994E6B7}" dt="2024-01-31T01:38:30.648" v="94924" actId="1076"/>
          <ac:grpSpMkLst>
            <pc:docMk/>
            <pc:sldMk cId="3896687080" sldId="1124"/>
            <ac:grpSpMk id="10" creationId="{01685421-BDA5-C09F-058D-DBF46938EBBB}"/>
          </ac:grpSpMkLst>
        </pc:grpChg>
        <pc:grpChg chg="add mod">
          <ac:chgData name="Palit, Tapti" userId="dec6fbcd-7598-406a-8cbf-504d4a3bac15" providerId="ADAL" clId="{ECD42228-5B96-4A72-B268-C46DF994E6B7}" dt="2024-01-31T01:38:30.648" v="94924" actId="1076"/>
          <ac:grpSpMkLst>
            <pc:docMk/>
            <pc:sldMk cId="3896687080" sldId="1124"/>
            <ac:grpSpMk id="11" creationId="{E8F5E11A-0A5B-EE58-2EA2-89EFE3A587D5}"/>
          </ac:grpSpMkLst>
        </pc:grpChg>
        <pc:grpChg chg="add mod">
          <ac:chgData name="Palit, Tapti" userId="dec6fbcd-7598-406a-8cbf-504d4a3bac15" providerId="ADAL" clId="{ECD42228-5B96-4A72-B268-C46DF994E6B7}" dt="2024-01-31T01:38:30.648" v="94924" actId="1076"/>
          <ac:grpSpMkLst>
            <pc:docMk/>
            <pc:sldMk cId="3896687080" sldId="1124"/>
            <ac:grpSpMk id="12" creationId="{0D752D9A-C38B-C91E-6690-73A228E5F9F2}"/>
          </ac:grpSpMkLst>
        </pc:grpChg>
        <pc:grpChg chg="add mod">
          <ac:chgData name="Palit, Tapti" userId="dec6fbcd-7598-406a-8cbf-504d4a3bac15" providerId="ADAL" clId="{ECD42228-5B96-4A72-B268-C46DF994E6B7}" dt="2024-01-31T01:36:48.031" v="94913" actId="164"/>
          <ac:grpSpMkLst>
            <pc:docMk/>
            <pc:sldMk cId="3896687080" sldId="1124"/>
            <ac:grpSpMk id="15" creationId="{C4AD68BA-1977-6CED-C1CF-EC4004DC93D2}"/>
          </ac:grpSpMkLst>
        </pc:grpChg>
        <pc:grpChg chg="add mod">
          <ac:chgData name="Palit, Tapti" userId="dec6fbcd-7598-406a-8cbf-504d4a3bac15" providerId="ADAL" clId="{ECD42228-5B96-4A72-B268-C46DF994E6B7}" dt="2024-01-31T01:38:30.648" v="94924" actId="1076"/>
          <ac:grpSpMkLst>
            <pc:docMk/>
            <pc:sldMk cId="3896687080" sldId="1124"/>
            <ac:grpSpMk id="16" creationId="{5846B863-5941-D70E-F14B-970B0F8290F3}"/>
          </ac:grpSpMkLst>
        </pc:grpChg>
        <pc:grpChg chg="add del mod">
          <ac:chgData name="Palit, Tapti" userId="dec6fbcd-7598-406a-8cbf-504d4a3bac15" providerId="ADAL" clId="{ECD42228-5B96-4A72-B268-C46DF994E6B7}" dt="2024-01-30T06:47:40.684" v="90355" actId="478"/>
          <ac:grpSpMkLst>
            <pc:docMk/>
            <pc:sldMk cId="3896687080" sldId="1124"/>
            <ac:grpSpMk id="19" creationId="{D13FF52A-8861-228C-3259-EFAB1F67EEEF}"/>
          </ac:grpSpMkLst>
        </pc:grpChg>
        <pc:grpChg chg="add del mod">
          <ac:chgData name="Palit, Tapti" userId="dec6fbcd-7598-406a-8cbf-504d4a3bac15" providerId="ADAL" clId="{ECD42228-5B96-4A72-B268-C46DF994E6B7}" dt="2024-01-30T06:47:43.909" v="90356" actId="478"/>
          <ac:grpSpMkLst>
            <pc:docMk/>
            <pc:sldMk cId="3896687080" sldId="1124"/>
            <ac:grpSpMk id="22" creationId="{EE5F7B64-54E3-8CA8-5FAC-62240E131AD9}"/>
          </ac:grpSpMkLst>
        </pc:grpChg>
        <pc:grpChg chg="add mod">
          <ac:chgData name="Palit, Tapti" userId="dec6fbcd-7598-406a-8cbf-504d4a3bac15" providerId="ADAL" clId="{ECD42228-5B96-4A72-B268-C46DF994E6B7}" dt="2024-01-31T01:37:14.457" v="94920" actId="1076"/>
          <ac:grpSpMkLst>
            <pc:docMk/>
            <pc:sldMk cId="3896687080" sldId="1124"/>
            <ac:grpSpMk id="49" creationId="{31AB3B0F-4277-6AA4-E96B-540DA5FE22BD}"/>
          </ac:grpSpMkLst>
        </pc:grpChg>
        <pc:grpChg chg="add mod">
          <ac:chgData name="Palit, Tapti" userId="dec6fbcd-7598-406a-8cbf-504d4a3bac15" providerId="ADAL" clId="{ECD42228-5B96-4A72-B268-C46DF994E6B7}" dt="2024-01-31T01:37:08.480" v="94917" actId="1076"/>
          <ac:grpSpMkLst>
            <pc:docMk/>
            <pc:sldMk cId="3896687080" sldId="1124"/>
            <ac:grpSpMk id="50" creationId="{CCBE725C-C28A-B4F8-BA48-4A242D201186}"/>
          </ac:grpSpMkLst>
        </pc:grpChg>
        <pc:grpChg chg="add mod">
          <ac:chgData name="Palit, Tapti" userId="dec6fbcd-7598-406a-8cbf-504d4a3bac15" providerId="ADAL" clId="{ECD42228-5B96-4A72-B268-C46DF994E6B7}" dt="2024-01-31T01:37:12.352" v="94919" actId="1076"/>
          <ac:grpSpMkLst>
            <pc:docMk/>
            <pc:sldMk cId="3896687080" sldId="1124"/>
            <ac:grpSpMk id="51" creationId="{33AC9D74-CB1B-59D9-0648-280C9E2A2010}"/>
          </ac:grpSpMkLst>
        </pc:grpChg>
        <pc:picChg chg="add mod">
          <ac:chgData name="Palit, Tapti" userId="dec6fbcd-7598-406a-8cbf-504d4a3bac15" providerId="ADAL" clId="{ECD42228-5B96-4A72-B268-C46DF994E6B7}" dt="2024-01-31T01:38:30.648" v="94924" actId="1076"/>
          <ac:picMkLst>
            <pc:docMk/>
            <pc:sldMk cId="3896687080" sldId="1124"/>
            <ac:picMk id="5" creationId="{E81D91B0-A348-E959-9D54-3CF734ED2042}"/>
          </ac:picMkLst>
        </pc:picChg>
        <pc:picChg chg="add del mod">
          <ac:chgData name="Palit, Tapti" userId="dec6fbcd-7598-406a-8cbf-504d4a3bac15" providerId="ADAL" clId="{ECD42228-5B96-4A72-B268-C46DF994E6B7}" dt="2024-01-31T01:38:30.648" v="94924" actId="1076"/>
          <ac:picMkLst>
            <pc:docMk/>
            <pc:sldMk cId="3896687080" sldId="1124"/>
            <ac:picMk id="6" creationId="{4B958B1C-CDC1-BF47-AB32-F260E360FE8D}"/>
          </ac:picMkLst>
        </pc:picChg>
        <pc:picChg chg="add mod">
          <ac:chgData name="Palit, Tapti" userId="dec6fbcd-7598-406a-8cbf-504d4a3bac15" providerId="ADAL" clId="{ECD42228-5B96-4A72-B268-C46DF994E6B7}" dt="2024-01-31T01:38:30.648" v="94924" actId="1076"/>
          <ac:picMkLst>
            <pc:docMk/>
            <pc:sldMk cId="3896687080" sldId="1124"/>
            <ac:picMk id="17" creationId="{326585B3-FCF5-7CEF-61E2-D3123A56D460}"/>
          </ac:picMkLst>
        </pc:picChg>
        <pc:picChg chg="add mod">
          <ac:chgData name="Palit, Tapti" userId="dec6fbcd-7598-406a-8cbf-504d4a3bac15" providerId="ADAL" clId="{ECD42228-5B96-4A72-B268-C46DF994E6B7}" dt="2024-01-31T01:37:08.480" v="94917" actId="1076"/>
          <ac:picMkLst>
            <pc:docMk/>
            <pc:sldMk cId="3896687080" sldId="1124"/>
            <ac:picMk id="37" creationId="{6A2F111F-73E1-59C4-96A8-CE172A2B439E}"/>
          </ac:picMkLst>
        </pc:picChg>
        <pc:picChg chg="add mod">
          <ac:chgData name="Palit, Tapti" userId="dec6fbcd-7598-406a-8cbf-504d4a3bac15" providerId="ADAL" clId="{ECD42228-5B96-4A72-B268-C46DF994E6B7}" dt="2024-01-31T01:37:14.457" v="94920" actId="1076"/>
          <ac:picMkLst>
            <pc:docMk/>
            <pc:sldMk cId="3896687080" sldId="1124"/>
            <ac:picMk id="41" creationId="{B12C4C90-E70F-E883-A311-9D7305D4547D}"/>
          </ac:picMkLst>
        </pc:picChg>
        <pc:picChg chg="add mod">
          <ac:chgData name="Palit, Tapti" userId="dec6fbcd-7598-406a-8cbf-504d4a3bac15" providerId="ADAL" clId="{ECD42228-5B96-4A72-B268-C46DF994E6B7}" dt="2024-01-31T01:37:14.457" v="94920" actId="1076"/>
          <ac:picMkLst>
            <pc:docMk/>
            <pc:sldMk cId="3896687080" sldId="1124"/>
            <ac:picMk id="48" creationId="{06B10B71-1871-0FFA-03B2-81318E3869D7}"/>
          </ac:picMkLst>
        </pc:picChg>
        <pc:picChg chg="mod">
          <ac:chgData name="Palit, Tapti" userId="dec6fbcd-7598-406a-8cbf-504d4a3bac15" providerId="ADAL" clId="{ECD42228-5B96-4A72-B268-C46DF994E6B7}" dt="2024-01-31T01:37:12.352" v="94919" actId="1076"/>
          <ac:picMkLst>
            <pc:docMk/>
            <pc:sldMk cId="3896687080" sldId="1124"/>
            <ac:picMk id="52" creationId="{B7E08E81-F283-042B-0F74-9220C5E47265}"/>
          </ac:picMkLst>
        </pc:picChg>
        <pc:picChg chg="mod">
          <ac:chgData name="Palit, Tapti" userId="dec6fbcd-7598-406a-8cbf-504d4a3bac15" providerId="ADAL" clId="{ECD42228-5B96-4A72-B268-C46DF994E6B7}" dt="2024-01-31T01:37:12.352" v="94919" actId="1076"/>
          <ac:picMkLst>
            <pc:docMk/>
            <pc:sldMk cId="3896687080" sldId="1124"/>
            <ac:picMk id="53" creationId="{5F48B515-7C08-3720-4D8A-2AC11E66F731}"/>
          </ac:picMkLst>
        </pc:picChg>
        <pc:picChg chg="mod">
          <ac:chgData name="Palit, Tapti" userId="dec6fbcd-7598-406a-8cbf-504d4a3bac15" providerId="ADAL" clId="{ECD42228-5B96-4A72-B268-C46DF994E6B7}" dt="2024-01-31T01:37:12.352" v="94919" actId="1076"/>
          <ac:picMkLst>
            <pc:docMk/>
            <pc:sldMk cId="3896687080" sldId="1124"/>
            <ac:picMk id="54" creationId="{D7B70E8D-A42E-C252-9C0D-5CE3543B8BD5}"/>
          </ac:picMkLst>
        </pc:picChg>
        <pc:picChg chg="mod">
          <ac:chgData name="Palit, Tapti" userId="dec6fbcd-7598-406a-8cbf-504d4a3bac15" providerId="ADAL" clId="{ECD42228-5B96-4A72-B268-C46DF994E6B7}" dt="2024-01-31T01:37:12.352" v="94919" actId="1076"/>
          <ac:picMkLst>
            <pc:docMk/>
            <pc:sldMk cId="3896687080" sldId="1124"/>
            <ac:picMk id="55" creationId="{A0902ED6-BC2E-AE01-095F-2574C9C80F1B}"/>
          </ac:picMkLst>
        </pc:picChg>
        <pc:picChg chg="add mod">
          <ac:chgData name="Palit, Tapti" userId="dec6fbcd-7598-406a-8cbf-504d4a3bac15" providerId="ADAL" clId="{ECD42228-5B96-4A72-B268-C46DF994E6B7}" dt="2024-01-31T01:45:59.569" v="94932" actId="1076"/>
          <ac:picMkLst>
            <pc:docMk/>
            <pc:sldMk cId="3896687080" sldId="1124"/>
            <ac:picMk id="2050" creationId="{84E4954C-E5D5-19D5-7C71-00CB4FAE5CB0}"/>
          </ac:picMkLst>
        </pc:picChg>
        <pc:picChg chg="add mod">
          <ac:chgData name="Palit, Tapti" userId="dec6fbcd-7598-406a-8cbf-504d4a3bac15" providerId="ADAL" clId="{ECD42228-5B96-4A72-B268-C46DF994E6B7}" dt="2024-01-31T01:46:09.842" v="94936" actId="1076"/>
          <ac:picMkLst>
            <pc:docMk/>
            <pc:sldMk cId="3896687080" sldId="1124"/>
            <ac:picMk id="2052" creationId="{2D23F08C-D198-05E0-D58D-67AC7845C1AD}"/>
          </ac:picMkLst>
        </pc:picChg>
        <pc:picChg chg="add mod">
          <ac:chgData name="Palit, Tapti" userId="dec6fbcd-7598-406a-8cbf-504d4a3bac15" providerId="ADAL" clId="{ECD42228-5B96-4A72-B268-C46DF994E6B7}" dt="2024-01-31T01:37:08.480" v="94917" actId="1076"/>
          <ac:picMkLst>
            <pc:docMk/>
            <pc:sldMk cId="3896687080" sldId="1124"/>
            <ac:picMk id="3074" creationId="{76C524F4-BB43-B78A-115A-F1951B87950A}"/>
          </ac:picMkLst>
        </pc:picChg>
        <pc:cxnChg chg="add mod">
          <ac:chgData name="Palit, Tapti" userId="dec6fbcd-7598-406a-8cbf-504d4a3bac15" providerId="ADAL" clId="{ECD42228-5B96-4A72-B268-C46DF994E6B7}" dt="2024-01-31T01:38:30.648" v="94924" actId="1076"/>
          <ac:cxnSpMkLst>
            <pc:docMk/>
            <pc:sldMk cId="3896687080" sldId="1124"/>
            <ac:cxnSpMk id="28" creationId="{36F8F4A2-D3FA-C94B-CB78-ADC6C86A0F06}"/>
          </ac:cxnSpMkLst>
        </pc:cxnChg>
        <pc:cxnChg chg="add mod">
          <ac:chgData name="Palit, Tapti" userId="dec6fbcd-7598-406a-8cbf-504d4a3bac15" providerId="ADAL" clId="{ECD42228-5B96-4A72-B268-C46DF994E6B7}" dt="2024-01-31T01:37:08.480" v="94917" actId="1076"/>
          <ac:cxnSpMkLst>
            <pc:docMk/>
            <pc:sldMk cId="3896687080" sldId="1124"/>
            <ac:cxnSpMk id="38" creationId="{33810D5A-4D9C-CF93-445C-5E195D3144BD}"/>
          </ac:cxnSpMkLst>
        </pc:cxnChg>
        <pc:cxnChg chg="mod">
          <ac:chgData name="Palit, Tapti" userId="dec6fbcd-7598-406a-8cbf-504d4a3bac15" providerId="ADAL" clId="{ECD42228-5B96-4A72-B268-C46DF994E6B7}" dt="2024-01-31T01:37:12.352" v="94919" actId="1076"/>
          <ac:cxnSpMkLst>
            <pc:docMk/>
            <pc:sldMk cId="3896687080" sldId="1124"/>
            <ac:cxnSpMk id="56" creationId="{F3FBDBD8-8BC7-7202-68C6-16E842567C47}"/>
          </ac:cxnSpMkLst>
        </pc:cxnChg>
        <pc:cxnChg chg="mod">
          <ac:chgData name="Palit, Tapti" userId="dec6fbcd-7598-406a-8cbf-504d4a3bac15" providerId="ADAL" clId="{ECD42228-5B96-4A72-B268-C46DF994E6B7}" dt="2024-01-31T01:37:12.352" v="94919" actId="1076"/>
          <ac:cxnSpMkLst>
            <pc:docMk/>
            <pc:sldMk cId="3896687080" sldId="1124"/>
            <ac:cxnSpMk id="57" creationId="{24CCAA3D-3135-DFAD-653A-8161BE9C44D2}"/>
          </ac:cxnSpMkLst>
        </pc:cxnChg>
        <pc:cxnChg chg="mod">
          <ac:chgData name="Palit, Tapti" userId="dec6fbcd-7598-406a-8cbf-504d4a3bac15" providerId="ADAL" clId="{ECD42228-5B96-4A72-B268-C46DF994E6B7}" dt="2024-01-31T01:37:12.352" v="94919" actId="1076"/>
          <ac:cxnSpMkLst>
            <pc:docMk/>
            <pc:sldMk cId="3896687080" sldId="1124"/>
            <ac:cxnSpMk id="58" creationId="{503BC692-C119-F3A0-106D-62A789E21A69}"/>
          </ac:cxnSpMkLst>
        </pc:cxnChg>
      </pc:sldChg>
      <pc:sldChg chg="addSp delSp modSp add del mod">
        <pc:chgData name="Palit, Tapti" userId="dec6fbcd-7598-406a-8cbf-504d4a3bac15" providerId="ADAL" clId="{ECD42228-5B96-4A72-B268-C46DF994E6B7}" dt="2024-01-30T00:58:59.560" v="83450" actId="47"/>
        <pc:sldMkLst>
          <pc:docMk/>
          <pc:sldMk cId="2906794145" sldId="1125"/>
        </pc:sldMkLst>
        <pc:spChg chg="add mod">
          <ac:chgData name="Palit, Tapti" userId="dec6fbcd-7598-406a-8cbf-504d4a3bac15" providerId="ADAL" clId="{ECD42228-5B96-4A72-B268-C46DF994E6B7}" dt="2024-01-29T23:52:31.135" v="83086" actId="1076"/>
          <ac:spMkLst>
            <pc:docMk/>
            <pc:sldMk cId="2906794145" sldId="1125"/>
            <ac:spMk id="8" creationId="{E2F573C9-FBE3-C582-BF04-993759D44956}"/>
          </ac:spMkLst>
        </pc:spChg>
        <pc:spChg chg="add mod">
          <ac:chgData name="Palit, Tapti" userId="dec6fbcd-7598-406a-8cbf-504d4a3bac15" providerId="ADAL" clId="{ECD42228-5B96-4A72-B268-C46DF994E6B7}" dt="2024-01-29T23:52:40.743" v="83089" actId="1076"/>
          <ac:spMkLst>
            <pc:docMk/>
            <pc:sldMk cId="2906794145" sldId="1125"/>
            <ac:spMk id="14" creationId="{66060DBA-9034-76D5-05B2-AE0580942269}"/>
          </ac:spMkLst>
        </pc:spChg>
        <pc:spChg chg="mod">
          <ac:chgData name="Palit, Tapti" userId="dec6fbcd-7598-406a-8cbf-504d4a3bac15" providerId="ADAL" clId="{ECD42228-5B96-4A72-B268-C46DF994E6B7}" dt="2024-01-30T00:42:53.487" v="83115" actId="1076"/>
          <ac:spMkLst>
            <pc:docMk/>
            <pc:sldMk cId="2906794145" sldId="1125"/>
            <ac:spMk id="15" creationId="{632CDA17-2240-B34F-44F8-5573404E1E94}"/>
          </ac:spMkLst>
        </pc:spChg>
        <pc:spChg chg="add mod">
          <ac:chgData name="Palit, Tapti" userId="dec6fbcd-7598-406a-8cbf-504d4a3bac15" providerId="ADAL" clId="{ECD42228-5B96-4A72-B268-C46DF994E6B7}" dt="2024-01-29T23:52:31.135" v="83086" actId="1076"/>
          <ac:spMkLst>
            <pc:docMk/>
            <pc:sldMk cId="2906794145" sldId="1125"/>
            <ac:spMk id="19" creationId="{3BF2C539-FCDA-C84B-3616-825CDAC7B529}"/>
          </ac:spMkLst>
        </pc:spChg>
        <pc:spChg chg="add mod">
          <ac:chgData name="Palit, Tapti" userId="dec6fbcd-7598-406a-8cbf-504d4a3bac15" providerId="ADAL" clId="{ECD42228-5B96-4A72-B268-C46DF994E6B7}" dt="2024-01-30T00:43:01.263" v="83116" actId="1076"/>
          <ac:spMkLst>
            <pc:docMk/>
            <pc:sldMk cId="2906794145" sldId="1125"/>
            <ac:spMk id="21" creationId="{92768B26-839F-D918-A22C-48E525879E55}"/>
          </ac:spMkLst>
        </pc:spChg>
        <pc:spChg chg="add mod">
          <ac:chgData name="Palit, Tapti" userId="dec6fbcd-7598-406a-8cbf-504d4a3bac15" providerId="ADAL" clId="{ECD42228-5B96-4A72-B268-C46DF994E6B7}" dt="2024-01-30T00:44:47.441" v="83135"/>
          <ac:spMkLst>
            <pc:docMk/>
            <pc:sldMk cId="2906794145" sldId="1125"/>
            <ac:spMk id="22" creationId="{AD9E782D-B842-7776-26E3-D2ADBFDAEFE9}"/>
          </ac:spMkLst>
        </pc:spChg>
        <pc:spChg chg="del">
          <ac:chgData name="Palit, Tapti" userId="dec6fbcd-7598-406a-8cbf-504d4a3bac15" providerId="ADAL" clId="{ECD42228-5B96-4A72-B268-C46DF994E6B7}" dt="2024-01-30T00:44:47.029" v="83134" actId="478"/>
          <ac:spMkLst>
            <pc:docMk/>
            <pc:sldMk cId="2906794145" sldId="1125"/>
            <ac:spMk id="27" creationId="{A514031C-BE6B-B376-1F8D-A6CBB52D164E}"/>
          </ac:spMkLst>
        </pc:spChg>
        <pc:cxnChg chg="add mod">
          <ac:chgData name="Palit, Tapti" userId="dec6fbcd-7598-406a-8cbf-504d4a3bac15" providerId="ADAL" clId="{ECD42228-5B96-4A72-B268-C46DF994E6B7}" dt="2024-01-29T23:52:44.494" v="83090" actId="14100"/>
          <ac:cxnSpMkLst>
            <pc:docMk/>
            <pc:sldMk cId="2906794145" sldId="1125"/>
            <ac:cxnSpMk id="18" creationId="{6DC576F9-EE04-D5F5-5597-30B9DF79A19A}"/>
          </ac:cxnSpMkLst>
        </pc:cxnChg>
      </pc:sldChg>
      <pc:sldChg chg="addSp delSp modSp add mod modAnim modNotesTx">
        <pc:chgData name="Palit, Tapti" userId="dec6fbcd-7598-406a-8cbf-504d4a3bac15" providerId="ADAL" clId="{ECD42228-5B96-4A72-B268-C46DF994E6B7}" dt="2024-02-09T19:17:46.250" v="108702" actId="20577"/>
        <pc:sldMkLst>
          <pc:docMk/>
          <pc:sldMk cId="1907210277" sldId="1126"/>
        </pc:sldMkLst>
        <pc:spChg chg="add del mod">
          <ac:chgData name="Palit, Tapti" userId="dec6fbcd-7598-406a-8cbf-504d4a3bac15" providerId="ADAL" clId="{ECD42228-5B96-4A72-B268-C46DF994E6B7}" dt="2024-02-09T04:39:17.207" v="104442" actId="478"/>
          <ac:spMkLst>
            <pc:docMk/>
            <pc:sldMk cId="1907210277" sldId="1126"/>
            <ac:spMk id="2" creationId="{7BDD6DF6-98A0-6064-A2FB-21E37BAA61A9}"/>
          </ac:spMkLst>
        </pc:spChg>
        <pc:spChg chg="del">
          <ac:chgData name="Palit, Tapti" userId="dec6fbcd-7598-406a-8cbf-504d4a3bac15" providerId="ADAL" clId="{ECD42228-5B96-4A72-B268-C46DF994E6B7}" dt="2024-01-30T01:16:15.788" v="83686" actId="478"/>
          <ac:spMkLst>
            <pc:docMk/>
            <pc:sldMk cId="1907210277" sldId="1126"/>
            <ac:spMk id="5" creationId="{183ECB8E-03C0-B0D3-470A-5FC92381CE4D}"/>
          </ac:spMkLst>
        </pc:spChg>
        <pc:spChg chg="add mod">
          <ac:chgData name="Palit, Tapti" userId="dec6fbcd-7598-406a-8cbf-504d4a3bac15" providerId="ADAL" clId="{ECD42228-5B96-4A72-B268-C46DF994E6B7}" dt="2024-01-30T03:13:54.668" v="85229"/>
          <ac:spMkLst>
            <pc:docMk/>
            <pc:sldMk cId="1907210277" sldId="1126"/>
            <ac:spMk id="5" creationId="{90CE665F-3F16-E88F-A27A-912FB207BB2D}"/>
          </ac:spMkLst>
        </pc:spChg>
        <pc:spChg chg="add del mod">
          <ac:chgData name="Palit, Tapti" userId="dec6fbcd-7598-406a-8cbf-504d4a3bac15" providerId="ADAL" clId="{ECD42228-5B96-4A72-B268-C46DF994E6B7}" dt="2024-01-30T01:16:29.700" v="83689" actId="478"/>
          <ac:spMkLst>
            <pc:docMk/>
            <pc:sldMk cId="1907210277" sldId="1126"/>
            <ac:spMk id="8" creationId="{73566DC2-76D5-81CC-21A2-ED302146137E}"/>
          </ac:spMkLst>
        </pc:spChg>
        <pc:spChg chg="del">
          <ac:chgData name="Palit, Tapti" userId="dec6fbcd-7598-406a-8cbf-504d4a3bac15" providerId="ADAL" clId="{ECD42228-5B96-4A72-B268-C46DF994E6B7}" dt="2024-01-30T03:13:54.281" v="85228" actId="478"/>
          <ac:spMkLst>
            <pc:docMk/>
            <pc:sldMk cId="1907210277" sldId="1126"/>
            <ac:spMk id="9" creationId="{FEE50486-ED62-0211-8495-141514841F17}"/>
          </ac:spMkLst>
        </pc:spChg>
        <pc:spChg chg="del mod">
          <ac:chgData name="Palit, Tapti" userId="dec6fbcd-7598-406a-8cbf-504d4a3bac15" providerId="ADAL" clId="{ECD42228-5B96-4A72-B268-C46DF994E6B7}" dt="2024-01-30T01:16:15.788" v="83686" actId="478"/>
          <ac:spMkLst>
            <pc:docMk/>
            <pc:sldMk cId="1907210277" sldId="1126"/>
            <ac:spMk id="10" creationId="{10D98153-4479-02BF-2FCF-023EAF8C4F94}"/>
          </ac:spMkLst>
        </pc:spChg>
        <pc:spChg chg="mod">
          <ac:chgData name="Palit, Tapti" userId="dec6fbcd-7598-406a-8cbf-504d4a3bac15" providerId="ADAL" clId="{ECD42228-5B96-4A72-B268-C46DF994E6B7}" dt="2024-01-30T05:07:08.136" v="86971" actId="692"/>
          <ac:spMkLst>
            <pc:docMk/>
            <pc:sldMk cId="1907210277" sldId="1126"/>
            <ac:spMk id="11" creationId="{5CD12B5E-EED1-D7C2-F857-A3873CADFBBF}"/>
          </ac:spMkLst>
        </pc:spChg>
        <pc:spChg chg="del">
          <ac:chgData name="Palit, Tapti" userId="dec6fbcd-7598-406a-8cbf-504d4a3bac15" providerId="ADAL" clId="{ECD42228-5B96-4A72-B268-C46DF994E6B7}" dt="2024-01-30T01:16:15.788" v="83686" actId="478"/>
          <ac:spMkLst>
            <pc:docMk/>
            <pc:sldMk cId="1907210277" sldId="1126"/>
            <ac:spMk id="13" creationId="{B7304097-DFBF-D910-D073-D97AFE7F2778}"/>
          </ac:spMkLst>
        </pc:spChg>
        <pc:spChg chg="del">
          <ac:chgData name="Palit, Tapti" userId="dec6fbcd-7598-406a-8cbf-504d4a3bac15" providerId="ADAL" clId="{ECD42228-5B96-4A72-B268-C46DF994E6B7}" dt="2024-01-30T01:16:17.706" v="83687" actId="478"/>
          <ac:spMkLst>
            <pc:docMk/>
            <pc:sldMk cId="1907210277" sldId="1126"/>
            <ac:spMk id="14" creationId="{E7E615E4-1209-91C9-5D49-B54071413CD2}"/>
          </ac:spMkLst>
        </pc:spChg>
        <pc:spChg chg="mod">
          <ac:chgData name="Palit, Tapti" userId="dec6fbcd-7598-406a-8cbf-504d4a3bac15" providerId="ADAL" clId="{ECD42228-5B96-4A72-B268-C46DF994E6B7}" dt="2024-01-30T16:51:54.649" v="93084" actId="20577"/>
          <ac:spMkLst>
            <pc:docMk/>
            <pc:sldMk cId="1907210277" sldId="1126"/>
            <ac:spMk id="15" creationId="{632CDA17-2240-B34F-44F8-5573404E1E94}"/>
          </ac:spMkLst>
        </pc:spChg>
        <pc:spChg chg="del">
          <ac:chgData name="Palit, Tapti" userId="dec6fbcd-7598-406a-8cbf-504d4a3bac15" providerId="ADAL" clId="{ECD42228-5B96-4A72-B268-C46DF994E6B7}" dt="2024-01-30T01:16:15.788" v="83686" actId="478"/>
          <ac:spMkLst>
            <pc:docMk/>
            <pc:sldMk cId="1907210277" sldId="1126"/>
            <ac:spMk id="16" creationId="{4645C22E-44FF-BF81-7755-C7FCA524B6E1}"/>
          </ac:spMkLst>
        </pc:spChg>
        <pc:spChg chg="del">
          <ac:chgData name="Palit, Tapti" userId="dec6fbcd-7598-406a-8cbf-504d4a3bac15" providerId="ADAL" clId="{ECD42228-5B96-4A72-B268-C46DF994E6B7}" dt="2024-01-30T01:16:15.788" v="83686" actId="478"/>
          <ac:spMkLst>
            <pc:docMk/>
            <pc:sldMk cId="1907210277" sldId="1126"/>
            <ac:spMk id="17" creationId="{5ECEFDC6-8E69-121D-C0F4-8405CA0DE315}"/>
          </ac:spMkLst>
        </pc:spChg>
        <pc:spChg chg="add del mod">
          <ac:chgData name="Palit, Tapti" userId="dec6fbcd-7598-406a-8cbf-504d4a3bac15" providerId="ADAL" clId="{ECD42228-5B96-4A72-B268-C46DF994E6B7}" dt="2024-01-30T01:16:29.700" v="83689" actId="478"/>
          <ac:spMkLst>
            <pc:docMk/>
            <pc:sldMk cId="1907210277" sldId="1126"/>
            <ac:spMk id="18" creationId="{9CE7F821-8F5E-35E9-D3A0-9E108B9099D1}"/>
          </ac:spMkLst>
        </pc:spChg>
        <pc:spChg chg="add del mod">
          <ac:chgData name="Palit, Tapti" userId="dec6fbcd-7598-406a-8cbf-504d4a3bac15" providerId="ADAL" clId="{ECD42228-5B96-4A72-B268-C46DF994E6B7}" dt="2024-01-30T01:16:29.700" v="83689" actId="478"/>
          <ac:spMkLst>
            <pc:docMk/>
            <pc:sldMk cId="1907210277" sldId="1126"/>
            <ac:spMk id="20" creationId="{C920DD5B-0B19-3E68-9FDC-A6E22090974C}"/>
          </ac:spMkLst>
        </pc:spChg>
        <pc:spChg chg="add del mod">
          <ac:chgData name="Palit, Tapti" userId="dec6fbcd-7598-406a-8cbf-504d4a3bac15" providerId="ADAL" clId="{ECD42228-5B96-4A72-B268-C46DF994E6B7}" dt="2024-01-30T01:16:29.700" v="83689" actId="478"/>
          <ac:spMkLst>
            <pc:docMk/>
            <pc:sldMk cId="1907210277" sldId="1126"/>
            <ac:spMk id="21" creationId="{1FE74F5B-A5E2-CADA-511C-B67DB38E926A}"/>
          </ac:spMkLst>
        </pc:spChg>
        <pc:spChg chg="add del mod">
          <ac:chgData name="Palit, Tapti" userId="dec6fbcd-7598-406a-8cbf-504d4a3bac15" providerId="ADAL" clId="{ECD42228-5B96-4A72-B268-C46DF994E6B7}" dt="2024-01-30T00:56:01.164" v="83394" actId="478"/>
          <ac:spMkLst>
            <pc:docMk/>
            <pc:sldMk cId="1907210277" sldId="1126"/>
            <ac:spMk id="22" creationId="{F12D1A11-0B47-728C-AF38-90C067A06FFE}"/>
          </ac:spMkLst>
        </pc:spChg>
        <pc:spChg chg="add del mod">
          <ac:chgData name="Palit, Tapti" userId="dec6fbcd-7598-406a-8cbf-504d4a3bac15" providerId="ADAL" clId="{ECD42228-5B96-4A72-B268-C46DF994E6B7}" dt="2024-01-30T01:16:29.700" v="83689" actId="478"/>
          <ac:spMkLst>
            <pc:docMk/>
            <pc:sldMk cId="1907210277" sldId="1126"/>
            <ac:spMk id="23" creationId="{E1A621D9-0858-8CA7-5B75-A027ADBD5566}"/>
          </ac:spMkLst>
        </pc:spChg>
        <pc:spChg chg="add del mod">
          <ac:chgData name="Palit, Tapti" userId="dec6fbcd-7598-406a-8cbf-504d4a3bac15" providerId="ADAL" clId="{ECD42228-5B96-4A72-B268-C46DF994E6B7}" dt="2024-01-30T01:16:29.700" v="83689" actId="478"/>
          <ac:spMkLst>
            <pc:docMk/>
            <pc:sldMk cId="1907210277" sldId="1126"/>
            <ac:spMk id="24" creationId="{13D60017-8D4D-E6A3-7A15-401548A94A4A}"/>
          </ac:spMkLst>
        </pc:spChg>
        <pc:spChg chg="add del mod">
          <ac:chgData name="Palit, Tapti" userId="dec6fbcd-7598-406a-8cbf-504d4a3bac15" providerId="ADAL" clId="{ECD42228-5B96-4A72-B268-C46DF994E6B7}" dt="2024-01-30T01:10:29.636" v="83655" actId="478"/>
          <ac:spMkLst>
            <pc:docMk/>
            <pc:sldMk cId="1907210277" sldId="1126"/>
            <ac:spMk id="25" creationId="{00F6D4E2-7ADE-90D6-0A07-34901F37BAF1}"/>
          </ac:spMkLst>
        </pc:spChg>
        <pc:spChg chg="add mod">
          <ac:chgData name="Palit, Tapti" userId="dec6fbcd-7598-406a-8cbf-504d4a3bac15" providerId="ADAL" clId="{ECD42228-5B96-4A72-B268-C46DF994E6B7}" dt="2024-01-30T02:21:06.514" v="83877" actId="20577"/>
          <ac:spMkLst>
            <pc:docMk/>
            <pc:sldMk cId="1907210277" sldId="1126"/>
            <ac:spMk id="28" creationId="{0BB92474-9F7D-8583-B6E6-546EE2C35EA3}"/>
          </ac:spMkLst>
        </pc:spChg>
        <pc:spChg chg="del">
          <ac:chgData name="Palit, Tapti" userId="dec6fbcd-7598-406a-8cbf-504d4a3bac15" providerId="ADAL" clId="{ECD42228-5B96-4A72-B268-C46DF994E6B7}" dt="2024-01-30T01:16:15.788" v="83686" actId="478"/>
          <ac:spMkLst>
            <pc:docMk/>
            <pc:sldMk cId="1907210277" sldId="1126"/>
            <ac:spMk id="29" creationId="{B51B138B-CA6E-D442-540A-519FABFF1C4E}"/>
          </ac:spMkLst>
        </pc:spChg>
        <pc:spChg chg="add mod">
          <ac:chgData name="Palit, Tapti" userId="dec6fbcd-7598-406a-8cbf-504d4a3bac15" providerId="ADAL" clId="{ECD42228-5B96-4A72-B268-C46DF994E6B7}" dt="2024-01-30T01:16:18.125" v="83688"/>
          <ac:spMkLst>
            <pc:docMk/>
            <pc:sldMk cId="1907210277" sldId="1126"/>
            <ac:spMk id="30" creationId="{05EF7DC6-8C3C-5F09-D653-C3FF8565CAC3}"/>
          </ac:spMkLst>
        </pc:spChg>
        <pc:spChg chg="add mod">
          <ac:chgData name="Palit, Tapti" userId="dec6fbcd-7598-406a-8cbf-504d4a3bac15" providerId="ADAL" clId="{ECD42228-5B96-4A72-B268-C46DF994E6B7}" dt="2024-01-30T05:07:08.136" v="86971" actId="692"/>
          <ac:spMkLst>
            <pc:docMk/>
            <pc:sldMk cId="1907210277" sldId="1126"/>
            <ac:spMk id="31" creationId="{0245205A-3FF9-D000-F90C-EBE75ADC807A}"/>
          </ac:spMkLst>
        </pc:spChg>
        <pc:spChg chg="add mod">
          <ac:chgData name="Palit, Tapti" userId="dec6fbcd-7598-406a-8cbf-504d4a3bac15" providerId="ADAL" clId="{ECD42228-5B96-4A72-B268-C46DF994E6B7}" dt="2024-01-30T01:16:18.125" v="83688"/>
          <ac:spMkLst>
            <pc:docMk/>
            <pc:sldMk cId="1907210277" sldId="1126"/>
            <ac:spMk id="33" creationId="{E873247A-7CC7-2683-004D-5E70A1CAD89C}"/>
          </ac:spMkLst>
        </pc:spChg>
        <pc:spChg chg="add mod">
          <ac:chgData name="Palit, Tapti" userId="dec6fbcd-7598-406a-8cbf-504d4a3bac15" providerId="ADAL" clId="{ECD42228-5B96-4A72-B268-C46DF994E6B7}" dt="2024-01-30T01:16:18.125" v="83688"/>
          <ac:spMkLst>
            <pc:docMk/>
            <pc:sldMk cId="1907210277" sldId="1126"/>
            <ac:spMk id="34" creationId="{05C968E7-E1A8-C587-91D9-B8234207F430}"/>
          </ac:spMkLst>
        </pc:spChg>
        <pc:spChg chg="add mod">
          <ac:chgData name="Palit, Tapti" userId="dec6fbcd-7598-406a-8cbf-504d4a3bac15" providerId="ADAL" clId="{ECD42228-5B96-4A72-B268-C46DF994E6B7}" dt="2024-01-30T01:16:18.125" v="83688"/>
          <ac:spMkLst>
            <pc:docMk/>
            <pc:sldMk cId="1907210277" sldId="1126"/>
            <ac:spMk id="35" creationId="{C4940E9A-E616-8454-24F9-03094694FC3C}"/>
          </ac:spMkLst>
        </pc:spChg>
        <pc:spChg chg="add mod">
          <ac:chgData name="Palit, Tapti" userId="dec6fbcd-7598-406a-8cbf-504d4a3bac15" providerId="ADAL" clId="{ECD42228-5B96-4A72-B268-C46DF994E6B7}" dt="2024-01-30T01:16:18.125" v="83688"/>
          <ac:spMkLst>
            <pc:docMk/>
            <pc:sldMk cId="1907210277" sldId="1126"/>
            <ac:spMk id="36" creationId="{A70294A3-7D67-E544-CEA4-4FB19789C376}"/>
          </ac:spMkLst>
        </pc:spChg>
        <pc:spChg chg="mod topLvl">
          <ac:chgData name="Palit, Tapti" userId="dec6fbcd-7598-406a-8cbf-504d4a3bac15" providerId="ADAL" clId="{ECD42228-5B96-4A72-B268-C46DF994E6B7}" dt="2024-02-09T04:56:49.876" v="104547" actId="165"/>
          <ac:spMkLst>
            <pc:docMk/>
            <pc:sldMk cId="1907210277" sldId="1126"/>
            <ac:spMk id="38" creationId="{526C0130-E9D2-33FC-D7DC-863C280431E3}"/>
          </ac:spMkLst>
        </pc:spChg>
        <pc:spChg chg="mod topLvl">
          <ac:chgData name="Palit, Tapti" userId="dec6fbcd-7598-406a-8cbf-504d4a3bac15" providerId="ADAL" clId="{ECD42228-5B96-4A72-B268-C46DF994E6B7}" dt="2024-02-09T04:56:49.876" v="104547" actId="165"/>
          <ac:spMkLst>
            <pc:docMk/>
            <pc:sldMk cId="1907210277" sldId="1126"/>
            <ac:spMk id="39" creationId="{83E50C67-6D28-4F47-5D68-71433170D720}"/>
          </ac:spMkLst>
        </pc:spChg>
        <pc:spChg chg="mod topLvl">
          <ac:chgData name="Palit, Tapti" userId="dec6fbcd-7598-406a-8cbf-504d4a3bac15" providerId="ADAL" clId="{ECD42228-5B96-4A72-B268-C46DF994E6B7}" dt="2024-02-09T04:56:49.876" v="104547" actId="165"/>
          <ac:spMkLst>
            <pc:docMk/>
            <pc:sldMk cId="1907210277" sldId="1126"/>
            <ac:spMk id="41" creationId="{05FF6E8F-ABE7-1EBA-7007-E3E482D42494}"/>
          </ac:spMkLst>
        </pc:spChg>
        <pc:spChg chg="mod topLvl">
          <ac:chgData name="Palit, Tapti" userId="dec6fbcd-7598-406a-8cbf-504d4a3bac15" providerId="ADAL" clId="{ECD42228-5B96-4A72-B268-C46DF994E6B7}" dt="2024-02-09T19:17:46.250" v="108702" actId="20577"/>
          <ac:spMkLst>
            <pc:docMk/>
            <pc:sldMk cId="1907210277" sldId="1126"/>
            <ac:spMk id="43" creationId="{0BDD37DA-2DBB-5FB5-D3BE-254C7DC43683}"/>
          </ac:spMkLst>
        </pc:spChg>
        <pc:spChg chg="mod topLvl">
          <ac:chgData name="Palit, Tapti" userId="dec6fbcd-7598-406a-8cbf-504d4a3bac15" providerId="ADAL" clId="{ECD42228-5B96-4A72-B268-C46DF994E6B7}" dt="2024-02-09T04:56:49.876" v="104547" actId="165"/>
          <ac:spMkLst>
            <pc:docMk/>
            <pc:sldMk cId="1907210277" sldId="1126"/>
            <ac:spMk id="44" creationId="{9BA9965A-0AC8-FBE4-52A2-AB6B93B14C49}"/>
          </ac:spMkLst>
        </pc:spChg>
        <pc:spChg chg="mod topLvl">
          <ac:chgData name="Palit, Tapti" userId="dec6fbcd-7598-406a-8cbf-504d4a3bac15" providerId="ADAL" clId="{ECD42228-5B96-4A72-B268-C46DF994E6B7}" dt="2024-02-09T04:56:49.876" v="104547" actId="165"/>
          <ac:spMkLst>
            <pc:docMk/>
            <pc:sldMk cId="1907210277" sldId="1126"/>
            <ac:spMk id="45" creationId="{3F521C2C-DD78-07BC-A996-F48EF14ACE2D}"/>
          </ac:spMkLst>
        </pc:spChg>
        <pc:grpChg chg="add del mod">
          <ac:chgData name="Palit, Tapti" userId="dec6fbcd-7598-406a-8cbf-504d4a3bac15" providerId="ADAL" clId="{ECD42228-5B96-4A72-B268-C46DF994E6B7}" dt="2024-02-09T04:56:49.876" v="104547" actId="165"/>
          <ac:grpSpMkLst>
            <pc:docMk/>
            <pc:sldMk cId="1907210277" sldId="1126"/>
            <ac:grpSpMk id="37" creationId="{0841A27C-B68F-D177-7085-3CF57792204F}"/>
          </ac:grpSpMkLst>
        </pc:grpChg>
        <pc:picChg chg="add mod">
          <ac:chgData name="Palit, Tapti" userId="dec6fbcd-7598-406a-8cbf-504d4a3bac15" providerId="ADAL" clId="{ECD42228-5B96-4A72-B268-C46DF994E6B7}" dt="2024-01-30T01:16:18.125" v="83688"/>
          <ac:picMkLst>
            <pc:docMk/>
            <pc:sldMk cId="1907210277" sldId="1126"/>
            <ac:picMk id="32" creationId="{544F83E3-20A2-78E2-B296-8CC7CD68C350}"/>
          </ac:picMkLst>
        </pc:picChg>
        <pc:picChg chg="mod topLvl">
          <ac:chgData name="Palit, Tapti" userId="dec6fbcd-7598-406a-8cbf-504d4a3bac15" providerId="ADAL" clId="{ECD42228-5B96-4A72-B268-C46DF994E6B7}" dt="2024-02-09T04:56:49.876" v="104547" actId="165"/>
          <ac:picMkLst>
            <pc:docMk/>
            <pc:sldMk cId="1907210277" sldId="1126"/>
            <ac:picMk id="40" creationId="{7B19AC72-2D30-1B1D-30FF-50E14D0F1B81}"/>
          </ac:picMkLst>
        </pc:picChg>
        <pc:picChg chg="del mod">
          <ac:chgData name="Palit, Tapti" userId="dec6fbcd-7598-406a-8cbf-504d4a3bac15" providerId="ADAL" clId="{ECD42228-5B96-4A72-B268-C46DF994E6B7}" dt="2024-01-30T01:16:15.788" v="83686" actId="478"/>
          <ac:picMkLst>
            <pc:docMk/>
            <pc:sldMk cId="1907210277" sldId="1126"/>
            <ac:picMk id="1026" creationId="{FA72C589-D3CD-285E-5D5F-E6CB0EC94BDE}"/>
          </ac:picMkLst>
        </pc:picChg>
        <pc:picChg chg="add del mod">
          <ac:chgData name="Palit, Tapti" userId="dec6fbcd-7598-406a-8cbf-504d4a3bac15" providerId="ADAL" clId="{ECD42228-5B96-4A72-B268-C46DF994E6B7}" dt="2024-01-30T01:16:29.700" v="83689" actId="478"/>
          <ac:picMkLst>
            <pc:docMk/>
            <pc:sldMk cId="1907210277" sldId="1126"/>
            <ac:picMk id="2050" creationId="{B7BD09AD-3B0E-B4F6-950E-986213587B42}"/>
          </ac:picMkLst>
        </pc:picChg>
        <pc:cxnChg chg="del">
          <ac:chgData name="Palit, Tapti" userId="dec6fbcd-7598-406a-8cbf-504d4a3bac15" providerId="ADAL" clId="{ECD42228-5B96-4A72-B268-C46DF994E6B7}" dt="2024-01-30T01:16:15.788" v="83686" actId="478"/>
          <ac:cxnSpMkLst>
            <pc:docMk/>
            <pc:sldMk cId="1907210277" sldId="1126"/>
            <ac:cxnSpMk id="6" creationId="{9A228DE5-2A47-7DC0-AB7D-AA240CDBFA38}"/>
          </ac:cxnSpMkLst>
        </pc:cxnChg>
        <pc:cxnChg chg="del">
          <ac:chgData name="Palit, Tapti" userId="dec6fbcd-7598-406a-8cbf-504d4a3bac15" providerId="ADAL" clId="{ECD42228-5B96-4A72-B268-C46DF994E6B7}" dt="2024-01-30T01:16:15.788" v="83686" actId="478"/>
          <ac:cxnSpMkLst>
            <pc:docMk/>
            <pc:sldMk cId="1907210277" sldId="1126"/>
            <ac:cxnSpMk id="7" creationId="{61D65FAB-D08A-1F97-5A56-A0AFDCACE3EE}"/>
          </ac:cxnSpMkLst>
        </pc:cxnChg>
        <pc:cxnChg chg="add del mod">
          <ac:chgData name="Palit, Tapti" userId="dec6fbcd-7598-406a-8cbf-504d4a3bac15" providerId="ADAL" clId="{ECD42228-5B96-4A72-B268-C46DF994E6B7}" dt="2024-01-30T01:16:29.700" v="83689" actId="478"/>
          <ac:cxnSpMkLst>
            <pc:docMk/>
            <pc:sldMk cId="1907210277" sldId="1126"/>
            <ac:cxnSpMk id="19" creationId="{CFA081C0-990E-A9FB-5814-5B705AEE100C}"/>
          </ac:cxnSpMkLst>
        </pc:cxnChg>
        <pc:cxnChg chg="add mod">
          <ac:chgData name="Palit, Tapti" userId="dec6fbcd-7598-406a-8cbf-504d4a3bac15" providerId="ADAL" clId="{ECD42228-5B96-4A72-B268-C46DF994E6B7}" dt="2024-01-30T01:16:18.125" v="83688"/>
          <ac:cxnSpMkLst>
            <pc:docMk/>
            <pc:sldMk cId="1907210277" sldId="1126"/>
            <ac:cxnSpMk id="26" creationId="{7E94F37E-3FC5-7E82-D7C8-258C3D760675}"/>
          </ac:cxnSpMkLst>
        </pc:cxnChg>
        <pc:cxnChg chg="add mod">
          <ac:chgData name="Palit, Tapti" userId="dec6fbcd-7598-406a-8cbf-504d4a3bac15" providerId="ADAL" clId="{ECD42228-5B96-4A72-B268-C46DF994E6B7}" dt="2024-01-30T01:16:18.125" v="83688"/>
          <ac:cxnSpMkLst>
            <pc:docMk/>
            <pc:sldMk cId="1907210277" sldId="1126"/>
            <ac:cxnSpMk id="27" creationId="{EE1B3562-A45E-014C-0F32-09FB1CB49313}"/>
          </ac:cxnSpMkLst>
        </pc:cxnChg>
        <pc:cxnChg chg="mod topLvl">
          <ac:chgData name="Palit, Tapti" userId="dec6fbcd-7598-406a-8cbf-504d4a3bac15" providerId="ADAL" clId="{ECD42228-5B96-4A72-B268-C46DF994E6B7}" dt="2024-02-09T04:56:49.876" v="104547" actId="165"/>
          <ac:cxnSpMkLst>
            <pc:docMk/>
            <pc:sldMk cId="1907210277" sldId="1126"/>
            <ac:cxnSpMk id="42" creationId="{1CA58725-40B1-1166-C4B3-68D70D0843F8}"/>
          </ac:cxnSpMkLst>
        </pc:cxnChg>
      </pc:sldChg>
      <pc:sldChg chg="addSp delSp modSp add del mod modNotesTx">
        <pc:chgData name="Palit, Tapti" userId="dec6fbcd-7598-406a-8cbf-504d4a3bac15" providerId="ADAL" clId="{ECD42228-5B96-4A72-B268-C46DF994E6B7}" dt="2024-01-30T01:18:05.945" v="83705" actId="47"/>
        <pc:sldMkLst>
          <pc:docMk/>
          <pc:sldMk cId="2486230573" sldId="1127"/>
        </pc:sldMkLst>
        <pc:spChg chg="del">
          <ac:chgData name="Palit, Tapti" userId="dec6fbcd-7598-406a-8cbf-504d4a3bac15" providerId="ADAL" clId="{ECD42228-5B96-4A72-B268-C46DF994E6B7}" dt="2024-01-30T00:54:26.638" v="83371" actId="478"/>
          <ac:spMkLst>
            <pc:docMk/>
            <pc:sldMk cId="2486230573" sldId="1127"/>
            <ac:spMk id="2" creationId="{7BDD6DF6-98A0-6064-A2FB-21E37BAA61A9}"/>
          </ac:spMkLst>
        </pc:spChg>
        <pc:spChg chg="mod">
          <ac:chgData name="Palit, Tapti" userId="dec6fbcd-7598-406a-8cbf-504d4a3bac15" providerId="ADAL" clId="{ECD42228-5B96-4A72-B268-C46DF994E6B7}" dt="2024-01-30T01:12:36.839" v="83667" actId="14100"/>
          <ac:spMkLst>
            <pc:docMk/>
            <pc:sldMk cId="2486230573" sldId="1127"/>
            <ac:spMk id="8" creationId="{73566DC2-76D5-81CC-21A2-ED302146137E}"/>
          </ac:spMkLst>
        </pc:spChg>
        <pc:spChg chg="mod">
          <ac:chgData name="Palit, Tapti" userId="dec6fbcd-7598-406a-8cbf-504d4a3bac15" providerId="ADAL" clId="{ECD42228-5B96-4A72-B268-C46DF994E6B7}" dt="2024-01-30T01:12:16.328" v="83665" actId="14100"/>
          <ac:spMkLst>
            <pc:docMk/>
            <pc:sldMk cId="2486230573" sldId="1127"/>
            <ac:spMk id="10" creationId="{10D98153-4479-02BF-2FCF-023EAF8C4F94}"/>
          </ac:spMkLst>
        </pc:spChg>
        <pc:spChg chg="mod">
          <ac:chgData name="Palit, Tapti" userId="dec6fbcd-7598-406a-8cbf-504d4a3bac15" providerId="ADAL" clId="{ECD42228-5B96-4A72-B268-C46DF994E6B7}" dt="2024-01-30T01:12:16.328" v="83665" actId="14100"/>
          <ac:spMkLst>
            <pc:docMk/>
            <pc:sldMk cId="2486230573" sldId="1127"/>
            <ac:spMk id="11" creationId="{5CD12B5E-EED1-D7C2-F857-A3873CADFBBF}"/>
          </ac:spMkLst>
        </pc:spChg>
        <pc:spChg chg="del">
          <ac:chgData name="Palit, Tapti" userId="dec6fbcd-7598-406a-8cbf-504d4a3bac15" providerId="ADAL" clId="{ECD42228-5B96-4A72-B268-C46DF994E6B7}" dt="2024-01-30T00:56:22.205" v="83397" actId="478"/>
          <ac:spMkLst>
            <pc:docMk/>
            <pc:sldMk cId="2486230573" sldId="1127"/>
            <ac:spMk id="18" creationId="{9CE7F821-8F5E-35E9-D3A0-9E108B9099D1}"/>
          </ac:spMkLst>
        </pc:spChg>
        <pc:spChg chg="del">
          <ac:chgData name="Palit, Tapti" userId="dec6fbcd-7598-406a-8cbf-504d4a3bac15" providerId="ADAL" clId="{ECD42228-5B96-4A72-B268-C46DF994E6B7}" dt="2024-01-30T00:56:22.205" v="83397" actId="478"/>
          <ac:spMkLst>
            <pc:docMk/>
            <pc:sldMk cId="2486230573" sldId="1127"/>
            <ac:spMk id="20" creationId="{C920DD5B-0B19-3E68-9FDC-A6E22090974C}"/>
          </ac:spMkLst>
        </pc:spChg>
        <pc:spChg chg="del">
          <ac:chgData name="Palit, Tapti" userId="dec6fbcd-7598-406a-8cbf-504d4a3bac15" providerId="ADAL" clId="{ECD42228-5B96-4A72-B268-C46DF994E6B7}" dt="2024-01-30T00:56:22.205" v="83397" actId="478"/>
          <ac:spMkLst>
            <pc:docMk/>
            <pc:sldMk cId="2486230573" sldId="1127"/>
            <ac:spMk id="21" creationId="{1FE74F5B-A5E2-CADA-511C-B67DB38E926A}"/>
          </ac:spMkLst>
        </pc:spChg>
        <pc:spChg chg="del">
          <ac:chgData name="Palit, Tapti" userId="dec6fbcd-7598-406a-8cbf-504d4a3bac15" providerId="ADAL" clId="{ECD42228-5B96-4A72-B268-C46DF994E6B7}" dt="2024-01-30T00:56:05.751" v="83395" actId="478"/>
          <ac:spMkLst>
            <pc:docMk/>
            <pc:sldMk cId="2486230573" sldId="1127"/>
            <ac:spMk id="22" creationId="{F12D1A11-0B47-728C-AF38-90C067A06FFE}"/>
          </ac:spMkLst>
        </pc:spChg>
        <pc:spChg chg="del">
          <ac:chgData name="Palit, Tapti" userId="dec6fbcd-7598-406a-8cbf-504d4a3bac15" providerId="ADAL" clId="{ECD42228-5B96-4A72-B268-C46DF994E6B7}" dt="2024-01-30T00:56:22.205" v="83397" actId="478"/>
          <ac:spMkLst>
            <pc:docMk/>
            <pc:sldMk cId="2486230573" sldId="1127"/>
            <ac:spMk id="23" creationId="{E1A621D9-0858-8CA7-5B75-A027ADBD5566}"/>
          </ac:spMkLst>
        </pc:spChg>
        <pc:spChg chg="add mod">
          <ac:chgData name="Palit, Tapti" userId="dec6fbcd-7598-406a-8cbf-504d4a3bac15" providerId="ADAL" clId="{ECD42228-5B96-4A72-B268-C46DF994E6B7}" dt="2024-01-30T00:54:33.741" v="83372"/>
          <ac:spMkLst>
            <pc:docMk/>
            <pc:sldMk cId="2486230573" sldId="1127"/>
            <ac:spMk id="26" creationId="{8217CCF3-DBE5-D959-8FA5-2B0D27DCCF90}"/>
          </ac:spMkLst>
        </pc:spChg>
        <pc:spChg chg="add mod">
          <ac:chgData name="Palit, Tapti" userId="dec6fbcd-7598-406a-8cbf-504d4a3bac15" providerId="ADAL" clId="{ECD42228-5B96-4A72-B268-C46DF994E6B7}" dt="2024-01-30T00:54:43.986" v="83382" actId="1038"/>
          <ac:spMkLst>
            <pc:docMk/>
            <pc:sldMk cId="2486230573" sldId="1127"/>
            <ac:spMk id="28" creationId="{220B2034-DE3F-6408-2B6D-476B0033EE96}"/>
          </ac:spMkLst>
        </pc:spChg>
        <pc:spChg chg="mod">
          <ac:chgData name="Palit, Tapti" userId="dec6fbcd-7598-406a-8cbf-504d4a3bac15" providerId="ADAL" clId="{ECD42228-5B96-4A72-B268-C46DF994E6B7}" dt="2024-01-30T00:54:55.004" v="83384"/>
          <ac:spMkLst>
            <pc:docMk/>
            <pc:sldMk cId="2486230573" sldId="1127"/>
            <ac:spMk id="29" creationId="{B51B138B-CA6E-D442-540A-519FABFF1C4E}"/>
          </ac:spMkLst>
        </pc:spChg>
        <pc:spChg chg="add del mod">
          <ac:chgData name="Palit, Tapti" userId="dec6fbcd-7598-406a-8cbf-504d4a3bac15" providerId="ADAL" clId="{ECD42228-5B96-4A72-B268-C46DF994E6B7}" dt="2024-01-30T01:11:19.580" v="83660" actId="478"/>
          <ac:spMkLst>
            <pc:docMk/>
            <pc:sldMk cId="2486230573" sldId="1127"/>
            <ac:spMk id="31" creationId="{7469C2B7-1142-1307-6D2A-0CDA04984DE4}"/>
          </ac:spMkLst>
        </pc:spChg>
        <pc:spChg chg="add del mod">
          <ac:chgData name="Palit, Tapti" userId="dec6fbcd-7598-406a-8cbf-504d4a3bac15" providerId="ADAL" clId="{ECD42228-5B96-4A72-B268-C46DF994E6B7}" dt="2024-01-30T01:11:19.580" v="83660" actId="478"/>
          <ac:spMkLst>
            <pc:docMk/>
            <pc:sldMk cId="2486230573" sldId="1127"/>
            <ac:spMk id="33" creationId="{7C3F61FE-E53A-DBAC-3795-39862163F05A}"/>
          </ac:spMkLst>
        </pc:spChg>
        <pc:spChg chg="add del mod">
          <ac:chgData name="Palit, Tapti" userId="dec6fbcd-7598-406a-8cbf-504d4a3bac15" providerId="ADAL" clId="{ECD42228-5B96-4A72-B268-C46DF994E6B7}" dt="2024-01-30T01:11:19.580" v="83660" actId="478"/>
          <ac:spMkLst>
            <pc:docMk/>
            <pc:sldMk cId="2486230573" sldId="1127"/>
            <ac:spMk id="34" creationId="{B4C4A011-398A-8A75-0257-7F38A5B6D51C}"/>
          </ac:spMkLst>
        </pc:spChg>
        <pc:spChg chg="add del mod">
          <ac:chgData name="Palit, Tapti" userId="dec6fbcd-7598-406a-8cbf-504d4a3bac15" providerId="ADAL" clId="{ECD42228-5B96-4A72-B268-C46DF994E6B7}" dt="2024-01-30T01:11:19.580" v="83660" actId="478"/>
          <ac:spMkLst>
            <pc:docMk/>
            <pc:sldMk cId="2486230573" sldId="1127"/>
            <ac:spMk id="35" creationId="{DDBA92C2-8DB7-A296-E752-6A272110AF6A}"/>
          </ac:spMkLst>
        </pc:spChg>
        <pc:spChg chg="add mod">
          <ac:chgData name="Palit, Tapti" userId="dec6fbcd-7598-406a-8cbf-504d4a3bac15" providerId="ADAL" clId="{ECD42228-5B96-4A72-B268-C46DF994E6B7}" dt="2024-01-30T01:11:20.094" v="83661"/>
          <ac:spMkLst>
            <pc:docMk/>
            <pc:sldMk cId="2486230573" sldId="1127"/>
            <ac:spMk id="37" creationId="{1BC98B6D-08EB-9D7F-205D-4F33192D8970}"/>
          </ac:spMkLst>
        </pc:spChg>
        <pc:spChg chg="add mod">
          <ac:chgData name="Palit, Tapti" userId="dec6fbcd-7598-406a-8cbf-504d4a3bac15" providerId="ADAL" clId="{ECD42228-5B96-4A72-B268-C46DF994E6B7}" dt="2024-01-30T01:11:20.094" v="83661"/>
          <ac:spMkLst>
            <pc:docMk/>
            <pc:sldMk cId="2486230573" sldId="1127"/>
            <ac:spMk id="39" creationId="{5759D6F5-73F7-737A-D9FC-F3733ED80A88}"/>
          </ac:spMkLst>
        </pc:spChg>
        <pc:spChg chg="add mod">
          <ac:chgData name="Palit, Tapti" userId="dec6fbcd-7598-406a-8cbf-504d4a3bac15" providerId="ADAL" clId="{ECD42228-5B96-4A72-B268-C46DF994E6B7}" dt="2024-01-30T01:11:20.094" v="83661"/>
          <ac:spMkLst>
            <pc:docMk/>
            <pc:sldMk cId="2486230573" sldId="1127"/>
            <ac:spMk id="40" creationId="{5DBE9C2C-4F46-46D3-A6FC-7F83C24DD17A}"/>
          </ac:spMkLst>
        </pc:spChg>
        <pc:spChg chg="add mod">
          <ac:chgData name="Palit, Tapti" userId="dec6fbcd-7598-406a-8cbf-504d4a3bac15" providerId="ADAL" clId="{ECD42228-5B96-4A72-B268-C46DF994E6B7}" dt="2024-01-30T01:11:20.094" v="83661"/>
          <ac:spMkLst>
            <pc:docMk/>
            <pc:sldMk cId="2486230573" sldId="1127"/>
            <ac:spMk id="41" creationId="{D2F852B0-3E4C-1815-F183-2AAEC9B9C28D}"/>
          </ac:spMkLst>
        </pc:spChg>
        <pc:picChg chg="add mod">
          <ac:chgData name="Palit, Tapti" userId="dec6fbcd-7598-406a-8cbf-504d4a3bac15" providerId="ADAL" clId="{ECD42228-5B96-4A72-B268-C46DF994E6B7}" dt="2024-01-30T00:54:33.741" v="83372"/>
          <ac:picMkLst>
            <pc:docMk/>
            <pc:sldMk cId="2486230573" sldId="1127"/>
            <ac:picMk id="25" creationId="{EBE0CA88-ECCC-9171-B4E9-FF26C143EA31}"/>
          </ac:picMkLst>
        </pc:picChg>
        <pc:picChg chg="add mod">
          <ac:chgData name="Palit, Tapti" userId="dec6fbcd-7598-406a-8cbf-504d4a3bac15" providerId="ADAL" clId="{ECD42228-5B96-4A72-B268-C46DF994E6B7}" dt="2024-01-30T00:58:47.577" v="83424"/>
          <ac:picMkLst>
            <pc:docMk/>
            <pc:sldMk cId="2486230573" sldId="1127"/>
            <ac:picMk id="36" creationId="{CAE367BA-35D7-BD9B-69D1-7D2FBA591821}"/>
          </ac:picMkLst>
        </pc:picChg>
        <pc:cxnChg chg="del mod">
          <ac:chgData name="Palit, Tapti" userId="dec6fbcd-7598-406a-8cbf-504d4a3bac15" providerId="ADAL" clId="{ECD42228-5B96-4A72-B268-C46DF994E6B7}" dt="2024-01-30T00:56:22.205" v="83397" actId="478"/>
          <ac:cxnSpMkLst>
            <pc:docMk/>
            <pc:sldMk cId="2486230573" sldId="1127"/>
            <ac:cxnSpMk id="19" creationId="{CFA081C0-990E-A9FB-5814-5B705AEE100C}"/>
          </ac:cxnSpMkLst>
        </pc:cxnChg>
        <pc:cxnChg chg="add mod">
          <ac:chgData name="Palit, Tapti" userId="dec6fbcd-7598-406a-8cbf-504d4a3bac15" providerId="ADAL" clId="{ECD42228-5B96-4A72-B268-C46DF994E6B7}" dt="2024-01-30T00:54:47.190" v="83383" actId="14100"/>
          <ac:cxnSpMkLst>
            <pc:docMk/>
            <pc:sldMk cId="2486230573" sldId="1127"/>
            <ac:cxnSpMk id="27" creationId="{108A2BBC-6107-51EB-C7D8-A0DBB0AAB369}"/>
          </ac:cxnSpMkLst>
        </pc:cxnChg>
        <pc:cxnChg chg="add del mod">
          <ac:chgData name="Palit, Tapti" userId="dec6fbcd-7598-406a-8cbf-504d4a3bac15" providerId="ADAL" clId="{ECD42228-5B96-4A72-B268-C46DF994E6B7}" dt="2024-01-30T01:11:19.580" v="83660" actId="478"/>
          <ac:cxnSpMkLst>
            <pc:docMk/>
            <pc:sldMk cId="2486230573" sldId="1127"/>
            <ac:cxnSpMk id="32" creationId="{30CA09BA-4800-85A5-723B-137F858D6882}"/>
          </ac:cxnSpMkLst>
        </pc:cxnChg>
        <pc:cxnChg chg="add mod">
          <ac:chgData name="Palit, Tapti" userId="dec6fbcd-7598-406a-8cbf-504d4a3bac15" providerId="ADAL" clId="{ECD42228-5B96-4A72-B268-C46DF994E6B7}" dt="2024-01-30T01:11:20.094" v="83661"/>
          <ac:cxnSpMkLst>
            <pc:docMk/>
            <pc:sldMk cId="2486230573" sldId="1127"/>
            <ac:cxnSpMk id="38" creationId="{B023D479-37C6-4CA7-7693-B16D1BE647B8}"/>
          </ac:cxnSpMkLst>
        </pc:cxnChg>
      </pc:sldChg>
      <pc:sldChg chg="addSp delSp modSp add del mod modNotesTx">
        <pc:chgData name="Palit, Tapti" userId="dec6fbcd-7598-406a-8cbf-504d4a3bac15" providerId="ADAL" clId="{ECD42228-5B96-4A72-B268-C46DF994E6B7}" dt="2024-01-30T01:18:42.871" v="83710" actId="47"/>
        <pc:sldMkLst>
          <pc:docMk/>
          <pc:sldMk cId="3640734426" sldId="1128"/>
        </pc:sldMkLst>
        <pc:spChg chg="add mod">
          <ac:chgData name="Palit, Tapti" userId="dec6fbcd-7598-406a-8cbf-504d4a3bac15" providerId="ADAL" clId="{ECD42228-5B96-4A72-B268-C46DF994E6B7}" dt="2024-01-30T00:55:26.888" v="83387"/>
          <ac:spMkLst>
            <pc:docMk/>
            <pc:sldMk cId="3640734426" sldId="1128"/>
            <ac:spMk id="2" creationId="{F3B65564-8C78-3E12-3F3A-9D17DE1A4B4F}"/>
          </ac:spMkLst>
        </pc:spChg>
        <pc:spChg chg="mod">
          <ac:chgData name="Palit, Tapti" userId="dec6fbcd-7598-406a-8cbf-504d4a3bac15" providerId="ADAL" clId="{ECD42228-5B96-4A72-B268-C46DF994E6B7}" dt="2024-01-30T01:13:22.356" v="83674" actId="1035"/>
          <ac:spMkLst>
            <pc:docMk/>
            <pc:sldMk cId="3640734426" sldId="1128"/>
            <ac:spMk id="8" creationId="{73566DC2-76D5-81CC-21A2-ED302146137E}"/>
          </ac:spMkLst>
        </pc:spChg>
        <pc:spChg chg="mod">
          <ac:chgData name="Palit, Tapti" userId="dec6fbcd-7598-406a-8cbf-504d4a3bac15" providerId="ADAL" clId="{ECD42228-5B96-4A72-B268-C46DF994E6B7}" dt="2024-01-30T01:12:28.041" v="83666" actId="14100"/>
          <ac:spMkLst>
            <pc:docMk/>
            <pc:sldMk cId="3640734426" sldId="1128"/>
            <ac:spMk id="10" creationId="{10D98153-4479-02BF-2FCF-023EAF8C4F94}"/>
          </ac:spMkLst>
        </pc:spChg>
        <pc:spChg chg="mod">
          <ac:chgData name="Palit, Tapti" userId="dec6fbcd-7598-406a-8cbf-504d4a3bac15" providerId="ADAL" clId="{ECD42228-5B96-4A72-B268-C46DF994E6B7}" dt="2024-01-30T01:12:28.041" v="83666" actId="14100"/>
          <ac:spMkLst>
            <pc:docMk/>
            <pc:sldMk cId="3640734426" sldId="1128"/>
            <ac:spMk id="11" creationId="{5CD12B5E-EED1-D7C2-F857-A3873CADFBBF}"/>
          </ac:spMkLst>
        </pc:spChg>
        <pc:spChg chg="del">
          <ac:chgData name="Palit, Tapti" userId="dec6fbcd-7598-406a-8cbf-504d4a3bac15" providerId="ADAL" clId="{ECD42228-5B96-4A72-B268-C46DF994E6B7}" dt="2024-01-30T00:57:01.414" v="83403" actId="478"/>
          <ac:spMkLst>
            <pc:docMk/>
            <pc:sldMk cId="3640734426" sldId="1128"/>
            <ac:spMk id="18" creationId="{9CE7F821-8F5E-35E9-D3A0-9E108B9099D1}"/>
          </ac:spMkLst>
        </pc:spChg>
        <pc:spChg chg="del">
          <ac:chgData name="Palit, Tapti" userId="dec6fbcd-7598-406a-8cbf-504d4a3bac15" providerId="ADAL" clId="{ECD42228-5B96-4A72-B268-C46DF994E6B7}" dt="2024-01-30T00:57:01.414" v="83403" actId="478"/>
          <ac:spMkLst>
            <pc:docMk/>
            <pc:sldMk cId="3640734426" sldId="1128"/>
            <ac:spMk id="20" creationId="{C920DD5B-0B19-3E68-9FDC-A6E22090974C}"/>
          </ac:spMkLst>
        </pc:spChg>
        <pc:spChg chg="del">
          <ac:chgData name="Palit, Tapti" userId="dec6fbcd-7598-406a-8cbf-504d4a3bac15" providerId="ADAL" clId="{ECD42228-5B96-4A72-B268-C46DF994E6B7}" dt="2024-01-30T00:57:01.414" v="83403" actId="478"/>
          <ac:spMkLst>
            <pc:docMk/>
            <pc:sldMk cId="3640734426" sldId="1128"/>
            <ac:spMk id="21" creationId="{1FE74F5B-A5E2-CADA-511C-B67DB38E926A}"/>
          </ac:spMkLst>
        </pc:spChg>
        <pc:spChg chg="del">
          <ac:chgData name="Palit, Tapti" userId="dec6fbcd-7598-406a-8cbf-504d4a3bac15" providerId="ADAL" clId="{ECD42228-5B96-4A72-B268-C46DF994E6B7}" dt="2024-01-30T00:55:57.809" v="83393" actId="478"/>
          <ac:spMkLst>
            <pc:docMk/>
            <pc:sldMk cId="3640734426" sldId="1128"/>
            <ac:spMk id="22" creationId="{F12D1A11-0B47-728C-AF38-90C067A06FFE}"/>
          </ac:spMkLst>
        </pc:spChg>
        <pc:spChg chg="del">
          <ac:chgData name="Palit, Tapti" userId="dec6fbcd-7598-406a-8cbf-504d4a3bac15" providerId="ADAL" clId="{ECD42228-5B96-4A72-B268-C46DF994E6B7}" dt="2024-01-30T00:57:01.414" v="83403" actId="478"/>
          <ac:spMkLst>
            <pc:docMk/>
            <pc:sldMk cId="3640734426" sldId="1128"/>
            <ac:spMk id="23" creationId="{E1A621D9-0858-8CA7-5B75-A027ADBD5566}"/>
          </ac:spMkLst>
        </pc:spChg>
        <pc:spChg chg="add mod">
          <ac:chgData name="Palit, Tapti" userId="dec6fbcd-7598-406a-8cbf-504d4a3bac15" providerId="ADAL" clId="{ECD42228-5B96-4A72-B268-C46DF994E6B7}" dt="2024-01-30T01:12:55.831" v="83671" actId="1076"/>
          <ac:spMkLst>
            <pc:docMk/>
            <pc:sldMk cId="3640734426" sldId="1128"/>
            <ac:spMk id="30" creationId="{F4093C84-C4FB-3009-D9B0-D3D78CC19C59}"/>
          </ac:spMkLst>
        </pc:spChg>
        <pc:spChg chg="add mod">
          <ac:chgData name="Palit, Tapti" userId="dec6fbcd-7598-406a-8cbf-504d4a3bac15" providerId="ADAL" clId="{ECD42228-5B96-4A72-B268-C46DF994E6B7}" dt="2024-01-30T00:57:32.311" v="83409" actId="1076"/>
          <ac:spMkLst>
            <pc:docMk/>
            <pc:sldMk cId="3640734426" sldId="1128"/>
            <ac:spMk id="31" creationId="{85875F0A-BDB9-A741-1698-138AB179537F}"/>
          </ac:spMkLst>
        </pc:spChg>
        <pc:spChg chg="add mod">
          <ac:chgData name="Palit, Tapti" userId="dec6fbcd-7598-406a-8cbf-504d4a3bac15" providerId="ADAL" clId="{ECD42228-5B96-4A72-B268-C46DF994E6B7}" dt="2024-01-30T01:13:00.029" v="83672" actId="1076"/>
          <ac:spMkLst>
            <pc:docMk/>
            <pc:sldMk cId="3640734426" sldId="1128"/>
            <ac:spMk id="33" creationId="{44FC1F04-F4A0-CAD2-9AF3-E02422785443}"/>
          </ac:spMkLst>
        </pc:spChg>
        <pc:spChg chg="add del mod">
          <ac:chgData name="Palit, Tapti" userId="dec6fbcd-7598-406a-8cbf-504d4a3bac15" providerId="ADAL" clId="{ECD42228-5B96-4A72-B268-C46DF994E6B7}" dt="2024-01-30T01:12:48.999" v="83668" actId="478"/>
          <ac:spMkLst>
            <pc:docMk/>
            <pc:sldMk cId="3640734426" sldId="1128"/>
            <ac:spMk id="36" creationId="{EDD58A49-C928-EF51-6867-6557C724621B}"/>
          </ac:spMkLst>
        </pc:spChg>
        <pc:spChg chg="add del mod">
          <ac:chgData name="Palit, Tapti" userId="dec6fbcd-7598-406a-8cbf-504d4a3bac15" providerId="ADAL" clId="{ECD42228-5B96-4A72-B268-C46DF994E6B7}" dt="2024-01-30T01:12:48.999" v="83668" actId="478"/>
          <ac:spMkLst>
            <pc:docMk/>
            <pc:sldMk cId="3640734426" sldId="1128"/>
            <ac:spMk id="38" creationId="{39D78A29-B3E5-F842-26EB-5A40B18A3D2B}"/>
          </ac:spMkLst>
        </pc:spChg>
        <pc:spChg chg="add del mod">
          <ac:chgData name="Palit, Tapti" userId="dec6fbcd-7598-406a-8cbf-504d4a3bac15" providerId="ADAL" clId="{ECD42228-5B96-4A72-B268-C46DF994E6B7}" dt="2024-01-30T01:12:48.999" v="83668" actId="478"/>
          <ac:spMkLst>
            <pc:docMk/>
            <pc:sldMk cId="3640734426" sldId="1128"/>
            <ac:spMk id="39" creationId="{2F42C7FF-DA03-F9D8-4984-F4E0B90D9784}"/>
          </ac:spMkLst>
        </pc:spChg>
        <pc:spChg chg="add del mod">
          <ac:chgData name="Palit, Tapti" userId="dec6fbcd-7598-406a-8cbf-504d4a3bac15" providerId="ADAL" clId="{ECD42228-5B96-4A72-B268-C46DF994E6B7}" dt="2024-01-30T01:12:48.999" v="83668" actId="478"/>
          <ac:spMkLst>
            <pc:docMk/>
            <pc:sldMk cId="3640734426" sldId="1128"/>
            <ac:spMk id="40" creationId="{EA370BC4-E68B-1763-8939-4852AD39893A}"/>
          </ac:spMkLst>
        </pc:spChg>
        <pc:spChg chg="add mod">
          <ac:chgData name="Palit, Tapti" userId="dec6fbcd-7598-406a-8cbf-504d4a3bac15" providerId="ADAL" clId="{ECD42228-5B96-4A72-B268-C46DF994E6B7}" dt="2024-01-30T01:12:49.565" v="83669"/>
          <ac:spMkLst>
            <pc:docMk/>
            <pc:sldMk cId="3640734426" sldId="1128"/>
            <ac:spMk id="44" creationId="{ED741D06-172D-4F74-7D7F-A476F70471F1}"/>
          </ac:spMkLst>
        </pc:spChg>
        <pc:spChg chg="add mod">
          <ac:chgData name="Palit, Tapti" userId="dec6fbcd-7598-406a-8cbf-504d4a3bac15" providerId="ADAL" clId="{ECD42228-5B96-4A72-B268-C46DF994E6B7}" dt="2024-01-30T01:12:49.565" v="83669"/>
          <ac:spMkLst>
            <pc:docMk/>
            <pc:sldMk cId="3640734426" sldId="1128"/>
            <ac:spMk id="46" creationId="{0D75352D-DCCD-0972-8A2A-75677F7685A0}"/>
          </ac:spMkLst>
        </pc:spChg>
        <pc:spChg chg="add mod">
          <ac:chgData name="Palit, Tapti" userId="dec6fbcd-7598-406a-8cbf-504d4a3bac15" providerId="ADAL" clId="{ECD42228-5B96-4A72-B268-C46DF994E6B7}" dt="2024-01-30T01:12:49.565" v="83669"/>
          <ac:spMkLst>
            <pc:docMk/>
            <pc:sldMk cId="3640734426" sldId="1128"/>
            <ac:spMk id="47" creationId="{2FE56038-F022-686A-5603-12E0BF725206}"/>
          </ac:spMkLst>
        </pc:spChg>
        <pc:spChg chg="add mod">
          <ac:chgData name="Palit, Tapti" userId="dec6fbcd-7598-406a-8cbf-504d4a3bac15" providerId="ADAL" clId="{ECD42228-5B96-4A72-B268-C46DF994E6B7}" dt="2024-01-30T01:12:49.565" v="83669"/>
          <ac:spMkLst>
            <pc:docMk/>
            <pc:sldMk cId="3640734426" sldId="1128"/>
            <ac:spMk id="48" creationId="{E92AA9AB-F52B-EA7C-D2B6-6CBE76408535}"/>
          </ac:spMkLst>
        </pc:spChg>
        <pc:picChg chg="add mod">
          <ac:chgData name="Palit, Tapti" userId="dec6fbcd-7598-406a-8cbf-504d4a3bac15" providerId="ADAL" clId="{ECD42228-5B96-4A72-B268-C46DF994E6B7}" dt="2024-01-30T00:58:53.902" v="83449" actId="1038"/>
          <ac:picMkLst>
            <pc:docMk/>
            <pc:sldMk cId="3640734426" sldId="1128"/>
            <ac:picMk id="43" creationId="{195BB6E2-3618-DD21-322B-008C7D0D29E7}"/>
          </ac:picMkLst>
        </pc:picChg>
        <pc:cxnChg chg="del mod">
          <ac:chgData name="Palit, Tapti" userId="dec6fbcd-7598-406a-8cbf-504d4a3bac15" providerId="ADAL" clId="{ECD42228-5B96-4A72-B268-C46DF994E6B7}" dt="2024-01-30T00:57:01.414" v="83403" actId="478"/>
          <ac:cxnSpMkLst>
            <pc:docMk/>
            <pc:sldMk cId="3640734426" sldId="1128"/>
            <ac:cxnSpMk id="19" creationId="{CFA081C0-990E-A9FB-5814-5B705AEE100C}"/>
          </ac:cxnSpMkLst>
        </pc:cxnChg>
        <pc:cxnChg chg="add mod">
          <ac:chgData name="Palit, Tapti" userId="dec6fbcd-7598-406a-8cbf-504d4a3bac15" providerId="ADAL" clId="{ECD42228-5B96-4A72-B268-C46DF994E6B7}" dt="2024-01-30T01:12:55.831" v="83671" actId="1076"/>
          <ac:cxnSpMkLst>
            <pc:docMk/>
            <pc:sldMk cId="3640734426" sldId="1128"/>
            <ac:cxnSpMk id="32" creationId="{DCEEF1A6-0749-A1F5-E438-82A35F78D366}"/>
          </ac:cxnSpMkLst>
        </pc:cxnChg>
        <pc:cxnChg chg="add del mod">
          <ac:chgData name="Palit, Tapti" userId="dec6fbcd-7598-406a-8cbf-504d4a3bac15" providerId="ADAL" clId="{ECD42228-5B96-4A72-B268-C46DF994E6B7}" dt="2024-01-30T01:12:48.999" v="83668" actId="478"/>
          <ac:cxnSpMkLst>
            <pc:docMk/>
            <pc:sldMk cId="3640734426" sldId="1128"/>
            <ac:cxnSpMk id="37" creationId="{1414EE74-94CA-F082-AC79-F90F1B174A8C}"/>
          </ac:cxnSpMkLst>
        </pc:cxnChg>
        <pc:cxnChg chg="add mod">
          <ac:chgData name="Palit, Tapti" userId="dec6fbcd-7598-406a-8cbf-504d4a3bac15" providerId="ADAL" clId="{ECD42228-5B96-4A72-B268-C46DF994E6B7}" dt="2024-01-30T01:12:49.565" v="83669"/>
          <ac:cxnSpMkLst>
            <pc:docMk/>
            <pc:sldMk cId="3640734426" sldId="1128"/>
            <ac:cxnSpMk id="45" creationId="{E0CA28DB-8FCF-F53C-813B-DA538A3CBFA4}"/>
          </ac:cxnSpMkLst>
        </pc:cxnChg>
      </pc:sldChg>
      <pc:sldChg chg="addSp delSp modSp add mod modClrScheme chgLayout modNotesTx">
        <pc:chgData name="Palit, Tapti" userId="dec6fbcd-7598-406a-8cbf-504d4a3bac15" providerId="ADAL" clId="{ECD42228-5B96-4A72-B268-C46DF994E6B7}" dt="2024-02-12T19:21:05.393" v="112427" actId="20577"/>
        <pc:sldMkLst>
          <pc:docMk/>
          <pc:sldMk cId="1372902057" sldId="1129"/>
        </pc:sldMkLst>
        <pc:spChg chg="add mod">
          <ac:chgData name="Palit, Tapti" userId="dec6fbcd-7598-406a-8cbf-504d4a3bac15" providerId="ADAL" clId="{ECD42228-5B96-4A72-B268-C46DF994E6B7}" dt="2024-01-30T03:14:22.141" v="85235"/>
          <ac:spMkLst>
            <pc:docMk/>
            <pc:sldMk cId="1372902057" sldId="1129"/>
            <ac:spMk id="2" creationId="{0DEF62EF-5704-40E1-F95D-A048D20621C3}"/>
          </ac:spMkLst>
        </pc:spChg>
        <pc:spChg chg="del">
          <ac:chgData name="Palit, Tapti" userId="dec6fbcd-7598-406a-8cbf-504d4a3bac15" providerId="ADAL" clId="{ECD42228-5B96-4A72-B268-C46DF994E6B7}" dt="2024-01-30T01:00:43.277" v="83489" actId="478"/>
          <ac:spMkLst>
            <pc:docMk/>
            <pc:sldMk cId="1372902057" sldId="1129"/>
            <ac:spMk id="2" creationId="{7BDD6DF6-98A0-6064-A2FB-21E37BAA61A9}"/>
          </ac:spMkLst>
        </pc:spChg>
        <pc:spChg chg="mod ord">
          <ac:chgData name="Palit, Tapti" userId="dec6fbcd-7598-406a-8cbf-504d4a3bac15" providerId="ADAL" clId="{ECD42228-5B96-4A72-B268-C46DF994E6B7}" dt="2024-01-30T01:07:02.965" v="83623" actId="700"/>
          <ac:spMkLst>
            <pc:docMk/>
            <pc:sldMk cId="1372902057" sldId="1129"/>
            <ac:spMk id="3" creationId="{F41F5800-0C87-D92F-5B6B-52E096B070E2}"/>
          </ac:spMkLst>
        </pc:spChg>
        <pc:spChg chg="mod ord">
          <ac:chgData name="Palit, Tapti" userId="dec6fbcd-7598-406a-8cbf-504d4a3bac15" providerId="ADAL" clId="{ECD42228-5B96-4A72-B268-C46DF994E6B7}" dt="2024-01-30T01:07:02.965" v="83623" actId="700"/>
          <ac:spMkLst>
            <pc:docMk/>
            <pc:sldMk cId="1372902057" sldId="1129"/>
            <ac:spMk id="4" creationId="{72B504F4-99B0-8DB2-F091-585A12AE0CD7}"/>
          </ac:spMkLst>
        </pc:spChg>
        <pc:spChg chg="mod">
          <ac:chgData name="Palit, Tapti" userId="dec6fbcd-7598-406a-8cbf-504d4a3bac15" providerId="ADAL" clId="{ECD42228-5B96-4A72-B268-C46DF994E6B7}" dt="2024-01-30T01:06:23.071" v="83618" actId="1076"/>
          <ac:spMkLst>
            <pc:docMk/>
            <pc:sldMk cId="1372902057" sldId="1129"/>
            <ac:spMk id="5" creationId="{183ECB8E-03C0-B0D3-470A-5FC92381CE4D}"/>
          </ac:spMkLst>
        </pc:spChg>
        <pc:spChg chg="mod">
          <ac:chgData name="Palit, Tapti" userId="dec6fbcd-7598-406a-8cbf-504d4a3bac15" providerId="ADAL" clId="{ECD42228-5B96-4A72-B268-C46DF994E6B7}" dt="2024-01-30T05:08:08.031" v="86978" actId="692"/>
          <ac:spMkLst>
            <pc:docMk/>
            <pc:sldMk cId="1372902057" sldId="1129"/>
            <ac:spMk id="8" creationId="{73566DC2-76D5-81CC-21A2-ED302146137E}"/>
          </ac:spMkLst>
        </pc:spChg>
        <pc:spChg chg="del mod">
          <ac:chgData name="Palit, Tapti" userId="dec6fbcd-7598-406a-8cbf-504d4a3bac15" providerId="ADAL" clId="{ECD42228-5B96-4A72-B268-C46DF994E6B7}" dt="2024-01-30T03:14:21.764" v="85234" actId="478"/>
          <ac:spMkLst>
            <pc:docMk/>
            <pc:sldMk cId="1372902057" sldId="1129"/>
            <ac:spMk id="9" creationId="{FEE50486-ED62-0211-8495-141514841F17}"/>
          </ac:spMkLst>
        </pc:spChg>
        <pc:spChg chg="mod">
          <ac:chgData name="Palit, Tapti" userId="dec6fbcd-7598-406a-8cbf-504d4a3bac15" providerId="ADAL" clId="{ECD42228-5B96-4A72-B268-C46DF994E6B7}" dt="2024-01-30T05:08:04.406" v="86977" actId="692"/>
          <ac:spMkLst>
            <pc:docMk/>
            <pc:sldMk cId="1372902057" sldId="1129"/>
            <ac:spMk id="10" creationId="{10D98153-4479-02BF-2FCF-023EAF8C4F94}"/>
          </ac:spMkLst>
        </pc:spChg>
        <pc:spChg chg="mod">
          <ac:chgData name="Palit, Tapti" userId="dec6fbcd-7598-406a-8cbf-504d4a3bac15" providerId="ADAL" clId="{ECD42228-5B96-4A72-B268-C46DF994E6B7}" dt="2024-01-30T05:08:04.406" v="86977" actId="692"/>
          <ac:spMkLst>
            <pc:docMk/>
            <pc:sldMk cId="1372902057" sldId="1129"/>
            <ac:spMk id="11" creationId="{5CD12B5E-EED1-D7C2-F857-A3873CADFBBF}"/>
          </ac:spMkLst>
        </pc:spChg>
        <pc:spChg chg="mod">
          <ac:chgData name="Palit, Tapti" userId="dec6fbcd-7598-406a-8cbf-504d4a3bac15" providerId="ADAL" clId="{ECD42228-5B96-4A72-B268-C46DF994E6B7}" dt="2024-01-30T01:06:23.071" v="83618" actId="1076"/>
          <ac:spMkLst>
            <pc:docMk/>
            <pc:sldMk cId="1372902057" sldId="1129"/>
            <ac:spMk id="13" creationId="{B7304097-DFBF-D910-D073-D97AFE7F2778}"/>
          </ac:spMkLst>
        </pc:spChg>
        <pc:spChg chg="mod">
          <ac:chgData name="Palit, Tapti" userId="dec6fbcd-7598-406a-8cbf-504d4a3bac15" providerId="ADAL" clId="{ECD42228-5B96-4A72-B268-C46DF994E6B7}" dt="2024-01-30T01:06:23.071" v="83618" actId="1076"/>
          <ac:spMkLst>
            <pc:docMk/>
            <pc:sldMk cId="1372902057" sldId="1129"/>
            <ac:spMk id="14" creationId="{E7E615E4-1209-91C9-5D49-B54071413CD2}"/>
          </ac:spMkLst>
        </pc:spChg>
        <pc:spChg chg="mod">
          <ac:chgData name="Palit, Tapti" userId="dec6fbcd-7598-406a-8cbf-504d4a3bac15" providerId="ADAL" clId="{ECD42228-5B96-4A72-B268-C46DF994E6B7}" dt="2024-01-30T19:44:02.285" v="94719" actId="14100"/>
          <ac:spMkLst>
            <pc:docMk/>
            <pc:sldMk cId="1372902057" sldId="1129"/>
            <ac:spMk id="15" creationId="{632CDA17-2240-B34F-44F8-5573404E1E94}"/>
          </ac:spMkLst>
        </pc:spChg>
        <pc:spChg chg="mod">
          <ac:chgData name="Palit, Tapti" userId="dec6fbcd-7598-406a-8cbf-504d4a3bac15" providerId="ADAL" clId="{ECD42228-5B96-4A72-B268-C46DF994E6B7}" dt="2024-01-30T01:06:23.071" v="83618" actId="1076"/>
          <ac:spMkLst>
            <pc:docMk/>
            <pc:sldMk cId="1372902057" sldId="1129"/>
            <ac:spMk id="16" creationId="{4645C22E-44FF-BF81-7755-C7FCA524B6E1}"/>
          </ac:spMkLst>
        </pc:spChg>
        <pc:spChg chg="mod">
          <ac:chgData name="Palit, Tapti" userId="dec6fbcd-7598-406a-8cbf-504d4a3bac15" providerId="ADAL" clId="{ECD42228-5B96-4A72-B268-C46DF994E6B7}" dt="2024-01-30T01:06:23.071" v="83618" actId="1076"/>
          <ac:spMkLst>
            <pc:docMk/>
            <pc:sldMk cId="1372902057" sldId="1129"/>
            <ac:spMk id="17" creationId="{5ECEFDC6-8E69-121D-C0F4-8405CA0DE315}"/>
          </ac:spMkLst>
        </pc:spChg>
        <pc:spChg chg="del mod">
          <ac:chgData name="Palit, Tapti" userId="dec6fbcd-7598-406a-8cbf-504d4a3bac15" providerId="ADAL" clId="{ECD42228-5B96-4A72-B268-C46DF994E6B7}" dt="2024-01-30T01:14:17.718" v="83679" actId="478"/>
          <ac:spMkLst>
            <pc:docMk/>
            <pc:sldMk cId="1372902057" sldId="1129"/>
            <ac:spMk id="18" creationId="{9CE7F821-8F5E-35E9-D3A0-9E108B9099D1}"/>
          </ac:spMkLst>
        </pc:spChg>
        <pc:spChg chg="del mod">
          <ac:chgData name="Palit, Tapti" userId="dec6fbcd-7598-406a-8cbf-504d4a3bac15" providerId="ADAL" clId="{ECD42228-5B96-4A72-B268-C46DF994E6B7}" dt="2024-01-30T01:14:17.718" v="83679" actId="478"/>
          <ac:spMkLst>
            <pc:docMk/>
            <pc:sldMk cId="1372902057" sldId="1129"/>
            <ac:spMk id="20" creationId="{C920DD5B-0B19-3E68-9FDC-A6E22090974C}"/>
          </ac:spMkLst>
        </pc:spChg>
        <pc:spChg chg="del mod">
          <ac:chgData name="Palit, Tapti" userId="dec6fbcd-7598-406a-8cbf-504d4a3bac15" providerId="ADAL" clId="{ECD42228-5B96-4A72-B268-C46DF994E6B7}" dt="2024-01-30T01:14:17.718" v="83679" actId="478"/>
          <ac:spMkLst>
            <pc:docMk/>
            <pc:sldMk cId="1372902057" sldId="1129"/>
            <ac:spMk id="21" creationId="{1FE74F5B-A5E2-CADA-511C-B67DB38E926A}"/>
          </ac:spMkLst>
        </pc:spChg>
        <pc:spChg chg="add del mod ord">
          <ac:chgData name="Palit, Tapti" userId="dec6fbcd-7598-406a-8cbf-504d4a3bac15" providerId="ADAL" clId="{ECD42228-5B96-4A72-B268-C46DF994E6B7}" dt="2024-01-30T01:03:49.620" v="83595" actId="478"/>
          <ac:spMkLst>
            <pc:docMk/>
            <pc:sldMk cId="1372902057" sldId="1129"/>
            <ac:spMk id="22" creationId="{E87570F9-3D26-4EF2-7195-5F55947EE93D}"/>
          </ac:spMkLst>
        </pc:spChg>
        <pc:spChg chg="del mod">
          <ac:chgData name="Palit, Tapti" userId="dec6fbcd-7598-406a-8cbf-504d4a3bac15" providerId="ADAL" clId="{ECD42228-5B96-4A72-B268-C46DF994E6B7}" dt="2024-01-30T01:14:17.718" v="83679" actId="478"/>
          <ac:spMkLst>
            <pc:docMk/>
            <pc:sldMk cId="1372902057" sldId="1129"/>
            <ac:spMk id="23" creationId="{E1A621D9-0858-8CA7-5B75-A027ADBD5566}"/>
          </ac:spMkLst>
        </pc:spChg>
        <pc:spChg chg="mod">
          <ac:chgData name="Palit, Tapti" userId="dec6fbcd-7598-406a-8cbf-504d4a3bac15" providerId="ADAL" clId="{ECD42228-5B96-4A72-B268-C46DF994E6B7}" dt="2024-01-30T01:16:45.178" v="83691" actId="164"/>
          <ac:spMkLst>
            <pc:docMk/>
            <pc:sldMk cId="1372902057" sldId="1129"/>
            <ac:spMk id="24" creationId="{13D60017-8D4D-E6A3-7A15-401548A94A4A}"/>
          </ac:spMkLst>
        </pc:spChg>
        <pc:spChg chg="add mod">
          <ac:chgData name="Palit, Tapti" userId="dec6fbcd-7598-406a-8cbf-504d4a3bac15" providerId="ADAL" clId="{ECD42228-5B96-4A72-B268-C46DF994E6B7}" dt="2024-01-30T19:43:54.278" v="94716" actId="14100"/>
          <ac:spMkLst>
            <pc:docMk/>
            <pc:sldMk cId="1372902057" sldId="1129"/>
            <ac:spMk id="25" creationId="{D8CE2F53-4EA6-D6D2-4026-CEDAAC13FFF1}"/>
          </ac:spMkLst>
        </pc:spChg>
        <pc:spChg chg="add del mod">
          <ac:chgData name="Palit, Tapti" userId="dec6fbcd-7598-406a-8cbf-504d4a3bac15" providerId="ADAL" clId="{ECD42228-5B96-4A72-B268-C46DF994E6B7}" dt="2024-01-30T01:06:59.383" v="83622" actId="6264"/>
          <ac:spMkLst>
            <pc:docMk/>
            <pc:sldMk cId="1372902057" sldId="1129"/>
            <ac:spMk id="26" creationId="{1CA71B15-11F3-7A7F-6A65-21725E086090}"/>
          </ac:spMkLst>
        </pc:spChg>
        <pc:spChg chg="add del mod">
          <ac:chgData name="Palit, Tapti" userId="dec6fbcd-7598-406a-8cbf-504d4a3bac15" providerId="ADAL" clId="{ECD42228-5B96-4A72-B268-C46DF994E6B7}" dt="2024-01-30T01:06:59.383" v="83622" actId="6264"/>
          <ac:spMkLst>
            <pc:docMk/>
            <pc:sldMk cId="1372902057" sldId="1129"/>
            <ac:spMk id="27" creationId="{F8F20AFD-0064-FFBE-AB0F-5C9E013D6B85}"/>
          </ac:spMkLst>
        </pc:spChg>
        <pc:spChg chg="add del mod ord">
          <ac:chgData name="Palit, Tapti" userId="dec6fbcd-7598-406a-8cbf-504d4a3bac15" providerId="ADAL" clId="{ECD42228-5B96-4A72-B268-C46DF994E6B7}" dt="2024-01-30T01:06:59.383" v="83622" actId="6264"/>
          <ac:spMkLst>
            <pc:docMk/>
            <pc:sldMk cId="1372902057" sldId="1129"/>
            <ac:spMk id="28" creationId="{0CBDFF62-46F2-32AD-E500-B63254737013}"/>
          </ac:spMkLst>
        </pc:spChg>
        <pc:spChg chg="mod">
          <ac:chgData name="Palit, Tapti" userId="dec6fbcd-7598-406a-8cbf-504d4a3bac15" providerId="ADAL" clId="{ECD42228-5B96-4A72-B268-C46DF994E6B7}" dt="2024-01-30T02:21:28.913" v="83880" actId="20577"/>
          <ac:spMkLst>
            <pc:docMk/>
            <pc:sldMk cId="1372902057" sldId="1129"/>
            <ac:spMk id="29" creationId="{B51B138B-CA6E-D442-540A-519FABFF1C4E}"/>
          </ac:spMkLst>
        </pc:spChg>
        <pc:spChg chg="add del mod ord">
          <ac:chgData name="Palit, Tapti" userId="dec6fbcd-7598-406a-8cbf-504d4a3bac15" providerId="ADAL" clId="{ECD42228-5B96-4A72-B268-C46DF994E6B7}" dt="2024-01-30T01:07:12.411" v="83626" actId="478"/>
          <ac:spMkLst>
            <pc:docMk/>
            <pc:sldMk cId="1372902057" sldId="1129"/>
            <ac:spMk id="30" creationId="{AC0C7352-D322-E185-3AF8-83CC6C621161}"/>
          </ac:spMkLst>
        </pc:spChg>
        <pc:spChg chg="add mod ord">
          <ac:chgData name="Palit, Tapti" userId="dec6fbcd-7598-406a-8cbf-504d4a3bac15" providerId="ADAL" clId="{ECD42228-5B96-4A72-B268-C46DF994E6B7}" dt="2024-01-30T01:07:05.899" v="83625" actId="20577"/>
          <ac:spMkLst>
            <pc:docMk/>
            <pc:sldMk cId="1372902057" sldId="1129"/>
            <ac:spMk id="31" creationId="{F4135F99-583B-4E5F-69AD-318FD5E2BB26}"/>
          </ac:spMkLst>
        </pc:spChg>
        <pc:spChg chg="add mod">
          <ac:chgData name="Palit, Tapti" userId="dec6fbcd-7598-406a-8cbf-504d4a3bac15" providerId="ADAL" clId="{ECD42228-5B96-4A72-B268-C46DF994E6B7}" dt="2024-01-30T01:16:45.178" v="83691" actId="164"/>
          <ac:spMkLst>
            <pc:docMk/>
            <pc:sldMk cId="1372902057" sldId="1129"/>
            <ac:spMk id="32" creationId="{76ABD35E-3C17-6D82-FDDC-00F1EDDBBF97}"/>
          </ac:spMkLst>
        </pc:spChg>
        <pc:spChg chg="add mod">
          <ac:chgData name="Palit, Tapti" userId="dec6fbcd-7598-406a-8cbf-504d4a3bac15" providerId="ADAL" clId="{ECD42228-5B96-4A72-B268-C46DF994E6B7}" dt="2024-02-09T19:18:01.587" v="108714" actId="20577"/>
          <ac:spMkLst>
            <pc:docMk/>
            <pc:sldMk cId="1372902057" sldId="1129"/>
            <ac:spMk id="34" creationId="{EF1A9D01-E090-B925-8DAD-D9CF108BE530}"/>
          </ac:spMkLst>
        </pc:spChg>
        <pc:spChg chg="add mod">
          <ac:chgData name="Palit, Tapti" userId="dec6fbcd-7598-406a-8cbf-504d4a3bac15" providerId="ADAL" clId="{ECD42228-5B96-4A72-B268-C46DF994E6B7}" dt="2024-01-30T01:16:45.178" v="83691" actId="164"/>
          <ac:spMkLst>
            <pc:docMk/>
            <pc:sldMk cId="1372902057" sldId="1129"/>
            <ac:spMk id="35" creationId="{E7352C26-A10D-5544-8CC1-F91800A8E48C}"/>
          </ac:spMkLst>
        </pc:spChg>
        <pc:spChg chg="add mod">
          <ac:chgData name="Palit, Tapti" userId="dec6fbcd-7598-406a-8cbf-504d4a3bac15" providerId="ADAL" clId="{ECD42228-5B96-4A72-B268-C46DF994E6B7}" dt="2024-01-30T01:16:45.178" v="83691" actId="164"/>
          <ac:spMkLst>
            <pc:docMk/>
            <pc:sldMk cId="1372902057" sldId="1129"/>
            <ac:spMk id="36" creationId="{E37154EC-FCF2-8411-FC57-6C10AF8C65EA}"/>
          </ac:spMkLst>
        </pc:spChg>
        <pc:spChg chg="add del mod">
          <ac:chgData name="Palit, Tapti" userId="dec6fbcd-7598-406a-8cbf-504d4a3bac15" providerId="ADAL" clId="{ECD42228-5B96-4A72-B268-C46DF994E6B7}" dt="2024-01-30T02:14:22.841" v="83780" actId="21"/>
          <ac:spMkLst>
            <pc:docMk/>
            <pc:sldMk cId="1372902057" sldId="1129"/>
            <ac:spMk id="38" creationId="{EAB3642B-B40C-7809-FE99-1B2DC54BF720}"/>
          </ac:spMkLst>
        </pc:spChg>
        <pc:grpChg chg="add mod">
          <ac:chgData name="Palit, Tapti" userId="dec6fbcd-7598-406a-8cbf-504d4a3bac15" providerId="ADAL" clId="{ECD42228-5B96-4A72-B268-C46DF994E6B7}" dt="2024-01-30T01:16:45.178" v="83691" actId="164"/>
          <ac:grpSpMkLst>
            <pc:docMk/>
            <pc:sldMk cId="1372902057" sldId="1129"/>
            <ac:grpSpMk id="37" creationId="{D4A5950A-B6D9-F6AD-6478-AA6426F9228C}"/>
          </ac:grpSpMkLst>
        </pc:grpChg>
        <pc:picChg chg="mod">
          <ac:chgData name="Palit, Tapti" userId="dec6fbcd-7598-406a-8cbf-504d4a3bac15" providerId="ADAL" clId="{ECD42228-5B96-4A72-B268-C46DF994E6B7}" dt="2024-01-30T01:01:50.774" v="83522" actId="1076"/>
          <ac:picMkLst>
            <pc:docMk/>
            <pc:sldMk cId="1372902057" sldId="1129"/>
            <ac:picMk id="1026" creationId="{FA72C589-D3CD-285E-5D5F-E6CB0EC94BDE}"/>
          </ac:picMkLst>
        </pc:picChg>
        <pc:picChg chg="mod">
          <ac:chgData name="Palit, Tapti" userId="dec6fbcd-7598-406a-8cbf-504d4a3bac15" providerId="ADAL" clId="{ECD42228-5B96-4A72-B268-C46DF994E6B7}" dt="2024-01-30T01:16:45.178" v="83691" actId="164"/>
          <ac:picMkLst>
            <pc:docMk/>
            <pc:sldMk cId="1372902057" sldId="1129"/>
            <ac:picMk id="2050" creationId="{B7BD09AD-3B0E-B4F6-950E-986213587B42}"/>
          </ac:picMkLst>
        </pc:picChg>
        <pc:picChg chg="add mod">
          <ac:chgData name="Palit, Tapti" userId="dec6fbcd-7598-406a-8cbf-504d4a3bac15" providerId="ADAL" clId="{ECD42228-5B96-4A72-B268-C46DF994E6B7}" dt="2024-01-30T01:05:42.694" v="83607" actId="1076"/>
          <ac:picMkLst>
            <pc:docMk/>
            <pc:sldMk cId="1372902057" sldId="1129"/>
            <ac:picMk id="3074" creationId="{ABC291D5-2EF1-529D-3824-4F2EBB2BE407}"/>
          </ac:picMkLst>
        </pc:picChg>
        <pc:cxnChg chg="mod">
          <ac:chgData name="Palit, Tapti" userId="dec6fbcd-7598-406a-8cbf-504d4a3bac15" providerId="ADAL" clId="{ECD42228-5B96-4A72-B268-C46DF994E6B7}" dt="2024-01-30T01:06:23.071" v="83618" actId="1076"/>
          <ac:cxnSpMkLst>
            <pc:docMk/>
            <pc:sldMk cId="1372902057" sldId="1129"/>
            <ac:cxnSpMk id="6" creationId="{9A228DE5-2A47-7DC0-AB7D-AA240CDBFA38}"/>
          </ac:cxnSpMkLst>
        </pc:cxnChg>
        <pc:cxnChg chg="mod">
          <ac:chgData name="Palit, Tapti" userId="dec6fbcd-7598-406a-8cbf-504d4a3bac15" providerId="ADAL" clId="{ECD42228-5B96-4A72-B268-C46DF994E6B7}" dt="2024-01-30T01:06:23.071" v="83618" actId="1076"/>
          <ac:cxnSpMkLst>
            <pc:docMk/>
            <pc:sldMk cId="1372902057" sldId="1129"/>
            <ac:cxnSpMk id="7" creationId="{61D65FAB-D08A-1F97-5A56-A0AFDCACE3EE}"/>
          </ac:cxnSpMkLst>
        </pc:cxnChg>
        <pc:cxnChg chg="del mod">
          <ac:chgData name="Palit, Tapti" userId="dec6fbcd-7598-406a-8cbf-504d4a3bac15" providerId="ADAL" clId="{ECD42228-5B96-4A72-B268-C46DF994E6B7}" dt="2024-01-30T01:14:17.718" v="83679" actId="478"/>
          <ac:cxnSpMkLst>
            <pc:docMk/>
            <pc:sldMk cId="1372902057" sldId="1129"/>
            <ac:cxnSpMk id="19" creationId="{CFA081C0-990E-A9FB-5814-5B705AEE100C}"/>
          </ac:cxnSpMkLst>
        </pc:cxnChg>
        <pc:cxnChg chg="add mod">
          <ac:chgData name="Palit, Tapti" userId="dec6fbcd-7598-406a-8cbf-504d4a3bac15" providerId="ADAL" clId="{ECD42228-5B96-4A72-B268-C46DF994E6B7}" dt="2024-01-30T01:16:45.178" v="83691" actId="164"/>
          <ac:cxnSpMkLst>
            <pc:docMk/>
            <pc:sldMk cId="1372902057" sldId="1129"/>
            <ac:cxnSpMk id="33" creationId="{7EC22010-EA68-BB02-6BDA-BCE2C09FF5DB}"/>
          </ac:cxnSpMkLst>
        </pc:cxnChg>
      </pc:sldChg>
      <pc:sldChg chg="addSp delSp modSp add mod modAnim modNotesTx">
        <pc:chgData name="Palit, Tapti" userId="dec6fbcd-7598-406a-8cbf-504d4a3bac15" providerId="ADAL" clId="{ECD42228-5B96-4A72-B268-C46DF994E6B7}" dt="2024-02-12T19:21:12.315" v="112433" actId="20577"/>
        <pc:sldMkLst>
          <pc:docMk/>
          <pc:sldMk cId="1250971762" sldId="1130"/>
        </pc:sldMkLst>
        <pc:spChg chg="add mod">
          <ac:chgData name="Palit, Tapti" userId="dec6fbcd-7598-406a-8cbf-504d4a3bac15" providerId="ADAL" clId="{ECD42228-5B96-4A72-B268-C46DF994E6B7}" dt="2024-01-30T01:08:39.734" v="83639" actId="1076"/>
          <ac:spMkLst>
            <pc:docMk/>
            <pc:sldMk cId="1250971762" sldId="1130"/>
            <ac:spMk id="2" creationId="{1DF948A5-67CC-8009-4B31-BF88BB55A8A6}"/>
          </ac:spMkLst>
        </pc:spChg>
        <pc:spChg chg="del mod">
          <ac:chgData name="Palit, Tapti" userId="dec6fbcd-7598-406a-8cbf-504d4a3bac15" providerId="ADAL" clId="{ECD42228-5B96-4A72-B268-C46DF994E6B7}" dt="2024-01-30T01:57:20.708" v="83713" actId="478"/>
          <ac:spMkLst>
            <pc:docMk/>
            <pc:sldMk cId="1250971762" sldId="1130"/>
            <ac:spMk id="8" creationId="{73566DC2-76D5-81CC-21A2-ED302146137E}"/>
          </ac:spMkLst>
        </pc:spChg>
        <pc:spChg chg="add mod">
          <ac:chgData name="Palit, Tapti" userId="dec6fbcd-7598-406a-8cbf-504d4a3bac15" providerId="ADAL" clId="{ECD42228-5B96-4A72-B268-C46DF994E6B7}" dt="2024-01-30T03:14:26.928" v="85237"/>
          <ac:spMkLst>
            <pc:docMk/>
            <pc:sldMk cId="1250971762" sldId="1130"/>
            <ac:spMk id="8" creationId="{AC4C4F51-B44D-6AB2-7C3F-5622C7005020}"/>
          </ac:spMkLst>
        </pc:spChg>
        <pc:spChg chg="add mod">
          <ac:chgData name="Palit, Tapti" userId="dec6fbcd-7598-406a-8cbf-504d4a3bac15" providerId="ADAL" clId="{ECD42228-5B96-4A72-B268-C46DF994E6B7}" dt="2024-01-30T04:51:11.580" v="86815" actId="1076"/>
          <ac:spMkLst>
            <pc:docMk/>
            <pc:sldMk cId="1250971762" sldId="1130"/>
            <ac:spMk id="9" creationId="{780AEA9F-8B70-2CC6-0251-8B890C476488}"/>
          </ac:spMkLst>
        </pc:spChg>
        <pc:spChg chg="del">
          <ac:chgData name="Palit, Tapti" userId="dec6fbcd-7598-406a-8cbf-504d4a3bac15" providerId="ADAL" clId="{ECD42228-5B96-4A72-B268-C46DF994E6B7}" dt="2024-01-30T03:14:26.456" v="85236" actId="478"/>
          <ac:spMkLst>
            <pc:docMk/>
            <pc:sldMk cId="1250971762" sldId="1130"/>
            <ac:spMk id="9" creationId="{FEE50486-ED62-0211-8495-141514841F17}"/>
          </ac:spMkLst>
        </pc:spChg>
        <pc:spChg chg="mod">
          <ac:chgData name="Palit, Tapti" userId="dec6fbcd-7598-406a-8cbf-504d4a3bac15" providerId="ADAL" clId="{ECD42228-5B96-4A72-B268-C46DF994E6B7}" dt="2024-01-30T05:08:19.654" v="86979" actId="692"/>
          <ac:spMkLst>
            <pc:docMk/>
            <pc:sldMk cId="1250971762" sldId="1130"/>
            <ac:spMk id="10" creationId="{10D98153-4479-02BF-2FCF-023EAF8C4F94}"/>
          </ac:spMkLst>
        </pc:spChg>
        <pc:spChg chg="mod">
          <ac:chgData name="Palit, Tapti" userId="dec6fbcd-7598-406a-8cbf-504d4a3bac15" providerId="ADAL" clId="{ECD42228-5B96-4A72-B268-C46DF994E6B7}" dt="2024-01-30T05:08:19.654" v="86979" actId="692"/>
          <ac:spMkLst>
            <pc:docMk/>
            <pc:sldMk cId="1250971762" sldId="1130"/>
            <ac:spMk id="11" creationId="{5CD12B5E-EED1-D7C2-F857-A3873CADFBBF}"/>
          </ac:spMkLst>
        </pc:spChg>
        <pc:spChg chg="mod">
          <ac:chgData name="Palit, Tapti" userId="dec6fbcd-7598-406a-8cbf-504d4a3bac15" providerId="ADAL" clId="{ECD42228-5B96-4A72-B268-C46DF994E6B7}" dt="2024-01-30T16:53:38.075" v="93107" actId="20577"/>
          <ac:spMkLst>
            <pc:docMk/>
            <pc:sldMk cId="1250971762" sldId="1130"/>
            <ac:spMk id="15" creationId="{632CDA17-2240-B34F-44F8-5573404E1E94}"/>
          </ac:spMkLst>
        </pc:spChg>
        <pc:spChg chg="del">
          <ac:chgData name="Palit, Tapti" userId="dec6fbcd-7598-406a-8cbf-504d4a3bac15" providerId="ADAL" clId="{ECD42228-5B96-4A72-B268-C46DF994E6B7}" dt="2024-01-30T02:11:24.331" v="83717" actId="478"/>
          <ac:spMkLst>
            <pc:docMk/>
            <pc:sldMk cId="1250971762" sldId="1130"/>
            <ac:spMk id="18" creationId="{9CE7F821-8F5E-35E9-D3A0-9E108B9099D1}"/>
          </ac:spMkLst>
        </pc:spChg>
        <pc:spChg chg="del">
          <ac:chgData name="Palit, Tapti" userId="dec6fbcd-7598-406a-8cbf-504d4a3bac15" providerId="ADAL" clId="{ECD42228-5B96-4A72-B268-C46DF994E6B7}" dt="2024-01-30T02:11:18.886" v="83716" actId="478"/>
          <ac:spMkLst>
            <pc:docMk/>
            <pc:sldMk cId="1250971762" sldId="1130"/>
            <ac:spMk id="20" creationId="{C920DD5B-0B19-3E68-9FDC-A6E22090974C}"/>
          </ac:spMkLst>
        </pc:spChg>
        <pc:spChg chg="del">
          <ac:chgData name="Palit, Tapti" userId="dec6fbcd-7598-406a-8cbf-504d4a3bac15" providerId="ADAL" clId="{ECD42228-5B96-4A72-B268-C46DF994E6B7}" dt="2024-01-30T02:11:24.331" v="83717" actId="478"/>
          <ac:spMkLst>
            <pc:docMk/>
            <pc:sldMk cId="1250971762" sldId="1130"/>
            <ac:spMk id="21" creationId="{1FE74F5B-A5E2-CADA-511C-B67DB38E926A}"/>
          </ac:spMkLst>
        </pc:spChg>
        <pc:spChg chg="del">
          <ac:chgData name="Palit, Tapti" userId="dec6fbcd-7598-406a-8cbf-504d4a3bac15" providerId="ADAL" clId="{ECD42228-5B96-4A72-B268-C46DF994E6B7}" dt="2024-01-30T02:11:24.331" v="83717" actId="478"/>
          <ac:spMkLst>
            <pc:docMk/>
            <pc:sldMk cId="1250971762" sldId="1130"/>
            <ac:spMk id="23" creationId="{E1A621D9-0858-8CA7-5B75-A027ADBD5566}"/>
          </ac:spMkLst>
        </pc:spChg>
        <pc:spChg chg="mod">
          <ac:chgData name="Palit, Tapti" userId="dec6fbcd-7598-406a-8cbf-504d4a3bac15" providerId="ADAL" clId="{ECD42228-5B96-4A72-B268-C46DF994E6B7}" dt="2024-01-30T04:54:51.899" v="86838" actId="14100"/>
          <ac:spMkLst>
            <pc:docMk/>
            <pc:sldMk cId="1250971762" sldId="1130"/>
            <ac:spMk id="25" creationId="{D8CE2F53-4EA6-D6D2-4026-CEDAAC13FFF1}"/>
          </ac:spMkLst>
        </pc:spChg>
        <pc:spChg chg="add mod">
          <ac:chgData name="Palit, Tapti" userId="dec6fbcd-7598-406a-8cbf-504d4a3bac15" providerId="ADAL" clId="{ECD42228-5B96-4A72-B268-C46DF994E6B7}" dt="2024-01-30T01:08:30.119" v="83636" actId="1076"/>
          <ac:spMkLst>
            <pc:docMk/>
            <pc:sldMk cId="1250971762" sldId="1130"/>
            <ac:spMk id="27" creationId="{2549F2C8-8AB0-271B-0421-EDC682AFE7B3}"/>
          </ac:spMkLst>
        </pc:spChg>
        <pc:spChg chg="mod">
          <ac:chgData name="Palit, Tapti" userId="dec6fbcd-7598-406a-8cbf-504d4a3bac15" providerId="ADAL" clId="{ECD42228-5B96-4A72-B268-C46DF994E6B7}" dt="2024-01-30T15:42:54.027" v="91818"/>
          <ac:spMkLst>
            <pc:docMk/>
            <pc:sldMk cId="1250971762" sldId="1130"/>
            <ac:spMk id="29" creationId="{B51B138B-CA6E-D442-540A-519FABFF1C4E}"/>
          </ac:spMkLst>
        </pc:spChg>
        <pc:spChg chg="add del mod">
          <ac:chgData name="Palit, Tapti" userId="dec6fbcd-7598-406a-8cbf-504d4a3bac15" providerId="ADAL" clId="{ECD42228-5B96-4A72-B268-C46DF994E6B7}" dt="2024-01-30T02:11:24.331" v="83717" actId="478"/>
          <ac:spMkLst>
            <pc:docMk/>
            <pc:sldMk cId="1250971762" sldId="1130"/>
            <ac:spMk id="33" creationId="{A7D7C0DF-8A80-5EB9-1110-6F67F0CA6D8A}"/>
          </ac:spMkLst>
        </pc:spChg>
        <pc:spChg chg="add del mod">
          <ac:chgData name="Palit, Tapti" userId="dec6fbcd-7598-406a-8cbf-504d4a3bac15" providerId="ADAL" clId="{ECD42228-5B96-4A72-B268-C46DF994E6B7}" dt="2024-01-30T02:11:24.331" v="83717" actId="478"/>
          <ac:spMkLst>
            <pc:docMk/>
            <pc:sldMk cId="1250971762" sldId="1130"/>
            <ac:spMk id="35" creationId="{A3380561-5AB5-4512-DC7F-58FA22C22CE6}"/>
          </ac:spMkLst>
        </pc:spChg>
        <pc:spChg chg="add del mod">
          <ac:chgData name="Palit, Tapti" userId="dec6fbcd-7598-406a-8cbf-504d4a3bac15" providerId="ADAL" clId="{ECD42228-5B96-4A72-B268-C46DF994E6B7}" dt="2024-01-30T02:11:14.600" v="83715" actId="478"/>
          <ac:spMkLst>
            <pc:docMk/>
            <pc:sldMk cId="1250971762" sldId="1130"/>
            <ac:spMk id="36" creationId="{323A9CC3-7F34-C0BC-E337-CB8CED28D28E}"/>
          </ac:spMkLst>
        </pc:spChg>
        <pc:spChg chg="mod">
          <ac:chgData name="Palit, Tapti" userId="dec6fbcd-7598-406a-8cbf-504d4a3bac15" providerId="ADAL" clId="{ECD42228-5B96-4A72-B268-C46DF994E6B7}" dt="2024-01-30T05:08:25.243" v="86980" actId="692"/>
          <ac:spMkLst>
            <pc:docMk/>
            <pc:sldMk cId="1250971762" sldId="1130"/>
            <ac:spMk id="38" creationId="{495533F4-0AE6-AB94-69CC-CAF49FCD5745}"/>
          </ac:spMkLst>
        </pc:spChg>
        <pc:spChg chg="mod">
          <ac:chgData name="Palit, Tapti" userId="dec6fbcd-7598-406a-8cbf-504d4a3bac15" providerId="ADAL" clId="{ECD42228-5B96-4A72-B268-C46DF994E6B7}" dt="2024-01-30T02:11:36.184" v="83730" actId="1035"/>
          <ac:spMkLst>
            <pc:docMk/>
            <pc:sldMk cId="1250971762" sldId="1130"/>
            <ac:spMk id="39" creationId="{B373EA4C-A500-D73B-6A35-957257A6FBE4}"/>
          </ac:spMkLst>
        </pc:spChg>
        <pc:spChg chg="mod">
          <ac:chgData name="Palit, Tapti" userId="dec6fbcd-7598-406a-8cbf-504d4a3bac15" providerId="ADAL" clId="{ECD42228-5B96-4A72-B268-C46DF994E6B7}" dt="2024-01-30T02:11:36.184" v="83730" actId="1035"/>
          <ac:spMkLst>
            <pc:docMk/>
            <pc:sldMk cId="1250971762" sldId="1130"/>
            <ac:spMk id="41" creationId="{C49E7E0E-DD53-2988-43FD-3256EB993C95}"/>
          </ac:spMkLst>
        </pc:spChg>
        <pc:spChg chg="mod">
          <ac:chgData name="Palit, Tapti" userId="dec6fbcd-7598-406a-8cbf-504d4a3bac15" providerId="ADAL" clId="{ECD42228-5B96-4A72-B268-C46DF994E6B7}" dt="2024-02-09T19:18:06.004" v="108718" actId="20577"/>
          <ac:spMkLst>
            <pc:docMk/>
            <pc:sldMk cId="1250971762" sldId="1130"/>
            <ac:spMk id="43" creationId="{2DE0DACE-3EFB-2CDB-F5B9-2616663FDB76}"/>
          </ac:spMkLst>
        </pc:spChg>
        <pc:spChg chg="mod">
          <ac:chgData name="Palit, Tapti" userId="dec6fbcd-7598-406a-8cbf-504d4a3bac15" providerId="ADAL" clId="{ECD42228-5B96-4A72-B268-C46DF994E6B7}" dt="2024-01-30T02:11:36.184" v="83730" actId="1035"/>
          <ac:spMkLst>
            <pc:docMk/>
            <pc:sldMk cId="1250971762" sldId="1130"/>
            <ac:spMk id="44" creationId="{357FF2C5-FEBF-7A69-D254-637758DF85EA}"/>
          </ac:spMkLst>
        </pc:spChg>
        <pc:spChg chg="mod">
          <ac:chgData name="Palit, Tapti" userId="dec6fbcd-7598-406a-8cbf-504d4a3bac15" providerId="ADAL" clId="{ECD42228-5B96-4A72-B268-C46DF994E6B7}" dt="2024-01-30T02:11:36.184" v="83730" actId="1035"/>
          <ac:spMkLst>
            <pc:docMk/>
            <pc:sldMk cId="1250971762" sldId="1130"/>
            <ac:spMk id="45" creationId="{E988A5A1-4444-4B58-9D66-F5FF837631A6}"/>
          </ac:spMkLst>
        </pc:spChg>
        <pc:spChg chg="add del mod">
          <ac:chgData name="Palit, Tapti" userId="dec6fbcd-7598-406a-8cbf-504d4a3bac15" providerId="ADAL" clId="{ECD42228-5B96-4A72-B268-C46DF994E6B7}" dt="2024-01-30T02:12:01.106" v="83735" actId="478"/>
          <ac:spMkLst>
            <pc:docMk/>
            <pc:sldMk cId="1250971762" sldId="1130"/>
            <ac:spMk id="46" creationId="{E69AE2CF-C9D4-2C01-E6C6-FEA01A3A3DEC}"/>
          </ac:spMkLst>
        </pc:spChg>
        <pc:spChg chg="add del mod">
          <ac:chgData name="Palit, Tapti" userId="dec6fbcd-7598-406a-8cbf-504d4a3bac15" providerId="ADAL" clId="{ECD42228-5B96-4A72-B268-C46DF994E6B7}" dt="2024-01-30T04:51:08.594" v="86813" actId="478"/>
          <ac:spMkLst>
            <pc:docMk/>
            <pc:sldMk cId="1250971762" sldId="1130"/>
            <ac:spMk id="47" creationId="{E4D4E495-6CD6-395D-9891-67F37940B2D6}"/>
          </ac:spMkLst>
        </pc:spChg>
        <pc:spChg chg="add mod">
          <ac:chgData name="Palit, Tapti" userId="dec6fbcd-7598-406a-8cbf-504d4a3bac15" providerId="ADAL" clId="{ECD42228-5B96-4A72-B268-C46DF994E6B7}" dt="2024-01-30T02:12:16.810" v="83738" actId="1076"/>
          <ac:spMkLst>
            <pc:docMk/>
            <pc:sldMk cId="1250971762" sldId="1130"/>
            <ac:spMk id="49" creationId="{06B7BC63-CC53-0C07-54D2-E99E71DDC919}"/>
          </ac:spMkLst>
        </pc:spChg>
        <pc:spChg chg="add mod">
          <ac:chgData name="Palit, Tapti" userId="dec6fbcd-7598-406a-8cbf-504d4a3bac15" providerId="ADAL" clId="{ECD42228-5B96-4A72-B268-C46DF994E6B7}" dt="2024-01-30T02:12:21.544" v="83739" actId="1076"/>
          <ac:spMkLst>
            <pc:docMk/>
            <pc:sldMk cId="1250971762" sldId="1130"/>
            <ac:spMk id="50" creationId="{3C4BE283-67E7-075D-CFA9-A721ADD44632}"/>
          </ac:spMkLst>
        </pc:spChg>
        <pc:spChg chg="add mod">
          <ac:chgData name="Palit, Tapti" userId="dec6fbcd-7598-406a-8cbf-504d4a3bac15" providerId="ADAL" clId="{ECD42228-5B96-4A72-B268-C46DF994E6B7}" dt="2024-01-30T02:12:06.309" v="83736"/>
          <ac:spMkLst>
            <pc:docMk/>
            <pc:sldMk cId="1250971762" sldId="1130"/>
            <ac:spMk id="51" creationId="{E67BD2EE-ADFB-6EA3-95E6-844FC0CCA7FB}"/>
          </ac:spMkLst>
        </pc:spChg>
        <pc:spChg chg="add del mod">
          <ac:chgData name="Palit, Tapti" userId="dec6fbcd-7598-406a-8cbf-504d4a3bac15" providerId="ADAL" clId="{ECD42228-5B96-4A72-B268-C46DF994E6B7}" dt="2024-02-09T04:40:32.160" v="104448" actId="478"/>
          <ac:spMkLst>
            <pc:docMk/>
            <pc:sldMk cId="1250971762" sldId="1130"/>
            <ac:spMk id="53" creationId="{EAB3642B-B40C-7809-FE99-1B2DC54BF720}"/>
          </ac:spMkLst>
        </pc:spChg>
        <pc:grpChg chg="add mod">
          <ac:chgData name="Palit, Tapti" userId="dec6fbcd-7598-406a-8cbf-504d4a3bac15" providerId="ADAL" clId="{ECD42228-5B96-4A72-B268-C46DF994E6B7}" dt="2024-01-30T02:11:36.184" v="83730" actId="1035"/>
          <ac:grpSpMkLst>
            <pc:docMk/>
            <pc:sldMk cId="1250971762" sldId="1130"/>
            <ac:grpSpMk id="37" creationId="{0244CF39-569F-65F8-5F84-BB2F0E7E81C6}"/>
          </ac:grpSpMkLst>
        </pc:grpChg>
        <pc:picChg chg="add mod">
          <ac:chgData name="Palit, Tapti" userId="dec6fbcd-7598-406a-8cbf-504d4a3bac15" providerId="ADAL" clId="{ECD42228-5B96-4A72-B268-C46DF994E6B7}" dt="2024-01-30T01:08:30.119" v="83636" actId="1076"/>
          <ac:picMkLst>
            <pc:docMk/>
            <pc:sldMk cId="1250971762" sldId="1130"/>
            <ac:picMk id="22" creationId="{D7DE50F1-3A2A-5923-DB0D-CE7D95CB7D9C}"/>
          </ac:picMkLst>
        </pc:picChg>
        <pc:picChg chg="mod">
          <ac:chgData name="Palit, Tapti" userId="dec6fbcd-7598-406a-8cbf-504d4a3bac15" providerId="ADAL" clId="{ECD42228-5B96-4A72-B268-C46DF994E6B7}" dt="2024-01-30T02:11:36.184" v="83730" actId="1035"/>
          <ac:picMkLst>
            <pc:docMk/>
            <pc:sldMk cId="1250971762" sldId="1130"/>
            <ac:picMk id="40" creationId="{84ACB5A8-1E70-423F-42F9-F44B8867FEA2}"/>
          </ac:picMkLst>
        </pc:picChg>
        <pc:picChg chg="del">
          <ac:chgData name="Palit, Tapti" userId="dec6fbcd-7598-406a-8cbf-504d4a3bac15" providerId="ADAL" clId="{ECD42228-5B96-4A72-B268-C46DF994E6B7}" dt="2024-01-30T01:57:22.820" v="83714" actId="478"/>
          <ac:picMkLst>
            <pc:docMk/>
            <pc:sldMk cId="1250971762" sldId="1130"/>
            <ac:picMk id="2050" creationId="{B7BD09AD-3B0E-B4F6-950E-986213587B42}"/>
          </ac:picMkLst>
        </pc:picChg>
        <pc:cxnChg chg="del mod">
          <ac:chgData name="Palit, Tapti" userId="dec6fbcd-7598-406a-8cbf-504d4a3bac15" providerId="ADAL" clId="{ECD42228-5B96-4A72-B268-C46DF994E6B7}" dt="2024-01-30T02:11:24.331" v="83717" actId="478"/>
          <ac:cxnSpMkLst>
            <pc:docMk/>
            <pc:sldMk cId="1250971762" sldId="1130"/>
            <ac:cxnSpMk id="19" creationId="{CFA081C0-990E-A9FB-5814-5B705AEE100C}"/>
          </ac:cxnSpMkLst>
        </pc:cxnChg>
        <pc:cxnChg chg="add mod">
          <ac:chgData name="Palit, Tapti" userId="dec6fbcd-7598-406a-8cbf-504d4a3bac15" providerId="ADAL" clId="{ECD42228-5B96-4A72-B268-C46DF994E6B7}" dt="2024-01-30T01:08:48.559" v="83641" actId="14100"/>
          <ac:cxnSpMkLst>
            <pc:docMk/>
            <pc:sldMk cId="1250971762" sldId="1130"/>
            <ac:cxnSpMk id="26" creationId="{533253F1-88CE-8F5B-BA68-C05E481B2590}"/>
          </ac:cxnSpMkLst>
        </pc:cxnChg>
        <pc:cxnChg chg="add del mod">
          <ac:chgData name="Palit, Tapti" userId="dec6fbcd-7598-406a-8cbf-504d4a3bac15" providerId="ADAL" clId="{ECD42228-5B96-4A72-B268-C46DF994E6B7}" dt="2024-01-30T02:11:18.886" v="83716" actId="478"/>
          <ac:cxnSpMkLst>
            <pc:docMk/>
            <pc:sldMk cId="1250971762" sldId="1130"/>
            <ac:cxnSpMk id="34" creationId="{BCEE797C-E337-AA3B-CE45-2E87E5629ABD}"/>
          </ac:cxnSpMkLst>
        </pc:cxnChg>
        <pc:cxnChg chg="mod">
          <ac:chgData name="Palit, Tapti" userId="dec6fbcd-7598-406a-8cbf-504d4a3bac15" providerId="ADAL" clId="{ECD42228-5B96-4A72-B268-C46DF994E6B7}" dt="2024-01-30T02:11:36.184" v="83730" actId="1035"/>
          <ac:cxnSpMkLst>
            <pc:docMk/>
            <pc:sldMk cId="1250971762" sldId="1130"/>
            <ac:cxnSpMk id="42" creationId="{596FC60B-4677-1ACC-D7F3-B1CA07E5F598}"/>
          </ac:cxnSpMkLst>
        </pc:cxnChg>
        <pc:cxnChg chg="add del mod">
          <ac:chgData name="Palit, Tapti" userId="dec6fbcd-7598-406a-8cbf-504d4a3bac15" providerId="ADAL" clId="{ECD42228-5B96-4A72-B268-C46DF994E6B7}" dt="2024-01-30T02:12:08.027" v="83737" actId="478"/>
          <ac:cxnSpMkLst>
            <pc:docMk/>
            <pc:sldMk cId="1250971762" sldId="1130"/>
            <ac:cxnSpMk id="48" creationId="{EA075BB3-02F0-3AA8-20F2-2153069BDA12}"/>
          </ac:cxnSpMkLst>
        </pc:cxnChg>
        <pc:cxnChg chg="add mod">
          <ac:chgData name="Palit, Tapti" userId="dec6fbcd-7598-406a-8cbf-504d4a3bac15" providerId="ADAL" clId="{ECD42228-5B96-4A72-B268-C46DF994E6B7}" dt="2024-01-30T02:12:06.309" v="83736"/>
          <ac:cxnSpMkLst>
            <pc:docMk/>
            <pc:sldMk cId="1250971762" sldId="1130"/>
            <ac:cxnSpMk id="52" creationId="{C1D5992D-D4D9-DCDF-67A0-CC7FF6928661}"/>
          </ac:cxnSpMkLst>
        </pc:cxnChg>
      </pc:sldChg>
      <pc:sldChg chg="addSp delSp modSp add mod">
        <pc:chgData name="Palit, Tapti" userId="dec6fbcd-7598-406a-8cbf-504d4a3bac15" providerId="ADAL" clId="{ECD42228-5B96-4A72-B268-C46DF994E6B7}" dt="2024-02-09T19:17:51.866" v="108706" actId="20577"/>
        <pc:sldMkLst>
          <pc:docMk/>
          <pc:sldMk cId="2179722726" sldId="1131"/>
        </pc:sldMkLst>
        <pc:spChg chg="del">
          <ac:chgData name="Palit, Tapti" userId="dec6fbcd-7598-406a-8cbf-504d4a3bac15" providerId="ADAL" clId="{ECD42228-5B96-4A72-B268-C46DF994E6B7}" dt="2024-01-30T01:17:56.981" v="83704" actId="478"/>
          <ac:spMkLst>
            <pc:docMk/>
            <pc:sldMk cId="2179722726" sldId="1131"/>
            <ac:spMk id="2" creationId="{7BDD6DF6-98A0-6064-A2FB-21E37BAA61A9}"/>
          </ac:spMkLst>
        </pc:spChg>
        <pc:spChg chg="add mod">
          <ac:chgData name="Palit, Tapti" userId="dec6fbcd-7598-406a-8cbf-504d4a3bac15" providerId="ADAL" clId="{ECD42228-5B96-4A72-B268-C46DF994E6B7}" dt="2024-01-30T03:13:58.321" v="85231"/>
          <ac:spMkLst>
            <pc:docMk/>
            <pc:sldMk cId="2179722726" sldId="1131"/>
            <ac:spMk id="2" creationId="{8B0F63E5-BC12-F6D3-276D-F9FFCFE3A208}"/>
          </ac:spMkLst>
        </pc:spChg>
        <pc:spChg chg="add mod">
          <ac:chgData name="Palit, Tapti" userId="dec6fbcd-7598-406a-8cbf-504d4a3bac15" providerId="ADAL" clId="{ECD42228-5B96-4A72-B268-C46DF994E6B7}" dt="2024-01-30T01:17:42.767" v="83698" actId="14100"/>
          <ac:spMkLst>
            <pc:docMk/>
            <pc:sldMk cId="2179722726" sldId="1131"/>
            <ac:spMk id="6" creationId="{8C1BC072-C536-7ECC-EFB0-B927DC0FAD64}"/>
          </ac:spMkLst>
        </pc:spChg>
        <pc:spChg chg="del">
          <ac:chgData name="Palit, Tapti" userId="dec6fbcd-7598-406a-8cbf-504d4a3bac15" providerId="ADAL" clId="{ECD42228-5B96-4A72-B268-C46DF994E6B7}" dt="2024-01-30T03:13:58.009" v="85230" actId="478"/>
          <ac:spMkLst>
            <pc:docMk/>
            <pc:sldMk cId="2179722726" sldId="1131"/>
            <ac:spMk id="9" creationId="{FEE50486-ED62-0211-8495-141514841F17}"/>
          </ac:spMkLst>
        </pc:spChg>
        <pc:spChg chg="add mod">
          <ac:chgData name="Palit, Tapti" userId="dec6fbcd-7598-406a-8cbf-504d4a3bac15" providerId="ADAL" clId="{ECD42228-5B96-4A72-B268-C46DF994E6B7}" dt="2024-01-30T01:17:50.290" v="83700" actId="1076"/>
          <ac:spMkLst>
            <pc:docMk/>
            <pc:sldMk cId="2179722726" sldId="1131"/>
            <ac:spMk id="10" creationId="{6149BC49-8D01-6757-C75F-958C1E24BDA7}"/>
          </ac:spMkLst>
        </pc:spChg>
        <pc:spChg chg="mod">
          <ac:chgData name="Palit, Tapti" userId="dec6fbcd-7598-406a-8cbf-504d4a3bac15" providerId="ADAL" clId="{ECD42228-5B96-4A72-B268-C46DF994E6B7}" dt="2024-01-30T05:07:34.133" v="86973" actId="692"/>
          <ac:spMkLst>
            <pc:docMk/>
            <pc:sldMk cId="2179722726" sldId="1131"/>
            <ac:spMk id="11" creationId="{5CD12B5E-EED1-D7C2-F857-A3873CADFBBF}"/>
          </ac:spMkLst>
        </pc:spChg>
        <pc:spChg chg="mod">
          <ac:chgData name="Palit, Tapti" userId="dec6fbcd-7598-406a-8cbf-504d4a3bac15" providerId="ADAL" clId="{ECD42228-5B96-4A72-B268-C46DF994E6B7}" dt="2024-01-30T16:51:58.945" v="93085" actId="20577"/>
          <ac:spMkLst>
            <pc:docMk/>
            <pc:sldMk cId="2179722726" sldId="1131"/>
            <ac:spMk id="15" creationId="{632CDA17-2240-B34F-44F8-5573404E1E94}"/>
          </ac:spMkLst>
        </pc:spChg>
        <pc:spChg chg="mod">
          <ac:chgData name="Palit, Tapti" userId="dec6fbcd-7598-406a-8cbf-504d4a3bac15" providerId="ADAL" clId="{ECD42228-5B96-4A72-B268-C46DF994E6B7}" dt="2024-01-30T13:20:22.949" v="91376"/>
          <ac:spMkLst>
            <pc:docMk/>
            <pc:sldMk cId="2179722726" sldId="1131"/>
            <ac:spMk id="28" creationId="{0BB92474-9F7D-8583-B6E6-546EE2C35EA3}"/>
          </ac:spMkLst>
        </pc:spChg>
        <pc:spChg chg="mod">
          <ac:chgData name="Palit, Tapti" userId="dec6fbcd-7598-406a-8cbf-504d4a3bac15" providerId="ADAL" clId="{ECD42228-5B96-4A72-B268-C46DF994E6B7}" dt="2024-01-30T01:17:53.317" v="83702" actId="1076"/>
          <ac:spMkLst>
            <pc:docMk/>
            <pc:sldMk cId="2179722726" sldId="1131"/>
            <ac:spMk id="30" creationId="{05EF7DC6-8C3C-5F09-D653-C3FF8565CAC3}"/>
          </ac:spMkLst>
        </pc:spChg>
        <pc:spChg chg="mod">
          <ac:chgData name="Palit, Tapti" userId="dec6fbcd-7598-406a-8cbf-504d4a3bac15" providerId="ADAL" clId="{ECD42228-5B96-4A72-B268-C46DF994E6B7}" dt="2024-01-30T05:07:34.133" v="86973" actId="692"/>
          <ac:spMkLst>
            <pc:docMk/>
            <pc:sldMk cId="2179722726" sldId="1131"/>
            <ac:spMk id="31" creationId="{0245205A-3FF9-D000-F90C-EBE75ADC807A}"/>
          </ac:spMkLst>
        </pc:spChg>
        <pc:spChg chg="mod">
          <ac:chgData name="Palit, Tapti" userId="dec6fbcd-7598-406a-8cbf-504d4a3bac15" providerId="ADAL" clId="{ECD42228-5B96-4A72-B268-C46DF994E6B7}" dt="2024-01-30T05:07:40.398" v="86974" actId="692"/>
          <ac:spMkLst>
            <pc:docMk/>
            <pc:sldMk cId="2179722726" sldId="1131"/>
            <ac:spMk id="38" creationId="{526C0130-E9D2-33FC-D7DC-863C280431E3}"/>
          </ac:spMkLst>
        </pc:spChg>
        <pc:spChg chg="mod">
          <ac:chgData name="Palit, Tapti" userId="dec6fbcd-7598-406a-8cbf-504d4a3bac15" providerId="ADAL" clId="{ECD42228-5B96-4A72-B268-C46DF994E6B7}" dt="2024-02-09T19:17:51.866" v="108706" actId="20577"/>
          <ac:spMkLst>
            <pc:docMk/>
            <pc:sldMk cId="2179722726" sldId="1131"/>
            <ac:spMk id="43" creationId="{0BDD37DA-2DBB-5FB5-D3BE-254C7DC43683}"/>
          </ac:spMkLst>
        </pc:spChg>
        <pc:picChg chg="add mod">
          <ac:chgData name="Palit, Tapti" userId="dec6fbcd-7598-406a-8cbf-504d4a3bac15" providerId="ADAL" clId="{ECD42228-5B96-4A72-B268-C46DF994E6B7}" dt="2024-01-30T01:17:42.767" v="83698" actId="14100"/>
          <ac:picMkLst>
            <pc:docMk/>
            <pc:sldMk cId="2179722726" sldId="1131"/>
            <ac:picMk id="5" creationId="{9AF999A7-B42E-EF62-7EDD-62ACC789D49F}"/>
          </ac:picMkLst>
        </pc:picChg>
        <pc:cxnChg chg="add mod">
          <ac:chgData name="Palit, Tapti" userId="dec6fbcd-7598-406a-8cbf-504d4a3bac15" providerId="ADAL" clId="{ECD42228-5B96-4A72-B268-C46DF994E6B7}" dt="2024-01-30T05:05:37.230" v="86961" actId="692"/>
          <ac:cxnSpMkLst>
            <pc:docMk/>
            <pc:sldMk cId="2179722726" sldId="1131"/>
            <ac:cxnSpMk id="7" creationId="{E9602CBC-2B7D-415D-FEA1-A5A7CECDFF34}"/>
          </ac:cxnSpMkLst>
        </pc:cxnChg>
      </pc:sldChg>
      <pc:sldChg chg="addSp delSp modSp add mod modAnim">
        <pc:chgData name="Palit, Tapti" userId="dec6fbcd-7598-406a-8cbf-504d4a3bac15" providerId="ADAL" clId="{ECD42228-5B96-4A72-B268-C46DF994E6B7}" dt="2024-02-09T19:17:56.679" v="108710" actId="20577"/>
        <pc:sldMkLst>
          <pc:docMk/>
          <pc:sldMk cId="1693193192" sldId="1132"/>
        </pc:sldMkLst>
        <pc:spChg chg="add mod">
          <ac:chgData name="Palit, Tapti" userId="dec6fbcd-7598-406a-8cbf-504d4a3bac15" providerId="ADAL" clId="{ECD42228-5B96-4A72-B268-C46DF994E6B7}" dt="2024-01-30T01:18:30.606" v="83708"/>
          <ac:spMkLst>
            <pc:docMk/>
            <pc:sldMk cId="1693193192" sldId="1132"/>
            <ac:spMk id="2" creationId="{D15BCE04-270C-0BDE-767B-54A720AFC847}"/>
          </ac:spMkLst>
        </pc:spChg>
        <pc:spChg chg="add del mod">
          <ac:chgData name="Palit, Tapti" userId="dec6fbcd-7598-406a-8cbf-504d4a3bac15" providerId="ADAL" clId="{ECD42228-5B96-4A72-B268-C46DF994E6B7}" dt="2024-02-09T04:40:00.071" v="104445" actId="478"/>
          <ac:spMkLst>
            <pc:docMk/>
            <pc:sldMk cId="1693193192" sldId="1132"/>
            <ac:spMk id="9" creationId="{4C6E1488-D89C-FE80-EF48-18E5FB47EAD8}"/>
          </ac:spMkLst>
        </pc:spChg>
        <pc:spChg chg="del">
          <ac:chgData name="Palit, Tapti" userId="dec6fbcd-7598-406a-8cbf-504d4a3bac15" providerId="ADAL" clId="{ECD42228-5B96-4A72-B268-C46DF994E6B7}" dt="2024-01-30T03:14:18.469" v="85232" actId="478"/>
          <ac:spMkLst>
            <pc:docMk/>
            <pc:sldMk cId="1693193192" sldId="1132"/>
            <ac:spMk id="9" creationId="{FEE50486-ED62-0211-8495-141514841F17}"/>
          </ac:spMkLst>
        </pc:spChg>
        <pc:spChg chg="mod">
          <ac:chgData name="Palit, Tapti" userId="dec6fbcd-7598-406a-8cbf-504d4a3bac15" providerId="ADAL" clId="{ECD42228-5B96-4A72-B268-C46DF994E6B7}" dt="2024-01-30T05:07:52.734" v="86975" actId="692"/>
          <ac:spMkLst>
            <pc:docMk/>
            <pc:sldMk cId="1693193192" sldId="1132"/>
            <ac:spMk id="11" creationId="{5CD12B5E-EED1-D7C2-F857-A3873CADFBBF}"/>
          </ac:spMkLst>
        </pc:spChg>
        <pc:spChg chg="add mod">
          <ac:chgData name="Palit, Tapti" userId="dec6fbcd-7598-406a-8cbf-504d4a3bac15" providerId="ADAL" clId="{ECD42228-5B96-4A72-B268-C46DF994E6B7}" dt="2024-01-30T01:18:30.606" v="83708"/>
          <ac:spMkLst>
            <pc:docMk/>
            <pc:sldMk cId="1693193192" sldId="1132"/>
            <ac:spMk id="13" creationId="{65EACAB2-6738-4AAE-E9BD-5E80B1DB42F9}"/>
          </ac:spMkLst>
        </pc:spChg>
        <pc:spChg chg="add mod">
          <ac:chgData name="Palit, Tapti" userId="dec6fbcd-7598-406a-8cbf-504d4a3bac15" providerId="ADAL" clId="{ECD42228-5B96-4A72-B268-C46DF994E6B7}" dt="2024-01-30T04:50:58.555" v="86812" actId="1076"/>
          <ac:spMkLst>
            <pc:docMk/>
            <pc:sldMk cId="1693193192" sldId="1132"/>
            <ac:spMk id="14" creationId="{C8A99462-E052-DE74-2665-EAA2BE40AA78}"/>
          </ac:spMkLst>
        </pc:spChg>
        <pc:spChg chg="mod">
          <ac:chgData name="Palit, Tapti" userId="dec6fbcd-7598-406a-8cbf-504d4a3bac15" providerId="ADAL" clId="{ECD42228-5B96-4A72-B268-C46DF994E6B7}" dt="2024-01-30T16:52:03.407" v="93086" actId="20577"/>
          <ac:spMkLst>
            <pc:docMk/>
            <pc:sldMk cId="1693193192" sldId="1132"/>
            <ac:spMk id="15" creationId="{632CDA17-2240-B34F-44F8-5573404E1E94}"/>
          </ac:spMkLst>
        </pc:spChg>
        <pc:spChg chg="add mod">
          <ac:chgData name="Palit, Tapti" userId="dec6fbcd-7598-406a-8cbf-504d4a3bac15" providerId="ADAL" clId="{ECD42228-5B96-4A72-B268-C46DF994E6B7}" dt="2024-01-30T03:14:18.994" v="85233"/>
          <ac:spMkLst>
            <pc:docMk/>
            <pc:sldMk cId="1693193192" sldId="1132"/>
            <ac:spMk id="16" creationId="{1A3897BF-98E9-E5F4-EADE-248A7F1A60C2}"/>
          </ac:spMkLst>
        </pc:spChg>
        <pc:spChg chg="mod">
          <ac:chgData name="Palit, Tapti" userId="dec6fbcd-7598-406a-8cbf-504d4a3bac15" providerId="ADAL" clId="{ECD42228-5B96-4A72-B268-C46DF994E6B7}" dt="2024-01-30T02:21:23.458" v="83879" actId="20577"/>
          <ac:spMkLst>
            <pc:docMk/>
            <pc:sldMk cId="1693193192" sldId="1132"/>
            <ac:spMk id="28" creationId="{0BB92474-9F7D-8583-B6E6-546EE2C35EA3}"/>
          </ac:spMkLst>
        </pc:spChg>
        <pc:spChg chg="mod">
          <ac:chgData name="Palit, Tapti" userId="dec6fbcd-7598-406a-8cbf-504d4a3bac15" providerId="ADAL" clId="{ECD42228-5B96-4A72-B268-C46DF994E6B7}" dt="2024-01-30T05:07:52.734" v="86975" actId="692"/>
          <ac:spMkLst>
            <pc:docMk/>
            <pc:sldMk cId="1693193192" sldId="1132"/>
            <ac:spMk id="31" creationId="{0245205A-3FF9-D000-F90C-EBE75ADC807A}"/>
          </ac:spMkLst>
        </pc:spChg>
        <pc:spChg chg="mod">
          <ac:chgData name="Palit, Tapti" userId="dec6fbcd-7598-406a-8cbf-504d4a3bac15" providerId="ADAL" clId="{ECD42228-5B96-4A72-B268-C46DF994E6B7}" dt="2024-01-30T05:07:58.033" v="86976" actId="692"/>
          <ac:spMkLst>
            <pc:docMk/>
            <pc:sldMk cId="1693193192" sldId="1132"/>
            <ac:spMk id="38" creationId="{526C0130-E9D2-33FC-D7DC-863C280431E3}"/>
          </ac:spMkLst>
        </pc:spChg>
        <pc:spChg chg="mod">
          <ac:chgData name="Palit, Tapti" userId="dec6fbcd-7598-406a-8cbf-504d4a3bac15" providerId="ADAL" clId="{ECD42228-5B96-4A72-B268-C46DF994E6B7}" dt="2024-02-09T19:17:56.679" v="108710" actId="20577"/>
          <ac:spMkLst>
            <pc:docMk/>
            <pc:sldMk cId="1693193192" sldId="1132"/>
            <ac:spMk id="43" creationId="{0BDD37DA-2DBB-5FB5-D3BE-254C7DC43683}"/>
          </ac:spMkLst>
        </pc:spChg>
        <pc:cxnChg chg="mod">
          <ac:chgData name="Palit, Tapti" userId="dec6fbcd-7598-406a-8cbf-504d4a3bac15" providerId="ADAL" clId="{ECD42228-5B96-4A72-B268-C46DF994E6B7}" dt="2024-01-30T05:05:32.484" v="86959" actId="692"/>
          <ac:cxnSpMkLst>
            <pc:docMk/>
            <pc:sldMk cId="1693193192" sldId="1132"/>
            <ac:cxnSpMk id="7" creationId="{E9602CBC-2B7D-415D-FEA1-A5A7CECDFF34}"/>
          </ac:cxnSpMkLst>
        </pc:cxnChg>
        <pc:cxnChg chg="add mod">
          <ac:chgData name="Palit, Tapti" userId="dec6fbcd-7598-406a-8cbf-504d4a3bac15" providerId="ADAL" clId="{ECD42228-5B96-4A72-B268-C46DF994E6B7}" dt="2024-01-30T01:18:30.606" v="83708"/>
          <ac:cxnSpMkLst>
            <pc:docMk/>
            <pc:sldMk cId="1693193192" sldId="1132"/>
            <ac:cxnSpMk id="8" creationId="{E0785F16-225C-A759-B950-AC646A502AFB}"/>
          </ac:cxnSpMkLst>
        </pc:cxnChg>
      </pc:sldChg>
      <pc:sldChg chg="add del">
        <pc:chgData name="Palit, Tapti" userId="dec6fbcd-7598-406a-8cbf-504d4a3bac15" providerId="ADAL" clId="{ECD42228-5B96-4A72-B268-C46DF994E6B7}" dt="2024-01-30T01:57:09.716" v="83712" actId="47"/>
        <pc:sldMkLst>
          <pc:docMk/>
          <pc:sldMk cId="1853396434" sldId="1133"/>
        </pc:sldMkLst>
      </pc:sldChg>
      <pc:sldChg chg="addSp modSp add del mod">
        <pc:chgData name="Palit, Tapti" userId="dec6fbcd-7598-406a-8cbf-504d4a3bac15" providerId="ADAL" clId="{ECD42228-5B96-4A72-B268-C46DF994E6B7}" dt="2024-01-30T02:25:47.183" v="84020" actId="47"/>
        <pc:sldMkLst>
          <pc:docMk/>
          <pc:sldMk cId="2918062200" sldId="1133"/>
        </pc:sldMkLst>
        <pc:spChg chg="mod">
          <ac:chgData name="Palit, Tapti" userId="dec6fbcd-7598-406a-8cbf-504d4a3bac15" providerId="ADAL" clId="{ECD42228-5B96-4A72-B268-C46DF994E6B7}" dt="2024-01-30T02:23:34.833" v="83943" actId="20577"/>
          <ac:spMkLst>
            <pc:docMk/>
            <pc:sldMk cId="2918062200" sldId="1133"/>
            <ac:spMk id="10" creationId="{60578343-3247-45B1-F912-EF15944628D4}"/>
          </ac:spMkLst>
        </pc:spChg>
        <pc:spChg chg="add mod">
          <ac:chgData name="Palit, Tapti" userId="dec6fbcd-7598-406a-8cbf-504d4a3bac15" providerId="ADAL" clId="{ECD42228-5B96-4A72-B268-C46DF994E6B7}" dt="2024-01-30T02:23:15.246" v="83925"/>
          <ac:spMkLst>
            <pc:docMk/>
            <pc:sldMk cId="2918062200" sldId="1133"/>
            <ac:spMk id="18" creationId="{EEBE3757-4A93-1140-8403-C1A453E8140D}"/>
          </ac:spMkLst>
        </pc:spChg>
        <pc:spChg chg="add mod">
          <ac:chgData name="Palit, Tapti" userId="dec6fbcd-7598-406a-8cbf-504d4a3bac15" providerId="ADAL" clId="{ECD42228-5B96-4A72-B268-C46DF994E6B7}" dt="2024-01-30T02:23:22.712" v="83927" actId="1076"/>
          <ac:spMkLst>
            <pc:docMk/>
            <pc:sldMk cId="2918062200" sldId="1133"/>
            <ac:spMk id="19" creationId="{20804210-6691-5131-D67D-E712D3F6AE15}"/>
          </ac:spMkLst>
        </pc:spChg>
        <pc:picChg chg="add mod">
          <ac:chgData name="Palit, Tapti" userId="dec6fbcd-7598-406a-8cbf-504d4a3bac15" providerId="ADAL" clId="{ECD42228-5B96-4A72-B268-C46DF994E6B7}" dt="2024-01-30T02:23:15.246" v="83925"/>
          <ac:picMkLst>
            <pc:docMk/>
            <pc:sldMk cId="2918062200" sldId="1133"/>
            <ac:picMk id="16" creationId="{7EEFA330-7CD5-778F-EFFB-74DBCF3954B2}"/>
          </ac:picMkLst>
        </pc:picChg>
        <pc:cxnChg chg="add mod">
          <ac:chgData name="Palit, Tapti" userId="dec6fbcd-7598-406a-8cbf-504d4a3bac15" providerId="ADAL" clId="{ECD42228-5B96-4A72-B268-C46DF994E6B7}" dt="2024-01-30T02:23:24.800" v="83928" actId="14100"/>
          <ac:cxnSpMkLst>
            <pc:docMk/>
            <pc:sldMk cId="2918062200" sldId="1133"/>
            <ac:cxnSpMk id="17" creationId="{40CCC5E0-7D5E-DBD3-BCC4-80FBF3741C06}"/>
          </ac:cxnSpMkLst>
        </pc:cxnChg>
      </pc:sldChg>
      <pc:sldChg chg="addSp delSp modSp add del mod">
        <pc:chgData name="Palit, Tapti" userId="dec6fbcd-7598-406a-8cbf-504d4a3bac15" providerId="ADAL" clId="{ECD42228-5B96-4A72-B268-C46DF994E6B7}" dt="2024-01-30T04:48:43.485" v="86779" actId="47"/>
        <pc:sldMkLst>
          <pc:docMk/>
          <pc:sldMk cId="3005581802" sldId="1134"/>
        </pc:sldMkLst>
        <pc:spChg chg="del">
          <ac:chgData name="Palit, Tapti" userId="dec6fbcd-7598-406a-8cbf-504d4a3bac15" providerId="ADAL" clId="{ECD42228-5B96-4A72-B268-C46DF994E6B7}" dt="2024-01-30T03:14:55.085" v="85240" actId="478"/>
          <ac:spMkLst>
            <pc:docMk/>
            <pc:sldMk cId="3005581802" sldId="1134"/>
            <ac:spMk id="2" creationId="{58F9C52F-0AE5-F439-633C-ED37D05782D8}"/>
          </ac:spMkLst>
        </pc:spChg>
        <pc:spChg chg="mod">
          <ac:chgData name="Palit, Tapti" userId="dec6fbcd-7598-406a-8cbf-504d4a3bac15" providerId="ADAL" clId="{ECD42228-5B96-4A72-B268-C46DF994E6B7}" dt="2024-01-30T04:47:51.493" v="86768" actId="1076"/>
          <ac:spMkLst>
            <pc:docMk/>
            <pc:sldMk cId="3005581802" sldId="1134"/>
            <ac:spMk id="8" creationId="{3AD16BBA-9E50-9D23-3A25-A65A60C6AE84}"/>
          </ac:spMkLst>
        </pc:spChg>
        <pc:spChg chg="mod">
          <ac:chgData name="Palit, Tapti" userId="dec6fbcd-7598-406a-8cbf-504d4a3bac15" providerId="ADAL" clId="{ECD42228-5B96-4A72-B268-C46DF994E6B7}" dt="2024-01-30T04:47:51.493" v="86768" actId="1076"/>
          <ac:spMkLst>
            <pc:docMk/>
            <pc:sldMk cId="3005581802" sldId="1134"/>
            <ac:spMk id="9" creationId="{8512971C-3AA0-0D9A-81F6-776FF61CE3C0}"/>
          </ac:spMkLst>
        </pc:spChg>
        <pc:spChg chg="mod">
          <ac:chgData name="Palit, Tapti" userId="dec6fbcd-7598-406a-8cbf-504d4a3bac15" providerId="ADAL" clId="{ECD42228-5B96-4A72-B268-C46DF994E6B7}" dt="2024-01-30T04:47:51.493" v="86768" actId="1076"/>
          <ac:spMkLst>
            <pc:docMk/>
            <pc:sldMk cId="3005581802" sldId="1134"/>
            <ac:spMk id="10" creationId="{60578343-3247-45B1-F912-EF15944628D4}"/>
          </ac:spMkLst>
        </pc:spChg>
        <pc:spChg chg="mod">
          <ac:chgData name="Palit, Tapti" userId="dec6fbcd-7598-406a-8cbf-504d4a3bac15" providerId="ADAL" clId="{ECD42228-5B96-4A72-B268-C46DF994E6B7}" dt="2024-01-30T04:47:51.493" v="86768" actId="1076"/>
          <ac:spMkLst>
            <pc:docMk/>
            <pc:sldMk cId="3005581802" sldId="1134"/>
            <ac:spMk id="11" creationId="{A34537B7-437F-0804-F74D-AE5DA61F843C}"/>
          </ac:spMkLst>
        </pc:spChg>
        <pc:spChg chg="mod">
          <ac:chgData name="Palit, Tapti" userId="dec6fbcd-7598-406a-8cbf-504d4a3bac15" providerId="ADAL" clId="{ECD42228-5B96-4A72-B268-C46DF994E6B7}" dt="2024-01-30T04:47:51.493" v="86768" actId="1076"/>
          <ac:spMkLst>
            <pc:docMk/>
            <pc:sldMk cId="3005581802" sldId="1134"/>
            <ac:spMk id="12" creationId="{7744297D-948A-9D8F-3FB1-941C5FF88E08}"/>
          </ac:spMkLst>
        </pc:spChg>
        <pc:spChg chg="mod">
          <ac:chgData name="Palit, Tapti" userId="dec6fbcd-7598-406a-8cbf-504d4a3bac15" providerId="ADAL" clId="{ECD42228-5B96-4A72-B268-C46DF994E6B7}" dt="2024-01-30T04:47:51.493" v="86768" actId="1076"/>
          <ac:spMkLst>
            <pc:docMk/>
            <pc:sldMk cId="3005581802" sldId="1134"/>
            <ac:spMk id="14" creationId="{ACAEF37B-D43E-8312-01C3-22B507D5A0C3}"/>
          </ac:spMkLst>
        </pc:spChg>
        <pc:spChg chg="mod">
          <ac:chgData name="Palit, Tapti" userId="dec6fbcd-7598-406a-8cbf-504d4a3bac15" providerId="ADAL" clId="{ECD42228-5B96-4A72-B268-C46DF994E6B7}" dt="2024-01-30T04:47:51.493" v="86768" actId="1076"/>
          <ac:spMkLst>
            <pc:docMk/>
            <pc:sldMk cId="3005581802" sldId="1134"/>
            <ac:spMk id="15" creationId="{9E603483-9179-2600-1DD8-23DA16760B0E}"/>
          </ac:spMkLst>
        </pc:spChg>
        <pc:spChg chg="add mod">
          <ac:chgData name="Palit, Tapti" userId="dec6fbcd-7598-406a-8cbf-504d4a3bac15" providerId="ADAL" clId="{ECD42228-5B96-4A72-B268-C46DF994E6B7}" dt="2024-01-30T02:25:30.313" v="84003"/>
          <ac:spMkLst>
            <pc:docMk/>
            <pc:sldMk cId="3005581802" sldId="1134"/>
            <ac:spMk id="18" creationId="{4670B7FD-18AB-E5C1-2764-E8D640626346}"/>
          </ac:spMkLst>
        </pc:spChg>
        <pc:spChg chg="add mod">
          <ac:chgData name="Palit, Tapti" userId="dec6fbcd-7598-406a-8cbf-504d4a3bac15" providerId="ADAL" clId="{ECD42228-5B96-4A72-B268-C46DF994E6B7}" dt="2024-01-30T04:47:51.493" v="86768" actId="1076"/>
          <ac:spMkLst>
            <pc:docMk/>
            <pc:sldMk cId="3005581802" sldId="1134"/>
            <ac:spMk id="19" creationId="{7BF6E2A4-1F35-7428-626D-9D62ECC79A8F}"/>
          </ac:spMkLst>
        </pc:spChg>
        <pc:spChg chg="mod">
          <ac:chgData name="Palit, Tapti" userId="dec6fbcd-7598-406a-8cbf-504d4a3bac15" providerId="ADAL" clId="{ECD42228-5B96-4A72-B268-C46DF994E6B7}" dt="2024-01-30T04:47:51.493" v="86768" actId="1076"/>
          <ac:spMkLst>
            <pc:docMk/>
            <pc:sldMk cId="3005581802" sldId="1134"/>
            <ac:spMk id="20" creationId="{AEBF150A-FCAA-9AC7-9FF4-170FA24F750B}"/>
          </ac:spMkLst>
        </pc:spChg>
        <pc:spChg chg="add mod">
          <ac:chgData name="Palit, Tapti" userId="dec6fbcd-7598-406a-8cbf-504d4a3bac15" providerId="ADAL" clId="{ECD42228-5B96-4A72-B268-C46DF994E6B7}" dt="2024-01-30T02:26:08.558" v="84024" actId="1076"/>
          <ac:spMkLst>
            <pc:docMk/>
            <pc:sldMk cId="3005581802" sldId="1134"/>
            <ac:spMk id="21" creationId="{53C83AEB-319E-F069-ABB4-DFD5FCB77068}"/>
          </ac:spMkLst>
        </pc:spChg>
        <pc:spChg chg="mod">
          <ac:chgData name="Palit, Tapti" userId="dec6fbcd-7598-406a-8cbf-504d4a3bac15" providerId="ADAL" clId="{ECD42228-5B96-4A72-B268-C46DF994E6B7}" dt="2024-01-30T04:47:51.493" v="86768" actId="1076"/>
          <ac:spMkLst>
            <pc:docMk/>
            <pc:sldMk cId="3005581802" sldId="1134"/>
            <ac:spMk id="24" creationId="{DC9E6FBF-EDC6-38E0-5ECC-0FC22CD0B37F}"/>
          </ac:spMkLst>
        </pc:spChg>
        <pc:spChg chg="mod">
          <ac:chgData name="Palit, Tapti" userId="dec6fbcd-7598-406a-8cbf-504d4a3bac15" providerId="ADAL" clId="{ECD42228-5B96-4A72-B268-C46DF994E6B7}" dt="2024-01-30T04:47:51.493" v="86768" actId="1076"/>
          <ac:spMkLst>
            <pc:docMk/>
            <pc:sldMk cId="3005581802" sldId="1134"/>
            <ac:spMk id="25" creationId="{6CB39F25-9659-6F6A-E67F-8D3BD41C2E98}"/>
          </ac:spMkLst>
        </pc:spChg>
        <pc:spChg chg="mod">
          <ac:chgData name="Palit, Tapti" userId="dec6fbcd-7598-406a-8cbf-504d4a3bac15" providerId="ADAL" clId="{ECD42228-5B96-4A72-B268-C46DF994E6B7}" dt="2024-01-30T04:47:51.493" v="86768" actId="1076"/>
          <ac:spMkLst>
            <pc:docMk/>
            <pc:sldMk cId="3005581802" sldId="1134"/>
            <ac:spMk id="28" creationId="{0727AA0B-7156-FABA-FCF6-CFF7304E9427}"/>
          </ac:spMkLst>
        </pc:spChg>
        <pc:picChg chg="mod">
          <ac:chgData name="Palit, Tapti" userId="dec6fbcd-7598-406a-8cbf-504d4a3bac15" providerId="ADAL" clId="{ECD42228-5B96-4A72-B268-C46DF994E6B7}" dt="2024-01-30T04:47:51.493" v="86768" actId="1076"/>
          <ac:picMkLst>
            <pc:docMk/>
            <pc:sldMk cId="3005581802" sldId="1134"/>
            <ac:picMk id="13" creationId="{2A0D23A5-6B70-EF75-319D-AD671772919E}"/>
          </ac:picMkLst>
        </pc:picChg>
        <pc:picChg chg="add mod">
          <ac:chgData name="Palit, Tapti" userId="dec6fbcd-7598-406a-8cbf-504d4a3bac15" providerId="ADAL" clId="{ECD42228-5B96-4A72-B268-C46DF994E6B7}" dt="2024-01-30T02:25:30.313" v="84003"/>
          <ac:picMkLst>
            <pc:docMk/>
            <pc:sldMk cId="3005581802" sldId="1134"/>
            <ac:picMk id="16" creationId="{779FA749-3074-EF52-1309-20C20D2C6B4F}"/>
          </ac:picMkLst>
        </pc:picChg>
        <pc:picChg chg="mod">
          <ac:chgData name="Palit, Tapti" userId="dec6fbcd-7598-406a-8cbf-504d4a3bac15" providerId="ADAL" clId="{ECD42228-5B96-4A72-B268-C46DF994E6B7}" dt="2024-01-30T04:47:51.493" v="86768" actId="1076"/>
          <ac:picMkLst>
            <pc:docMk/>
            <pc:sldMk cId="3005581802" sldId="1134"/>
            <ac:picMk id="26" creationId="{3276DAFB-B2BA-298D-13A6-8FE1C0525C85}"/>
          </ac:picMkLst>
        </pc:picChg>
        <pc:cxnChg chg="mod">
          <ac:chgData name="Palit, Tapti" userId="dec6fbcd-7598-406a-8cbf-504d4a3bac15" providerId="ADAL" clId="{ECD42228-5B96-4A72-B268-C46DF994E6B7}" dt="2024-01-30T04:47:51.493" v="86768" actId="1076"/>
          <ac:cxnSpMkLst>
            <pc:docMk/>
            <pc:sldMk cId="3005581802" sldId="1134"/>
            <ac:cxnSpMk id="6" creationId="{F1CE6DBC-315A-FA73-BE86-076DDA3B98B4}"/>
          </ac:cxnSpMkLst>
        </pc:cxnChg>
        <pc:cxnChg chg="mod">
          <ac:chgData name="Palit, Tapti" userId="dec6fbcd-7598-406a-8cbf-504d4a3bac15" providerId="ADAL" clId="{ECD42228-5B96-4A72-B268-C46DF994E6B7}" dt="2024-01-30T04:47:51.493" v="86768" actId="1076"/>
          <ac:cxnSpMkLst>
            <pc:docMk/>
            <pc:sldMk cId="3005581802" sldId="1134"/>
            <ac:cxnSpMk id="7" creationId="{9859F1F9-8EB8-7EAB-CC74-B05567FB2191}"/>
          </ac:cxnSpMkLst>
        </pc:cxnChg>
        <pc:cxnChg chg="add mod">
          <ac:chgData name="Palit, Tapti" userId="dec6fbcd-7598-406a-8cbf-504d4a3bac15" providerId="ADAL" clId="{ECD42228-5B96-4A72-B268-C46DF994E6B7}" dt="2024-01-30T04:47:51.493" v="86768" actId="1076"/>
          <ac:cxnSpMkLst>
            <pc:docMk/>
            <pc:sldMk cId="3005581802" sldId="1134"/>
            <ac:cxnSpMk id="17" creationId="{5D7D9715-F5DE-A0CE-2387-E53E8AE4B4BF}"/>
          </ac:cxnSpMkLst>
        </pc:cxnChg>
        <pc:cxnChg chg="mod">
          <ac:chgData name="Palit, Tapti" userId="dec6fbcd-7598-406a-8cbf-504d4a3bac15" providerId="ADAL" clId="{ECD42228-5B96-4A72-B268-C46DF994E6B7}" dt="2024-01-30T04:47:51.493" v="86768" actId="1076"/>
          <ac:cxnSpMkLst>
            <pc:docMk/>
            <pc:sldMk cId="3005581802" sldId="1134"/>
            <ac:cxnSpMk id="22" creationId="{9998D824-83E1-6A52-866E-EF4B4A183116}"/>
          </ac:cxnSpMkLst>
        </pc:cxnChg>
      </pc:sldChg>
      <pc:sldChg chg="addSp modSp add del mod">
        <pc:chgData name="Palit, Tapti" userId="dec6fbcd-7598-406a-8cbf-504d4a3bac15" providerId="ADAL" clId="{ECD42228-5B96-4A72-B268-C46DF994E6B7}" dt="2024-01-30T02:25:21.745" v="84001" actId="47"/>
        <pc:sldMkLst>
          <pc:docMk/>
          <pc:sldMk cId="4263940445" sldId="1134"/>
        </pc:sldMkLst>
        <pc:spChg chg="mod">
          <ac:chgData name="Palit, Tapti" userId="dec6fbcd-7598-406a-8cbf-504d4a3bac15" providerId="ADAL" clId="{ECD42228-5B96-4A72-B268-C46DF994E6B7}" dt="2024-01-30T02:24:42.875" v="83987" actId="20577"/>
          <ac:spMkLst>
            <pc:docMk/>
            <pc:sldMk cId="4263940445" sldId="1134"/>
            <ac:spMk id="10" creationId="{60578343-3247-45B1-F912-EF15944628D4}"/>
          </ac:spMkLst>
        </pc:spChg>
        <pc:spChg chg="add mod">
          <ac:chgData name="Palit, Tapti" userId="dec6fbcd-7598-406a-8cbf-504d4a3bac15" providerId="ADAL" clId="{ECD42228-5B96-4A72-B268-C46DF994E6B7}" dt="2024-01-30T02:24:29.068" v="83971"/>
          <ac:spMkLst>
            <pc:docMk/>
            <pc:sldMk cId="4263940445" sldId="1134"/>
            <ac:spMk id="18" creationId="{49C89FD1-9FEA-3B84-6384-81A23AD48264}"/>
          </ac:spMkLst>
        </pc:spChg>
        <pc:spChg chg="add mod">
          <ac:chgData name="Palit, Tapti" userId="dec6fbcd-7598-406a-8cbf-504d4a3bac15" providerId="ADAL" clId="{ECD42228-5B96-4A72-B268-C46DF994E6B7}" dt="2024-01-30T02:24:36.626" v="83972"/>
          <ac:spMkLst>
            <pc:docMk/>
            <pc:sldMk cId="4263940445" sldId="1134"/>
            <ac:spMk id="19" creationId="{7993C002-FBE0-57C1-8EF8-5F6CFCC36C92}"/>
          </ac:spMkLst>
        </pc:spChg>
        <pc:picChg chg="add mod">
          <ac:chgData name="Palit, Tapti" userId="dec6fbcd-7598-406a-8cbf-504d4a3bac15" providerId="ADAL" clId="{ECD42228-5B96-4A72-B268-C46DF994E6B7}" dt="2024-01-30T02:24:29.068" v="83971"/>
          <ac:picMkLst>
            <pc:docMk/>
            <pc:sldMk cId="4263940445" sldId="1134"/>
            <ac:picMk id="16" creationId="{1E0E8778-3FDB-C8FB-DD57-004FE1FECB73}"/>
          </ac:picMkLst>
        </pc:picChg>
        <pc:cxnChg chg="add mod">
          <ac:chgData name="Palit, Tapti" userId="dec6fbcd-7598-406a-8cbf-504d4a3bac15" providerId="ADAL" clId="{ECD42228-5B96-4A72-B268-C46DF994E6B7}" dt="2024-01-30T02:24:29.068" v="83971"/>
          <ac:cxnSpMkLst>
            <pc:docMk/>
            <pc:sldMk cId="4263940445" sldId="1134"/>
            <ac:cxnSpMk id="17" creationId="{53B49420-5FA2-97B3-40D6-268CC72A8896}"/>
          </ac:cxnSpMkLst>
        </pc:cxnChg>
      </pc:sldChg>
      <pc:sldChg chg="addSp delSp modSp add del mod">
        <pc:chgData name="Palit, Tapti" userId="dec6fbcd-7598-406a-8cbf-504d4a3bac15" providerId="ADAL" clId="{ECD42228-5B96-4A72-B268-C46DF994E6B7}" dt="2024-01-30T04:49:07.518" v="86783" actId="47"/>
        <pc:sldMkLst>
          <pc:docMk/>
          <pc:sldMk cId="2401552836" sldId="1135"/>
        </pc:sldMkLst>
        <pc:spChg chg="del">
          <ac:chgData name="Palit, Tapti" userId="dec6fbcd-7598-406a-8cbf-504d4a3bac15" providerId="ADAL" clId="{ECD42228-5B96-4A72-B268-C46DF994E6B7}" dt="2024-01-30T03:14:59.519" v="85242" actId="478"/>
          <ac:spMkLst>
            <pc:docMk/>
            <pc:sldMk cId="2401552836" sldId="1135"/>
            <ac:spMk id="2" creationId="{58F9C52F-0AE5-F439-633C-ED37D05782D8}"/>
          </ac:spMkLst>
        </pc:spChg>
        <pc:spChg chg="add mod">
          <ac:chgData name="Palit, Tapti" userId="dec6fbcd-7598-406a-8cbf-504d4a3bac15" providerId="ADAL" clId="{ECD42228-5B96-4A72-B268-C46DF994E6B7}" dt="2024-01-30T02:26:16.626" v="84027" actId="1076"/>
          <ac:spMkLst>
            <pc:docMk/>
            <pc:sldMk cId="2401552836" sldId="1135"/>
            <ac:spMk id="19" creationId="{E38C63B6-6591-BB6E-1D69-CBFE2EA39138}"/>
          </ac:spMkLst>
        </pc:spChg>
        <pc:spChg chg="add mod">
          <ac:chgData name="Palit, Tapti" userId="dec6fbcd-7598-406a-8cbf-504d4a3bac15" providerId="ADAL" clId="{ECD42228-5B96-4A72-B268-C46DF994E6B7}" dt="2024-01-30T03:14:59.841" v="85243"/>
          <ac:spMkLst>
            <pc:docMk/>
            <pc:sldMk cId="2401552836" sldId="1135"/>
            <ac:spMk id="21" creationId="{858A5EDD-4049-7F1E-81B6-8FCC41F4D8B4}"/>
          </ac:spMkLst>
        </pc:spChg>
      </pc:sldChg>
      <pc:sldChg chg="addSp delSp modSp new mod modAnim modCm modNotesTx">
        <pc:chgData name="Palit, Tapti" userId="dec6fbcd-7598-406a-8cbf-504d4a3bac15" providerId="ADAL" clId="{ECD42228-5B96-4A72-B268-C46DF994E6B7}" dt="2024-02-12T20:03:41.068" v="113044" actId="14100"/>
        <pc:sldMkLst>
          <pc:docMk/>
          <pc:sldMk cId="3381567474" sldId="1136"/>
        </pc:sldMkLst>
        <pc:spChg chg="del">
          <ac:chgData name="Palit, Tapti" userId="dec6fbcd-7598-406a-8cbf-504d4a3bac15" providerId="ADAL" clId="{ECD42228-5B96-4A72-B268-C46DF994E6B7}" dt="2024-01-30T02:31:47.403" v="84107" actId="1957"/>
          <ac:spMkLst>
            <pc:docMk/>
            <pc:sldMk cId="3381567474" sldId="1136"/>
            <ac:spMk id="2" creationId="{4B10F63F-02A2-FEDA-D830-A3F8DDA1D48F}"/>
          </ac:spMkLst>
        </pc:spChg>
        <pc:spChg chg="add mod">
          <ac:chgData name="Palit, Tapti" userId="dec6fbcd-7598-406a-8cbf-504d4a3bac15" providerId="ADAL" clId="{ECD42228-5B96-4A72-B268-C46DF994E6B7}" dt="2024-02-12T20:03:33.163" v="113042" actId="14100"/>
          <ac:spMkLst>
            <pc:docMk/>
            <pc:sldMk cId="3381567474" sldId="1136"/>
            <ac:spMk id="2" creationId="{E9B57E90-5907-C50A-A4A8-012D75F54656}"/>
          </ac:spMkLst>
        </pc:spChg>
        <pc:spChg chg="mod">
          <ac:chgData name="Palit, Tapti" userId="dec6fbcd-7598-406a-8cbf-504d4a3bac15" providerId="ADAL" clId="{ECD42228-5B96-4A72-B268-C46DF994E6B7}" dt="2024-01-30T02:31:05.795" v="84102" actId="20577"/>
          <ac:spMkLst>
            <pc:docMk/>
            <pc:sldMk cId="3381567474" sldId="1136"/>
            <ac:spMk id="3" creationId="{E388812B-50F8-7A98-C303-65356BEC3421}"/>
          </ac:spMkLst>
        </pc:spChg>
        <pc:spChg chg="add mod">
          <ac:chgData name="Palit, Tapti" userId="dec6fbcd-7598-406a-8cbf-504d4a3bac15" providerId="ADAL" clId="{ECD42228-5B96-4A72-B268-C46DF994E6B7}" dt="2024-02-12T20:03:41.068" v="113044" actId="14100"/>
          <ac:spMkLst>
            <pc:docMk/>
            <pc:sldMk cId="3381567474" sldId="1136"/>
            <ac:spMk id="4" creationId="{456D3308-9BA8-27DC-280A-AB1DDED5A6CC}"/>
          </ac:spMkLst>
        </pc:spChg>
        <pc:spChg chg="mod">
          <ac:chgData name="Palit, Tapti" userId="dec6fbcd-7598-406a-8cbf-504d4a3bac15" providerId="ADAL" clId="{ECD42228-5B96-4A72-B268-C46DF994E6B7}" dt="2024-01-30T21:11:12.698" v="94824" actId="20577"/>
          <ac:spMkLst>
            <pc:docMk/>
            <pc:sldMk cId="3381567474" sldId="1136"/>
            <ac:spMk id="5" creationId="{90CFBA76-ACEB-F709-CD5B-6382A7D92061}"/>
          </ac:spMkLst>
        </pc:spChg>
        <pc:graphicFrameChg chg="add mod">
          <ac:chgData name="Palit, Tapti" userId="dec6fbcd-7598-406a-8cbf-504d4a3bac15" providerId="ADAL" clId="{ECD42228-5B96-4A72-B268-C46DF994E6B7}" dt="2024-02-08T20:38:18.992" v="100655"/>
          <ac:graphicFrameMkLst>
            <pc:docMk/>
            <pc:sldMk cId="3381567474" sldId="1136"/>
            <ac:graphicFrameMk id="8" creationId="{84147327-13F8-6360-2B1E-AFF55027879B}"/>
          </ac:graphicFrameMkLst>
        </pc:graphicFrameChg>
        <pc:extLst>
          <p:ext xmlns:p="http://schemas.openxmlformats.org/presentationml/2006/main" uri="{D6D511B9-2390-475A-947B-AFAB55BFBCF1}">
            <pc226:cmChg xmlns:pc226="http://schemas.microsoft.com/office/powerpoint/2022/06/main/command" chg="">
              <pc226:chgData name="Palit, Tapti" userId="dec6fbcd-7598-406a-8cbf-504d4a3bac15" providerId="ADAL" clId="{ECD42228-5B96-4A72-B268-C46DF994E6B7}" dt="2024-02-08T20:35:59.772" v="100630"/>
              <pc2:cmMkLst xmlns:pc2="http://schemas.microsoft.com/office/powerpoint/2019/9/main/command">
                <pc:docMk/>
                <pc:sldMk cId="3381567474" sldId="1136"/>
                <pc2:cmMk id="{FF5B8B9B-1D34-484E-8D9C-82A72807ABB9}"/>
              </pc2:cmMkLst>
              <pc226:cmRplyChg chg="add">
                <pc226:chgData name="Palit, Tapti" userId="dec6fbcd-7598-406a-8cbf-504d4a3bac15" providerId="ADAL" clId="{ECD42228-5B96-4A72-B268-C46DF994E6B7}" dt="2024-02-08T20:35:59.772" v="100630"/>
                <pc2:cmRplyMkLst xmlns:pc2="http://schemas.microsoft.com/office/powerpoint/2019/9/main/command">
                  <pc:docMk/>
                  <pc:sldMk cId="3381567474" sldId="1136"/>
                  <pc2:cmMk id="{FF5B8B9B-1D34-484E-8D9C-82A72807ABB9}"/>
                  <pc2:cmRplyMk id="{3CA42AAF-BD59-4EBB-B078-C6F83FCEE85F}"/>
                </pc2:cmRplyMkLst>
              </pc226:cmRplyChg>
            </pc226:cmChg>
            <pc226:cmChg xmlns:pc226="http://schemas.microsoft.com/office/powerpoint/2022/06/main/command" chg="">
              <pc226:chgData name="Palit, Tapti" userId="dec6fbcd-7598-406a-8cbf-504d4a3bac15" providerId="ADAL" clId="{ECD42228-5B96-4A72-B268-C46DF994E6B7}" dt="2024-02-08T20:43:45.159" v="100667"/>
              <pc2:cmMkLst xmlns:pc2="http://schemas.microsoft.com/office/powerpoint/2019/9/main/command">
                <pc:docMk/>
                <pc:sldMk cId="3381567474" sldId="1136"/>
                <pc2:cmMk id="{696EDED6-D312-481A-8ABE-000F785CF81B}"/>
              </pc2:cmMkLst>
              <pc226:cmRplyChg chg="add">
                <pc226:chgData name="Palit, Tapti" userId="dec6fbcd-7598-406a-8cbf-504d4a3bac15" providerId="ADAL" clId="{ECD42228-5B96-4A72-B268-C46DF994E6B7}" dt="2024-02-08T20:43:45.159" v="100667"/>
                <pc2:cmRplyMkLst xmlns:pc2="http://schemas.microsoft.com/office/powerpoint/2019/9/main/command">
                  <pc:docMk/>
                  <pc:sldMk cId="3381567474" sldId="1136"/>
                  <pc2:cmMk id="{696EDED6-D312-481A-8ABE-000F785CF81B}"/>
                  <pc2:cmRplyMk id="{0DE29DE7-1BA2-4F96-85B2-05E4FB47F005}"/>
                </pc2:cmRplyMkLst>
              </pc226:cmRplyChg>
            </pc226:cmChg>
          </p:ext>
        </pc:extLst>
      </pc:sldChg>
      <pc:sldChg chg="addSp delSp modSp new del mod modClrScheme chgLayout">
        <pc:chgData name="Palit, Tapti" userId="dec6fbcd-7598-406a-8cbf-504d4a3bac15" providerId="ADAL" clId="{ECD42228-5B96-4A72-B268-C46DF994E6B7}" dt="2024-01-30T04:36:09.521" v="86371" actId="47"/>
        <pc:sldMkLst>
          <pc:docMk/>
          <pc:sldMk cId="3248001443" sldId="1137"/>
        </pc:sldMkLst>
        <pc:spChg chg="add mod">
          <ac:chgData name="Palit, Tapti" userId="dec6fbcd-7598-406a-8cbf-504d4a3bac15" providerId="ADAL" clId="{ECD42228-5B96-4A72-B268-C46DF994E6B7}" dt="2024-01-30T04:35:53.695" v="86369"/>
          <ac:spMkLst>
            <pc:docMk/>
            <pc:sldMk cId="3248001443" sldId="1137"/>
            <ac:spMk id="2" creationId="{3512D21E-1C9E-11A6-6F9F-93A2572BE127}"/>
          </ac:spMkLst>
        </pc:spChg>
        <pc:spChg chg="del mod ord">
          <ac:chgData name="Palit, Tapti" userId="dec6fbcd-7598-406a-8cbf-504d4a3bac15" providerId="ADAL" clId="{ECD42228-5B96-4A72-B268-C46DF994E6B7}" dt="2024-01-30T02:27:16.653" v="84031" actId="700"/>
          <ac:spMkLst>
            <pc:docMk/>
            <pc:sldMk cId="3248001443" sldId="1137"/>
            <ac:spMk id="2" creationId="{CABB6FAC-67C3-770F-2958-D0152A18F9DB}"/>
          </ac:spMkLst>
        </pc:spChg>
        <pc:spChg chg="mod ord">
          <ac:chgData name="Palit, Tapti" userId="dec6fbcd-7598-406a-8cbf-504d4a3bac15" providerId="ADAL" clId="{ECD42228-5B96-4A72-B268-C46DF994E6B7}" dt="2024-01-30T02:27:16.653" v="84031" actId="700"/>
          <ac:spMkLst>
            <pc:docMk/>
            <pc:sldMk cId="3248001443" sldId="1137"/>
            <ac:spMk id="3" creationId="{EE4123C5-00AF-F5F4-F60B-E265593C0092}"/>
          </ac:spMkLst>
        </pc:spChg>
        <pc:spChg chg="add mod ord">
          <ac:chgData name="Palit, Tapti" userId="dec6fbcd-7598-406a-8cbf-504d4a3bac15" providerId="ADAL" clId="{ECD42228-5B96-4A72-B268-C46DF994E6B7}" dt="2024-01-30T02:27:24.546" v="84064" actId="20577"/>
          <ac:spMkLst>
            <pc:docMk/>
            <pc:sldMk cId="3248001443" sldId="1137"/>
            <ac:spMk id="4" creationId="{02142D20-429D-40B1-8862-80975D64ACCD}"/>
          </ac:spMkLst>
        </pc:spChg>
        <pc:spChg chg="add mod ord">
          <ac:chgData name="Palit, Tapti" userId="dec6fbcd-7598-406a-8cbf-504d4a3bac15" providerId="ADAL" clId="{ECD42228-5B96-4A72-B268-C46DF994E6B7}" dt="2024-01-30T02:27:16.653" v="84031" actId="700"/>
          <ac:spMkLst>
            <pc:docMk/>
            <pc:sldMk cId="3248001443" sldId="1137"/>
            <ac:spMk id="5" creationId="{CAA6BEAD-4EE9-FCC0-3C71-4EC083C6DEE6}"/>
          </ac:spMkLst>
        </pc:spChg>
        <pc:spChg chg="add mod ord">
          <ac:chgData name="Palit, Tapti" userId="dec6fbcd-7598-406a-8cbf-504d4a3bac15" providerId="ADAL" clId="{ECD42228-5B96-4A72-B268-C46DF994E6B7}" dt="2024-01-30T02:27:16.653" v="84031" actId="700"/>
          <ac:spMkLst>
            <pc:docMk/>
            <pc:sldMk cId="3248001443" sldId="1137"/>
            <ac:spMk id="6" creationId="{50A8D4C2-EDE8-13A5-4D81-4CE59E7EA683}"/>
          </ac:spMkLst>
        </pc:spChg>
        <pc:spChg chg="add mod">
          <ac:chgData name="Palit, Tapti" userId="dec6fbcd-7598-406a-8cbf-504d4a3bac15" providerId="ADAL" clId="{ECD42228-5B96-4A72-B268-C46DF994E6B7}" dt="2024-01-30T04:35:53.695" v="86369"/>
          <ac:spMkLst>
            <pc:docMk/>
            <pc:sldMk cId="3248001443" sldId="1137"/>
            <ac:spMk id="7" creationId="{3471DF9B-0C8B-B7E9-3D7E-AC300E10DEB6}"/>
          </ac:spMkLst>
        </pc:spChg>
        <pc:spChg chg="add mod">
          <ac:chgData name="Palit, Tapti" userId="dec6fbcd-7598-406a-8cbf-504d4a3bac15" providerId="ADAL" clId="{ECD42228-5B96-4A72-B268-C46DF994E6B7}" dt="2024-01-30T04:35:53.695" v="86369"/>
          <ac:spMkLst>
            <pc:docMk/>
            <pc:sldMk cId="3248001443" sldId="1137"/>
            <ac:spMk id="8" creationId="{24283945-C25A-65BB-AA3A-F2CD799641C4}"/>
          </ac:spMkLst>
        </pc:spChg>
        <pc:spChg chg="add mod">
          <ac:chgData name="Palit, Tapti" userId="dec6fbcd-7598-406a-8cbf-504d4a3bac15" providerId="ADAL" clId="{ECD42228-5B96-4A72-B268-C46DF994E6B7}" dt="2024-01-30T04:35:53.695" v="86369"/>
          <ac:spMkLst>
            <pc:docMk/>
            <pc:sldMk cId="3248001443" sldId="1137"/>
            <ac:spMk id="10" creationId="{31B01CEC-8438-39EF-78BC-6DE631DA5ED8}"/>
          </ac:spMkLst>
        </pc:spChg>
        <pc:picChg chg="add mod">
          <ac:chgData name="Palit, Tapti" userId="dec6fbcd-7598-406a-8cbf-504d4a3bac15" providerId="ADAL" clId="{ECD42228-5B96-4A72-B268-C46DF994E6B7}" dt="2024-01-30T04:35:53.695" v="86369"/>
          <ac:picMkLst>
            <pc:docMk/>
            <pc:sldMk cId="3248001443" sldId="1137"/>
            <ac:picMk id="9" creationId="{AADCA2B6-C107-E0D8-F1FF-2B554C86E1AD}"/>
          </ac:picMkLst>
        </pc:picChg>
        <pc:picChg chg="add mod">
          <ac:chgData name="Palit, Tapti" userId="dec6fbcd-7598-406a-8cbf-504d4a3bac15" providerId="ADAL" clId="{ECD42228-5B96-4A72-B268-C46DF994E6B7}" dt="2024-01-30T04:35:53.695" v="86369"/>
          <ac:picMkLst>
            <pc:docMk/>
            <pc:sldMk cId="3248001443" sldId="1137"/>
            <ac:picMk id="11" creationId="{762ACF50-41E8-0224-1CCA-C78A265F519F}"/>
          </ac:picMkLst>
        </pc:picChg>
      </pc:sldChg>
      <pc:sldChg chg="delSp modSp add del mod">
        <pc:chgData name="Palit, Tapti" userId="dec6fbcd-7598-406a-8cbf-504d4a3bac15" providerId="ADAL" clId="{ECD42228-5B96-4A72-B268-C46DF994E6B7}" dt="2024-01-30T21:15:01.348" v="94836" actId="47"/>
        <pc:sldMkLst>
          <pc:docMk/>
          <pc:sldMk cId="1317616153" sldId="1138"/>
        </pc:sldMkLst>
        <pc:spChg chg="del">
          <ac:chgData name="Palit, Tapti" userId="dec6fbcd-7598-406a-8cbf-504d4a3bac15" providerId="ADAL" clId="{ECD42228-5B96-4A72-B268-C46DF994E6B7}" dt="2024-01-30T21:14:54.462" v="94835" actId="478"/>
          <ac:spMkLst>
            <pc:docMk/>
            <pc:sldMk cId="1317616153" sldId="1138"/>
            <ac:spMk id="24" creationId="{4132DD54-4C39-8090-0C71-DA6CEBBAA406}"/>
          </ac:spMkLst>
        </pc:spChg>
        <pc:spChg chg="del mod">
          <ac:chgData name="Palit, Tapti" userId="dec6fbcd-7598-406a-8cbf-504d4a3bac15" providerId="ADAL" clId="{ECD42228-5B96-4A72-B268-C46DF994E6B7}" dt="2024-01-30T21:14:54.462" v="94835" actId="478"/>
          <ac:spMkLst>
            <pc:docMk/>
            <pc:sldMk cId="1317616153" sldId="1138"/>
            <ac:spMk id="26" creationId="{F9C2A450-85D3-6AF3-A69C-176963297F1D}"/>
          </ac:spMkLst>
        </pc:spChg>
        <pc:picChg chg="del">
          <ac:chgData name="Palit, Tapti" userId="dec6fbcd-7598-406a-8cbf-504d4a3bac15" providerId="ADAL" clId="{ECD42228-5B96-4A72-B268-C46DF994E6B7}" dt="2024-01-30T21:14:54.462" v="94835" actId="478"/>
          <ac:picMkLst>
            <pc:docMk/>
            <pc:sldMk cId="1317616153" sldId="1138"/>
            <ac:picMk id="23" creationId="{DC9417FC-B535-8CA4-9342-EF34B68BA1BF}"/>
          </ac:picMkLst>
        </pc:picChg>
        <pc:picChg chg="del">
          <ac:chgData name="Palit, Tapti" userId="dec6fbcd-7598-406a-8cbf-504d4a3bac15" providerId="ADAL" clId="{ECD42228-5B96-4A72-B268-C46DF994E6B7}" dt="2024-01-30T21:14:54.462" v="94835" actId="478"/>
          <ac:picMkLst>
            <pc:docMk/>
            <pc:sldMk cId="1317616153" sldId="1138"/>
            <ac:picMk id="25" creationId="{1A788A7E-10F2-3479-835C-7CBC9DCB1CEE}"/>
          </ac:picMkLst>
        </pc:picChg>
        <pc:picChg chg="del">
          <ac:chgData name="Palit, Tapti" userId="dec6fbcd-7598-406a-8cbf-504d4a3bac15" providerId="ADAL" clId="{ECD42228-5B96-4A72-B268-C46DF994E6B7}" dt="2024-01-30T21:14:54.462" v="94835" actId="478"/>
          <ac:picMkLst>
            <pc:docMk/>
            <pc:sldMk cId="1317616153" sldId="1138"/>
            <ac:picMk id="27" creationId="{94B6A3CA-5228-4849-10F6-15DB3ADFC3BB}"/>
          </ac:picMkLst>
        </pc:picChg>
        <pc:cxnChg chg="mod">
          <ac:chgData name="Palit, Tapti" userId="dec6fbcd-7598-406a-8cbf-504d4a3bac15" providerId="ADAL" clId="{ECD42228-5B96-4A72-B268-C46DF994E6B7}" dt="2024-01-30T19:18:47.364" v="93979" actId="692"/>
          <ac:cxnSpMkLst>
            <pc:docMk/>
            <pc:sldMk cId="1317616153" sldId="1138"/>
            <ac:cxnSpMk id="13" creationId="{8465CE3F-827E-53EB-44FB-AC23DBF372A2}"/>
          </ac:cxnSpMkLst>
        </pc:cxnChg>
        <pc:cxnChg chg="mod">
          <ac:chgData name="Palit, Tapti" userId="dec6fbcd-7598-406a-8cbf-504d4a3bac15" providerId="ADAL" clId="{ECD42228-5B96-4A72-B268-C46DF994E6B7}" dt="2024-01-30T19:18:50.711" v="93980" actId="692"/>
          <ac:cxnSpMkLst>
            <pc:docMk/>
            <pc:sldMk cId="1317616153" sldId="1138"/>
            <ac:cxnSpMk id="16" creationId="{5A127530-4974-BF96-62DF-A6CFE3A004F7}"/>
          </ac:cxnSpMkLst>
        </pc:cxnChg>
      </pc:sldChg>
      <pc:sldChg chg="addSp delSp modSp add mod ord modAnim">
        <pc:chgData name="Palit, Tapti" userId="dec6fbcd-7598-406a-8cbf-504d4a3bac15" providerId="ADAL" clId="{ECD42228-5B96-4A72-B268-C46DF994E6B7}" dt="2024-02-09T04:52:32.094" v="104535"/>
        <pc:sldMkLst>
          <pc:docMk/>
          <pc:sldMk cId="2804400997" sldId="1139"/>
        </pc:sldMkLst>
        <pc:spChg chg="del">
          <ac:chgData name="Palit, Tapti" userId="dec6fbcd-7598-406a-8cbf-504d4a3bac15" providerId="ADAL" clId="{ECD42228-5B96-4A72-B268-C46DF994E6B7}" dt="2024-01-30T03:19:32.968" v="85272" actId="478"/>
          <ac:spMkLst>
            <pc:docMk/>
            <pc:sldMk cId="2804400997" sldId="1139"/>
            <ac:spMk id="2" creationId="{B0D8DC43-0EAB-77CF-C302-345764FC2497}"/>
          </ac:spMkLst>
        </pc:spChg>
        <pc:spChg chg="mod">
          <ac:chgData name="Palit, Tapti" userId="dec6fbcd-7598-406a-8cbf-504d4a3bac15" providerId="ADAL" clId="{ECD42228-5B96-4A72-B268-C46DF994E6B7}" dt="2024-01-30T07:08:04.623" v="90841" actId="20577"/>
          <ac:spMkLst>
            <pc:docMk/>
            <pc:sldMk cId="2804400997" sldId="1139"/>
            <ac:spMk id="5" creationId="{86FADD99-6071-9343-BD21-FF17E57C884E}"/>
          </ac:spMkLst>
        </pc:spChg>
        <pc:spChg chg="del mod">
          <ac:chgData name="Palit, Tapti" userId="dec6fbcd-7598-406a-8cbf-504d4a3bac15" providerId="ADAL" clId="{ECD42228-5B96-4A72-B268-C46DF994E6B7}" dt="2024-02-09T04:43:32.101" v="104491" actId="478"/>
          <ac:spMkLst>
            <pc:docMk/>
            <pc:sldMk cId="2804400997" sldId="1139"/>
            <ac:spMk id="7" creationId="{0A390AE2-9CE4-81EB-6315-2DE2F897D709}"/>
          </ac:spMkLst>
        </pc:spChg>
        <pc:spChg chg="add mod">
          <ac:chgData name="Palit, Tapti" userId="dec6fbcd-7598-406a-8cbf-504d4a3bac15" providerId="ADAL" clId="{ECD42228-5B96-4A72-B268-C46DF994E6B7}" dt="2024-01-30T03:56:24.832" v="85866" actId="1076"/>
          <ac:spMkLst>
            <pc:docMk/>
            <pc:sldMk cId="2804400997" sldId="1139"/>
            <ac:spMk id="8" creationId="{404E5D02-C7BD-7A9F-A969-6D8A6F25DF86}"/>
          </ac:spMkLst>
        </pc:spChg>
        <pc:spChg chg="add mod">
          <ac:chgData name="Palit, Tapti" userId="dec6fbcd-7598-406a-8cbf-504d4a3bac15" providerId="ADAL" clId="{ECD42228-5B96-4A72-B268-C46DF994E6B7}" dt="2024-01-30T03:56:21.002" v="85865" actId="1076"/>
          <ac:spMkLst>
            <pc:docMk/>
            <pc:sldMk cId="2804400997" sldId="1139"/>
            <ac:spMk id="9" creationId="{FE3FA576-1359-7D36-4784-CB570FB70315}"/>
          </ac:spMkLst>
        </pc:spChg>
        <pc:spChg chg="add del mod">
          <ac:chgData name="Palit, Tapti" userId="dec6fbcd-7598-406a-8cbf-504d4a3bac15" providerId="ADAL" clId="{ECD42228-5B96-4A72-B268-C46DF994E6B7}" dt="2024-01-30T03:56:15.187" v="85864" actId="478"/>
          <ac:spMkLst>
            <pc:docMk/>
            <pc:sldMk cId="2804400997" sldId="1139"/>
            <ac:spMk id="10" creationId="{5CF694DC-386C-6B23-6684-3E13EA266D50}"/>
          </ac:spMkLst>
        </pc:spChg>
        <pc:spChg chg="add del mod">
          <ac:chgData name="Palit, Tapti" userId="dec6fbcd-7598-406a-8cbf-504d4a3bac15" providerId="ADAL" clId="{ECD42228-5B96-4A72-B268-C46DF994E6B7}" dt="2024-01-30T03:56:15.187" v="85864" actId="478"/>
          <ac:spMkLst>
            <pc:docMk/>
            <pc:sldMk cId="2804400997" sldId="1139"/>
            <ac:spMk id="11" creationId="{9331E253-45BA-7E55-2928-EFC1F3412247}"/>
          </ac:spMkLst>
        </pc:spChg>
        <pc:spChg chg="add mod">
          <ac:chgData name="Palit, Tapti" userId="dec6fbcd-7598-406a-8cbf-504d4a3bac15" providerId="ADAL" clId="{ECD42228-5B96-4A72-B268-C46DF994E6B7}" dt="2024-01-30T03:40:04.069" v="85579" actId="108"/>
          <ac:spMkLst>
            <pc:docMk/>
            <pc:sldMk cId="2804400997" sldId="1139"/>
            <ac:spMk id="12" creationId="{F6E21CA4-58ED-AF98-B091-9861E6D3D3BD}"/>
          </ac:spMkLst>
        </pc:spChg>
        <pc:spChg chg="add mod">
          <ac:chgData name="Palit, Tapti" userId="dec6fbcd-7598-406a-8cbf-504d4a3bac15" providerId="ADAL" clId="{ECD42228-5B96-4A72-B268-C46DF994E6B7}" dt="2024-01-30T03:40:06.822" v="85580" actId="108"/>
          <ac:spMkLst>
            <pc:docMk/>
            <pc:sldMk cId="2804400997" sldId="1139"/>
            <ac:spMk id="13" creationId="{8A8FBFCB-C472-E694-87DD-57F89928D45A}"/>
          </ac:spMkLst>
        </pc:spChg>
        <pc:spChg chg="add del mod">
          <ac:chgData name="Palit, Tapti" userId="dec6fbcd-7598-406a-8cbf-504d4a3bac15" providerId="ADAL" clId="{ECD42228-5B96-4A72-B268-C46DF994E6B7}" dt="2024-01-30T03:56:15.187" v="85864" actId="478"/>
          <ac:spMkLst>
            <pc:docMk/>
            <pc:sldMk cId="2804400997" sldId="1139"/>
            <ac:spMk id="14" creationId="{435AE03C-81A7-79BA-31F3-3683CF330704}"/>
          </ac:spMkLst>
        </pc:spChg>
        <pc:spChg chg="add mod">
          <ac:chgData name="Palit, Tapti" userId="dec6fbcd-7598-406a-8cbf-504d4a3bac15" providerId="ADAL" clId="{ECD42228-5B96-4A72-B268-C46DF994E6B7}" dt="2024-01-30T03:39:53.197" v="85576" actId="207"/>
          <ac:spMkLst>
            <pc:docMk/>
            <pc:sldMk cId="2804400997" sldId="1139"/>
            <ac:spMk id="15" creationId="{36EBB0D3-5286-277D-70E5-AFC358232F98}"/>
          </ac:spMkLst>
        </pc:spChg>
        <pc:spChg chg="add mod">
          <ac:chgData name="Palit, Tapti" userId="dec6fbcd-7598-406a-8cbf-504d4a3bac15" providerId="ADAL" clId="{ECD42228-5B96-4A72-B268-C46DF994E6B7}" dt="2024-01-30T03:57:24.722" v="85894" actId="1076"/>
          <ac:spMkLst>
            <pc:docMk/>
            <pc:sldMk cId="2804400997" sldId="1139"/>
            <ac:spMk id="16" creationId="{2A187A53-E5C6-EB07-ACF3-393CD3D4AEDA}"/>
          </ac:spMkLst>
        </pc:spChg>
        <pc:spChg chg="add mod">
          <ac:chgData name="Palit, Tapti" userId="dec6fbcd-7598-406a-8cbf-504d4a3bac15" providerId="ADAL" clId="{ECD42228-5B96-4A72-B268-C46DF994E6B7}" dt="2024-01-30T03:56:51.693" v="85885" actId="20577"/>
          <ac:spMkLst>
            <pc:docMk/>
            <pc:sldMk cId="2804400997" sldId="1139"/>
            <ac:spMk id="17" creationId="{74A50E91-DC0C-C85C-E200-4C960EFBCE67}"/>
          </ac:spMkLst>
        </pc:spChg>
        <pc:spChg chg="add del mod">
          <ac:chgData name="Palit, Tapti" userId="dec6fbcd-7598-406a-8cbf-504d4a3bac15" providerId="ADAL" clId="{ECD42228-5B96-4A72-B268-C46DF994E6B7}" dt="2024-01-30T03:56:15.187" v="85864" actId="478"/>
          <ac:spMkLst>
            <pc:docMk/>
            <pc:sldMk cId="2804400997" sldId="1139"/>
            <ac:spMk id="19" creationId="{7F81C9B6-C305-46CF-7543-A0793CCE739C}"/>
          </ac:spMkLst>
        </pc:spChg>
        <pc:spChg chg="add mod">
          <ac:chgData name="Palit, Tapti" userId="dec6fbcd-7598-406a-8cbf-504d4a3bac15" providerId="ADAL" clId="{ECD42228-5B96-4A72-B268-C46DF994E6B7}" dt="2024-01-30T03:56:42.017" v="85870" actId="1076"/>
          <ac:spMkLst>
            <pc:docMk/>
            <pc:sldMk cId="2804400997" sldId="1139"/>
            <ac:spMk id="22" creationId="{DFBAB18B-B695-F26B-3911-D08F72DB2AC1}"/>
          </ac:spMkLst>
        </pc:spChg>
        <pc:graphicFrameChg chg="del mod modGraphic">
          <ac:chgData name="Palit, Tapti" userId="dec6fbcd-7598-406a-8cbf-504d4a3bac15" providerId="ADAL" clId="{ECD42228-5B96-4A72-B268-C46DF994E6B7}" dt="2024-01-30T03:19:52.311" v="85283" actId="478"/>
          <ac:graphicFrameMkLst>
            <pc:docMk/>
            <pc:sldMk cId="2804400997" sldId="1139"/>
            <ac:graphicFrameMk id="6" creationId="{82D73C16-A132-AF74-FA7D-FADD1D52DEC4}"/>
          </ac:graphicFrameMkLst>
        </pc:graphicFrameChg>
        <pc:cxnChg chg="add del mod">
          <ac:chgData name="Palit, Tapti" userId="dec6fbcd-7598-406a-8cbf-504d4a3bac15" providerId="ADAL" clId="{ECD42228-5B96-4A72-B268-C46DF994E6B7}" dt="2024-01-30T05:18:53.522" v="87461" actId="478"/>
          <ac:cxnSpMkLst>
            <pc:docMk/>
            <pc:sldMk cId="2804400997" sldId="1139"/>
            <ac:cxnSpMk id="18" creationId="{A6038E17-CC26-E08F-C317-6C9DD75D396C}"/>
          </ac:cxnSpMkLst>
        </pc:cxnChg>
        <pc:cxnChg chg="add del mod">
          <ac:chgData name="Palit, Tapti" userId="dec6fbcd-7598-406a-8cbf-504d4a3bac15" providerId="ADAL" clId="{ECD42228-5B96-4A72-B268-C46DF994E6B7}" dt="2024-01-30T05:18:53.522" v="87461" actId="478"/>
          <ac:cxnSpMkLst>
            <pc:docMk/>
            <pc:sldMk cId="2804400997" sldId="1139"/>
            <ac:cxnSpMk id="20" creationId="{495B6547-944C-E411-8011-CF584D219AB0}"/>
          </ac:cxnSpMkLst>
        </pc:cxnChg>
      </pc:sldChg>
      <pc:sldChg chg="addSp delSp modSp add del mod">
        <pc:chgData name="Palit, Tapti" userId="dec6fbcd-7598-406a-8cbf-504d4a3bac15" providerId="ADAL" clId="{ECD42228-5B96-4A72-B268-C46DF994E6B7}" dt="2024-01-30T04:07:15.129" v="86011" actId="47"/>
        <pc:sldMkLst>
          <pc:docMk/>
          <pc:sldMk cId="544937592" sldId="1140"/>
        </pc:sldMkLst>
        <pc:spChg chg="add del mod">
          <ac:chgData name="Palit, Tapti" userId="dec6fbcd-7598-406a-8cbf-504d4a3bac15" providerId="ADAL" clId="{ECD42228-5B96-4A72-B268-C46DF994E6B7}" dt="2024-01-30T03:24:15.977" v="85385" actId="478"/>
          <ac:spMkLst>
            <pc:docMk/>
            <pc:sldMk cId="544937592" sldId="1140"/>
            <ac:spMk id="6" creationId="{5B0BB624-8913-F655-0790-0ED3C9B6CB37}"/>
          </ac:spMkLst>
        </pc:spChg>
        <pc:spChg chg="del">
          <ac:chgData name="Palit, Tapti" userId="dec6fbcd-7598-406a-8cbf-504d4a3bac15" providerId="ADAL" clId="{ECD42228-5B96-4A72-B268-C46DF994E6B7}" dt="2024-01-30T03:24:15.977" v="85385" actId="478"/>
          <ac:spMkLst>
            <pc:docMk/>
            <pc:sldMk cId="544937592" sldId="1140"/>
            <ac:spMk id="8" creationId="{404E5D02-C7BD-7A9F-A969-6D8A6F25DF86}"/>
          </ac:spMkLst>
        </pc:spChg>
        <pc:spChg chg="del">
          <ac:chgData name="Palit, Tapti" userId="dec6fbcd-7598-406a-8cbf-504d4a3bac15" providerId="ADAL" clId="{ECD42228-5B96-4A72-B268-C46DF994E6B7}" dt="2024-01-30T03:24:15.977" v="85385" actId="478"/>
          <ac:spMkLst>
            <pc:docMk/>
            <pc:sldMk cId="544937592" sldId="1140"/>
            <ac:spMk id="9" creationId="{FE3FA576-1359-7D36-4784-CB570FB70315}"/>
          </ac:spMkLst>
        </pc:spChg>
        <pc:spChg chg="del">
          <ac:chgData name="Palit, Tapti" userId="dec6fbcd-7598-406a-8cbf-504d4a3bac15" providerId="ADAL" clId="{ECD42228-5B96-4A72-B268-C46DF994E6B7}" dt="2024-01-30T03:24:15.977" v="85385" actId="478"/>
          <ac:spMkLst>
            <pc:docMk/>
            <pc:sldMk cId="544937592" sldId="1140"/>
            <ac:spMk id="10" creationId="{5CF694DC-386C-6B23-6684-3E13EA266D50}"/>
          </ac:spMkLst>
        </pc:spChg>
        <pc:spChg chg="del">
          <ac:chgData name="Palit, Tapti" userId="dec6fbcd-7598-406a-8cbf-504d4a3bac15" providerId="ADAL" clId="{ECD42228-5B96-4A72-B268-C46DF994E6B7}" dt="2024-01-30T03:24:15.977" v="85385" actId="478"/>
          <ac:spMkLst>
            <pc:docMk/>
            <pc:sldMk cId="544937592" sldId="1140"/>
            <ac:spMk id="11" creationId="{9331E253-45BA-7E55-2928-EFC1F3412247}"/>
          </ac:spMkLst>
        </pc:spChg>
        <pc:spChg chg="del">
          <ac:chgData name="Palit, Tapti" userId="dec6fbcd-7598-406a-8cbf-504d4a3bac15" providerId="ADAL" clId="{ECD42228-5B96-4A72-B268-C46DF994E6B7}" dt="2024-01-30T03:24:15.977" v="85385" actId="478"/>
          <ac:spMkLst>
            <pc:docMk/>
            <pc:sldMk cId="544937592" sldId="1140"/>
            <ac:spMk id="12" creationId="{F6E21CA4-58ED-AF98-B091-9861E6D3D3BD}"/>
          </ac:spMkLst>
        </pc:spChg>
        <pc:spChg chg="del">
          <ac:chgData name="Palit, Tapti" userId="dec6fbcd-7598-406a-8cbf-504d4a3bac15" providerId="ADAL" clId="{ECD42228-5B96-4A72-B268-C46DF994E6B7}" dt="2024-01-30T03:24:15.977" v="85385" actId="478"/>
          <ac:spMkLst>
            <pc:docMk/>
            <pc:sldMk cId="544937592" sldId="1140"/>
            <ac:spMk id="13" creationId="{8A8FBFCB-C472-E694-87DD-57F89928D45A}"/>
          </ac:spMkLst>
        </pc:spChg>
        <pc:spChg chg="del">
          <ac:chgData name="Palit, Tapti" userId="dec6fbcd-7598-406a-8cbf-504d4a3bac15" providerId="ADAL" clId="{ECD42228-5B96-4A72-B268-C46DF994E6B7}" dt="2024-01-30T03:24:15.977" v="85385" actId="478"/>
          <ac:spMkLst>
            <pc:docMk/>
            <pc:sldMk cId="544937592" sldId="1140"/>
            <ac:spMk id="14" creationId="{435AE03C-81A7-79BA-31F3-3683CF330704}"/>
          </ac:spMkLst>
        </pc:spChg>
        <pc:spChg chg="del">
          <ac:chgData name="Palit, Tapti" userId="dec6fbcd-7598-406a-8cbf-504d4a3bac15" providerId="ADAL" clId="{ECD42228-5B96-4A72-B268-C46DF994E6B7}" dt="2024-01-30T03:24:15.977" v="85385" actId="478"/>
          <ac:spMkLst>
            <pc:docMk/>
            <pc:sldMk cId="544937592" sldId="1140"/>
            <ac:spMk id="15" creationId="{36EBB0D3-5286-277D-70E5-AFC358232F98}"/>
          </ac:spMkLst>
        </pc:spChg>
        <pc:spChg chg="del mod">
          <ac:chgData name="Palit, Tapti" userId="dec6fbcd-7598-406a-8cbf-504d4a3bac15" providerId="ADAL" clId="{ECD42228-5B96-4A72-B268-C46DF994E6B7}" dt="2024-01-30T03:24:15.977" v="85385" actId="478"/>
          <ac:spMkLst>
            <pc:docMk/>
            <pc:sldMk cId="544937592" sldId="1140"/>
            <ac:spMk id="16" creationId="{2A187A53-E5C6-EB07-ACF3-393CD3D4AEDA}"/>
          </ac:spMkLst>
        </pc:spChg>
        <pc:spChg chg="del">
          <ac:chgData name="Palit, Tapti" userId="dec6fbcd-7598-406a-8cbf-504d4a3bac15" providerId="ADAL" clId="{ECD42228-5B96-4A72-B268-C46DF994E6B7}" dt="2024-01-30T03:24:15.977" v="85385" actId="478"/>
          <ac:spMkLst>
            <pc:docMk/>
            <pc:sldMk cId="544937592" sldId="1140"/>
            <ac:spMk id="19" creationId="{7F81C9B6-C305-46CF-7543-A0793CCE739C}"/>
          </ac:spMkLst>
        </pc:spChg>
        <pc:spChg chg="del">
          <ac:chgData name="Palit, Tapti" userId="dec6fbcd-7598-406a-8cbf-504d4a3bac15" providerId="ADAL" clId="{ECD42228-5B96-4A72-B268-C46DF994E6B7}" dt="2024-01-30T03:21:44.495" v="85315" actId="478"/>
          <ac:spMkLst>
            <pc:docMk/>
            <pc:sldMk cId="544937592" sldId="1140"/>
            <ac:spMk id="22" creationId="{DFBAB18B-B695-F26B-3911-D08F72DB2AC1}"/>
          </ac:spMkLst>
        </pc:spChg>
        <pc:spChg chg="add mod">
          <ac:chgData name="Palit, Tapti" userId="dec6fbcd-7598-406a-8cbf-504d4a3bac15" providerId="ADAL" clId="{ECD42228-5B96-4A72-B268-C46DF994E6B7}" dt="2024-01-30T03:40:44.276" v="85592" actId="108"/>
          <ac:spMkLst>
            <pc:docMk/>
            <pc:sldMk cId="544937592" sldId="1140"/>
            <ac:spMk id="37" creationId="{ADE16CD4-CB1A-FD04-C8EB-F5DBBF77BF56}"/>
          </ac:spMkLst>
        </pc:spChg>
        <pc:spChg chg="add mod">
          <ac:chgData name="Palit, Tapti" userId="dec6fbcd-7598-406a-8cbf-504d4a3bac15" providerId="ADAL" clId="{ECD42228-5B96-4A72-B268-C46DF994E6B7}" dt="2024-01-30T03:40:46.231" v="85593" actId="108"/>
          <ac:spMkLst>
            <pc:docMk/>
            <pc:sldMk cId="544937592" sldId="1140"/>
            <ac:spMk id="38" creationId="{76DE4C37-A1B1-94A1-ACE3-7985E965C3E2}"/>
          </ac:spMkLst>
        </pc:spChg>
        <pc:spChg chg="add mod">
          <ac:chgData name="Palit, Tapti" userId="dec6fbcd-7598-406a-8cbf-504d4a3bac15" providerId="ADAL" clId="{ECD42228-5B96-4A72-B268-C46DF994E6B7}" dt="2024-01-30T03:40:48.171" v="85594" actId="108"/>
          <ac:spMkLst>
            <pc:docMk/>
            <pc:sldMk cId="544937592" sldId="1140"/>
            <ac:spMk id="39" creationId="{44CFF3D7-66AF-A230-3B94-8959874BAA11}"/>
          </ac:spMkLst>
        </pc:spChg>
        <pc:spChg chg="add mod">
          <ac:chgData name="Palit, Tapti" userId="dec6fbcd-7598-406a-8cbf-504d4a3bac15" providerId="ADAL" clId="{ECD42228-5B96-4A72-B268-C46DF994E6B7}" dt="2024-01-30T03:40:50.172" v="85595" actId="108"/>
          <ac:spMkLst>
            <pc:docMk/>
            <pc:sldMk cId="544937592" sldId="1140"/>
            <ac:spMk id="40" creationId="{FD58BCEA-CBED-CACB-DA51-ACBAA975DD8B}"/>
          </ac:spMkLst>
        </pc:spChg>
        <pc:spChg chg="add mod">
          <ac:chgData name="Palit, Tapti" userId="dec6fbcd-7598-406a-8cbf-504d4a3bac15" providerId="ADAL" clId="{ECD42228-5B96-4A72-B268-C46DF994E6B7}" dt="2024-01-30T03:40:37.708" v="85589" actId="108"/>
          <ac:spMkLst>
            <pc:docMk/>
            <pc:sldMk cId="544937592" sldId="1140"/>
            <ac:spMk id="41" creationId="{3E9F6403-905D-32B8-C023-8388B45FFBE9}"/>
          </ac:spMkLst>
        </pc:spChg>
        <pc:spChg chg="add mod">
          <ac:chgData name="Palit, Tapti" userId="dec6fbcd-7598-406a-8cbf-504d4a3bac15" providerId="ADAL" clId="{ECD42228-5B96-4A72-B268-C46DF994E6B7}" dt="2024-01-30T03:40:39.878" v="85590" actId="108"/>
          <ac:spMkLst>
            <pc:docMk/>
            <pc:sldMk cId="544937592" sldId="1140"/>
            <ac:spMk id="42" creationId="{939C4C73-EF1D-2E96-3185-7236D796F263}"/>
          </ac:spMkLst>
        </pc:spChg>
        <pc:spChg chg="add mod">
          <ac:chgData name="Palit, Tapti" userId="dec6fbcd-7598-406a-8cbf-504d4a3bac15" providerId="ADAL" clId="{ECD42228-5B96-4A72-B268-C46DF994E6B7}" dt="2024-01-30T03:40:42.213" v="85591" actId="108"/>
          <ac:spMkLst>
            <pc:docMk/>
            <pc:sldMk cId="544937592" sldId="1140"/>
            <ac:spMk id="43" creationId="{9C2F7F82-29BD-4B97-5478-1674709F6CCE}"/>
          </ac:spMkLst>
        </pc:spChg>
        <pc:spChg chg="add mod">
          <ac:chgData name="Palit, Tapti" userId="dec6fbcd-7598-406a-8cbf-504d4a3bac15" providerId="ADAL" clId="{ECD42228-5B96-4A72-B268-C46DF994E6B7}" dt="2024-01-30T03:40:26.534" v="85586" actId="108"/>
          <ac:spMkLst>
            <pc:docMk/>
            <pc:sldMk cId="544937592" sldId="1140"/>
            <ac:spMk id="44" creationId="{801A420A-374D-14D2-94E5-71119F13390E}"/>
          </ac:spMkLst>
        </pc:spChg>
        <pc:spChg chg="add mod">
          <ac:chgData name="Palit, Tapti" userId="dec6fbcd-7598-406a-8cbf-504d4a3bac15" providerId="ADAL" clId="{ECD42228-5B96-4A72-B268-C46DF994E6B7}" dt="2024-01-30T03:40:32.878" v="85587" actId="108"/>
          <ac:spMkLst>
            <pc:docMk/>
            <pc:sldMk cId="544937592" sldId="1140"/>
            <ac:spMk id="45" creationId="{24FF282E-D794-0AD0-B5D8-945519FAF538}"/>
          </ac:spMkLst>
        </pc:spChg>
        <pc:spChg chg="add mod">
          <ac:chgData name="Palit, Tapti" userId="dec6fbcd-7598-406a-8cbf-504d4a3bac15" providerId="ADAL" clId="{ECD42228-5B96-4A72-B268-C46DF994E6B7}" dt="2024-01-30T03:40:35.252" v="85588" actId="108"/>
          <ac:spMkLst>
            <pc:docMk/>
            <pc:sldMk cId="544937592" sldId="1140"/>
            <ac:spMk id="48" creationId="{6091DAAD-841A-758D-4955-4E18EBF254C9}"/>
          </ac:spMkLst>
        </pc:spChg>
        <pc:spChg chg="add mod">
          <ac:chgData name="Palit, Tapti" userId="dec6fbcd-7598-406a-8cbf-504d4a3bac15" providerId="ADAL" clId="{ECD42228-5B96-4A72-B268-C46DF994E6B7}" dt="2024-01-30T03:24:16.447" v="85386"/>
          <ac:spMkLst>
            <pc:docMk/>
            <pc:sldMk cId="544937592" sldId="1140"/>
            <ac:spMk id="49" creationId="{165721CF-08C2-9DC5-2040-D306946CA22F}"/>
          </ac:spMkLst>
        </pc:spChg>
        <pc:cxnChg chg="add mod">
          <ac:chgData name="Palit, Tapti" userId="dec6fbcd-7598-406a-8cbf-504d4a3bac15" providerId="ADAL" clId="{ECD42228-5B96-4A72-B268-C46DF994E6B7}" dt="2024-01-30T03:50:10.429" v="85710" actId="692"/>
          <ac:cxnSpMkLst>
            <pc:docMk/>
            <pc:sldMk cId="544937592" sldId="1140"/>
            <ac:cxnSpMk id="2" creationId="{89BB4E2A-569B-0E7A-B225-9503308B8593}"/>
          </ac:cxnSpMkLst>
        </pc:cxnChg>
        <pc:cxnChg chg="add del mod">
          <ac:chgData name="Palit, Tapti" userId="dec6fbcd-7598-406a-8cbf-504d4a3bac15" providerId="ADAL" clId="{ECD42228-5B96-4A72-B268-C46DF994E6B7}" dt="2024-01-30T03:24:15.977" v="85385" actId="478"/>
          <ac:cxnSpMkLst>
            <pc:docMk/>
            <pc:sldMk cId="544937592" sldId="1140"/>
            <ac:cxnSpMk id="17" creationId="{1E93E1DF-A8E4-2603-851E-DB3C31DE8FCB}"/>
          </ac:cxnSpMkLst>
        </pc:cxnChg>
        <pc:cxnChg chg="del mod">
          <ac:chgData name="Palit, Tapti" userId="dec6fbcd-7598-406a-8cbf-504d4a3bac15" providerId="ADAL" clId="{ECD42228-5B96-4A72-B268-C46DF994E6B7}" dt="2024-01-30T03:24:15.977" v="85385" actId="478"/>
          <ac:cxnSpMkLst>
            <pc:docMk/>
            <pc:sldMk cId="544937592" sldId="1140"/>
            <ac:cxnSpMk id="18" creationId="{A6038E17-CC26-E08F-C317-6C9DD75D396C}"/>
          </ac:cxnSpMkLst>
        </pc:cxnChg>
        <pc:cxnChg chg="del mod">
          <ac:chgData name="Palit, Tapti" userId="dec6fbcd-7598-406a-8cbf-504d4a3bac15" providerId="ADAL" clId="{ECD42228-5B96-4A72-B268-C46DF994E6B7}" dt="2024-01-30T03:24:15.977" v="85385" actId="478"/>
          <ac:cxnSpMkLst>
            <pc:docMk/>
            <pc:sldMk cId="544937592" sldId="1140"/>
            <ac:cxnSpMk id="20" creationId="{495B6547-944C-E411-8011-CF584D219AB0}"/>
          </ac:cxnSpMkLst>
        </pc:cxnChg>
        <pc:cxnChg chg="add del mod">
          <ac:chgData name="Palit, Tapti" userId="dec6fbcd-7598-406a-8cbf-504d4a3bac15" providerId="ADAL" clId="{ECD42228-5B96-4A72-B268-C46DF994E6B7}" dt="2024-01-30T03:24:15.977" v="85385" actId="478"/>
          <ac:cxnSpMkLst>
            <pc:docMk/>
            <pc:sldMk cId="544937592" sldId="1140"/>
            <ac:cxnSpMk id="24" creationId="{79C84CB2-BD8B-B817-1B64-9210AE2C6FD9}"/>
          </ac:cxnSpMkLst>
        </pc:cxnChg>
        <pc:cxnChg chg="add del mod">
          <ac:chgData name="Palit, Tapti" userId="dec6fbcd-7598-406a-8cbf-504d4a3bac15" providerId="ADAL" clId="{ECD42228-5B96-4A72-B268-C46DF994E6B7}" dt="2024-01-30T03:24:15.977" v="85385" actId="478"/>
          <ac:cxnSpMkLst>
            <pc:docMk/>
            <pc:sldMk cId="544937592" sldId="1140"/>
            <ac:cxnSpMk id="27" creationId="{7F1CACD9-58C8-B193-F3AD-FFC2694EDF6C}"/>
          </ac:cxnSpMkLst>
        </pc:cxnChg>
        <pc:cxnChg chg="add del mod">
          <ac:chgData name="Palit, Tapti" userId="dec6fbcd-7598-406a-8cbf-504d4a3bac15" providerId="ADAL" clId="{ECD42228-5B96-4A72-B268-C46DF994E6B7}" dt="2024-01-30T03:24:15.977" v="85385" actId="478"/>
          <ac:cxnSpMkLst>
            <pc:docMk/>
            <pc:sldMk cId="544937592" sldId="1140"/>
            <ac:cxnSpMk id="30" creationId="{1C9AA52C-E65D-B930-AC2A-068D78FF288D}"/>
          </ac:cxnSpMkLst>
        </pc:cxnChg>
        <pc:cxnChg chg="add del mod">
          <ac:chgData name="Palit, Tapti" userId="dec6fbcd-7598-406a-8cbf-504d4a3bac15" providerId="ADAL" clId="{ECD42228-5B96-4A72-B268-C46DF994E6B7}" dt="2024-01-30T03:24:15.977" v="85385" actId="478"/>
          <ac:cxnSpMkLst>
            <pc:docMk/>
            <pc:sldMk cId="544937592" sldId="1140"/>
            <ac:cxnSpMk id="34" creationId="{5DBC7E4A-8B57-08D4-2E06-846482162360}"/>
          </ac:cxnSpMkLst>
        </pc:cxnChg>
        <pc:cxnChg chg="add mod">
          <ac:chgData name="Palit, Tapti" userId="dec6fbcd-7598-406a-8cbf-504d4a3bac15" providerId="ADAL" clId="{ECD42228-5B96-4A72-B268-C46DF994E6B7}" dt="2024-01-30T03:50:10.429" v="85710" actId="692"/>
          <ac:cxnSpMkLst>
            <pc:docMk/>
            <pc:sldMk cId="544937592" sldId="1140"/>
            <ac:cxnSpMk id="46" creationId="{611E7F4A-E0C0-1418-008E-7610C6600A70}"/>
          </ac:cxnSpMkLst>
        </pc:cxnChg>
        <pc:cxnChg chg="add mod">
          <ac:chgData name="Palit, Tapti" userId="dec6fbcd-7598-406a-8cbf-504d4a3bac15" providerId="ADAL" clId="{ECD42228-5B96-4A72-B268-C46DF994E6B7}" dt="2024-01-30T03:50:10.429" v="85710" actId="692"/>
          <ac:cxnSpMkLst>
            <pc:docMk/>
            <pc:sldMk cId="544937592" sldId="1140"/>
            <ac:cxnSpMk id="47" creationId="{C5AB59CA-8CF4-3FDC-AD0D-B9B5F220ACEC}"/>
          </ac:cxnSpMkLst>
        </pc:cxnChg>
        <pc:cxnChg chg="add mod">
          <ac:chgData name="Palit, Tapti" userId="dec6fbcd-7598-406a-8cbf-504d4a3bac15" providerId="ADAL" clId="{ECD42228-5B96-4A72-B268-C46DF994E6B7}" dt="2024-01-30T03:50:10.429" v="85710" actId="692"/>
          <ac:cxnSpMkLst>
            <pc:docMk/>
            <pc:sldMk cId="544937592" sldId="1140"/>
            <ac:cxnSpMk id="50" creationId="{82371F7E-94E0-B5C8-85BF-07D5104E7308}"/>
          </ac:cxnSpMkLst>
        </pc:cxnChg>
        <pc:cxnChg chg="add mod">
          <ac:chgData name="Palit, Tapti" userId="dec6fbcd-7598-406a-8cbf-504d4a3bac15" providerId="ADAL" clId="{ECD42228-5B96-4A72-B268-C46DF994E6B7}" dt="2024-01-30T03:50:10.429" v="85710" actId="692"/>
          <ac:cxnSpMkLst>
            <pc:docMk/>
            <pc:sldMk cId="544937592" sldId="1140"/>
            <ac:cxnSpMk id="53" creationId="{A9BB9D1F-0A22-BB20-A8AD-9FB257599D90}"/>
          </ac:cxnSpMkLst>
        </pc:cxnChg>
        <pc:cxnChg chg="add mod">
          <ac:chgData name="Palit, Tapti" userId="dec6fbcd-7598-406a-8cbf-504d4a3bac15" providerId="ADAL" clId="{ECD42228-5B96-4A72-B268-C46DF994E6B7}" dt="2024-01-30T03:50:10.429" v="85710" actId="692"/>
          <ac:cxnSpMkLst>
            <pc:docMk/>
            <pc:sldMk cId="544937592" sldId="1140"/>
            <ac:cxnSpMk id="56" creationId="{E68E77D9-99EB-8D86-9A10-D2A275CBC79F}"/>
          </ac:cxnSpMkLst>
        </pc:cxnChg>
        <pc:cxnChg chg="add mod">
          <ac:chgData name="Palit, Tapti" userId="dec6fbcd-7598-406a-8cbf-504d4a3bac15" providerId="ADAL" clId="{ECD42228-5B96-4A72-B268-C46DF994E6B7}" dt="2024-01-30T03:50:10.429" v="85710" actId="692"/>
          <ac:cxnSpMkLst>
            <pc:docMk/>
            <pc:sldMk cId="544937592" sldId="1140"/>
            <ac:cxnSpMk id="59" creationId="{C4DCAFE8-DCE6-A23F-1A33-EDD8273B0FDE}"/>
          </ac:cxnSpMkLst>
        </pc:cxnChg>
      </pc:sldChg>
      <pc:sldChg chg="addSp delSp modSp add del mod">
        <pc:chgData name="Palit, Tapti" userId="dec6fbcd-7598-406a-8cbf-504d4a3bac15" providerId="ADAL" clId="{ECD42228-5B96-4A72-B268-C46DF994E6B7}" dt="2024-01-30T03:26:55.016" v="85418" actId="47"/>
        <pc:sldMkLst>
          <pc:docMk/>
          <pc:sldMk cId="2241719173" sldId="1141"/>
        </pc:sldMkLst>
        <pc:spChg chg="mod">
          <ac:chgData name="Palit, Tapti" userId="dec6fbcd-7598-406a-8cbf-504d4a3bac15" providerId="ADAL" clId="{ECD42228-5B96-4A72-B268-C46DF994E6B7}" dt="2024-01-30T03:21:04.096" v="85300" actId="1076"/>
          <ac:spMkLst>
            <pc:docMk/>
            <pc:sldMk cId="2241719173" sldId="1141"/>
            <ac:spMk id="16" creationId="{2A187A53-E5C6-EB07-ACF3-393CD3D4AEDA}"/>
          </ac:spMkLst>
        </pc:spChg>
        <pc:spChg chg="del mod">
          <ac:chgData name="Palit, Tapti" userId="dec6fbcd-7598-406a-8cbf-504d4a3bac15" providerId="ADAL" clId="{ECD42228-5B96-4A72-B268-C46DF994E6B7}" dt="2024-01-30T03:21:49.429" v="85317" actId="478"/>
          <ac:spMkLst>
            <pc:docMk/>
            <pc:sldMk cId="2241719173" sldId="1141"/>
            <ac:spMk id="22" creationId="{DFBAB18B-B695-F26B-3911-D08F72DB2AC1}"/>
          </ac:spMkLst>
        </pc:spChg>
        <pc:spChg chg="add del mod">
          <ac:chgData name="Palit, Tapti" userId="dec6fbcd-7598-406a-8cbf-504d4a3bac15" providerId="ADAL" clId="{ECD42228-5B96-4A72-B268-C46DF994E6B7}" dt="2024-01-30T03:21:49.429" v="85317" actId="478"/>
          <ac:spMkLst>
            <pc:docMk/>
            <pc:sldMk cId="2241719173" sldId="1141"/>
            <ac:spMk id="35" creationId="{29AAF693-1C8A-9F2F-2291-4532029E5945}"/>
          </ac:spMkLst>
        </pc:spChg>
        <pc:spChg chg="add mod">
          <ac:chgData name="Palit, Tapti" userId="dec6fbcd-7598-406a-8cbf-504d4a3bac15" providerId="ADAL" clId="{ECD42228-5B96-4A72-B268-C46DF994E6B7}" dt="2024-01-30T03:21:49.792" v="85318"/>
          <ac:spMkLst>
            <pc:docMk/>
            <pc:sldMk cId="2241719173" sldId="1141"/>
            <ac:spMk id="36" creationId="{45990C4E-024C-F94A-7562-E86DC8EFB528}"/>
          </ac:spMkLst>
        </pc:spChg>
        <pc:spChg chg="add mod">
          <ac:chgData name="Palit, Tapti" userId="dec6fbcd-7598-406a-8cbf-504d4a3bac15" providerId="ADAL" clId="{ECD42228-5B96-4A72-B268-C46DF994E6B7}" dt="2024-01-30T03:23:57.345" v="85382" actId="1076"/>
          <ac:spMkLst>
            <pc:docMk/>
            <pc:sldMk cId="2241719173" sldId="1141"/>
            <ac:spMk id="39" creationId="{FFF9E94F-35D2-7901-D1A2-FE5BE49837EB}"/>
          </ac:spMkLst>
        </pc:spChg>
        <pc:cxnChg chg="add mod">
          <ac:chgData name="Palit, Tapti" userId="dec6fbcd-7598-406a-8cbf-504d4a3bac15" providerId="ADAL" clId="{ECD42228-5B96-4A72-B268-C46DF994E6B7}" dt="2024-01-30T03:22:44.830" v="85336" actId="692"/>
          <ac:cxnSpMkLst>
            <pc:docMk/>
            <pc:sldMk cId="2241719173" sldId="1141"/>
            <ac:cxnSpMk id="2" creationId="{CDDF159B-96B0-7F52-DFA1-FC58974B263F}"/>
          </ac:cxnSpMkLst>
        </pc:cxnChg>
        <pc:cxnChg chg="mod">
          <ac:chgData name="Palit, Tapti" userId="dec6fbcd-7598-406a-8cbf-504d4a3bac15" providerId="ADAL" clId="{ECD42228-5B96-4A72-B268-C46DF994E6B7}" dt="2024-01-30T03:22:44.830" v="85336" actId="692"/>
          <ac:cxnSpMkLst>
            <pc:docMk/>
            <pc:sldMk cId="2241719173" sldId="1141"/>
            <ac:cxnSpMk id="18" creationId="{A6038E17-CC26-E08F-C317-6C9DD75D396C}"/>
          </ac:cxnSpMkLst>
        </pc:cxnChg>
        <pc:cxnChg chg="mod">
          <ac:chgData name="Palit, Tapti" userId="dec6fbcd-7598-406a-8cbf-504d4a3bac15" providerId="ADAL" clId="{ECD42228-5B96-4A72-B268-C46DF994E6B7}" dt="2024-01-30T03:22:44.830" v="85336" actId="692"/>
          <ac:cxnSpMkLst>
            <pc:docMk/>
            <pc:sldMk cId="2241719173" sldId="1141"/>
            <ac:cxnSpMk id="20" creationId="{495B6547-944C-E411-8011-CF584D219AB0}"/>
          </ac:cxnSpMkLst>
        </pc:cxnChg>
        <pc:cxnChg chg="add mod">
          <ac:chgData name="Palit, Tapti" userId="dec6fbcd-7598-406a-8cbf-504d4a3bac15" providerId="ADAL" clId="{ECD42228-5B96-4A72-B268-C46DF994E6B7}" dt="2024-01-30T03:22:44.830" v="85336" actId="692"/>
          <ac:cxnSpMkLst>
            <pc:docMk/>
            <pc:sldMk cId="2241719173" sldId="1141"/>
            <ac:cxnSpMk id="21" creationId="{CE82AFD7-B47C-22E6-FB52-8F1E8972355E}"/>
          </ac:cxnSpMkLst>
        </pc:cxnChg>
        <pc:cxnChg chg="add mod">
          <ac:chgData name="Palit, Tapti" userId="dec6fbcd-7598-406a-8cbf-504d4a3bac15" providerId="ADAL" clId="{ECD42228-5B96-4A72-B268-C46DF994E6B7}" dt="2024-01-30T03:22:44.830" v="85336" actId="692"/>
          <ac:cxnSpMkLst>
            <pc:docMk/>
            <pc:sldMk cId="2241719173" sldId="1141"/>
            <ac:cxnSpMk id="25" creationId="{21D8CCDA-C97C-8B94-B099-E5AF9ABA8636}"/>
          </ac:cxnSpMkLst>
        </pc:cxnChg>
        <pc:cxnChg chg="add mod">
          <ac:chgData name="Palit, Tapti" userId="dec6fbcd-7598-406a-8cbf-504d4a3bac15" providerId="ADAL" clId="{ECD42228-5B96-4A72-B268-C46DF994E6B7}" dt="2024-01-30T03:22:44.830" v="85336" actId="692"/>
          <ac:cxnSpMkLst>
            <pc:docMk/>
            <pc:sldMk cId="2241719173" sldId="1141"/>
            <ac:cxnSpMk id="28" creationId="{A5779092-CFA6-EE3C-6C62-ED13D9327B5C}"/>
          </ac:cxnSpMkLst>
        </pc:cxnChg>
        <pc:cxnChg chg="add mod">
          <ac:chgData name="Palit, Tapti" userId="dec6fbcd-7598-406a-8cbf-504d4a3bac15" providerId="ADAL" clId="{ECD42228-5B96-4A72-B268-C46DF994E6B7}" dt="2024-01-30T03:22:44.830" v="85336" actId="692"/>
          <ac:cxnSpMkLst>
            <pc:docMk/>
            <pc:sldMk cId="2241719173" sldId="1141"/>
            <ac:cxnSpMk id="32" creationId="{FCDD6C2B-CA1A-25E1-043F-2239AA94F48B}"/>
          </ac:cxnSpMkLst>
        </pc:cxnChg>
        <pc:cxnChg chg="add mod">
          <ac:chgData name="Palit, Tapti" userId="dec6fbcd-7598-406a-8cbf-504d4a3bac15" providerId="ADAL" clId="{ECD42228-5B96-4A72-B268-C46DF994E6B7}" dt="2024-01-30T03:22:35.755" v="85333" actId="692"/>
          <ac:cxnSpMkLst>
            <pc:docMk/>
            <pc:sldMk cId="2241719173" sldId="1141"/>
            <ac:cxnSpMk id="38" creationId="{F5A7696D-C479-12EA-7ED2-BFD6318328C9}"/>
          </ac:cxnSpMkLst>
        </pc:cxnChg>
      </pc:sldChg>
      <pc:sldChg chg="addSp modSp add del mod">
        <pc:chgData name="Palit, Tapti" userId="dec6fbcd-7598-406a-8cbf-504d4a3bac15" providerId="ADAL" clId="{ECD42228-5B96-4A72-B268-C46DF994E6B7}" dt="2024-01-30T04:07:15.129" v="86011" actId="47"/>
        <pc:sldMkLst>
          <pc:docMk/>
          <pc:sldMk cId="907711509" sldId="1142"/>
        </pc:sldMkLst>
        <pc:spChg chg="add mod">
          <ac:chgData name="Palit, Tapti" userId="dec6fbcd-7598-406a-8cbf-504d4a3bac15" providerId="ADAL" clId="{ECD42228-5B96-4A72-B268-C46DF994E6B7}" dt="2024-01-30T03:31:50.177" v="85467" actId="1076"/>
          <ac:spMkLst>
            <pc:docMk/>
            <pc:sldMk cId="907711509" sldId="1142"/>
            <ac:spMk id="8" creationId="{5D4A45A8-2B64-A6C9-CC00-ABF9EAA1794F}"/>
          </ac:spMkLst>
        </pc:spChg>
        <pc:spChg chg="mod">
          <ac:chgData name="Palit, Tapti" userId="dec6fbcd-7598-406a-8cbf-504d4a3bac15" providerId="ADAL" clId="{ECD42228-5B96-4A72-B268-C46DF994E6B7}" dt="2024-01-30T03:41:20.844" v="85604" actId="108"/>
          <ac:spMkLst>
            <pc:docMk/>
            <pc:sldMk cId="907711509" sldId="1142"/>
            <ac:spMk id="37" creationId="{ADE16CD4-CB1A-FD04-C8EB-F5DBBF77BF56}"/>
          </ac:spMkLst>
        </pc:spChg>
        <pc:spChg chg="mod">
          <ac:chgData name="Palit, Tapti" userId="dec6fbcd-7598-406a-8cbf-504d4a3bac15" providerId="ADAL" clId="{ECD42228-5B96-4A72-B268-C46DF994E6B7}" dt="2024-01-30T03:41:22.764" v="85605" actId="108"/>
          <ac:spMkLst>
            <pc:docMk/>
            <pc:sldMk cId="907711509" sldId="1142"/>
            <ac:spMk id="38" creationId="{76DE4C37-A1B1-94A1-ACE3-7985E965C3E2}"/>
          </ac:spMkLst>
        </pc:spChg>
        <pc:spChg chg="mod">
          <ac:chgData name="Palit, Tapti" userId="dec6fbcd-7598-406a-8cbf-504d4a3bac15" providerId="ADAL" clId="{ECD42228-5B96-4A72-B268-C46DF994E6B7}" dt="2024-01-30T03:41:24.726" v="85606" actId="108"/>
          <ac:spMkLst>
            <pc:docMk/>
            <pc:sldMk cId="907711509" sldId="1142"/>
            <ac:spMk id="39" creationId="{44CFF3D7-66AF-A230-3B94-8959874BAA11}"/>
          </ac:spMkLst>
        </pc:spChg>
        <pc:spChg chg="mod">
          <ac:chgData name="Palit, Tapti" userId="dec6fbcd-7598-406a-8cbf-504d4a3bac15" providerId="ADAL" clId="{ECD42228-5B96-4A72-B268-C46DF994E6B7}" dt="2024-01-30T03:41:26.534" v="85607" actId="108"/>
          <ac:spMkLst>
            <pc:docMk/>
            <pc:sldMk cId="907711509" sldId="1142"/>
            <ac:spMk id="40" creationId="{FD58BCEA-CBED-CACB-DA51-ACBAA975DD8B}"/>
          </ac:spMkLst>
        </pc:spChg>
        <pc:spChg chg="mod">
          <ac:chgData name="Palit, Tapti" userId="dec6fbcd-7598-406a-8cbf-504d4a3bac15" providerId="ADAL" clId="{ECD42228-5B96-4A72-B268-C46DF994E6B7}" dt="2024-01-30T03:41:09.637" v="85601" actId="108"/>
          <ac:spMkLst>
            <pc:docMk/>
            <pc:sldMk cId="907711509" sldId="1142"/>
            <ac:spMk id="41" creationId="{3E9F6403-905D-32B8-C023-8388B45FFBE9}"/>
          </ac:spMkLst>
        </pc:spChg>
        <pc:spChg chg="mod">
          <ac:chgData name="Palit, Tapti" userId="dec6fbcd-7598-406a-8cbf-504d4a3bac15" providerId="ADAL" clId="{ECD42228-5B96-4A72-B268-C46DF994E6B7}" dt="2024-01-30T03:41:16.405" v="85602" actId="108"/>
          <ac:spMkLst>
            <pc:docMk/>
            <pc:sldMk cId="907711509" sldId="1142"/>
            <ac:spMk id="42" creationId="{939C4C73-EF1D-2E96-3185-7236D796F263}"/>
          </ac:spMkLst>
        </pc:spChg>
        <pc:spChg chg="mod">
          <ac:chgData name="Palit, Tapti" userId="dec6fbcd-7598-406a-8cbf-504d4a3bac15" providerId="ADAL" clId="{ECD42228-5B96-4A72-B268-C46DF994E6B7}" dt="2024-01-30T03:41:18.764" v="85603" actId="108"/>
          <ac:spMkLst>
            <pc:docMk/>
            <pc:sldMk cId="907711509" sldId="1142"/>
            <ac:spMk id="43" creationId="{9C2F7F82-29BD-4B97-5478-1674709F6CCE}"/>
          </ac:spMkLst>
        </pc:spChg>
        <pc:spChg chg="mod">
          <ac:chgData name="Palit, Tapti" userId="dec6fbcd-7598-406a-8cbf-504d4a3bac15" providerId="ADAL" clId="{ECD42228-5B96-4A72-B268-C46DF994E6B7}" dt="2024-01-30T03:40:57.926" v="85596" actId="108"/>
          <ac:spMkLst>
            <pc:docMk/>
            <pc:sldMk cId="907711509" sldId="1142"/>
            <ac:spMk id="44" creationId="{801A420A-374D-14D2-94E5-71119F13390E}"/>
          </ac:spMkLst>
        </pc:spChg>
        <pc:spChg chg="mod">
          <ac:chgData name="Palit, Tapti" userId="dec6fbcd-7598-406a-8cbf-504d4a3bac15" providerId="ADAL" clId="{ECD42228-5B96-4A72-B268-C46DF994E6B7}" dt="2024-01-30T03:40:59.668" v="85597" actId="108"/>
          <ac:spMkLst>
            <pc:docMk/>
            <pc:sldMk cId="907711509" sldId="1142"/>
            <ac:spMk id="45" creationId="{24FF282E-D794-0AD0-B5D8-945519FAF538}"/>
          </ac:spMkLst>
        </pc:spChg>
        <pc:spChg chg="mod">
          <ac:chgData name="Palit, Tapti" userId="dec6fbcd-7598-406a-8cbf-504d4a3bac15" providerId="ADAL" clId="{ECD42228-5B96-4A72-B268-C46DF994E6B7}" dt="2024-01-30T03:41:01.605" v="85598" actId="108"/>
          <ac:spMkLst>
            <pc:docMk/>
            <pc:sldMk cId="907711509" sldId="1142"/>
            <ac:spMk id="48" creationId="{6091DAAD-841A-758D-4955-4E18EBF254C9}"/>
          </ac:spMkLst>
        </pc:spChg>
        <pc:cxnChg chg="mod">
          <ac:chgData name="Palit, Tapti" userId="dec6fbcd-7598-406a-8cbf-504d4a3bac15" providerId="ADAL" clId="{ECD42228-5B96-4A72-B268-C46DF994E6B7}" dt="2024-01-30T03:50:18.979" v="85714" actId="692"/>
          <ac:cxnSpMkLst>
            <pc:docMk/>
            <pc:sldMk cId="907711509" sldId="1142"/>
            <ac:cxnSpMk id="2" creationId="{89BB4E2A-569B-0E7A-B225-9503308B8593}"/>
          </ac:cxnSpMkLst>
        </pc:cxnChg>
        <pc:cxnChg chg="add mod">
          <ac:chgData name="Palit, Tapti" userId="dec6fbcd-7598-406a-8cbf-504d4a3bac15" providerId="ADAL" clId="{ECD42228-5B96-4A72-B268-C46DF994E6B7}" dt="2024-01-30T03:51:18.427" v="85734" actId="692"/>
          <ac:cxnSpMkLst>
            <pc:docMk/>
            <pc:sldMk cId="907711509" sldId="1142"/>
            <ac:cxnSpMk id="6" creationId="{0F68FF9F-2532-5C40-4385-DA6EA36886F7}"/>
          </ac:cxnSpMkLst>
        </pc:cxnChg>
        <pc:cxnChg chg="mod">
          <ac:chgData name="Palit, Tapti" userId="dec6fbcd-7598-406a-8cbf-504d4a3bac15" providerId="ADAL" clId="{ECD42228-5B96-4A72-B268-C46DF994E6B7}" dt="2024-01-30T03:50:18.979" v="85714" actId="692"/>
          <ac:cxnSpMkLst>
            <pc:docMk/>
            <pc:sldMk cId="907711509" sldId="1142"/>
            <ac:cxnSpMk id="46" creationId="{611E7F4A-E0C0-1418-008E-7610C6600A70}"/>
          </ac:cxnSpMkLst>
        </pc:cxnChg>
        <pc:cxnChg chg="mod">
          <ac:chgData name="Palit, Tapti" userId="dec6fbcd-7598-406a-8cbf-504d4a3bac15" providerId="ADAL" clId="{ECD42228-5B96-4A72-B268-C46DF994E6B7}" dt="2024-01-30T03:50:18.979" v="85714" actId="692"/>
          <ac:cxnSpMkLst>
            <pc:docMk/>
            <pc:sldMk cId="907711509" sldId="1142"/>
            <ac:cxnSpMk id="47" creationId="{C5AB59CA-8CF4-3FDC-AD0D-B9B5F220ACEC}"/>
          </ac:cxnSpMkLst>
        </pc:cxnChg>
        <pc:cxnChg chg="mod">
          <ac:chgData name="Palit, Tapti" userId="dec6fbcd-7598-406a-8cbf-504d4a3bac15" providerId="ADAL" clId="{ECD42228-5B96-4A72-B268-C46DF994E6B7}" dt="2024-01-30T03:50:18.979" v="85714" actId="692"/>
          <ac:cxnSpMkLst>
            <pc:docMk/>
            <pc:sldMk cId="907711509" sldId="1142"/>
            <ac:cxnSpMk id="50" creationId="{82371F7E-94E0-B5C8-85BF-07D5104E7308}"/>
          </ac:cxnSpMkLst>
        </pc:cxnChg>
        <pc:cxnChg chg="mod">
          <ac:chgData name="Palit, Tapti" userId="dec6fbcd-7598-406a-8cbf-504d4a3bac15" providerId="ADAL" clId="{ECD42228-5B96-4A72-B268-C46DF994E6B7}" dt="2024-01-30T03:50:18.979" v="85714" actId="692"/>
          <ac:cxnSpMkLst>
            <pc:docMk/>
            <pc:sldMk cId="907711509" sldId="1142"/>
            <ac:cxnSpMk id="53" creationId="{A9BB9D1F-0A22-BB20-A8AD-9FB257599D90}"/>
          </ac:cxnSpMkLst>
        </pc:cxnChg>
        <pc:cxnChg chg="mod">
          <ac:chgData name="Palit, Tapti" userId="dec6fbcd-7598-406a-8cbf-504d4a3bac15" providerId="ADAL" clId="{ECD42228-5B96-4A72-B268-C46DF994E6B7}" dt="2024-01-30T03:50:18.979" v="85714" actId="692"/>
          <ac:cxnSpMkLst>
            <pc:docMk/>
            <pc:sldMk cId="907711509" sldId="1142"/>
            <ac:cxnSpMk id="56" creationId="{E68E77D9-99EB-8D86-9A10-D2A275CBC79F}"/>
          </ac:cxnSpMkLst>
        </pc:cxnChg>
        <pc:cxnChg chg="mod">
          <ac:chgData name="Palit, Tapti" userId="dec6fbcd-7598-406a-8cbf-504d4a3bac15" providerId="ADAL" clId="{ECD42228-5B96-4A72-B268-C46DF994E6B7}" dt="2024-01-30T03:50:18.979" v="85714" actId="692"/>
          <ac:cxnSpMkLst>
            <pc:docMk/>
            <pc:sldMk cId="907711509" sldId="1142"/>
            <ac:cxnSpMk id="59" creationId="{C4DCAFE8-DCE6-A23F-1A33-EDD8273B0FDE}"/>
          </ac:cxnSpMkLst>
        </pc:cxnChg>
      </pc:sldChg>
      <pc:sldChg chg="add del">
        <pc:chgData name="Palit, Tapti" userId="dec6fbcd-7598-406a-8cbf-504d4a3bac15" providerId="ADAL" clId="{ECD42228-5B96-4A72-B268-C46DF994E6B7}" dt="2024-01-30T03:26:17.343" v="85405" actId="47"/>
        <pc:sldMkLst>
          <pc:docMk/>
          <pc:sldMk cId="3356817257" sldId="1142"/>
        </pc:sldMkLst>
      </pc:sldChg>
      <pc:sldChg chg="addSp delSp modSp add del mod modClrScheme chgLayout">
        <pc:chgData name="Palit, Tapti" userId="dec6fbcd-7598-406a-8cbf-504d4a3bac15" providerId="ADAL" clId="{ECD42228-5B96-4A72-B268-C46DF994E6B7}" dt="2024-01-30T04:07:15.129" v="86011" actId="47"/>
        <pc:sldMkLst>
          <pc:docMk/>
          <pc:sldMk cId="103623823" sldId="1143"/>
        </pc:sldMkLst>
        <pc:spChg chg="mod ord">
          <ac:chgData name="Palit, Tapti" userId="dec6fbcd-7598-406a-8cbf-504d4a3bac15" providerId="ADAL" clId="{ECD42228-5B96-4A72-B268-C46DF994E6B7}" dt="2024-01-30T03:52:57.322" v="85812" actId="1076"/>
          <ac:spMkLst>
            <pc:docMk/>
            <pc:sldMk cId="103623823" sldId="1143"/>
            <ac:spMk id="3" creationId="{0F8FF57D-D875-4CA5-B98A-04F4C751036F}"/>
          </ac:spMkLst>
        </pc:spChg>
        <pc:spChg chg="mod ord">
          <ac:chgData name="Palit, Tapti" userId="dec6fbcd-7598-406a-8cbf-504d4a3bac15" providerId="ADAL" clId="{ECD42228-5B96-4A72-B268-C46DF994E6B7}" dt="2024-01-30T03:33:45.242" v="85499" actId="700"/>
          <ac:spMkLst>
            <pc:docMk/>
            <pc:sldMk cId="103623823" sldId="1143"/>
            <ac:spMk id="4" creationId="{2DEA5A56-8434-DA40-4D8A-E89B5235768A}"/>
          </ac:spMkLst>
        </pc:spChg>
        <pc:spChg chg="del">
          <ac:chgData name="Palit, Tapti" userId="dec6fbcd-7598-406a-8cbf-504d4a3bac15" providerId="ADAL" clId="{ECD42228-5B96-4A72-B268-C46DF994E6B7}" dt="2024-01-30T03:31:53.664" v="85468" actId="478"/>
          <ac:spMkLst>
            <pc:docMk/>
            <pc:sldMk cId="103623823" sldId="1143"/>
            <ac:spMk id="8" creationId="{5D4A45A8-2B64-A6C9-CC00-ABF9EAA1794F}"/>
          </ac:spMkLst>
        </pc:spChg>
        <pc:spChg chg="mod">
          <ac:chgData name="Palit, Tapti" userId="dec6fbcd-7598-406a-8cbf-504d4a3bac15" providerId="ADAL" clId="{ECD42228-5B96-4A72-B268-C46DF994E6B7}" dt="2024-01-30T03:41:51.407" v="85616" actId="108"/>
          <ac:spMkLst>
            <pc:docMk/>
            <pc:sldMk cId="103623823" sldId="1143"/>
            <ac:spMk id="37" creationId="{ADE16CD4-CB1A-FD04-C8EB-F5DBBF77BF56}"/>
          </ac:spMkLst>
        </pc:spChg>
        <pc:spChg chg="mod">
          <ac:chgData name="Palit, Tapti" userId="dec6fbcd-7598-406a-8cbf-504d4a3bac15" providerId="ADAL" clId="{ECD42228-5B96-4A72-B268-C46DF994E6B7}" dt="2024-01-30T03:41:53.806" v="85617" actId="108"/>
          <ac:spMkLst>
            <pc:docMk/>
            <pc:sldMk cId="103623823" sldId="1143"/>
            <ac:spMk id="38" creationId="{76DE4C37-A1B1-94A1-ACE3-7985E965C3E2}"/>
          </ac:spMkLst>
        </pc:spChg>
        <pc:spChg chg="mod">
          <ac:chgData name="Palit, Tapti" userId="dec6fbcd-7598-406a-8cbf-504d4a3bac15" providerId="ADAL" clId="{ECD42228-5B96-4A72-B268-C46DF994E6B7}" dt="2024-01-30T03:41:55.854" v="85618" actId="108"/>
          <ac:spMkLst>
            <pc:docMk/>
            <pc:sldMk cId="103623823" sldId="1143"/>
            <ac:spMk id="39" creationId="{44CFF3D7-66AF-A230-3B94-8959874BAA11}"/>
          </ac:spMkLst>
        </pc:spChg>
        <pc:spChg chg="mod">
          <ac:chgData name="Palit, Tapti" userId="dec6fbcd-7598-406a-8cbf-504d4a3bac15" providerId="ADAL" clId="{ECD42228-5B96-4A72-B268-C46DF994E6B7}" dt="2024-01-30T03:41:57.702" v="85619" actId="108"/>
          <ac:spMkLst>
            <pc:docMk/>
            <pc:sldMk cId="103623823" sldId="1143"/>
            <ac:spMk id="40" creationId="{FD58BCEA-CBED-CACB-DA51-ACBAA975DD8B}"/>
          </ac:spMkLst>
        </pc:spChg>
        <pc:spChg chg="mod">
          <ac:chgData name="Palit, Tapti" userId="dec6fbcd-7598-406a-8cbf-504d4a3bac15" providerId="ADAL" clId="{ECD42228-5B96-4A72-B268-C46DF994E6B7}" dt="2024-01-30T03:41:40.949" v="85611" actId="108"/>
          <ac:spMkLst>
            <pc:docMk/>
            <pc:sldMk cId="103623823" sldId="1143"/>
            <ac:spMk id="41" creationId="{3E9F6403-905D-32B8-C023-8388B45FFBE9}"/>
          </ac:spMkLst>
        </pc:spChg>
        <pc:spChg chg="mod">
          <ac:chgData name="Palit, Tapti" userId="dec6fbcd-7598-406a-8cbf-504d4a3bac15" providerId="ADAL" clId="{ECD42228-5B96-4A72-B268-C46DF994E6B7}" dt="2024-01-30T03:41:42.981" v="85612" actId="108"/>
          <ac:spMkLst>
            <pc:docMk/>
            <pc:sldMk cId="103623823" sldId="1143"/>
            <ac:spMk id="42" creationId="{939C4C73-EF1D-2E96-3185-7236D796F263}"/>
          </ac:spMkLst>
        </pc:spChg>
        <pc:spChg chg="mod">
          <ac:chgData name="Palit, Tapti" userId="dec6fbcd-7598-406a-8cbf-504d4a3bac15" providerId="ADAL" clId="{ECD42228-5B96-4A72-B268-C46DF994E6B7}" dt="2024-01-30T03:41:44.869" v="85613" actId="108"/>
          <ac:spMkLst>
            <pc:docMk/>
            <pc:sldMk cId="103623823" sldId="1143"/>
            <ac:spMk id="43" creationId="{9C2F7F82-29BD-4B97-5478-1674709F6CCE}"/>
          </ac:spMkLst>
        </pc:spChg>
        <pc:spChg chg="mod">
          <ac:chgData name="Palit, Tapti" userId="dec6fbcd-7598-406a-8cbf-504d4a3bac15" providerId="ADAL" clId="{ECD42228-5B96-4A72-B268-C46DF994E6B7}" dt="2024-01-30T03:41:33.071" v="85608" actId="108"/>
          <ac:spMkLst>
            <pc:docMk/>
            <pc:sldMk cId="103623823" sldId="1143"/>
            <ac:spMk id="44" creationId="{801A420A-374D-14D2-94E5-71119F13390E}"/>
          </ac:spMkLst>
        </pc:spChg>
        <pc:spChg chg="mod">
          <ac:chgData name="Palit, Tapti" userId="dec6fbcd-7598-406a-8cbf-504d4a3bac15" providerId="ADAL" clId="{ECD42228-5B96-4A72-B268-C46DF994E6B7}" dt="2024-01-30T03:41:36.985" v="85609" actId="108"/>
          <ac:spMkLst>
            <pc:docMk/>
            <pc:sldMk cId="103623823" sldId="1143"/>
            <ac:spMk id="45" creationId="{24FF282E-D794-0AD0-B5D8-945519FAF538}"/>
          </ac:spMkLst>
        </pc:spChg>
        <pc:spChg chg="mod">
          <ac:chgData name="Palit, Tapti" userId="dec6fbcd-7598-406a-8cbf-504d4a3bac15" providerId="ADAL" clId="{ECD42228-5B96-4A72-B268-C46DF994E6B7}" dt="2024-01-30T03:41:38.959" v="85610" actId="108"/>
          <ac:spMkLst>
            <pc:docMk/>
            <pc:sldMk cId="103623823" sldId="1143"/>
            <ac:spMk id="48" creationId="{6091DAAD-841A-758D-4955-4E18EBF254C9}"/>
          </ac:spMkLst>
        </pc:spChg>
        <pc:spChg chg="add mod">
          <ac:chgData name="Palit, Tapti" userId="dec6fbcd-7598-406a-8cbf-504d4a3bac15" providerId="ADAL" clId="{ECD42228-5B96-4A72-B268-C46DF994E6B7}" dt="2024-01-30T03:31:54.107" v="85469"/>
          <ac:spMkLst>
            <pc:docMk/>
            <pc:sldMk cId="103623823" sldId="1143"/>
            <ac:spMk id="69" creationId="{B2FD6213-7D49-E385-4822-B74730E83B21}"/>
          </ac:spMkLst>
        </pc:spChg>
        <pc:spChg chg="add mod">
          <ac:chgData name="Palit, Tapti" userId="dec6fbcd-7598-406a-8cbf-504d4a3bac15" providerId="ADAL" clId="{ECD42228-5B96-4A72-B268-C46DF994E6B7}" dt="2024-01-30T03:33:36.329" v="85498" actId="1076"/>
          <ac:spMkLst>
            <pc:docMk/>
            <pc:sldMk cId="103623823" sldId="1143"/>
            <ac:spMk id="90" creationId="{8BC5D0C1-5C4A-849A-95BD-C6F4632F5D97}"/>
          </ac:spMkLst>
        </pc:spChg>
        <pc:spChg chg="add del mod ord">
          <ac:chgData name="Palit, Tapti" userId="dec6fbcd-7598-406a-8cbf-504d4a3bac15" providerId="ADAL" clId="{ECD42228-5B96-4A72-B268-C46DF994E6B7}" dt="2024-01-30T03:52:53.879" v="85810" actId="478"/>
          <ac:spMkLst>
            <pc:docMk/>
            <pc:sldMk cId="103623823" sldId="1143"/>
            <ac:spMk id="91" creationId="{CBB3CC7D-F4D3-1743-6710-11940CB746D0}"/>
          </ac:spMkLst>
        </pc:spChg>
        <pc:spChg chg="add mod ord">
          <ac:chgData name="Palit, Tapti" userId="dec6fbcd-7598-406a-8cbf-504d4a3bac15" providerId="ADAL" clId="{ECD42228-5B96-4A72-B268-C46DF994E6B7}" dt="2024-01-30T03:33:51.354" v="85501" actId="20577"/>
          <ac:spMkLst>
            <pc:docMk/>
            <pc:sldMk cId="103623823" sldId="1143"/>
            <ac:spMk id="92" creationId="{53F9325A-E0ED-BEEF-0BE7-CE0EBCABFF80}"/>
          </ac:spMkLst>
        </pc:spChg>
        <pc:cxnChg chg="mod">
          <ac:chgData name="Palit, Tapti" userId="dec6fbcd-7598-406a-8cbf-504d4a3bac15" providerId="ADAL" clId="{ECD42228-5B96-4A72-B268-C46DF994E6B7}" dt="2024-01-30T03:50:52.907" v="85726" actId="692"/>
          <ac:cxnSpMkLst>
            <pc:docMk/>
            <pc:sldMk cId="103623823" sldId="1143"/>
            <ac:cxnSpMk id="2" creationId="{89BB4E2A-569B-0E7A-B225-9503308B8593}"/>
          </ac:cxnSpMkLst>
        </pc:cxnChg>
        <pc:cxnChg chg="mod">
          <ac:chgData name="Palit, Tapti" userId="dec6fbcd-7598-406a-8cbf-504d4a3bac15" providerId="ADAL" clId="{ECD42228-5B96-4A72-B268-C46DF994E6B7}" dt="2024-01-30T03:52:15.140" v="85787" actId="692"/>
          <ac:cxnSpMkLst>
            <pc:docMk/>
            <pc:sldMk cId="103623823" sldId="1143"/>
            <ac:cxnSpMk id="6" creationId="{0F68FF9F-2532-5C40-4385-DA6EA36886F7}"/>
          </ac:cxnSpMkLst>
        </pc:cxnChg>
        <pc:cxnChg chg="add mod">
          <ac:chgData name="Palit, Tapti" userId="dec6fbcd-7598-406a-8cbf-504d4a3bac15" providerId="ADAL" clId="{ECD42228-5B96-4A72-B268-C46DF994E6B7}" dt="2024-01-30T03:51:50.649" v="85759" actId="692"/>
          <ac:cxnSpMkLst>
            <pc:docMk/>
            <pc:sldMk cId="103623823" sldId="1143"/>
            <ac:cxnSpMk id="9" creationId="{CD3B5F49-2679-52BB-ECD5-7E90A90603E6}"/>
          </ac:cxnSpMkLst>
        </pc:cxnChg>
        <pc:cxnChg chg="add mod">
          <ac:chgData name="Palit, Tapti" userId="dec6fbcd-7598-406a-8cbf-504d4a3bac15" providerId="ADAL" clId="{ECD42228-5B96-4A72-B268-C46DF994E6B7}" dt="2024-01-30T03:51:54.739" v="85766" actId="692"/>
          <ac:cxnSpMkLst>
            <pc:docMk/>
            <pc:sldMk cId="103623823" sldId="1143"/>
            <ac:cxnSpMk id="10" creationId="{46544D02-E2D1-D321-B512-03DADFA5BB76}"/>
          </ac:cxnSpMkLst>
        </pc:cxnChg>
        <pc:cxnChg chg="add mod">
          <ac:chgData name="Palit, Tapti" userId="dec6fbcd-7598-406a-8cbf-504d4a3bac15" providerId="ADAL" clId="{ECD42228-5B96-4A72-B268-C46DF994E6B7}" dt="2024-01-30T03:51:13.009" v="85733" actId="692"/>
          <ac:cxnSpMkLst>
            <pc:docMk/>
            <pc:sldMk cId="103623823" sldId="1143"/>
            <ac:cxnSpMk id="13" creationId="{1539655B-2D4E-88AD-63D7-8FB4EEA7067F}"/>
          </ac:cxnSpMkLst>
        </pc:cxnChg>
        <pc:cxnChg chg="add mod">
          <ac:chgData name="Palit, Tapti" userId="dec6fbcd-7598-406a-8cbf-504d4a3bac15" providerId="ADAL" clId="{ECD42228-5B96-4A72-B268-C46DF994E6B7}" dt="2024-01-30T03:52:31.299" v="85801" actId="692"/>
          <ac:cxnSpMkLst>
            <pc:docMk/>
            <pc:sldMk cId="103623823" sldId="1143"/>
            <ac:cxnSpMk id="14" creationId="{E28A4E11-C6B8-50E0-E7DE-2BC6DAF95049}"/>
          </ac:cxnSpMkLst>
        </pc:cxnChg>
        <pc:cxnChg chg="add mod">
          <ac:chgData name="Palit, Tapti" userId="dec6fbcd-7598-406a-8cbf-504d4a3bac15" providerId="ADAL" clId="{ECD42228-5B96-4A72-B268-C46DF994E6B7}" dt="2024-01-30T03:52:20.379" v="85794" actId="692"/>
          <ac:cxnSpMkLst>
            <pc:docMk/>
            <pc:sldMk cId="103623823" sldId="1143"/>
            <ac:cxnSpMk id="18" creationId="{ADBB40BA-FB16-30AF-0F10-F17F1467B5D5}"/>
          </ac:cxnSpMkLst>
        </pc:cxnChg>
        <pc:cxnChg chg="add mod">
          <ac:chgData name="Palit, Tapti" userId="dec6fbcd-7598-406a-8cbf-504d4a3bac15" providerId="ADAL" clId="{ECD42228-5B96-4A72-B268-C46DF994E6B7}" dt="2024-01-30T03:51:23.229" v="85741" actId="692"/>
          <ac:cxnSpMkLst>
            <pc:docMk/>
            <pc:sldMk cId="103623823" sldId="1143"/>
            <ac:cxnSpMk id="33" creationId="{D16613EF-2687-D3EC-FD19-77FF84CB2689}"/>
          </ac:cxnSpMkLst>
        </pc:cxnChg>
        <pc:cxnChg chg="add mod">
          <ac:chgData name="Palit, Tapti" userId="dec6fbcd-7598-406a-8cbf-504d4a3bac15" providerId="ADAL" clId="{ECD42228-5B96-4A72-B268-C46DF994E6B7}" dt="2024-01-30T03:51:13.009" v="85733" actId="692"/>
          <ac:cxnSpMkLst>
            <pc:docMk/>
            <pc:sldMk cId="103623823" sldId="1143"/>
            <ac:cxnSpMk id="36" creationId="{9720D05D-AF7F-2DF6-DFBD-B46F391DFF14}"/>
          </ac:cxnSpMkLst>
        </pc:cxnChg>
        <pc:cxnChg chg="mod">
          <ac:chgData name="Palit, Tapti" userId="dec6fbcd-7598-406a-8cbf-504d4a3bac15" providerId="ADAL" clId="{ECD42228-5B96-4A72-B268-C46DF994E6B7}" dt="2024-01-30T03:50:52.907" v="85726" actId="692"/>
          <ac:cxnSpMkLst>
            <pc:docMk/>
            <pc:sldMk cId="103623823" sldId="1143"/>
            <ac:cxnSpMk id="46" creationId="{611E7F4A-E0C0-1418-008E-7610C6600A70}"/>
          </ac:cxnSpMkLst>
        </pc:cxnChg>
        <pc:cxnChg chg="mod">
          <ac:chgData name="Palit, Tapti" userId="dec6fbcd-7598-406a-8cbf-504d4a3bac15" providerId="ADAL" clId="{ECD42228-5B96-4A72-B268-C46DF994E6B7}" dt="2024-01-30T03:50:52.907" v="85726" actId="692"/>
          <ac:cxnSpMkLst>
            <pc:docMk/>
            <pc:sldMk cId="103623823" sldId="1143"/>
            <ac:cxnSpMk id="50" creationId="{82371F7E-94E0-B5C8-85BF-07D5104E7308}"/>
          </ac:cxnSpMkLst>
        </pc:cxnChg>
        <pc:cxnChg chg="mod">
          <ac:chgData name="Palit, Tapti" userId="dec6fbcd-7598-406a-8cbf-504d4a3bac15" providerId="ADAL" clId="{ECD42228-5B96-4A72-B268-C46DF994E6B7}" dt="2024-01-30T03:50:52.907" v="85726" actId="692"/>
          <ac:cxnSpMkLst>
            <pc:docMk/>
            <pc:sldMk cId="103623823" sldId="1143"/>
            <ac:cxnSpMk id="53" creationId="{A9BB9D1F-0A22-BB20-A8AD-9FB257599D90}"/>
          </ac:cxnSpMkLst>
        </pc:cxnChg>
        <pc:cxnChg chg="add mod">
          <ac:chgData name="Palit, Tapti" userId="dec6fbcd-7598-406a-8cbf-504d4a3bac15" providerId="ADAL" clId="{ECD42228-5B96-4A72-B268-C46DF994E6B7}" dt="2024-01-30T03:51:13.009" v="85733" actId="692"/>
          <ac:cxnSpMkLst>
            <pc:docMk/>
            <pc:sldMk cId="103623823" sldId="1143"/>
            <ac:cxnSpMk id="54" creationId="{6C80A097-8EFB-E8F9-85C0-5CF25F673899}"/>
          </ac:cxnSpMkLst>
        </pc:cxnChg>
        <pc:cxnChg chg="mod">
          <ac:chgData name="Palit, Tapti" userId="dec6fbcd-7598-406a-8cbf-504d4a3bac15" providerId="ADAL" clId="{ECD42228-5B96-4A72-B268-C46DF994E6B7}" dt="2024-01-30T03:50:52.907" v="85726" actId="692"/>
          <ac:cxnSpMkLst>
            <pc:docMk/>
            <pc:sldMk cId="103623823" sldId="1143"/>
            <ac:cxnSpMk id="56" creationId="{E68E77D9-99EB-8D86-9A10-D2A275CBC79F}"/>
          </ac:cxnSpMkLst>
        </pc:cxnChg>
        <pc:cxnChg chg="add mod">
          <ac:chgData name="Palit, Tapti" userId="dec6fbcd-7598-406a-8cbf-504d4a3bac15" providerId="ADAL" clId="{ECD42228-5B96-4A72-B268-C46DF994E6B7}" dt="2024-01-30T03:31:07.057" v="85459" actId="14100"/>
          <ac:cxnSpMkLst>
            <pc:docMk/>
            <pc:sldMk cId="103623823" sldId="1143"/>
            <ac:cxnSpMk id="58" creationId="{813C73B9-A2BC-5A46-DC4B-3067173B0626}"/>
          </ac:cxnSpMkLst>
        </pc:cxnChg>
        <pc:cxnChg chg="mod">
          <ac:chgData name="Palit, Tapti" userId="dec6fbcd-7598-406a-8cbf-504d4a3bac15" providerId="ADAL" clId="{ECD42228-5B96-4A72-B268-C46DF994E6B7}" dt="2024-01-30T03:50:52.907" v="85726" actId="692"/>
          <ac:cxnSpMkLst>
            <pc:docMk/>
            <pc:sldMk cId="103623823" sldId="1143"/>
            <ac:cxnSpMk id="59" creationId="{C4DCAFE8-DCE6-A23F-1A33-EDD8273B0FDE}"/>
          </ac:cxnSpMkLst>
        </pc:cxnChg>
        <pc:cxnChg chg="add mod">
          <ac:chgData name="Palit, Tapti" userId="dec6fbcd-7598-406a-8cbf-504d4a3bac15" providerId="ADAL" clId="{ECD42228-5B96-4A72-B268-C46DF994E6B7}" dt="2024-01-30T03:51:13.009" v="85733" actId="692"/>
          <ac:cxnSpMkLst>
            <pc:docMk/>
            <pc:sldMk cId="103623823" sldId="1143"/>
            <ac:cxnSpMk id="62" creationId="{8510581A-CD2B-B206-A218-B1585E50083E}"/>
          </ac:cxnSpMkLst>
        </pc:cxnChg>
        <pc:cxnChg chg="add mod">
          <ac:chgData name="Palit, Tapti" userId="dec6fbcd-7598-406a-8cbf-504d4a3bac15" providerId="ADAL" clId="{ECD42228-5B96-4A72-B268-C46DF994E6B7}" dt="2024-01-30T03:51:13.009" v="85733" actId="692"/>
          <ac:cxnSpMkLst>
            <pc:docMk/>
            <pc:sldMk cId="103623823" sldId="1143"/>
            <ac:cxnSpMk id="65" creationId="{89559847-4675-3A4D-A974-874C80A86BDB}"/>
          </ac:cxnSpMkLst>
        </pc:cxnChg>
        <pc:cxnChg chg="add mod">
          <ac:chgData name="Palit, Tapti" userId="dec6fbcd-7598-406a-8cbf-504d4a3bac15" providerId="ADAL" clId="{ECD42228-5B96-4A72-B268-C46DF994E6B7}" dt="2024-01-30T03:51:13.009" v="85733" actId="692"/>
          <ac:cxnSpMkLst>
            <pc:docMk/>
            <pc:sldMk cId="103623823" sldId="1143"/>
            <ac:cxnSpMk id="70" creationId="{C0E277F5-C650-C0B1-A4D2-433927549C65}"/>
          </ac:cxnSpMkLst>
        </pc:cxnChg>
        <pc:cxnChg chg="add mod">
          <ac:chgData name="Palit, Tapti" userId="dec6fbcd-7598-406a-8cbf-504d4a3bac15" providerId="ADAL" clId="{ECD42228-5B96-4A72-B268-C46DF994E6B7}" dt="2024-01-30T03:51:38.579" v="85745" actId="692"/>
          <ac:cxnSpMkLst>
            <pc:docMk/>
            <pc:sldMk cId="103623823" sldId="1143"/>
            <ac:cxnSpMk id="74" creationId="{82A1A652-1DA8-A69A-31CA-3BDDE0029AEB}"/>
          </ac:cxnSpMkLst>
        </pc:cxnChg>
        <pc:cxnChg chg="add del mod">
          <ac:chgData name="Palit, Tapti" userId="dec6fbcd-7598-406a-8cbf-504d4a3bac15" providerId="ADAL" clId="{ECD42228-5B96-4A72-B268-C46DF994E6B7}" dt="2024-01-30T03:52:07.241" v="85780" actId="692"/>
          <ac:cxnSpMkLst>
            <pc:docMk/>
            <pc:sldMk cId="103623823" sldId="1143"/>
            <ac:cxnSpMk id="78" creationId="{5D2B217E-07E6-E883-6B84-93543CC0A508}"/>
          </ac:cxnSpMkLst>
        </pc:cxnChg>
        <pc:cxnChg chg="add mod">
          <ac:chgData name="Palit, Tapti" userId="dec6fbcd-7598-406a-8cbf-504d4a3bac15" providerId="ADAL" clId="{ECD42228-5B96-4A72-B268-C46DF994E6B7}" dt="2024-01-30T03:52:37.159" v="85808" actId="692"/>
          <ac:cxnSpMkLst>
            <pc:docMk/>
            <pc:sldMk cId="103623823" sldId="1143"/>
            <ac:cxnSpMk id="81" creationId="{92CFF3EE-32FB-7DF7-C94B-377A408BF34E}"/>
          </ac:cxnSpMkLst>
        </pc:cxnChg>
        <pc:cxnChg chg="add mod">
          <ac:chgData name="Palit, Tapti" userId="dec6fbcd-7598-406a-8cbf-504d4a3bac15" providerId="ADAL" clId="{ECD42228-5B96-4A72-B268-C46DF994E6B7}" dt="2024-01-30T03:51:45.769" v="85752" actId="692"/>
          <ac:cxnSpMkLst>
            <pc:docMk/>
            <pc:sldMk cId="103623823" sldId="1143"/>
            <ac:cxnSpMk id="84" creationId="{51A92FDC-838C-5F58-DDA9-5C68F6A601D5}"/>
          </ac:cxnSpMkLst>
        </pc:cxnChg>
        <pc:cxnChg chg="add mod">
          <ac:chgData name="Palit, Tapti" userId="dec6fbcd-7598-406a-8cbf-504d4a3bac15" providerId="ADAL" clId="{ECD42228-5B96-4A72-B268-C46DF994E6B7}" dt="2024-01-30T03:52:02.789" v="85773" actId="692"/>
          <ac:cxnSpMkLst>
            <pc:docMk/>
            <pc:sldMk cId="103623823" sldId="1143"/>
            <ac:cxnSpMk id="87" creationId="{DC12ACA4-838A-215C-1BB3-C4F836023765}"/>
          </ac:cxnSpMkLst>
        </pc:cxnChg>
      </pc:sldChg>
      <pc:sldChg chg="add del">
        <pc:chgData name="Palit, Tapti" userId="dec6fbcd-7598-406a-8cbf-504d4a3bac15" providerId="ADAL" clId="{ECD42228-5B96-4A72-B268-C46DF994E6B7}" dt="2024-01-30T03:33:56.733" v="85502" actId="47"/>
        <pc:sldMkLst>
          <pc:docMk/>
          <pc:sldMk cId="468780525" sldId="1144"/>
        </pc:sldMkLst>
      </pc:sldChg>
      <pc:sldChg chg="add del">
        <pc:chgData name="Palit, Tapti" userId="dec6fbcd-7598-406a-8cbf-504d4a3bac15" providerId="ADAL" clId="{ECD42228-5B96-4A72-B268-C46DF994E6B7}" dt="2024-01-30T03:35:21.543" v="85513" actId="47"/>
        <pc:sldMkLst>
          <pc:docMk/>
          <pc:sldMk cId="4235300955" sldId="1144"/>
        </pc:sldMkLst>
      </pc:sldChg>
      <pc:sldChg chg="addSp delSp modSp add del mod">
        <pc:chgData name="Palit, Tapti" userId="dec6fbcd-7598-406a-8cbf-504d4a3bac15" providerId="ADAL" clId="{ECD42228-5B96-4A72-B268-C46DF994E6B7}" dt="2024-01-30T04:07:15.129" v="86011" actId="47"/>
        <pc:sldMkLst>
          <pc:docMk/>
          <pc:sldMk cId="147115937" sldId="1145"/>
        </pc:sldMkLst>
        <pc:spChg chg="mod">
          <ac:chgData name="Palit, Tapti" userId="dec6fbcd-7598-406a-8cbf-504d4a3bac15" providerId="ADAL" clId="{ECD42228-5B96-4A72-B268-C46DF994E6B7}" dt="2024-01-30T03:34:22.069" v="85505"/>
          <ac:spMkLst>
            <pc:docMk/>
            <pc:sldMk cId="147115937" sldId="1145"/>
            <ac:spMk id="3" creationId="{0F8FF57D-D875-4CA5-B98A-04F4C751036F}"/>
          </ac:spMkLst>
        </pc:spChg>
        <pc:spChg chg="add mod">
          <ac:chgData name="Palit, Tapti" userId="dec6fbcd-7598-406a-8cbf-504d4a3bac15" providerId="ADAL" clId="{ECD42228-5B96-4A72-B268-C46DF994E6B7}" dt="2024-01-30T03:34:27.397" v="85506"/>
          <ac:spMkLst>
            <pc:docMk/>
            <pc:sldMk cId="147115937" sldId="1145"/>
            <ac:spMk id="8" creationId="{8002B636-22BC-2C4D-F6EC-73AB5F736E36}"/>
          </ac:spMkLst>
        </pc:spChg>
        <pc:spChg chg="add del mod">
          <ac:chgData name="Palit, Tapti" userId="dec6fbcd-7598-406a-8cbf-504d4a3bac15" providerId="ADAL" clId="{ECD42228-5B96-4A72-B268-C46DF994E6B7}" dt="2024-01-30T03:52:49.639" v="85809" actId="478"/>
          <ac:spMkLst>
            <pc:docMk/>
            <pc:sldMk cId="147115937" sldId="1145"/>
            <ac:spMk id="12" creationId="{048B17C9-FEB6-2A84-AE1A-1A172D8CF3F8}"/>
          </ac:spMkLst>
        </pc:spChg>
        <pc:spChg chg="add mod">
          <ac:chgData name="Palit, Tapti" userId="dec6fbcd-7598-406a-8cbf-504d4a3bac15" providerId="ADAL" clId="{ECD42228-5B96-4A72-B268-C46DF994E6B7}" dt="2024-01-30T03:35:07.207" v="85511"/>
          <ac:spMkLst>
            <pc:docMk/>
            <pc:sldMk cId="147115937" sldId="1145"/>
            <ac:spMk id="16" creationId="{D78D4F51-1A5A-AAF8-395E-A8C7D279E84C}"/>
          </ac:spMkLst>
        </pc:spChg>
        <pc:spChg chg="add mod">
          <ac:chgData name="Palit, Tapti" userId="dec6fbcd-7598-406a-8cbf-504d4a3bac15" providerId="ADAL" clId="{ECD42228-5B96-4A72-B268-C46DF994E6B7}" dt="2024-01-30T03:53:05.829" v="85813"/>
          <ac:spMkLst>
            <pc:docMk/>
            <pc:sldMk cId="147115937" sldId="1145"/>
            <ac:spMk id="17" creationId="{D2F52A2C-1E6E-0711-7F20-1F203C13FE6F}"/>
          </ac:spMkLst>
        </pc:spChg>
        <pc:spChg chg="add mod">
          <ac:chgData name="Palit, Tapti" userId="dec6fbcd-7598-406a-8cbf-504d4a3bac15" providerId="ADAL" clId="{ECD42228-5B96-4A72-B268-C46DF994E6B7}" dt="2024-01-30T03:53:05.829" v="85813"/>
          <ac:spMkLst>
            <pc:docMk/>
            <pc:sldMk cId="147115937" sldId="1145"/>
            <ac:spMk id="19" creationId="{C6F9E3C1-2ED0-09DF-D933-889861657C11}"/>
          </ac:spMkLst>
        </pc:spChg>
        <pc:spChg chg="add mod">
          <ac:chgData name="Palit, Tapti" userId="dec6fbcd-7598-406a-8cbf-504d4a3bac15" providerId="ADAL" clId="{ECD42228-5B96-4A72-B268-C46DF994E6B7}" dt="2024-01-30T03:53:05.829" v="85813"/>
          <ac:spMkLst>
            <pc:docMk/>
            <pc:sldMk cId="147115937" sldId="1145"/>
            <ac:spMk id="20" creationId="{5B8506E2-E7B1-22D9-01BD-A4B6E26A6EB8}"/>
          </ac:spMkLst>
        </pc:spChg>
        <pc:spChg chg="add mod">
          <ac:chgData name="Palit, Tapti" userId="dec6fbcd-7598-406a-8cbf-504d4a3bac15" providerId="ADAL" clId="{ECD42228-5B96-4A72-B268-C46DF994E6B7}" dt="2024-01-30T03:53:05.829" v="85813"/>
          <ac:spMkLst>
            <pc:docMk/>
            <pc:sldMk cId="147115937" sldId="1145"/>
            <ac:spMk id="21" creationId="{32324A7F-7D86-45FA-0E0A-CD98E857BBA2}"/>
          </ac:spMkLst>
        </pc:spChg>
        <pc:spChg chg="add mod">
          <ac:chgData name="Palit, Tapti" userId="dec6fbcd-7598-406a-8cbf-504d4a3bac15" providerId="ADAL" clId="{ECD42228-5B96-4A72-B268-C46DF994E6B7}" dt="2024-01-30T03:53:05.829" v="85813"/>
          <ac:spMkLst>
            <pc:docMk/>
            <pc:sldMk cId="147115937" sldId="1145"/>
            <ac:spMk id="22" creationId="{AE5CBAD8-07D9-8521-36E5-7A7F85795A23}"/>
          </ac:spMkLst>
        </pc:spChg>
        <pc:spChg chg="add mod">
          <ac:chgData name="Palit, Tapti" userId="dec6fbcd-7598-406a-8cbf-504d4a3bac15" providerId="ADAL" clId="{ECD42228-5B96-4A72-B268-C46DF994E6B7}" dt="2024-01-30T03:53:05.829" v="85813"/>
          <ac:spMkLst>
            <pc:docMk/>
            <pc:sldMk cId="147115937" sldId="1145"/>
            <ac:spMk id="23" creationId="{D96C49D8-C18E-B8C3-4E53-CCE0655FC25A}"/>
          </ac:spMkLst>
        </pc:spChg>
        <pc:spChg chg="add mod">
          <ac:chgData name="Palit, Tapti" userId="dec6fbcd-7598-406a-8cbf-504d4a3bac15" providerId="ADAL" clId="{ECD42228-5B96-4A72-B268-C46DF994E6B7}" dt="2024-01-30T03:53:05.829" v="85813"/>
          <ac:spMkLst>
            <pc:docMk/>
            <pc:sldMk cId="147115937" sldId="1145"/>
            <ac:spMk id="24" creationId="{FFF596D7-C3D4-1F64-3527-875183744586}"/>
          </ac:spMkLst>
        </pc:spChg>
        <pc:spChg chg="add mod">
          <ac:chgData name="Palit, Tapti" userId="dec6fbcd-7598-406a-8cbf-504d4a3bac15" providerId="ADAL" clId="{ECD42228-5B96-4A72-B268-C46DF994E6B7}" dt="2024-01-30T03:53:05.829" v="85813"/>
          <ac:spMkLst>
            <pc:docMk/>
            <pc:sldMk cId="147115937" sldId="1145"/>
            <ac:spMk id="25" creationId="{21594348-671A-8009-0A0C-3BCA218E5E88}"/>
          </ac:spMkLst>
        </pc:spChg>
        <pc:spChg chg="add mod">
          <ac:chgData name="Palit, Tapti" userId="dec6fbcd-7598-406a-8cbf-504d4a3bac15" providerId="ADAL" clId="{ECD42228-5B96-4A72-B268-C46DF994E6B7}" dt="2024-01-30T03:53:05.829" v="85813"/>
          <ac:spMkLst>
            <pc:docMk/>
            <pc:sldMk cId="147115937" sldId="1145"/>
            <ac:spMk id="26" creationId="{378FF406-4278-F8D2-0B75-76959C280E84}"/>
          </ac:spMkLst>
        </pc:spChg>
        <pc:spChg chg="add mod">
          <ac:chgData name="Palit, Tapti" userId="dec6fbcd-7598-406a-8cbf-504d4a3bac15" providerId="ADAL" clId="{ECD42228-5B96-4A72-B268-C46DF994E6B7}" dt="2024-01-30T03:53:05.829" v="85813"/>
          <ac:spMkLst>
            <pc:docMk/>
            <pc:sldMk cId="147115937" sldId="1145"/>
            <ac:spMk id="29" creationId="{853DC834-61FF-26B0-026E-DE0810C28CDC}"/>
          </ac:spMkLst>
        </pc:spChg>
        <pc:spChg chg="add mod">
          <ac:chgData name="Palit, Tapti" userId="dec6fbcd-7598-406a-8cbf-504d4a3bac15" providerId="ADAL" clId="{ECD42228-5B96-4A72-B268-C46DF994E6B7}" dt="2024-01-30T03:53:05.829" v="85813"/>
          <ac:spMkLst>
            <pc:docMk/>
            <pc:sldMk cId="147115937" sldId="1145"/>
            <ac:spMk id="30" creationId="{9087AC08-3FCD-0B27-39DB-DC5ABF56C594}"/>
          </ac:spMkLst>
        </pc:spChg>
        <pc:spChg chg="del mod">
          <ac:chgData name="Palit, Tapti" userId="dec6fbcd-7598-406a-8cbf-504d4a3bac15" providerId="ADAL" clId="{ECD42228-5B96-4A72-B268-C46DF994E6B7}" dt="2024-01-30T03:52:49.639" v="85809" actId="478"/>
          <ac:spMkLst>
            <pc:docMk/>
            <pc:sldMk cId="147115937" sldId="1145"/>
            <ac:spMk id="37" creationId="{ADE16CD4-CB1A-FD04-C8EB-F5DBBF77BF56}"/>
          </ac:spMkLst>
        </pc:spChg>
        <pc:spChg chg="del mod">
          <ac:chgData name="Palit, Tapti" userId="dec6fbcd-7598-406a-8cbf-504d4a3bac15" providerId="ADAL" clId="{ECD42228-5B96-4A72-B268-C46DF994E6B7}" dt="2024-01-30T03:52:49.639" v="85809" actId="478"/>
          <ac:spMkLst>
            <pc:docMk/>
            <pc:sldMk cId="147115937" sldId="1145"/>
            <ac:spMk id="38" creationId="{76DE4C37-A1B1-94A1-ACE3-7985E965C3E2}"/>
          </ac:spMkLst>
        </pc:spChg>
        <pc:spChg chg="del mod">
          <ac:chgData name="Palit, Tapti" userId="dec6fbcd-7598-406a-8cbf-504d4a3bac15" providerId="ADAL" clId="{ECD42228-5B96-4A72-B268-C46DF994E6B7}" dt="2024-01-30T03:52:49.639" v="85809" actId="478"/>
          <ac:spMkLst>
            <pc:docMk/>
            <pc:sldMk cId="147115937" sldId="1145"/>
            <ac:spMk id="39" creationId="{44CFF3D7-66AF-A230-3B94-8959874BAA11}"/>
          </ac:spMkLst>
        </pc:spChg>
        <pc:spChg chg="del mod">
          <ac:chgData name="Palit, Tapti" userId="dec6fbcd-7598-406a-8cbf-504d4a3bac15" providerId="ADAL" clId="{ECD42228-5B96-4A72-B268-C46DF994E6B7}" dt="2024-01-30T03:52:49.639" v="85809" actId="478"/>
          <ac:spMkLst>
            <pc:docMk/>
            <pc:sldMk cId="147115937" sldId="1145"/>
            <ac:spMk id="40" creationId="{FD58BCEA-CBED-CACB-DA51-ACBAA975DD8B}"/>
          </ac:spMkLst>
        </pc:spChg>
        <pc:spChg chg="del mod">
          <ac:chgData name="Palit, Tapti" userId="dec6fbcd-7598-406a-8cbf-504d4a3bac15" providerId="ADAL" clId="{ECD42228-5B96-4A72-B268-C46DF994E6B7}" dt="2024-01-30T03:52:49.639" v="85809" actId="478"/>
          <ac:spMkLst>
            <pc:docMk/>
            <pc:sldMk cId="147115937" sldId="1145"/>
            <ac:spMk id="41" creationId="{3E9F6403-905D-32B8-C023-8388B45FFBE9}"/>
          </ac:spMkLst>
        </pc:spChg>
        <pc:spChg chg="del mod">
          <ac:chgData name="Palit, Tapti" userId="dec6fbcd-7598-406a-8cbf-504d4a3bac15" providerId="ADAL" clId="{ECD42228-5B96-4A72-B268-C46DF994E6B7}" dt="2024-01-30T03:52:49.639" v="85809" actId="478"/>
          <ac:spMkLst>
            <pc:docMk/>
            <pc:sldMk cId="147115937" sldId="1145"/>
            <ac:spMk id="42" creationId="{939C4C73-EF1D-2E96-3185-7236D796F263}"/>
          </ac:spMkLst>
        </pc:spChg>
        <pc:spChg chg="del mod">
          <ac:chgData name="Palit, Tapti" userId="dec6fbcd-7598-406a-8cbf-504d4a3bac15" providerId="ADAL" clId="{ECD42228-5B96-4A72-B268-C46DF994E6B7}" dt="2024-01-30T03:52:49.639" v="85809" actId="478"/>
          <ac:spMkLst>
            <pc:docMk/>
            <pc:sldMk cId="147115937" sldId="1145"/>
            <ac:spMk id="43" creationId="{9C2F7F82-29BD-4B97-5478-1674709F6CCE}"/>
          </ac:spMkLst>
        </pc:spChg>
        <pc:spChg chg="del mod">
          <ac:chgData name="Palit, Tapti" userId="dec6fbcd-7598-406a-8cbf-504d4a3bac15" providerId="ADAL" clId="{ECD42228-5B96-4A72-B268-C46DF994E6B7}" dt="2024-01-30T03:52:49.639" v="85809" actId="478"/>
          <ac:spMkLst>
            <pc:docMk/>
            <pc:sldMk cId="147115937" sldId="1145"/>
            <ac:spMk id="44" creationId="{801A420A-374D-14D2-94E5-71119F13390E}"/>
          </ac:spMkLst>
        </pc:spChg>
        <pc:spChg chg="del mod">
          <ac:chgData name="Palit, Tapti" userId="dec6fbcd-7598-406a-8cbf-504d4a3bac15" providerId="ADAL" clId="{ECD42228-5B96-4A72-B268-C46DF994E6B7}" dt="2024-01-30T03:52:49.639" v="85809" actId="478"/>
          <ac:spMkLst>
            <pc:docMk/>
            <pc:sldMk cId="147115937" sldId="1145"/>
            <ac:spMk id="45" creationId="{24FF282E-D794-0AD0-B5D8-945519FAF538}"/>
          </ac:spMkLst>
        </pc:spChg>
        <pc:spChg chg="del mod">
          <ac:chgData name="Palit, Tapti" userId="dec6fbcd-7598-406a-8cbf-504d4a3bac15" providerId="ADAL" clId="{ECD42228-5B96-4A72-B268-C46DF994E6B7}" dt="2024-01-30T03:52:49.639" v="85809" actId="478"/>
          <ac:spMkLst>
            <pc:docMk/>
            <pc:sldMk cId="147115937" sldId="1145"/>
            <ac:spMk id="48" creationId="{6091DAAD-841A-758D-4955-4E18EBF254C9}"/>
          </ac:spMkLst>
        </pc:spChg>
        <pc:spChg chg="del">
          <ac:chgData name="Palit, Tapti" userId="dec6fbcd-7598-406a-8cbf-504d4a3bac15" providerId="ADAL" clId="{ECD42228-5B96-4A72-B268-C46DF994E6B7}" dt="2024-01-30T03:52:49.639" v="85809" actId="478"/>
          <ac:spMkLst>
            <pc:docMk/>
            <pc:sldMk cId="147115937" sldId="1145"/>
            <ac:spMk id="49" creationId="{165721CF-08C2-9DC5-2040-D306946CA22F}"/>
          </ac:spMkLst>
        </pc:spChg>
        <pc:spChg chg="del">
          <ac:chgData name="Palit, Tapti" userId="dec6fbcd-7598-406a-8cbf-504d4a3bac15" providerId="ADAL" clId="{ECD42228-5B96-4A72-B268-C46DF994E6B7}" dt="2024-01-30T03:52:49.639" v="85809" actId="478"/>
          <ac:spMkLst>
            <pc:docMk/>
            <pc:sldMk cId="147115937" sldId="1145"/>
            <ac:spMk id="69" creationId="{B2FD6213-7D49-E385-4822-B74730E83B21}"/>
          </ac:spMkLst>
        </pc:spChg>
        <pc:spChg chg="add mod">
          <ac:chgData name="Palit, Tapti" userId="dec6fbcd-7598-406a-8cbf-504d4a3bac15" providerId="ADAL" clId="{ECD42228-5B96-4A72-B268-C46DF994E6B7}" dt="2024-01-30T03:53:05.829" v="85813"/>
          <ac:spMkLst>
            <pc:docMk/>
            <pc:sldMk cId="147115937" sldId="1145"/>
            <ac:spMk id="71" creationId="{39B71D12-21FF-B3BB-405C-A29586AFD4E8}"/>
          </ac:spMkLst>
        </pc:spChg>
        <pc:spChg chg="add mod">
          <ac:chgData name="Palit, Tapti" userId="dec6fbcd-7598-406a-8cbf-504d4a3bac15" providerId="ADAL" clId="{ECD42228-5B96-4A72-B268-C46DF994E6B7}" dt="2024-01-30T03:53:05.829" v="85813"/>
          <ac:spMkLst>
            <pc:docMk/>
            <pc:sldMk cId="147115937" sldId="1145"/>
            <ac:spMk id="80" creationId="{AE52F0A1-1FCA-0182-FE04-F6FFB327B020}"/>
          </ac:spMkLst>
        </pc:spChg>
        <pc:spChg chg="del">
          <ac:chgData name="Palit, Tapti" userId="dec6fbcd-7598-406a-8cbf-504d4a3bac15" providerId="ADAL" clId="{ECD42228-5B96-4A72-B268-C46DF994E6B7}" dt="2024-01-30T03:52:49.639" v="85809" actId="478"/>
          <ac:spMkLst>
            <pc:docMk/>
            <pc:sldMk cId="147115937" sldId="1145"/>
            <ac:spMk id="90" creationId="{8BC5D0C1-5C4A-849A-95BD-C6F4632F5D97}"/>
          </ac:spMkLst>
        </pc:spChg>
        <pc:spChg chg="del">
          <ac:chgData name="Palit, Tapti" userId="dec6fbcd-7598-406a-8cbf-504d4a3bac15" providerId="ADAL" clId="{ECD42228-5B96-4A72-B268-C46DF994E6B7}" dt="2024-01-30T03:35:11.485" v="85512" actId="478"/>
          <ac:spMkLst>
            <pc:docMk/>
            <pc:sldMk cId="147115937" sldId="1145"/>
            <ac:spMk id="91" creationId="{CBB3CC7D-F4D3-1743-6710-11940CB746D0}"/>
          </ac:spMkLst>
        </pc:spChg>
        <pc:spChg chg="mod">
          <ac:chgData name="Palit, Tapti" userId="dec6fbcd-7598-406a-8cbf-504d4a3bac15" providerId="ADAL" clId="{ECD42228-5B96-4A72-B268-C46DF994E6B7}" dt="2024-01-30T03:34:58.493" v="85510"/>
          <ac:spMkLst>
            <pc:docMk/>
            <pc:sldMk cId="147115937" sldId="1145"/>
            <ac:spMk id="92" creationId="{53F9325A-E0ED-BEEF-0BE7-CE0EBCABFF80}"/>
          </ac:spMkLst>
        </pc:spChg>
        <pc:cxnChg chg="del mod">
          <ac:chgData name="Palit, Tapti" userId="dec6fbcd-7598-406a-8cbf-504d4a3bac15" providerId="ADAL" clId="{ECD42228-5B96-4A72-B268-C46DF994E6B7}" dt="2024-01-30T03:52:49.639" v="85809" actId="478"/>
          <ac:cxnSpMkLst>
            <pc:docMk/>
            <pc:sldMk cId="147115937" sldId="1145"/>
            <ac:cxnSpMk id="2" creationId="{89BB4E2A-569B-0E7A-B225-9503308B8593}"/>
          </ac:cxnSpMkLst>
        </pc:cxnChg>
        <pc:cxnChg chg="del mod">
          <ac:chgData name="Palit, Tapti" userId="dec6fbcd-7598-406a-8cbf-504d4a3bac15" providerId="ADAL" clId="{ECD42228-5B96-4A72-B268-C46DF994E6B7}" dt="2024-01-30T03:52:49.639" v="85809" actId="478"/>
          <ac:cxnSpMkLst>
            <pc:docMk/>
            <pc:sldMk cId="147115937" sldId="1145"/>
            <ac:cxnSpMk id="6" creationId="{0F68FF9F-2532-5C40-4385-DA6EA36886F7}"/>
          </ac:cxnSpMkLst>
        </pc:cxnChg>
        <pc:cxnChg chg="del mod">
          <ac:chgData name="Palit, Tapti" userId="dec6fbcd-7598-406a-8cbf-504d4a3bac15" providerId="ADAL" clId="{ECD42228-5B96-4A72-B268-C46DF994E6B7}" dt="2024-01-30T03:52:49.639" v="85809" actId="478"/>
          <ac:cxnSpMkLst>
            <pc:docMk/>
            <pc:sldMk cId="147115937" sldId="1145"/>
            <ac:cxnSpMk id="9" creationId="{CD3B5F49-2679-52BB-ECD5-7E90A90603E6}"/>
          </ac:cxnSpMkLst>
        </pc:cxnChg>
        <pc:cxnChg chg="del mod">
          <ac:chgData name="Palit, Tapti" userId="dec6fbcd-7598-406a-8cbf-504d4a3bac15" providerId="ADAL" clId="{ECD42228-5B96-4A72-B268-C46DF994E6B7}" dt="2024-01-30T03:52:49.639" v="85809" actId="478"/>
          <ac:cxnSpMkLst>
            <pc:docMk/>
            <pc:sldMk cId="147115937" sldId="1145"/>
            <ac:cxnSpMk id="10" creationId="{46544D02-E2D1-D321-B512-03DADFA5BB76}"/>
          </ac:cxnSpMkLst>
        </pc:cxnChg>
        <pc:cxnChg chg="add del mod">
          <ac:chgData name="Palit, Tapti" userId="dec6fbcd-7598-406a-8cbf-504d4a3bac15" providerId="ADAL" clId="{ECD42228-5B96-4A72-B268-C46DF994E6B7}" dt="2024-01-30T03:52:49.639" v="85809" actId="478"/>
          <ac:cxnSpMkLst>
            <pc:docMk/>
            <pc:sldMk cId="147115937" sldId="1145"/>
            <ac:cxnSpMk id="11" creationId="{3E4E8930-60AA-3D01-F31A-BF136827152F}"/>
          </ac:cxnSpMkLst>
        </pc:cxnChg>
        <pc:cxnChg chg="del mod">
          <ac:chgData name="Palit, Tapti" userId="dec6fbcd-7598-406a-8cbf-504d4a3bac15" providerId="ADAL" clId="{ECD42228-5B96-4A72-B268-C46DF994E6B7}" dt="2024-01-30T03:52:49.639" v="85809" actId="478"/>
          <ac:cxnSpMkLst>
            <pc:docMk/>
            <pc:sldMk cId="147115937" sldId="1145"/>
            <ac:cxnSpMk id="13" creationId="{1539655B-2D4E-88AD-63D7-8FB4EEA7067F}"/>
          </ac:cxnSpMkLst>
        </pc:cxnChg>
        <pc:cxnChg chg="del mod">
          <ac:chgData name="Palit, Tapti" userId="dec6fbcd-7598-406a-8cbf-504d4a3bac15" providerId="ADAL" clId="{ECD42228-5B96-4A72-B268-C46DF994E6B7}" dt="2024-01-30T03:52:49.639" v="85809" actId="478"/>
          <ac:cxnSpMkLst>
            <pc:docMk/>
            <pc:sldMk cId="147115937" sldId="1145"/>
            <ac:cxnSpMk id="14" creationId="{E28A4E11-C6B8-50E0-E7DE-2BC6DAF95049}"/>
          </ac:cxnSpMkLst>
        </pc:cxnChg>
        <pc:cxnChg chg="del mod">
          <ac:chgData name="Palit, Tapti" userId="dec6fbcd-7598-406a-8cbf-504d4a3bac15" providerId="ADAL" clId="{ECD42228-5B96-4A72-B268-C46DF994E6B7}" dt="2024-01-30T03:52:49.639" v="85809" actId="478"/>
          <ac:cxnSpMkLst>
            <pc:docMk/>
            <pc:sldMk cId="147115937" sldId="1145"/>
            <ac:cxnSpMk id="18" creationId="{ADBB40BA-FB16-30AF-0F10-F17F1467B5D5}"/>
          </ac:cxnSpMkLst>
        </pc:cxnChg>
        <pc:cxnChg chg="add mod">
          <ac:chgData name="Palit, Tapti" userId="dec6fbcd-7598-406a-8cbf-504d4a3bac15" providerId="ADAL" clId="{ECD42228-5B96-4A72-B268-C46DF994E6B7}" dt="2024-01-30T03:53:05.829" v="85813"/>
          <ac:cxnSpMkLst>
            <pc:docMk/>
            <pc:sldMk cId="147115937" sldId="1145"/>
            <ac:cxnSpMk id="27" creationId="{A1B91CFA-9BC2-26F6-32E8-CE43319368D4}"/>
          </ac:cxnSpMkLst>
        </pc:cxnChg>
        <pc:cxnChg chg="add mod">
          <ac:chgData name="Palit, Tapti" userId="dec6fbcd-7598-406a-8cbf-504d4a3bac15" providerId="ADAL" clId="{ECD42228-5B96-4A72-B268-C46DF994E6B7}" dt="2024-01-30T03:53:05.829" v="85813"/>
          <ac:cxnSpMkLst>
            <pc:docMk/>
            <pc:sldMk cId="147115937" sldId="1145"/>
            <ac:cxnSpMk id="28" creationId="{9C4F8D0C-8AF0-F827-FA83-03DACF3D8744}"/>
          </ac:cxnSpMkLst>
        </pc:cxnChg>
        <pc:cxnChg chg="add mod">
          <ac:chgData name="Palit, Tapti" userId="dec6fbcd-7598-406a-8cbf-504d4a3bac15" providerId="ADAL" clId="{ECD42228-5B96-4A72-B268-C46DF994E6B7}" dt="2024-01-30T03:53:05.829" v="85813"/>
          <ac:cxnSpMkLst>
            <pc:docMk/>
            <pc:sldMk cId="147115937" sldId="1145"/>
            <ac:cxnSpMk id="31" creationId="{F00C5070-2449-EB44-6BE9-7116A8EF364D}"/>
          </ac:cxnSpMkLst>
        </pc:cxnChg>
        <pc:cxnChg chg="add mod">
          <ac:chgData name="Palit, Tapti" userId="dec6fbcd-7598-406a-8cbf-504d4a3bac15" providerId="ADAL" clId="{ECD42228-5B96-4A72-B268-C46DF994E6B7}" dt="2024-01-30T03:53:05.829" v="85813"/>
          <ac:cxnSpMkLst>
            <pc:docMk/>
            <pc:sldMk cId="147115937" sldId="1145"/>
            <ac:cxnSpMk id="32" creationId="{A3EEA615-5AB5-8C17-85E1-9F9A5B654F89}"/>
          </ac:cxnSpMkLst>
        </pc:cxnChg>
        <pc:cxnChg chg="del mod">
          <ac:chgData name="Palit, Tapti" userId="dec6fbcd-7598-406a-8cbf-504d4a3bac15" providerId="ADAL" clId="{ECD42228-5B96-4A72-B268-C46DF994E6B7}" dt="2024-01-30T03:52:49.639" v="85809" actId="478"/>
          <ac:cxnSpMkLst>
            <pc:docMk/>
            <pc:sldMk cId="147115937" sldId="1145"/>
            <ac:cxnSpMk id="33" creationId="{D16613EF-2687-D3EC-FD19-77FF84CB2689}"/>
          </ac:cxnSpMkLst>
        </pc:cxnChg>
        <pc:cxnChg chg="add mod">
          <ac:chgData name="Palit, Tapti" userId="dec6fbcd-7598-406a-8cbf-504d4a3bac15" providerId="ADAL" clId="{ECD42228-5B96-4A72-B268-C46DF994E6B7}" dt="2024-01-30T03:53:05.829" v="85813"/>
          <ac:cxnSpMkLst>
            <pc:docMk/>
            <pc:sldMk cId="147115937" sldId="1145"/>
            <ac:cxnSpMk id="34" creationId="{729BA70B-24AE-3005-3684-0D37E2590A35}"/>
          </ac:cxnSpMkLst>
        </pc:cxnChg>
        <pc:cxnChg chg="add mod">
          <ac:chgData name="Palit, Tapti" userId="dec6fbcd-7598-406a-8cbf-504d4a3bac15" providerId="ADAL" clId="{ECD42228-5B96-4A72-B268-C46DF994E6B7}" dt="2024-01-30T03:53:05.829" v="85813"/>
          <ac:cxnSpMkLst>
            <pc:docMk/>
            <pc:sldMk cId="147115937" sldId="1145"/>
            <ac:cxnSpMk id="35" creationId="{07F19E8A-2BE6-DD84-7C6E-707079176B76}"/>
          </ac:cxnSpMkLst>
        </pc:cxnChg>
        <pc:cxnChg chg="del mod">
          <ac:chgData name="Palit, Tapti" userId="dec6fbcd-7598-406a-8cbf-504d4a3bac15" providerId="ADAL" clId="{ECD42228-5B96-4A72-B268-C46DF994E6B7}" dt="2024-01-30T03:52:49.639" v="85809" actId="478"/>
          <ac:cxnSpMkLst>
            <pc:docMk/>
            <pc:sldMk cId="147115937" sldId="1145"/>
            <ac:cxnSpMk id="36" creationId="{9720D05D-AF7F-2DF6-DFBD-B46F391DFF14}"/>
          </ac:cxnSpMkLst>
        </pc:cxnChg>
        <pc:cxnChg chg="del mod">
          <ac:chgData name="Palit, Tapti" userId="dec6fbcd-7598-406a-8cbf-504d4a3bac15" providerId="ADAL" clId="{ECD42228-5B96-4A72-B268-C46DF994E6B7}" dt="2024-01-30T03:52:49.639" v="85809" actId="478"/>
          <ac:cxnSpMkLst>
            <pc:docMk/>
            <pc:sldMk cId="147115937" sldId="1145"/>
            <ac:cxnSpMk id="46" creationId="{611E7F4A-E0C0-1418-008E-7610C6600A70}"/>
          </ac:cxnSpMkLst>
        </pc:cxnChg>
        <pc:cxnChg chg="del mod">
          <ac:chgData name="Palit, Tapti" userId="dec6fbcd-7598-406a-8cbf-504d4a3bac15" providerId="ADAL" clId="{ECD42228-5B96-4A72-B268-C46DF994E6B7}" dt="2024-01-30T03:52:49.639" v="85809" actId="478"/>
          <ac:cxnSpMkLst>
            <pc:docMk/>
            <pc:sldMk cId="147115937" sldId="1145"/>
            <ac:cxnSpMk id="47" creationId="{C5AB59CA-8CF4-3FDC-AD0D-B9B5F220ACEC}"/>
          </ac:cxnSpMkLst>
        </pc:cxnChg>
        <pc:cxnChg chg="del mod">
          <ac:chgData name="Palit, Tapti" userId="dec6fbcd-7598-406a-8cbf-504d4a3bac15" providerId="ADAL" clId="{ECD42228-5B96-4A72-B268-C46DF994E6B7}" dt="2024-01-30T03:52:49.639" v="85809" actId="478"/>
          <ac:cxnSpMkLst>
            <pc:docMk/>
            <pc:sldMk cId="147115937" sldId="1145"/>
            <ac:cxnSpMk id="50" creationId="{82371F7E-94E0-B5C8-85BF-07D5104E7308}"/>
          </ac:cxnSpMkLst>
        </pc:cxnChg>
        <pc:cxnChg chg="add mod">
          <ac:chgData name="Palit, Tapti" userId="dec6fbcd-7598-406a-8cbf-504d4a3bac15" providerId="ADAL" clId="{ECD42228-5B96-4A72-B268-C46DF994E6B7}" dt="2024-01-30T03:53:05.829" v="85813"/>
          <ac:cxnSpMkLst>
            <pc:docMk/>
            <pc:sldMk cId="147115937" sldId="1145"/>
            <ac:cxnSpMk id="51" creationId="{AE83C307-06A6-8476-D8D0-E591AEA149CA}"/>
          </ac:cxnSpMkLst>
        </pc:cxnChg>
        <pc:cxnChg chg="add mod">
          <ac:chgData name="Palit, Tapti" userId="dec6fbcd-7598-406a-8cbf-504d4a3bac15" providerId="ADAL" clId="{ECD42228-5B96-4A72-B268-C46DF994E6B7}" dt="2024-01-30T03:53:05.829" v="85813"/>
          <ac:cxnSpMkLst>
            <pc:docMk/>
            <pc:sldMk cId="147115937" sldId="1145"/>
            <ac:cxnSpMk id="52" creationId="{062621FC-DC85-DF54-59A9-F0005F0EAF7B}"/>
          </ac:cxnSpMkLst>
        </pc:cxnChg>
        <pc:cxnChg chg="del mod">
          <ac:chgData name="Palit, Tapti" userId="dec6fbcd-7598-406a-8cbf-504d4a3bac15" providerId="ADAL" clId="{ECD42228-5B96-4A72-B268-C46DF994E6B7}" dt="2024-01-30T03:52:49.639" v="85809" actId="478"/>
          <ac:cxnSpMkLst>
            <pc:docMk/>
            <pc:sldMk cId="147115937" sldId="1145"/>
            <ac:cxnSpMk id="53" creationId="{A9BB9D1F-0A22-BB20-A8AD-9FB257599D90}"/>
          </ac:cxnSpMkLst>
        </pc:cxnChg>
        <pc:cxnChg chg="del mod">
          <ac:chgData name="Palit, Tapti" userId="dec6fbcd-7598-406a-8cbf-504d4a3bac15" providerId="ADAL" clId="{ECD42228-5B96-4A72-B268-C46DF994E6B7}" dt="2024-01-30T03:52:49.639" v="85809" actId="478"/>
          <ac:cxnSpMkLst>
            <pc:docMk/>
            <pc:sldMk cId="147115937" sldId="1145"/>
            <ac:cxnSpMk id="54" creationId="{6C80A097-8EFB-E8F9-85C0-5CF25F673899}"/>
          </ac:cxnSpMkLst>
        </pc:cxnChg>
        <pc:cxnChg chg="add mod">
          <ac:chgData name="Palit, Tapti" userId="dec6fbcd-7598-406a-8cbf-504d4a3bac15" providerId="ADAL" clId="{ECD42228-5B96-4A72-B268-C46DF994E6B7}" dt="2024-01-30T03:53:05.829" v="85813"/>
          <ac:cxnSpMkLst>
            <pc:docMk/>
            <pc:sldMk cId="147115937" sldId="1145"/>
            <ac:cxnSpMk id="55" creationId="{EA7744E9-F7C9-A7C5-CD74-8276A6FDB0FA}"/>
          </ac:cxnSpMkLst>
        </pc:cxnChg>
        <pc:cxnChg chg="del mod">
          <ac:chgData name="Palit, Tapti" userId="dec6fbcd-7598-406a-8cbf-504d4a3bac15" providerId="ADAL" clId="{ECD42228-5B96-4A72-B268-C46DF994E6B7}" dt="2024-01-30T03:52:49.639" v="85809" actId="478"/>
          <ac:cxnSpMkLst>
            <pc:docMk/>
            <pc:sldMk cId="147115937" sldId="1145"/>
            <ac:cxnSpMk id="56" creationId="{E68E77D9-99EB-8D86-9A10-D2A275CBC79F}"/>
          </ac:cxnSpMkLst>
        </pc:cxnChg>
        <pc:cxnChg chg="add mod">
          <ac:chgData name="Palit, Tapti" userId="dec6fbcd-7598-406a-8cbf-504d4a3bac15" providerId="ADAL" clId="{ECD42228-5B96-4A72-B268-C46DF994E6B7}" dt="2024-01-30T03:53:05.829" v="85813"/>
          <ac:cxnSpMkLst>
            <pc:docMk/>
            <pc:sldMk cId="147115937" sldId="1145"/>
            <ac:cxnSpMk id="57" creationId="{77917BAC-C7F5-2C13-B6E0-3E55296FE6EB}"/>
          </ac:cxnSpMkLst>
        </pc:cxnChg>
        <pc:cxnChg chg="add mod">
          <ac:chgData name="Palit, Tapti" userId="dec6fbcd-7598-406a-8cbf-504d4a3bac15" providerId="ADAL" clId="{ECD42228-5B96-4A72-B268-C46DF994E6B7}" dt="2024-01-30T03:53:05.829" v="85813"/>
          <ac:cxnSpMkLst>
            <pc:docMk/>
            <pc:sldMk cId="147115937" sldId="1145"/>
            <ac:cxnSpMk id="58" creationId="{F555C70B-377C-1E35-B747-70FE30B4EA6A}"/>
          </ac:cxnSpMkLst>
        </pc:cxnChg>
        <pc:cxnChg chg="del mod">
          <ac:chgData name="Palit, Tapti" userId="dec6fbcd-7598-406a-8cbf-504d4a3bac15" providerId="ADAL" clId="{ECD42228-5B96-4A72-B268-C46DF994E6B7}" dt="2024-01-30T03:52:49.639" v="85809" actId="478"/>
          <ac:cxnSpMkLst>
            <pc:docMk/>
            <pc:sldMk cId="147115937" sldId="1145"/>
            <ac:cxnSpMk id="59" creationId="{C4DCAFE8-DCE6-A23F-1A33-EDD8273B0FDE}"/>
          </ac:cxnSpMkLst>
        </pc:cxnChg>
        <pc:cxnChg chg="add mod">
          <ac:chgData name="Palit, Tapti" userId="dec6fbcd-7598-406a-8cbf-504d4a3bac15" providerId="ADAL" clId="{ECD42228-5B96-4A72-B268-C46DF994E6B7}" dt="2024-01-30T03:53:05.829" v="85813"/>
          <ac:cxnSpMkLst>
            <pc:docMk/>
            <pc:sldMk cId="147115937" sldId="1145"/>
            <ac:cxnSpMk id="60" creationId="{7BF91ABC-9FDA-B403-A0D4-07BD8DC38268}"/>
          </ac:cxnSpMkLst>
        </pc:cxnChg>
        <pc:cxnChg chg="add mod">
          <ac:chgData name="Palit, Tapti" userId="dec6fbcd-7598-406a-8cbf-504d4a3bac15" providerId="ADAL" clId="{ECD42228-5B96-4A72-B268-C46DF994E6B7}" dt="2024-01-30T03:53:05.829" v="85813"/>
          <ac:cxnSpMkLst>
            <pc:docMk/>
            <pc:sldMk cId="147115937" sldId="1145"/>
            <ac:cxnSpMk id="61" creationId="{44CEA409-E025-C568-98C3-9DD9F2F2AFFC}"/>
          </ac:cxnSpMkLst>
        </pc:cxnChg>
        <pc:cxnChg chg="del mod">
          <ac:chgData name="Palit, Tapti" userId="dec6fbcd-7598-406a-8cbf-504d4a3bac15" providerId="ADAL" clId="{ECD42228-5B96-4A72-B268-C46DF994E6B7}" dt="2024-01-30T03:52:49.639" v="85809" actId="478"/>
          <ac:cxnSpMkLst>
            <pc:docMk/>
            <pc:sldMk cId="147115937" sldId="1145"/>
            <ac:cxnSpMk id="62" creationId="{8510581A-CD2B-B206-A218-B1585E50083E}"/>
          </ac:cxnSpMkLst>
        </pc:cxnChg>
        <pc:cxnChg chg="add mod">
          <ac:chgData name="Palit, Tapti" userId="dec6fbcd-7598-406a-8cbf-504d4a3bac15" providerId="ADAL" clId="{ECD42228-5B96-4A72-B268-C46DF994E6B7}" dt="2024-01-30T03:53:05.829" v="85813"/>
          <ac:cxnSpMkLst>
            <pc:docMk/>
            <pc:sldMk cId="147115937" sldId="1145"/>
            <ac:cxnSpMk id="63" creationId="{B2F10C30-DA98-75D5-EB9B-44D35E7C2259}"/>
          </ac:cxnSpMkLst>
        </pc:cxnChg>
        <pc:cxnChg chg="add mod">
          <ac:chgData name="Palit, Tapti" userId="dec6fbcd-7598-406a-8cbf-504d4a3bac15" providerId="ADAL" clId="{ECD42228-5B96-4A72-B268-C46DF994E6B7}" dt="2024-01-30T03:53:05.829" v="85813"/>
          <ac:cxnSpMkLst>
            <pc:docMk/>
            <pc:sldMk cId="147115937" sldId="1145"/>
            <ac:cxnSpMk id="64" creationId="{184D243B-AAF9-8373-3B2C-4360C9E24D0A}"/>
          </ac:cxnSpMkLst>
        </pc:cxnChg>
        <pc:cxnChg chg="del mod">
          <ac:chgData name="Palit, Tapti" userId="dec6fbcd-7598-406a-8cbf-504d4a3bac15" providerId="ADAL" clId="{ECD42228-5B96-4A72-B268-C46DF994E6B7}" dt="2024-01-30T03:52:49.639" v="85809" actId="478"/>
          <ac:cxnSpMkLst>
            <pc:docMk/>
            <pc:sldMk cId="147115937" sldId="1145"/>
            <ac:cxnSpMk id="65" creationId="{89559847-4675-3A4D-A974-874C80A86BDB}"/>
          </ac:cxnSpMkLst>
        </pc:cxnChg>
        <pc:cxnChg chg="add mod">
          <ac:chgData name="Palit, Tapti" userId="dec6fbcd-7598-406a-8cbf-504d4a3bac15" providerId="ADAL" clId="{ECD42228-5B96-4A72-B268-C46DF994E6B7}" dt="2024-01-30T03:53:05.829" v="85813"/>
          <ac:cxnSpMkLst>
            <pc:docMk/>
            <pc:sldMk cId="147115937" sldId="1145"/>
            <ac:cxnSpMk id="66" creationId="{A5544A11-E8CA-2DE0-ACF9-2FF11A686BC6}"/>
          </ac:cxnSpMkLst>
        </pc:cxnChg>
        <pc:cxnChg chg="add mod">
          <ac:chgData name="Palit, Tapti" userId="dec6fbcd-7598-406a-8cbf-504d4a3bac15" providerId="ADAL" clId="{ECD42228-5B96-4A72-B268-C46DF994E6B7}" dt="2024-01-30T03:53:05.829" v="85813"/>
          <ac:cxnSpMkLst>
            <pc:docMk/>
            <pc:sldMk cId="147115937" sldId="1145"/>
            <ac:cxnSpMk id="67" creationId="{0AB9E4A1-1AEC-C3B9-DE13-9D76199CADDA}"/>
          </ac:cxnSpMkLst>
        </pc:cxnChg>
        <pc:cxnChg chg="add mod">
          <ac:chgData name="Palit, Tapti" userId="dec6fbcd-7598-406a-8cbf-504d4a3bac15" providerId="ADAL" clId="{ECD42228-5B96-4A72-B268-C46DF994E6B7}" dt="2024-01-30T03:53:05.829" v="85813"/>
          <ac:cxnSpMkLst>
            <pc:docMk/>
            <pc:sldMk cId="147115937" sldId="1145"/>
            <ac:cxnSpMk id="68" creationId="{63C25530-253A-E392-F7DC-BD42E45C225D}"/>
          </ac:cxnSpMkLst>
        </pc:cxnChg>
        <pc:cxnChg chg="del mod">
          <ac:chgData name="Palit, Tapti" userId="dec6fbcd-7598-406a-8cbf-504d4a3bac15" providerId="ADAL" clId="{ECD42228-5B96-4A72-B268-C46DF994E6B7}" dt="2024-01-30T03:52:49.639" v="85809" actId="478"/>
          <ac:cxnSpMkLst>
            <pc:docMk/>
            <pc:sldMk cId="147115937" sldId="1145"/>
            <ac:cxnSpMk id="70" creationId="{C0E277F5-C650-C0B1-A4D2-433927549C65}"/>
          </ac:cxnSpMkLst>
        </pc:cxnChg>
        <pc:cxnChg chg="add mod">
          <ac:chgData name="Palit, Tapti" userId="dec6fbcd-7598-406a-8cbf-504d4a3bac15" providerId="ADAL" clId="{ECD42228-5B96-4A72-B268-C46DF994E6B7}" dt="2024-01-30T03:53:05.829" v="85813"/>
          <ac:cxnSpMkLst>
            <pc:docMk/>
            <pc:sldMk cId="147115937" sldId="1145"/>
            <ac:cxnSpMk id="72" creationId="{EB74BD41-A5CE-A36A-A217-2BE112ED7DCA}"/>
          </ac:cxnSpMkLst>
        </pc:cxnChg>
        <pc:cxnChg chg="add mod">
          <ac:chgData name="Palit, Tapti" userId="dec6fbcd-7598-406a-8cbf-504d4a3bac15" providerId="ADAL" clId="{ECD42228-5B96-4A72-B268-C46DF994E6B7}" dt="2024-01-30T03:53:05.829" v="85813"/>
          <ac:cxnSpMkLst>
            <pc:docMk/>
            <pc:sldMk cId="147115937" sldId="1145"/>
            <ac:cxnSpMk id="73" creationId="{A07807B8-0466-6BAB-48CA-6B1B3CBA9B4A}"/>
          </ac:cxnSpMkLst>
        </pc:cxnChg>
        <pc:cxnChg chg="del mod">
          <ac:chgData name="Palit, Tapti" userId="dec6fbcd-7598-406a-8cbf-504d4a3bac15" providerId="ADAL" clId="{ECD42228-5B96-4A72-B268-C46DF994E6B7}" dt="2024-01-30T03:52:49.639" v="85809" actId="478"/>
          <ac:cxnSpMkLst>
            <pc:docMk/>
            <pc:sldMk cId="147115937" sldId="1145"/>
            <ac:cxnSpMk id="74" creationId="{82A1A652-1DA8-A69A-31CA-3BDDE0029AEB}"/>
          </ac:cxnSpMkLst>
        </pc:cxnChg>
        <pc:cxnChg chg="add mod">
          <ac:chgData name="Palit, Tapti" userId="dec6fbcd-7598-406a-8cbf-504d4a3bac15" providerId="ADAL" clId="{ECD42228-5B96-4A72-B268-C46DF994E6B7}" dt="2024-01-30T03:53:05.829" v="85813"/>
          <ac:cxnSpMkLst>
            <pc:docMk/>
            <pc:sldMk cId="147115937" sldId="1145"/>
            <ac:cxnSpMk id="75" creationId="{F1A7EE72-D59D-E4E3-29E2-31103DD53BDB}"/>
          </ac:cxnSpMkLst>
        </pc:cxnChg>
        <pc:cxnChg chg="add mod">
          <ac:chgData name="Palit, Tapti" userId="dec6fbcd-7598-406a-8cbf-504d4a3bac15" providerId="ADAL" clId="{ECD42228-5B96-4A72-B268-C46DF994E6B7}" dt="2024-01-30T03:53:05.829" v="85813"/>
          <ac:cxnSpMkLst>
            <pc:docMk/>
            <pc:sldMk cId="147115937" sldId="1145"/>
            <ac:cxnSpMk id="76" creationId="{B0EE096D-26F2-272F-2686-011762F16DCD}"/>
          </ac:cxnSpMkLst>
        </pc:cxnChg>
        <pc:cxnChg chg="add mod">
          <ac:chgData name="Palit, Tapti" userId="dec6fbcd-7598-406a-8cbf-504d4a3bac15" providerId="ADAL" clId="{ECD42228-5B96-4A72-B268-C46DF994E6B7}" dt="2024-01-30T03:53:05.829" v="85813"/>
          <ac:cxnSpMkLst>
            <pc:docMk/>
            <pc:sldMk cId="147115937" sldId="1145"/>
            <ac:cxnSpMk id="77" creationId="{FE730EFE-9B95-30C9-B67D-14C490FA583C}"/>
          </ac:cxnSpMkLst>
        </pc:cxnChg>
        <pc:cxnChg chg="del mod">
          <ac:chgData name="Palit, Tapti" userId="dec6fbcd-7598-406a-8cbf-504d4a3bac15" providerId="ADAL" clId="{ECD42228-5B96-4A72-B268-C46DF994E6B7}" dt="2024-01-30T03:52:49.639" v="85809" actId="478"/>
          <ac:cxnSpMkLst>
            <pc:docMk/>
            <pc:sldMk cId="147115937" sldId="1145"/>
            <ac:cxnSpMk id="78" creationId="{5D2B217E-07E6-E883-6B84-93543CC0A508}"/>
          </ac:cxnSpMkLst>
        </pc:cxnChg>
        <pc:cxnChg chg="add mod">
          <ac:chgData name="Palit, Tapti" userId="dec6fbcd-7598-406a-8cbf-504d4a3bac15" providerId="ADAL" clId="{ECD42228-5B96-4A72-B268-C46DF994E6B7}" dt="2024-01-30T03:53:05.829" v="85813"/>
          <ac:cxnSpMkLst>
            <pc:docMk/>
            <pc:sldMk cId="147115937" sldId="1145"/>
            <ac:cxnSpMk id="79" creationId="{81A439F6-26A2-D7AB-7710-77FA4565CD23}"/>
          </ac:cxnSpMkLst>
        </pc:cxnChg>
        <pc:cxnChg chg="del mod">
          <ac:chgData name="Palit, Tapti" userId="dec6fbcd-7598-406a-8cbf-504d4a3bac15" providerId="ADAL" clId="{ECD42228-5B96-4A72-B268-C46DF994E6B7}" dt="2024-01-30T03:52:49.639" v="85809" actId="478"/>
          <ac:cxnSpMkLst>
            <pc:docMk/>
            <pc:sldMk cId="147115937" sldId="1145"/>
            <ac:cxnSpMk id="81" creationId="{92CFF3EE-32FB-7DF7-C94B-377A408BF34E}"/>
          </ac:cxnSpMkLst>
        </pc:cxnChg>
        <pc:cxnChg chg="del mod">
          <ac:chgData name="Palit, Tapti" userId="dec6fbcd-7598-406a-8cbf-504d4a3bac15" providerId="ADAL" clId="{ECD42228-5B96-4A72-B268-C46DF994E6B7}" dt="2024-01-30T03:52:49.639" v="85809" actId="478"/>
          <ac:cxnSpMkLst>
            <pc:docMk/>
            <pc:sldMk cId="147115937" sldId="1145"/>
            <ac:cxnSpMk id="84" creationId="{51A92FDC-838C-5F58-DDA9-5C68F6A601D5}"/>
          </ac:cxnSpMkLst>
        </pc:cxnChg>
        <pc:cxnChg chg="del mod">
          <ac:chgData name="Palit, Tapti" userId="dec6fbcd-7598-406a-8cbf-504d4a3bac15" providerId="ADAL" clId="{ECD42228-5B96-4A72-B268-C46DF994E6B7}" dt="2024-01-30T03:52:49.639" v="85809" actId="478"/>
          <ac:cxnSpMkLst>
            <pc:docMk/>
            <pc:sldMk cId="147115937" sldId="1145"/>
            <ac:cxnSpMk id="87" creationId="{DC12ACA4-838A-215C-1BB3-C4F836023765}"/>
          </ac:cxnSpMkLst>
        </pc:cxnChg>
      </pc:sldChg>
      <pc:sldChg chg="addSp delSp modSp add del mod">
        <pc:chgData name="Palit, Tapti" userId="dec6fbcd-7598-406a-8cbf-504d4a3bac15" providerId="ADAL" clId="{ECD42228-5B96-4A72-B268-C46DF994E6B7}" dt="2024-01-30T04:07:15.129" v="86011" actId="47"/>
        <pc:sldMkLst>
          <pc:docMk/>
          <pc:sldMk cId="3980235191" sldId="1146"/>
        </pc:sldMkLst>
        <pc:spChg chg="mod">
          <ac:chgData name="Palit, Tapti" userId="dec6fbcd-7598-406a-8cbf-504d4a3bac15" providerId="ADAL" clId="{ECD42228-5B96-4A72-B268-C46DF994E6B7}" dt="2024-01-30T03:42:47.957" v="85636" actId="108"/>
          <ac:spMkLst>
            <pc:docMk/>
            <pc:sldMk cId="3980235191" sldId="1146"/>
            <ac:spMk id="37" creationId="{ADE16CD4-CB1A-FD04-C8EB-F5DBBF77BF56}"/>
          </ac:spMkLst>
        </pc:spChg>
        <pc:spChg chg="mod">
          <ac:chgData name="Palit, Tapti" userId="dec6fbcd-7598-406a-8cbf-504d4a3bac15" providerId="ADAL" clId="{ECD42228-5B96-4A72-B268-C46DF994E6B7}" dt="2024-01-30T03:42:49.789" v="85637" actId="108"/>
          <ac:spMkLst>
            <pc:docMk/>
            <pc:sldMk cId="3980235191" sldId="1146"/>
            <ac:spMk id="38" creationId="{76DE4C37-A1B1-94A1-ACE3-7985E965C3E2}"/>
          </ac:spMkLst>
        </pc:spChg>
        <pc:spChg chg="mod">
          <ac:chgData name="Palit, Tapti" userId="dec6fbcd-7598-406a-8cbf-504d4a3bac15" providerId="ADAL" clId="{ECD42228-5B96-4A72-B268-C46DF994E6B7}" dt="2024-01-30T03:42:51.894" v="85638" actId="108"/>
          <ac:spMkLst>
            <pc:docMk/>
            <pc:sldMk cId="3980235191" sldId="1146"/>
            <ac:spMk id="39" creationId="{44CFF3D7-66AF-A230-3B94-8959874BAA11}"/>
          </ac:spMkLst>
        </pc:spChg>
        <pc:spChg chg="mod">
          <ac:chgData name="Palit, Tapti" userId="dec6fbcd-7598-406a-8cbf-504d4a3bac15" providerId="ADAL" clId="{ECD42228-5B96-4A72-B268-C46DF994E6B7}" dt="2024-01-30T03:42:54.278" v="85639" actId="108"/>
          <ac:spMkLst>
            <pc:docMk/>
            <pc:sldMk cId="3980235191" sldId="1146"/>
            <ac:spMk id="40" creationId="{FD58BCEA-CBED-CACB-DA51-ACBAA975DD8B}"/>
          </ac:spMkLst>
        </pc:spChg>
        <pc:spChg chg="mod">
          <ac:chgData name="Palit, Tapti" userId="dec6fbcd-7598-406a-8cbf-504d4a3bac15" providerId="ADAL" clId="{ECD42228-5B96-4A72-B268-C46DF994E6B7}" dt="2024-01-30T03:42:37.509" v="85633" actId="108"/>
          <ac:spMkLst>
            <pc:docMk/>
            <pc:sldMk cId="3980235191" sldId="1146"/>
            <ac:spMk id="41" creationId="{3E9F6403-905D-32B8-C023-8388B45FFBE9}"/>
          </ac:spMkLst>
        </pc:spChg>
        <pc:spChg chg="mod">
          <ac:chgData name="Palit, Tapti" userId="dec6fbcd-7598-406a-8cbf-504d4a3bac15" providerId="ADAL" clId="{ECD42228-5B96-4A72-B268-C46DF994E6B7}" dt="2024-01-30T03:42:43.149" v="85634" actId="108"/>
          <ac:spMkLst>
            <pc:docMk/>
            <pc:sldMk cId="3980235191" sldId="1146"/>
            <ac:spMk id="42" creationId="{939C4C73-EF1D-2E96-3185-7236D796F263}"/>
          </ac:spMkLst>
        </pc:spChg>
        <pc:spChg chg="mod">
          <ac:chgData name="Palit, Tapti" userId="dec6fbcd-7598-406a-8cbf-504d4a3bac15" providerId="ADAL" clId="{ECD42228-5B96-4A72-B268-C46DF994E6B7}" dt="2024-01-30T03:42:45.486" v="85635" actId="108"/>
          <ac:spMkLst>
            <pc:docMk/>
            <pc:sldMk cId="3980235191" sldId="1146"/>
            <ac:spMk id="43" creationId="{9C2F7F82-29BD-4B97-5478-1674709F6CCE}"/>
          </ac:spMkLst>
        </pc:spChg>
        <pc:spChg chg="mod">
          <ac:chgData name="Palit, Tapti" userId="dec6fbcd-7598-406a-8cbf-504d4a3bac15" providerId="ADAL" clId="{ECD42228-5B96-4A72-B268-C46DF994E6B7}" dt="2024-01-30T03:42:31.751" v="85630" actId="108"/>
          <ac:spMkLst>
            <pc:docMk/>
            <pc:sldMk cId="3980235191" sldId="1146"/>
            <ac:spMk id="44" creationId="{801A420A-374D-14D2-94E5-71119F13390E}"/>
          </ac:spMkLst>
        </pc:spChg>
        <pc:spChg chg="mod">
          <ac:chgData name="Palit, Tapti" userId="dec6fbcd-7598-406a-8cbf-504d4a3bac15" providerId="ADAL" clId="{ECD42228-5B96-4A72-B268-C46DF994E6B7}" dt="2024-01-30T03:42:33.734" v="85631" actId="108"/>
          <ac:spMkLst>
            <pc:docMk/>
            <pc:sldMk cId="3980235191" sldId="1146"/>
            <ac:spMk id="45" creationId="{24FF282E-D794-0AD0-B5D8-945519FAF538}"/>
          </ac:spMkLst>
        </pc:spChg>
        <pc:spChg chg="mod">
          <ac:chgData name="Palit, Tapti" userId="dec6fbcd-7598-406a-8cbf-504d4a3bac15" providerId="ADAL" clId="{ECD42228-5B96-4A72-B268-C46DF994E6B7}" dt="2024-01-30T03:42:35.734" v="85632" actId="108"/>
          <ac:spMkLst>
            <pc:docMk/>
            <pc:sldMk cId="3980235191" sldId="1146"/>
            <ac:spMk id="48" creationId="{6091DAAD-841A-758D-4955-4E18EBF254C9}"/>
          </ac:spMkLst>
        </pc:spChg>
        <pc:spChg chg="del">
          <ac:chgData name="Palit, Tapti" userId="dec6fbcd-7598-406a-8cbf-504d4a3bac15" providerId="ADAL" clId="{ECD42228-5B96-4A72-B268-C46DF994E6B7}" dt="2024-01-30T03:53:20.499" v="85821" actId="478"/>
          <ac:spMkLst>
            <pc:docMk/>
            <pc:sldMk cId="3980235191" sldId="1146"/>
            <ac:spMk id="90" creationId="{8BC5D0C1-5C4A-849A-95BD-C6F4632F5D97}"/>
          </ac:spMkLst>
        </pc:spChg>
        <pc:spChg chg="mod">
          <ac:chgData name="Palit, Tapti" userId="dec6fbcd-7598-406a-8cbf-504d4a3bac15" providerId="ADAL" clId="{ECD42228-5B96-4A72-B268-C46DF994E6B7}" dt="2024-01-30T03:35:57.456" v="85515"/>
          <ac:spMkLst>
            <pc:docMk/>
            <pc:sldMk cId="3980235191" sldId="1146"/>
            <ac:spMk id="92" creationId="{53F9325A-E0ED-BEEF-0BE7-CE0EBCABFF80}"/>
          </ac:spMkLst>
        </pc:spChg>
        <pc:cxnChg chg="mod">
          <ac:chgData name="Palit, Tapti" userId="dec6fbcd-7598-406a-8cbf-504d4a3bac15" providerId="ADAL" clId="{ECD42228-5B96-4A72-B268-C46DF994E6B7}" dt="2024-01-30T03:53:16.645" v="85820" actId="692"/>
          <ac:cxnSpMkLst>
            <pc:docMk/>
            <pc:sldMk cId="3980235191" sldId="1146"/>
            <ac:cxnSpMk id="6" creationId="{0F68FF9F-2532-5C40-4385-DA6EA36886F7}"/>
          </ac:cxnSpMkLst>
        </pc:cxnChg>
        <pc:cxnChg chg="del mod">
          <ac:chgData name="Palit, Tapti" userId="dec6fbcd-7598-406a-8cbf-504d4a3bac15" providerId="ADAL" clId="{ECD42228-5B96-4A72-B268-C46DF994E6B7}" dt="2024-01-30T03:36:03.115" v="85518" actId="478"/>
          <ac:cxnSpMkLst>
            <pc:docMk/>
            <pc:sldMk cId="3980235191" sldId="1146"/>
            <ac:cxnSpMk id="9" creationId="{CD3B5F49-2679-52BB-ECD5-7E90A90603E6}"/>
          </ac:cxnSpMkLst>
        </pc:cxnChg>
        <pc:cxnChg chg="del mod">
          <ac:chgData name="Palit, Tapti" userId="dec6fbcd-7598-406a-8cbf-504d4a3bac15" providerId="ADAL" clId="{ECD42228-5B96-4A72-B268-C46DF994E6B7}" dt="2024-01-30T03:36:03.846" v="85519" actId="478"/>
          <ac:cxnSpMkLst>
            <pc:docMk/>
            <pc:sldMk cId="3980235191" sldId="1146"/>
            <ac:cxnSpMk id="10" creationId="{46544D02-E2D1-D321-B512-03DADFA5BB76}"/>
          </ac:cxnSpMkLst>
        </pc:cxnChg>
        <pc:cxnChg chg="del">
          <ac:chgData name="Palit, Tapti" userId="dec6fbcd-7598-406a-8cbf-504d4a3bac15" providerId="ADAL" clId="{ECD42228-5B96-4A72-B268-C46DF994E6B7}" dt="2024-01-30T03:36:18.254" v="85529" actId="478"/>
          <ac:cxnSpMkLst>
            <pc:docMk/>
            <pc:sldMk cId="3980235191" sldId="1146"/>
            <ac:cxnSpMk id="11" creationId="{3E4E8930-60AA-3D01-F31A-BF136827152F}"/>
          </ac:cxnSpMkLst>
        </pc:cxnChg>
        <pc:cxnChg chg="del mod">
          <ac:chgData name="Palit, Tapti" userId="dec6fbcd-7598-406a-8cbf-504d4a3bac15" providerId="ADAL" clId="{ECD42228-5B96-4A72-B268-C46DF994E6B7}" dt="2024-01-30T03:36:11.530" v="85527" actId="478"/>
          <ac:cxnSpMkLst>
            <pc:docMk/>
            <pc:sldMk cId="3980235191" sldId="1146"/>
            <ac:cxnSpMk id="13" creationId="{1539655B-2D4E-88AD-63D7-8FB4EEA7067F}"/>
          </ac:cxnSpMkLst>
        </pc:cxnChg>
        <pc:cxnChg chg="del mod">
          <ac:chgData name="Palit, Tapti" userId="dec6fbcd-7598-406a-8cbf-504d4a3bac15" providerId="ADAL" clId="{ECD42228-5B96-4A72-B268-C46DF994E6B7}" dt="2024-01-30T03:36:04.706" v="85520" actId="478"/>
          <ac:cxnSpMkLst>
            <pc:docMk/>
            <pc:sldMk cId="3980235191" sldId="1146"/>
            <ac:cxnSpMk id="14" creationId="{E28A4E11-C6B8-50E0-E7DE-2BC6DAF95049}"/>
          </ac:cxnSpMkLst>
        </pc:cxnChg>
        <pc:cxnChg chg="add mod">
          <ac:chgData name="Palit, Tapti" userId="dec6fbcd-7598-406a-8cbf-504d4a3bac15" providerId="ADAL" clId="{ECD42228-5B96-4A72-B268-C46DF994E6B7}" dt="2024-01-30T03:53:28.293" v="85829" actId="14100"/>
          <ac:cxnSpMkLst>
            <pc:docMk/>
            <pc:sldMk cId="3980235191" sldId="1146"/>
            <ac:cxnSpMk id="15" creationId="{DD3B21A4-73FB-C073-1464-CD894F536ADD}"/>
          </ac:cxnSpMkLst>
        </pc:cxnChg>
        <pc:cxnChg chg="del mod">
          <ac:chgData name="Palit, Tapti" userId="dec6fbcd-7598-406a-8cbf-504d4a3bac15" providerId="ADAL" clId="{ECD42228-5B96-4A72-B268-C46DF994E6B7}" dt="2024-01-30T03:36:14.486" v="85528" actId="478"/>
          <ac:cxnSpMkLst>
            <pc:docMk/>
            <pc:sldMk cId="3980235191" sldId="1146"/>
            <ac:cxnSpMk id="18" creationId="{ADBB40BA-FB16-30AF-0F10-F17F1467B5D5}"/>
          </ac:cxnSpMkLst>
        </pc:cxnChg>
        <pc:cxnChg chg="del mod">
          <ac:chgData name="Palit, Tapti" userId="dec6fbcd-7598-406a-8cbf-504d4a3bac15" providerId="ADAL" clId="{ECD42228-5B96-4A72-B268-C46DF994E6B7}" dt="2024-01-30T03:36:20.718" v="85530" actId="478"/>
          <ac:cxnSpMkLst>
            <pc:docMk/>
            <pc:sldMk cId="3980235191" sldId="1146"/>
            <ac:cxnSpMk id="33" creationId="{D16613EF-2687-D3EC-FD19-77FF84CB2689}"/>
          </ac:cxnSpMkLst>
        </pc:cxnChg>
        <pc:cxnChg chg="del mod">
          <ac:chgData name="Palit, Tapti" userId="dec6fbcd-7598-406a-8cbf-504d4a3bac15" providerId="ADAL" clId="{ECD42228-5B96-4A72-B268-C46DF994E6B7}" dt="2024-01-30T03:36:10.005" v="85526" actId="478"/>
          <ac:cxnSpMkLst>
            <pc:docMk/>
            <pc:sldMk cId="3980235191" sldId="1146"/>
            <ac:cxnSpMk id="36" creationId="{9720D05D-AF7F-2DF6-DFBD-B46F391DFF14}"/>
          </ac:cxnSpMkLst>
        </pc:cxnChg>
        <pc:cxnChg chg="del mod">
          <ac:chgData name="Palit, Tapti" userId="dec6fbcd-7598-406a-8cbf-504d4a3bac15" providerId="ADAL" clId="{ECD42228-5B96-4A72-B268-C46DF994E6B7}" dt="2024-01-30T03:36:08.471" v="85524" actId="478"/>
          <ac:cxnSpMkLst>
            <pc:docMk/>
            <pc:sldMk cId="3980235191" sldId="1146"/>
            <ac:cxnSpMk id="54" creationId="{6C80A097-8EFB-E8F9-85C0-5CF25F673899}"/>
          </ac:cxnSpMkLst>
        </pc:cxnChg>
        <pc:cxnChg chg="del mod">
          <ac:chgData name="Palit, Tapti" userId="dec6fbcd-7598-406a-8cbf-504d4a3bac15" providerId="ADAL" clId="{ECD42228-5B96-4A72-B268-C46DF994E6B7}" dt="2024-01-30T03:36:09.092" v="85525" actId="478"/>
          <ac:cxnSpMkLst>
            <pc:docMk/>
            <pc:sldMk cId="3980235191" sldId="1146"/>
            <ac:cxnSpMk id="62" creationId="{8510581A-CD2B-B206-A218-B1585E50083E}"/>
          </ac:cxnSpMkLst>
        </pc:cxnChg>
        <pc:cxnChg chg="del mod">
          <ac:chgData name="Palit, Tapti" userId="dec6fbcd-7598-406a-8cbf-504d4a3bac15" providerId="ADAL" clId="{ECD42228-5B96-4A72-B268-C46DF994E6B7}" dt="2024-01-30T03:36:22.667" v="85531" actId="478"/>
          <ac:cxnSpMkLst>
            <pc:docMk/>
            <pc:sldMk cId="3980235191" sldId="1146"/>
            <ac:cxnSpMk id="65" creationId="{89559847-4675-3A4D-A974-874C80A86BDB}"/>
          </ac:cxnSpMkLst>
        </pc:cxnChg>
        <pc:cxnChg chg="del mod">
          <ac:chgData name="Palit, Tapti" userId="dec6fbcd-7598-406a-8cbf-504d4a3bac15" providerId="ADAL" clId="{ECD42228-5B96-4A72-B268-C46DF994E6B7}" dt="2024-01-30T03:36:23.396" v="85532" actId="478"/>
          <ac:cxnSpMkLst>
            <pc:docMk/>
            <pc:sldMk cId="3980235191" sldId="1146"/>
            <ac:cxnSpMk id="70" creationId="{C0E277F5-C650-C0B1-A4D2-433927549C65}"/>
          </ac:cxnSpMkLst>
        </pc:cxnChg>
        <pc:cxnChg chg="del mod">
          <ac:chgData name="Palit, Tapti" userId="dec6fbcd-7598-406a-8cbf-504d4a3bac15" providerId="ADAL" clId="{ECD42228-5B96-4A72-B268-C46DF994E6B7}" dt="2024-01-30T03:36:02.345" v="85517" actId="478"/>
          <ac:cxnSpMkLst>
            <pc:docMk/>
            <pc:sldMk cId="3980235191" sldId="1146"/>
            <ac:cxnSpMk id="74" creationId="{82A1A652-1DA8-A69A-31CA-3BDDE0029AEB}"/>
          </ac:cxnSpMkLst>
        </pc:cxnChg>
        <pc:cxnChg chg="del mod">
          <ac:chgData name="Palit, Tapti" userId="dec6fbcd-7598-406a-8cbf-504d4a3bac15" providerId="ADAL" clId="{ECD42228-5B96-4A72-B268-C46DF994E6B7}" dt="2024-01-30T03:36:06.622" v="85522" actId="478"/>
          <ac:cxnSpMkLst>
            <pc:docMk/>
            <pc:sldMk cId="3980235191" sldId="1146"/>
            <ac:cxnSpMk id="78" creationId="{5D2B217E-07E6-E883-6B84-93543CC0A508}"/>
          </ac:cxnSpMkLst>
        </pc:cxnChg>
        <pc:cxnChg chg="del mod">
          <ac:chgData name="Palit, Tapti" userId="dec6fbcd-7598-406a-8cbf-504d4a3bac15" providerId="ADAL" clId="{ECD42228-5B96-4A72-B268-C46DF994E6B7}" dt="2024-01-30T03:36:07.295" v="85523" actId="478"/>
          <ac:cxnSpMkLst>
            <pc:docMk/>
            <pc:sldMk cId="3980235191" sldId="1146"/>
            <ac:cxnSpMk id="81" creationId="{92CFF3EE-32FB-7DF7-C94B-377A408BF34E}"/>
          </ac:cxnSpMkLst>
        </pc:cxnChg>
        <pc:cxnChg chg="del mod">
          <ac:chgData name="Palit, Tapti" userId="dec6fbcd-7598-406a-8cbf-504d4a3bac15" providerId="ADAL" clId="{ECD42228-5B96-4A72-B268-C46DF994E6B7}" dt="2024-01-30T03:36:01.172" v="85516" actId="478"/>
          <ac:cxnSpMkLst>
            <pc:docMk/>
            <pc:sldMk cId="3980235191" sldId="1146"/>
            <ac:cxnSpMk id="84" creationId="{51A92FDC-838C-5F58-DDA9-5C68F6A601D5}"/>
          </ac:cxnSpMkLst>
        </pc:cxnChg>
        <pc:cxnChg chg="del mod">
          <ac:chgData name="Palit, Tapti" userId="dec6fbcd-7598-406a-8cbf-504d4a3bac15" providerId="ADAL" clId="{ECD42228-5B96-4A72-B268-C46DF994E6B7}" dt="2024-01-30T03:36:05.828" v="85521" actId="478"/>
          <ac:cxnSpMkLst>
            <pc:docMk/>
            <pc:sldMk cId="3980235191" sldId="1146"/>
            <ac:cxnSpMk id="87" creationId="{DC12ACA4-838A-215C-1BB3-C4F836023765}"/>
          </ac:cxnSpMkLst>
        </pc:cxnChg>
      </pc:sldChg>
      <pc:sldChg chg="addSp delSp modSp add del mod">
        <pc:chgData name="Palit, Tapti" userId="dec6fbcd-7598-406a-8cbf-504d4a3bac15" providerId="ADAL" clId="{ECD42228-5B96-4A72-B268-C46DF994E6B7}" dt="2024-01-30T04:11:17.553" v="86109" actId="47"/>
        <pc:sldMkLst>
          <pc:docMk/>
          <pc:sldMk cId="1699143" sldId="1147"/>
        </pc:sldMkLst>
        <pc:spChg chg="mod">
          <ac:chgData name="Palit, Tapti" userId="dec6fbcd-7598-406a-8cbf-504d4a3bac15" providerId="ADAL" clId="{ECD42228-5B96-4A72-B268-C46DF994E6B7}" dt="2024-01-30T03:44:25.919" v="85651"/>
          <ac:spMkLst>
            <pc:docMk/>
            <pc:sldMk cId="1699143" sldId="1147"/>
            <ac:spMk id="3" creationId="{0F8FF57D-D875-4CA5-B98A-04F4C751036F}"/>
          </ac:spMkLst>
        </pc:spChg>
        <pc:spChg chg="del">
          <ac:chgData name="Palit, Tapti" userId="dec6fbcd-7598-406a-8cbf-504d4a3bac15" providerId="ADAL" clId="{ECD42228-5B96-4A72-B268-C46DF994E6B7}" dt="2024-01-30T03:43:59.434" v="85650" actId="478"/>
          <ac:spMkLst>
            <pc:docMk/>
            <pc:sldMk cId="1699143" sldId="1147"/>
            <ac:spMk id="7" creationId="{0A390AE2-9CE4-81EB-6315-2DE2F897D709}"/>
          </ac:spMkLst>
        </pc:spChg>
        <pc:spChg chg="del">
          <ac:chgData name="Palit, Tapti" userId="dec6fbcd-7598-406a-8cbf-504d4a3bac15" providerId="ADAL" clId="{ECD42228-5B96-4A72-B268-C46DF994E6B7}" dt="2024-01-30T03:44:28.486" v="85652" actId="478"/>
          <ac:spMkLst>
            <pc:docMk/>
            <pc:sldMk cId="1699143" sldId="1147"/>
            <ac:spMk id="8" creationId="{8002B636-22BC-2C4D-F6EC-73AB5F736E36}"/>
          </ac:spMkLst>
        </pc:spChg>
        <pc:spChg chg="add mod">
          <ac:chgData name="Palit, Tapti" userId="dec6fbcd-7598-406a-8cbf-504d4a3bac15" providerId="ADAL" clId="{ECD42228-5B96-4A72-B268-C46DF994E6B7}" dt="2024-01-30T03:38:52.324" v="85573"/>
          <ac:spMkLst>
            <pc:docMk/>
            <pc:sldMk cId="1699143" sldId="1147"/>
            <ac:spMk id="9" creationId="{E3C705D2-0D5F-3FF3-4CE4-E8F5E062CD9B}"/>
          </ac:spMkLst>
        </pc:spChg>
        <pc:spChg chg="add mod">
          <ac:chgData name="Palit, Tapti" userId="dec6fbcd-7598-406a-8cbf-504d4a3bac15" providerId="ADAL" clId="{ECD42228-5B96-4A72-B268-C46DF994E6B7}" dt="2024-01-30T03:38:52.324" v="85573"/>
          <ac:spMkLst>
            <pc:docMk/>
            <pc:sldMk cId="1699143" sldId="1147"/>
            <ac:spMk id="10" creationId="{BDE50AC9-51BC-AAF6-BC22-F485434241AC}"/>
          </ac:spMkLst>
        </pc:spChg>
        <pc:spChg chg="del">
          <ac:chgData name="Palit, Tapti" userId="dec6fbcd-7598-406a-8cbf-504d4a3bac15" providerId="ADAL" clId="{ECD42228-5B96-4A72-B268-C46DF994E6B7}" dt="2024-01-30T03:47:50.613" v="85670" actId="478"/>
          <ac:spMkLst>
            <pc:docMk/>
            <pc:sldMk cId="1699143" sldId="1147"/>
            <ac:spMk id="12" creationId="{048B17C9-FEB6-2A84-AE1A-1A172D8CF3F8}"/>
          </ac:spMkLst>
        </pc:spChg>
        <pc:spChg chg="del">
          <ac:chgData name="Palit, Tapti" userId="dec6fbcd-7598-406a-8cbf-504d4a3bac15" providerId="ADAL" clId="{ECD42228-5B96-4A72-B268-C46DF994E6B7}" dt="2024-01-30T03:38:51.924" v="85572" actId="478"/>
          <ac:spMkLst>
            <pc:docMk/>
            <pc:sldMk cId="1699143" sldId="1147"/>
            <ac:spMk id="16" creationId="{D78D4F51-1A5A-AAF8-395E-A8C7D279E84C}"/>
          </ac:spMkLst>
        </pc:spChg>
        <pc:spChg chg="mod">
          <ac:chgData name="Palit, Tapti" userId="dec6fbcd-7598-406a-8cbf-504d4a3bac15" providerId="ADAL" clId="{ECD42228-5B96-4A72-B268-C46DF994E6B7}" dt="2024-01-30T03:43:43.749" v="85646" actId="108"/>
          <ac:spMkLst>
            <pc:docMk/>
            <pc:sldMk cId="1699143" sldId="1147"/>
            <ac:spMk id="37" creationId="{ADE16CD4-CB1A-FD04-C8EB-F5DBBF77BF56}"/>
          </ac:spMkLst>
        </pc:spChg>
        <pc:spChg chg="mod">
          <ac:chgData name="Palit, Tapti" userId="dec6fbcd-7598-406a-8cbf-504d4a3bac15" providerId="ADAL" clId="{ECD42228-5B96-4A72-B268-C46DF994E6B7}" dt="2024-01-30T03:43:45.836" v="85647" actId="108"/>
          <ac:spMkLst>
            <pc:docMk/>
            <pc:sldMk cId="1699143" sldId="1147"/>
            <ac:spMk id="38" creationId="{76DE4C37-A1B1-94A1-ACE3-7985E965C3E2}"/>
          </ac:spMkLst>
        </pc:spChg>
        <pc:spChg chg="mod">
          <ac:chgData name="Palit, Tapti" userId="dec6fbcd-7598-406a-8cbf-504d4a3bac15" providerId="ADAL" clId="{ECD42228-5B96-4A72-B268-C46DF994E6B7}" dt="2024-01-30T03:43:47.820" v="85648" actId="108"/>
          <ac:spMkLst>
            <pc:docMk/>
            <pc:sldMk cId="1699143" sldId="1147"/>
            <ac:spMk id="39" creationId="{44CFF3D7-66AF-A230-3B94-8959874BAA11}"/>
          </ac:spMkLst>
        </pc:spChg>
        <pc:spChg chg="mod">
          <ac:chgData name="Palit, Tapti" userId="dec6fbcd-7598-406a-8cbf-504d4a3bac15" providerId="ADAL" clId="{ECD42228-5B96-4A72-B268-C46DF994E6B7}" dt="2024-01-30T03:43:49.789" v="85649" actId="108"/>
          <ac:spMkLst>
            <pc:docMk/>
            <pc:sldMk cId="1699143" sldId="1147"/>
            <ac:spMk id="40" creationId="{FD58BCEA-CBED-CACB-DA51-ACBAA975DD8B}"/>
          </ac:spMkLst>
        </pc:spChg>
        <pc:spChg chg="mod">
          <ac:chgData name="Palit, Tapti" userId="dec6fbcd-7598-406a-8cbf-504d4a3bac15" providerId="ADAL" clId="{ECD42228-5B96-4A72-B268-C46DF994E6B7}" dt="2024-01-30T03:43:37.988" v="85643" actId="108"/>
          <ac:spMkLst>
            <pc:docMk/>
            <pc:sldMk cId="1699143" sldId="1147"/>
            <ac:spMk id="41" creationId="{3E9F6403-905D-32B8-C023-8388B45FFBE9}"/>
          </ac:spMkLst>
        </pc:spChg>
        <pc:spChg chg="mod">
          <ac:chgData name="Palit, Tapti" userId="dec6fbcd-7598-406a-8cbf-504d4a3bac15" providerId="ADAL" clId="{ECD42228-5B96-4A72-B268-C46DF994E6B7}" dt="2024-01-30T03:43:39.764" v="85644" actId="108"/>
          <ac:spMkLst>
            <pc:docMk/>
            <pc:sldMk cId="1699143" sldId="1147"/>
            <ac:spMk id="42" creationId="{939C4C73-EF1D-2E96-3185-7236D796F263}"/>
          </ac:spMkLst>
        </pc:spChg>
        <pc:spChg chg="mod">
          <ac:chgData name="Palit, Tapti" userId="dec6fbcd-7598-406a-8cbf-504d4a3bac15" providerId="ADAL" clId="{ECD42228-5B96-4A72-B268-C46DF994E6B7}" dt="2024-01-30T03:43:41.769" v="85645" actId="108"/>
          <ac:spMkLst>
            <pc:docMk/>
            <pc:sldMk cId="1699143" sldId="1147"/>
            <ac:spMk id="43" creationId="{9C2F7F82-29BD-4B97-5478-1674709F6CCE}"/>
          </ac:spMkLst>
        </pc:spChg>
        <pc:spChg chg="mod">
          <ac:chgData name="Palit, Tapti" userId="dec6fbcd-7598-406a-8cbf-504d4a3bac15" providerId="ADAL" clId="{ECD42228-5B96-4A72-B268-C46DF994E6B7}" dt="2024-01-30T03:43:31.495" v="85640" actId="108"/>
          <ac:spMkLst>
            <pc:docMk/>
            <pc:sldMk cId="1699143" sldId="1147"/>
            <ac:spMk id="44" creationId="{801A420A-374D-14D2-94E5-71119F13390E}"/>
          </ac:spMkLst>
        </pc:spChg>
        <pc:spChg chg="mod">
          <ac:chgData name="Palit, Tapti" userId="dec6fbcd-7598-406a-8cbf-504d4a3bac15" providerId="ADAL" clId="{ECD42228-5B96-4A72-B268-C46DF994E6B7}" dt="2024-01-30T03:43:33.878" v="85641" actId="108"/>
          <ac:spMkLst>
            <pc:docMk/>
            <pc:sldMk cId="1699143" sldId="1147"/>
            <ac:spMk id="45" creationId="{24FF282E-D794-0AD0-B5D8-945519FAF538}"/>
          </ac:spMkLst>
        </pc:spChg>
        <pc:spChg chg="mod">
          <ac:chgData name="Palit, Tapti" userId="dec6fbcd-7598-406a-8cbf-504d4a3bac15" providerId="ADAL" clId="{ECD42228-5B96-4A72-B268-C46DF994E6B7}" dt="2024-01-30T03:43:36.085" v="85642" actId="108"/>
          <ac:spMkLst>
            <pc:docMk/>
            <pc:sldMk cId="1699143" sldId="1147"/>
            <ac:spMk id="48" creationId="{6091DAAD-841A-758D-4955-4E18EBF254C9}"/>
          </ac:spMkLst>
        </pc:spChg>
        <pc:spChg chg="del">
          <ac:chgData name="Palit, Tapti" userId="dec6fbcd-7598-406a-8cbf-504d4a3bac15" providerId="ADAL" clId="{ECD42228-5B96-4A72-B268-C46DF994E6B7}" dt="2024-01-30T03:39:01.937" v="85574" actId="478"/>
          <ac:spMkLst>
            <pc:docMk/>
            <pc:sldMk cId="1699143" sldId="1147"/>
            <ac:spMk id="69" creationId="{B2FD6213-7D49-E385-4822-B74730E83B21}"/>
          </ac:spMkLst>
        </pc:spChg>
        <pc:spChg chg="mod">
          <ac:chgData name="Palit, Tapti" userId="dec6fbcd-7598-406a-8cbf-504d4a3bac15" providerId="ADAL" clId="{ECD42228-5B96-4A72-B268-C46DF994E6B7}" dt="2024-01-30T03:39:18.798" v="85575"/>
          <ac:spMkLst>
            <pc:docMk/>
            <pc:sldMk cId="1699143" sldId="1147"/>
            <ac:spMk id="92" creationId="{53F9325A-E0ED-BEEF-0BE7-CE0EBCABFF80}"/>
          </ac:spMkLst>
        </pc:spChg>
        <pc:cxnChg chg="mod">
          <ac:chgData name="Palit, Tapti" userId="dec6fbcd-7598-406a-8cbf-504d4a3bac15" providerId="ADAL" clId="{ECD42228-5B96-4A72-B268-C46DF994E6B7}" dt="2024-01-30T03:48:01.656" v="85678" actId="692"/>
          <ac:cxnSpMkLst>
            <pc:docMk/>
            <pc:sldMk cId="1699143" sldId="1147"/>
            <ac:cxnSpMk id="6" creationId="{0F68FF9F-2532-5C40-4385-DA6EA36886F7}"/>
          </ac:cxnSpMkLst>
        </pc:cxnChg>
        <pc:cxnChg chg="del">
          <ac:chgData name="Palit, Tapti" userId="dec6fbcd-7598-406a-8cbf-504d4a3bac15" providerId="ADAL" clId="{ECD42228-5B96-4A72-B268-C46DF994E6B7}" dt="2024-01-30T03:47:50.613" v="85670" actId="478"/>
          <ac:cxnSpMkLst>
            <pc:docMk/>
            <pc:sldMk cId="1699143" sldId="1147"/>
            <ac:cxnSpMk id="15" creationId="{DD3B21A4-73FB-C073-1464-CD894F536ADD}"/>
          </ac:cxnSpMkLst>
        </pc:cxnChg>
      </pc:sldChg>
      <pc:sldChg chg="addSp delSp modSp add del mod">
        <pc:chgData name="Palit, Tapti" userId="dec6fbcd-7598-406a-8cbf-504d4a3bac15" providerId="ADAL" clId="{ECD42228-5B96-4A72-B268-C46DF994E6B7}" dt="2024-01-30T04:11:17.553" v="86109" actId="47"/>
        <pc:sldMkLst>
          <pc:docMk/>
          <pc:sldMk cId="1336996941" sldId="1148"/>
        </pc:sldMkLst>
        <pc:spChg chg="mod">
          <ac:chgData name="Palit, Tapti" userId="dec6fbcd-7598-406a-8cbf-504d4a3bac15" providerId="ADAL" clId="{ECD42228-5B96-4A72-B268-C46DF994E6B7}" dt="2024-01-30T03:45:09.596" v="85665"/>
          <ac:spMkLst>
            <pc:docMk/>
            <pc:sldMk cId="1336996941" sldId="1148"/>
            <ac:spMk id="9" creationId="{E3C705D2-0D5F-3FF3-4CE4-E8F5E062CD9B}"/>
          </ac:spMkLst>
        </pc:spChg>
        <pc:spChg chg="del">
          <ac:chgData name="Palit, Tapti" userId="dec6fbcd-7598-406a-8cbf-504d4a3bac15" providerId="ADAL" clId="{ECD42228-5B96-4A72-B268-C46DF994E6B7}" dt="2024-01-30T03:44:44.634" v="85655" actId="478"/>
          <ac:spMkLst>
            <pc:docMk/>
            <pc:sldMk cId="1336996941" sldId="1148"/>
            <ac:spMk id="12" creationId="{048B17C9-FEB6-2A84-AE1A-1A172D8CF3F8}"/>
          </ac:spMkLst>
        </pc:spChg>
        <pc:spChg chg="del">
          <ac:chgData name="Palit, Tapti" userId="dec6fbcd-7598-406a-8cbf-504d4a3bac15" providerId="ADAL" clId="{ECD42228-5B96-4A72-B268-C46DF994E6B7}" dt="2024-01-30T03:44:46.063" v="85656" actId="478"/>
          <ac:spMkLst>
            <pc:docMk/>
            <pc:sldMk cId="1336996941" sldId="1148"/>
            <ac:spMk id="90" creationId="{8BC5D0C1-5C4A-849A-95BD-C6F4632F5D97}"/>
          </ac:spMkLst>
        </pc:spChg>
        <pc:spChg chg="mod">
          <ac:chgData name="Palit, Tapti" userId="dec6fbcd-7598-406a-8cbf-504d4a3bac15" providerId="ADAL" clId="{ECD42228-5B96-4A72-B268-C46DF994E6B7}" dt="2024-01-30T03:46:38.236" v="85666"/>
          <ac:spMkLst>
            <pc:docMk/>
            <pc:sldMk cId="1336996941" sldId="1148"/>
            <ac:spMk id="92" creationId="{53F9325A-E0ED-BEEF-0BE7-CE0EBCABFF80}"/>
          </ac:spMkLst>
        </pc:spChg>
        <pc:cxnChg chg="del mod">
          <ac:chgData name="Palit, Tapti" userId="dec6fbcd-7598-406a-8cbf-504d4a3bac15" providerId="ADAL" clId="{ECD42228-5B96-4A72-B268-C46DF994E6B7}" dt="2024-01-30T03:54:04.847" v="85836" actId="478"/>
          <ac:cxnSpMkLst>
            <pc:docMk/>
            <pc:sldMk cId="1336996941" sldId="1148"/>
            <ac:cxnSpMk id="6" creationId="{0F68FF9F-2532-5C40-4385-DA6EA36886F7}"/>
          </ac:cxnSpMkLst>
        </pc:cxnChg>
        <pc:cxnChg chg="add mod">
          <ac:chgData name="Palit, Tapti" userId="dec6fbcd-7598-406a-8cbf-504d4a3bac15" providerId="ADAL" clId="{ECD42228-5B96-4A72-B268-C46DF994E6B7}" dt="2024-01-30T03:49:18.969" v="85697" actId="692"/>
          <ac:cxnSpMkLst>
            <pc:docMk/>
            <pc:sldMk cId="1336996941" sldId="1148"/>
            <ac:cxnSpMk id="7" creationId="{514B4DD8-0F9E-F260-14D9-6E40E5CF7E4C}"/>
          </ac:cxnSpMkLst>
        </pc:cxnChg>
        <pc:cxnChg chg="add del mod">
          <ac:chgData name="Palit, Tapti" userId="dec6fbcd-7598-406a-8cbf-504d4a3bac15" providerId="ADAL" clId="{ECD42228-5B96-4A72-B268-C46DF994E6B7}" dt="2024-01-30T03:53:54.829" v="85833" actId="478"/>
          <ac:cxnSpMkLst>
            <pc:docMk/>
            <pc:sldMk cId="1336996941" sldId="1148"/>
            <ac:cxnSpMk id="8" creationId="{CA1A2FA6-D690-7BEC-5E90-4AF2138C0263}"/>
          </ac:cxnSpMkLst>
        </pc:cxnChg>
        <pc:cxnChg chg="add mod">
          <ac:chgData name="Palit, Tapti" userId="dec6fbcd-7598-406a-8cbf-504d4a3bac15" providerId="ADAL" clId="{ECD42228-5B96-4A72-B268-C46DF994E6B7}" dt="2024-01-30T03:49:18.969" v="85697" actId="692"/>
          <ac:cxnSpMkLst>
            <pc:docMk/>
            <pc:sldMk cId="1336996941" sldId="1148"/>
            <ac:cxnSpMk id="11" creationId="{C662441B-3B27-9FD7-0FA0-8A19CA9E2175}"/>
          </ac:cxnSpMkLst>
        </pc:cxnChg>
        <pc:cxnChg chg="add mod">
          <ac:chgData name="Palit, Tapti" userId="dec6fbcd-7598-406a-8cbf-504d4a3bac15" providerId="ADAL" clId="{ECD42228-5B96-4A72-B268-C46DF994E6B7}" dt="2024-01-30T03:49:18.969" v="85697" actId="692"/>
          <ac:cxnSpMkLst>
            <pc:docMk/>
            <pc:sldMk cId="1336996941" sldId="1148"/>
            <ac:cxnSpMk id="13" creationId="{DA333BC6-1191-F82F-252D-0A3FA83EA26B}"/>
          </ac:cxnSpMkLst>
        </pc:cxnChg>
        <pc:cxnChg chg="add mod">
          <ac:chgData name="Palit, Tapti" userId="dec6fbcd-7598-406a-8cbf-504d4a3bac15" providerId="ADAL" clId="{ECD42228-5B96-4A72-B268-C46DF994E6B7}" dt="2024-01-30T03:49:18.969" v="85697" actId="692"/>
          <ac:cxnSpMkLst>
            <pc:docMk/>
            <pc:sldMk cId="1336996941" sldId="1148"/>
            <ac:cxnSpMk id="14" creationId="{DBF1709F-0D66-8880-B442-6917EA9C6828}"/>
          </ac:cxnSpMkLst>
        </pc:cxnChg>
        <pc:cxnChg chg="del">
          <ac:chgData name="Palit, Tapti" userId="dec6fbcd-7598-406a-8cbf-504d4a3bac15" providerId="ADAL" clId="{ECD42228-5B96-4A72-B268-C46DF994E6B7}" dt="2024-01-30T03:44:42.844" v="85654" actId="478"/>
          <ac:cxnSpMkLst>
            <pc:docMk/>
            <pc:sldMk cId="1336996941" sldId="1148"/>
            <ac:cxnSpMk id="15" creationId="{DD3B21A4-73FB-C073-1464-CD894F536ADD}"/>
          </ac:cxnSpMkLst>
        </pc:cxnChg>
        <pc:cxnChg chg="add del mod">
          <ac:chgData name="Palit, Tapti" userId="dec6fbcd-7598-406a-8cbf-504d4a3bac15" providerId="ADAL" clId="{ECD42228-5B96-4A72-B268-C46DF994E6B7}" dt="2024-01-30T03:53:59.959" v="85835" actId="14100"/>
          <ac:cxnSpMkLst>
            <pc:docMk/>
            <pc:sldMk cId="1336996941" sldId="1148"/>
            <ac:cxnSpMk id="16" creationId="{D9D602DD-9BC0-180C-A21D-E80EA0590FDD}"/>
          </ac:cxnSpMkLst>
        </pc:cxnChg>
        <pc:cxnChg chg="add mod">
          <ac:chgData name="Palit, Tapti" userId="dec6fbcd-7598-406a-8cbf-504d4a3bac15" providerId="ADAL" clId="{ECD42228-5B96-4A72-B268-C46DF994E6B7}" dt="2024-01-30T03:48:35.229" v="85686" actId="692"/>
          <ac:cxnSpMkLst>
            <pc:docMk/>
            <pc:sldMk cId="1336996941" sldId="1148"/>
            <ac:cxnSpMk id="17" creationId="{AD752B91-2CCE-CB6C-CBE6-1A1D89EA5873}"/>
          </ac:cxnSpMkLst>
        </pc:cxnChg>
        <pc:cxnChg chg="add mod">
          <ac:chgData name="Palit, Tapti" userId="dec6fbcd-7598-406a-8cbf-504d4a3bac15" providerId="ADAL" clId="{ECD42228-5B96-4A72-B268-C46DF994E6B7}" dt="2024-01-30T03:49:02.009" v="85695" actId="692"/>
          <ac:cxnSpMkLst>
            <pc:docMk/>
            <pc:sldMk cId="1336996941" sldId="1148"/>
            <ac:cxnSpMk id="18" creationId="{81B5580D-E446-2D90-CED8-58FE02C9A1A4}"/>
          </ac:cxnSpMkLst>
        </pc:cxnChg>
        <pc:cxnChg chg="add mod">
          <ac:chgData name="Palit, Tapti" userId="dec6fbcd-7598-406a-8cbf-504d4a3bac15" providerId="ADAL" clId="{ECD42228-5B96-4A72-B268-C46DF994E6B7}" dt="2024-01-30T03:49:02.009" v="85695" actId="692"/>
          <ac:cxnSpMkLst>
            <pc:docMk/>
            <pc:sldMk cId="1336996941" sldId="1148"/>
            <ac:cxnSpMk id="19" creationId="{46D7D48D-94CE-9C35-E3A9-05D1011B585F}"/>
          </ac:cxnSpMkLst>
        </pc:cxnChg>
        <pc:cxnChg chg="add mod">
          <ac:chgData name="Palit, Tapti" userId="dec6fbcd-7598-406a-8cbf-504d4a3bac15" providerId="ADAL" clId="{ECD42228-5B96-4A72-B268-C46DF994E6B7}" dt="2024-01-30T03:49:02.009" v="85695" actId="692"/>
          <ac:cxnSpMkLst>
            <pc:docMk/>
            <pc:sldMk cId="1336996941" sldId="1148"/>
            <ac:cxnSpMk id="20" creationId="{9437A7F3-4218-82EC-43EB-948284C6B874}"/>
          </ac:cxnSpMkLst>
        </pc:cxnChg>
        <pc:cxnChg chg="add mod">
          <ac:chgData name="Palit, Tapti" userId="dec6fbcd-7598-406a-8cbf-504d4a3bac15" providerId="ADAL" clId="{ECD42228-5B96-4A72-B268-C46DF994E6B7}" dt="2024-01-30T03:48:35.229" v="85686" actId="692"/>
          <ac:cxnSpMkLst>
            <pc:docMk/>
            <pc:sldMk cId="1336996941" sldId="1148"/>
            <ac:cxnSpMk id="21" creationId="{6CB5EA48-2459-D6FA-3A80-672F21CF576F}"/>
          </ac:cxnSpMkLst>
        </pc:cxnChg>
        <pc:cxnChg chg="add mod">
          <ac:chgData name="Palit, Tapti" userId="dec6fbcd-7598-406a-8cbf-504d4a3bac15" providerId="ADAL" clId="{ECD42228-5B96-4A72-B268-C46DF994E6B7}" dt="2024-01-30T03:49:02.009" v="85695" actId="692"/>
          <ac:cxnSpMkLst>
            <pc:docMk/>
            <pc:sldMk cId="1336996941" sldId="1148"/>
            <ac:cxnSpMk id="22" creationId="{7E5BB07A-2E5D-63D0-50BF-6AC3B7114D03}"/>
          </ac:cxnSpMkLst>
        </pc:cxnChg>
        <pc:cxnChg chg="add mod">
          <ac:chgData name="Palit, Tapti" userId="dec6fbcd-7598-406a-8cbf-504d4a3bac15" providerId="ADAL" clId="{ECD42228-5B96-4A72-B268-C46DF994E6B7}" dt="2024-01-30T03:49:02.009" v="85695" actId="692"/>
          <ac:cxnSpMkLst>
            <pc:docMk/>
            <pc:sldMk cId="1336996941" sldId="1148"/>
            <ac:cxnSpMk id="23" creationId="{C2F4770A-1745-90A9-4402-42F91902F209}"/>
          </ac:cxnSpMkLst>
        </pc:cxnChg>
        <pc:cxnChg chg="mod">
          <ac:chgData name="Palit, Tapti" userId="dec6fbcd-7598-406a-8cbf-504d4a3bac15" providerId="ADAL" clId="{ECD42228-5B96-4A72-B268-C46DF994E6B7}" dt="2024-01-30T03:49:18.969" v="85697" actId="692"/>
          <ac:cxnSpMkLst>
            <pc:docMk/>
            <pc:sldMk cId="1336996941" sldId="1148"/>
            <ac:cxnSpMk id="46" creationId="{611E7F4A-E0C0-1418-008E-7610C6600A70}"/>
          </ac:cxnSpMkLst>
        </pc:cxnChg>
        <pc:cxnChg chg="mod">
          <ac:chgData name="Palit, Tapti" userId="dec6fbcd-7598-406a-8cbf-504d4a3bac15" providerId="ADAL" clId="{ECD42228-5B96-4A72-B268-C46DF994E6B7}" dt="2024-01-30T03:49:18.969" v="85697" actId="692"/>
          <ac:cxnSpMkLst>
            <pc:docMk/>
            <pc:sldMk cId="1336996941" sldId="1148"/>
            <ac:cxnSpMk id="47" creationId="{C5AB59CA-8CF4-3FDC-AD0D-B9B5F220ACEC}"/>
          </ac:cxnSpMkLst>
        </pc:cxnChg>
        <pc:cxnChg chg="mod">
          <ac:chgData name="Palit, Tapti" userId="dec6fbcd-7598-406a-8cbf-504d4a3bac15" providerId="ADAL" clId="{ECD42228-5B96-4A72-B268-C46DF994E6B7}" dt="2024-01-30T03:49:18.969" v="85697" actId="692"/>
          <ac:cxnSpMkLst>
            <pc:docMk/>
            <pc:sldMk cId="1336996941" sldId="1148"/>
            <ac:cxnSpMk id="50" creationId="{82371F7E-94E0-B5C8-85BF-07D5104E7308}"/>
          </ac:cxnSpMkLst>
        </pc:cxnChg>
        <pc:cxnChg chg="mod">
          <ac:chgData name="Palit, Tapti" userId="dec6fbcd-7598-406a-8cbf-504d4a3bac15" providerId="ADAL" clId="{ECD42228-5B96-4A72-B268-C46DF994E6B7}" dt="2024-01-30T03:49:18.969" v="85697" actId="692"/>
          <ac:cxnSpMkLst>
            <pc:docMk/>
            <pc:sldMk cId="1336996941" sldId="1148"/>
            <ac:cxnSpMk id="53" creationId="{A9BB9D1F-0A22-BB20-A8AD-9FB257599D90}"/>
          </ac:cxnSpMkLst>
        </pc:cxnChg>
      </pc:sldChg>
      <pc:sldChg chg="addSp delSp modSp add mod modNotesTx">
        <pc:chgData name="Palit, Tapti" userId="dec6fbcd-7598-406a-8cbf-504d4a3bac15" providerId="ADAL" clId="{ECD42228-5B96-4A72-B268-C46DF994E6B7}" dt="2024-02-09T04:43:50.219" v="104495" actId="478"/>
        <pc:sldMkLst>
          <pc:docMk/>
          <pc:sldMk cId="3604379590" sldId="1149"/>
        </pc:sldMkLst>
        <pc:spChg chg="mod">
          <ac:chgData name="Palit, Tapti" userId="dec6fbcd-7598-406a-8cbf-504d4a3bac15" providerId="ADAL" clId="{ECD42228-5B96-4A72-B268-C46DF994E6B7}" dt="2024-01-30T07:08:14.956" v="90843" actId="20577"/>
          <ac:spMkLst>
            <pc:docMk/>
            <pc:sldMk cId="3604379590" sldId="1149"/>
            <ac:spMk id="5" creationId="{86FADD99-6071-9343-BD21-FF17E57C884E}"/>
          </ac:spMkLst>
        </pc:spChg>
        <pc:spChg chg="del mod">
          <ac:chgData name="Palit, Tapti" userId="dec6fbcd-7598-406a-8cbf-504d4a3bac15" providerId="ADAL" clId="{ECD42228-5B96-4A72-B268-C46DF994E6B7}" dt="2024-02-09T04:43:50.219" v="104495" actId="478"/>
          <ac:spMkLst>
            <pc:docMk/>
            <pc:sldMk cId="3604379590" sldId="1149"/>
            <ac:spMk id="7" creationId="{0A390AE2-9CE4-81EB-6315-2DE2F897D709}"/>
          </ac:spMkLst>
        </pc:spChg>
        <pc:spChg chg="mod">
          <ac:chgData name="Palit, Tapti" userId="dec6fbcd-7598-406a-8cbf-504d4a3bac15" providerId="ADAL" clId="{ECD42228-5B96-4A72-B268-C46DF994E6B7}" dt="2024-01-30T03:57:21.002" v="85893" actId="1076"/>
          <ac:spMkLst>
            <pc:docMk/>
            <pc:sldMk cId="3604379590" sldId="1149"/>
            <ac:spMk id="16" creationId="{2A187A53-E5C6-EB07-ACF3-393CD3D4AEDA}"/>
          </ac:spMkLst>
        </pc:spChg>
        <pc:cxnChg chg="add mod">
          <ac:chgData name="Palit, Tapti" userId="dec6fbcd-7598-406a-8cbf-504d4a3bac15" providerId="ADAL" clId="{ECD42228-5B96-4A72-B268-C46DF994E6B7}" dt="2024-01-30T03:57:14.242" v="85889" actId="14100"/>
          <ac:cxnSpMkLst>
            <pc:docMk/>
            <pc:sldMk cId="3604379590" sldId="1149"/>
            <ac:cxnSpMk id="2" creationId="{FCD20EF2-683E-F4A6-EF85-F3DDE871901A}"/>
          </ac:cxnSpMkLst>
        </pc:cxnChg>
        <pc:cxnChg chg="add mod">
          <ac:chgData name="Palit, Tapti" userId="dec6fbcd-7598-406a-8cbf-504d4a3bac15" providerId="ADAL" clId="{ECD42228-5B96-4A72-B268-C46DF994E6B7}" dt="2024-01-30T03:57:21.002" v="85893" actId="1076"/>
          <ac:cxnSpMkLst>
            <pc:docMk/>
            <pc:sldMk cId="3604379590" sldId="1149"/>
            <ac:cxnSpMk id="11" creationId="{34ADCB78-7E32-1294-35B5-028CB3B5795D}"/>
          </ac:cxnSpMkLst>
        </pc:cxnChg>
      </pc:sldChg>
      <pc:sldChg chg="add del">
        <pc:chgData name="Palit, Tapti" userId="dec6fbcd-7598-406a-8cbf-504d4a3bac15" providerId="ADAL" clId="{ECD42228-5B96-4A72-B268-C46DF994E6B7}" dt="2024-01-30T04:00:23.889" v="85947" actId="47"/>
        <pc:sldMkLst>
          <pc:docMk/>
          <pc:sldMk cId="2250223698" sldId="1150"/>
        </pc:sldMkLst>
      </pc:sldChg>
      <pc:sldChg chg="addSp delSp modSp add mod modNotesTx">
        <pc:chgData name="Palit, Tapti" userId="dec6fbcd-7598-406a-8cbf-504d4a3bac15" providerId="ADAL" clId="{ECD42228-5B96-4A72-B268-C46DF994E6B7}" dt="2024-02-09T04:43:52.954" v="104496" actId="478"/>
        <pc:sldMkLst>
          <pc:docMk/>
          <pc:sldMk cId="1022924109" sldId="1151"/>
        </pc:sldMkLst>
        <pc:spChg chg="mod">
          <ac:chgData name="Palit, Tapti" userId="dec6fbcd-7598-406a-8cbf-504d4a3bac15" providerId="ADAL" clId="{ECD42228-5B96-4A72-B268-C46DF994E6B7}" dt="2024-01-30T07:08:19.141" v="90844" actId="20577"/>
          <ac:spMkLst>
            <pc:docMk/>
            <pc:sldMk cId="1022924109" sldId="1151"/>
            <ac:spMk id="5" creationId="{86FADD99-6071-9343-BD21-FF17E57C884E}"/>
          </ac:spMkLst>
        </pc:spChg>
        <pc:spChg chg="del mod">
          <ac:chgData name="Palit, Tapti" userId="dec6fbcd-7598-406a-8cbf-504d4a3bac15" providerId="ADAL" clId="{ECD42228-5B96-4A72-B268-C46DF994E6B7}" dt="2024-02-09T04:43:52.954" v="104496" actId="478"/>
          <ac:spMkLst>
            <pc:docMk/>
            <pc:sldMk cId="1022924109" sldId="1151"/>
            <ac:spMk id="7" creationId="{0A390AE2-9CE4-81EB-6315-2DE2F897D709}"/>
          </ac:spMkLst>
        </pc:spChg>
        <pc:spChg chg="add mod">
          <ac:chgData name="Palit, Tapti" userId="dec6fbcd-7598-406a-8cbf-504d4a3bac15" providerId="ADAL" clId="{ECD42228-5B96-4A72-B268-C46DF994E6B7}" dt="2024-01-30T04:00:33.266" v="85948"/>
          <ac:spMkLst>
            <pc:docMk/>
            <pc:sldMk cId="1022924109" sldId="1151"/>
            <ac:spMk id="10" creationId="{27ED32C9-ECA0-16AC-6493-AC4E95EDB377}"/>
          </ac:spMkLst>
        </pc:spChg>
        <pc:spChg chg="add del">
          <ac:chgData name="Palit, Tapti" userId="dec6fbcd-7598-406a-8cbf-504d4a3bac15" providerId="ADAL" clId="{ECD42228-5B96-4A72-B268-C46DF994E6B7}" dt="2024-01-30T04:06:24.794" v="85990" actId="22"/>
          <ac:spMkLst>
            <pc:docMk/>
            <pc:sldMk cId="1022924109" sldId="1151"/>
            <ac:spMk id="19" creationId="{F0A2B9AC-1777-E3A1-9E34-4FCF67924366}"/>
          </ac:spMkLst>
        </pc:spChg>
        <pc:cxnChg chg="add mod">
          <ac:chgData name="Palit, Tapti" userId="dec6fbcd-7598-406a-8cbf-504d4a3bac15" providerId="ADAL" clId="{ECD42228-5B96-4A72-B268-C46DF994E6B7}" dt="2024-01-30T03:57:42.906" v="85899" actId="14100"/>
          <ac:cxnSpMkLst>
            <pc:docMk/>
            <pc:sldMk cId="1022924109" sldId="1151"/>
            <ac:cxnSpMk id="6" creationId="{6A83AC85-26A8-F15B-1CA0-C03623E12430}"/>
          </ac:cxnSpMkLst>
        </pc:cxnChg>
      </pc:sldChg>
      <pc:sldChg chg="addSp delSp modSp add mod modClrScheme chgLayout modNotesTx">
        <pc:chgData name="Palit, Tapti" userId="dec6fbcd-7598-406a-8cbf-504d4a3bac15" providerId="ADAL" clId="{ECD42228-5B96-4A72-B268-C46DF994E6B7}" dt="2024-02-09T04:43:54.800" v="104497" actId="478"/>
        <pc:sldMkLst>
          <pc:docMk/>
          <pc:sldMk cId="3138492196" sldId="1152"/>
        </pc:sldMkLst>
        <pc:spChg chg="mod ord">
          <ac:chgData name="Palit, Tapti" userId="dec6fbcd-7598-406a-8cbf-504d4a3bac15" providerId="ADAL" clId="{ECD42228-5B96-4A72-B268-C46DF994E6B7}" dt="2024-01-30T04:01:20.564" v="85952" actId="700"/>
          <ac:spMkLst>
            <pc:docMk/>
            <pc:sldMk cId="3138492196" sldId="1152"/>
            <ac:spMk id="3" creationId="{0F8FF57D-D875-4CA5-B98A-04F4C751036F}"/>
          </ac:spMkLst>
        </pc:spChg>
        <pc:spChg chg="mod ord">
          <ac:chgData name="Palit, Tapti" userId="dec6fbcd-7598-406a-8cbf-504d4a3bac15" providerId="ADAL" clId="{ECD42228-5B96-4A72-B268-C46DF994E6B7}" dt="2024-01-30T04:01:20.564" v="85952" actId="700"/>
          <ac:spMkLst>
            <pc:docMk/>
            <pc:sldMk cId="3138492196" sldId="1152"/>
            <ac:spMk id="4" creationId="{2DEA5A56-8434-DA40-4D8A-E89B5235768A}"/>
          </ac:spMkLst>
        </pc:spChg>
        <pc:spChg chg="mod">
          <ac:chgData name="Palit, Tapti" userId="dec6fbcd-7598-406a-8cbf-504d4a3bac15" providerId="ADAL" clId="{ECD42228-5B96-4A72-B268-C46DF994E6B7}" dt="2024-01-30T07:08:23.632" v="90845" actId="20577"/>
          <ac:spMkLst>
            <pc:docMk/>
            <pc:sldMk cId="3138492196" sldId="1152"/>
            <ac:spMk id="5" creationId="{86FADD99-6071-9343-BD21-FF17E57C884E}"/>
          </ac:spMkLst>
        </pc:spChg>
        <pc:spChg chg="del mod">
          <ac:chgData name="Palit, Tapti" userId="dec6fbcd-7598-406a-8cbf-504d4a3bac15" providerId="ADAL" clId="{ECD42228-5B96-4A72-B268-C46DF994E6B7}" dt="2024-02-09T04:43:54.800" v="104497" actId="478"/>
          <ac:spMkLst>
            <pc:docMk/>
            <pc:sldMk cId="3138492196" sldId="1152"/>
            <ac:spMk id="7" creationId="{0A390AE2-9CE4-81EB-6315-2DE2F897D709}"/>
          </ac:spMkLst>
        </pc:spChg>
        <pc:spChg chg="mod">
          <ac:chgData name="Palit, Tapti" userId="dec6fbcd-7598-406a-8cbf-504d4a3bac15" providerId="ADAL" clId="{ECD42228-5B96-4A72-B268-C46DF994E6B7}" dt="2024-02-07T03:55:05.813" v="100052" actId="1076"/>
          <ac:spMkLst>
            <pc:docMk/>
            <pc:sldMk cId="3138492196" sldId="1152"/>
            <ac:spMk id="19" creationId="{A6E0C782-E7DF-6D22-DBB7-35BA8437D16E}"/>
          </ac:spMkLst>
        </pc:spChg>
        <pc:spChg chg="mod">
          <ac:chgData name="Palit, Tapti" userId="dec6fbcd-7598-406a-8cbf-504d4a3bac15" providerId="ADAL" clId="{ECD42228-5B96-4A72-B268-C46DF994E6B7}" dt="2024-02-07T03:55:05.097" v="100051" actId="1076"/>
          <ac:spMkLst>
            <pc:docMk/>
            <pc:sldMk cId="3138492196" sldId="1152"/>
            <ac:spMk id="41" creationId="{A8B142F7-1165-19DA-94A7-8648FB5A0396}"/>
          </ac:spMkLst>
        </pc:spChg>
        <pc:spChg chg="add mod">
          <ac:chgData name="Palit, Tapti" userId="dec6fbcd-7598-406a-8cbf-504d4a3bac15" providerId="ADAL" clId="{ECD42228-5B96-4A72-B268-C46DF994E6B7}" dt="2024-01-30T04:00:35.667" v="85949"/>
          <ac:spMkLst>
            <pc:docMk/>
            <pc:sldMk cId="3138492196" sldId="1152"/>
            <ac:spMk id="52" creationId="{1B8ECE4D-4DE5-5574-810B-C25B6FB8B1F3}"/>
          </ac:spMkLst>
        </pc:spChg>
        <pc:spChg chg="add mod">
          <ac:chgData name="Palit, Tapti" userId="dec6fbcd-7598-406a-8cbf-504d4a3bac15" providerId="ADAL" clId="{ECD42228-5B96-4A72-B268-C46DF994E6B7}" dt="2024-01-30T04:00:57.882" v="85951" actId="1076"/>
          <ac:spMkLst>
            <pc:docMk/>
            <pc:sldMk cId="3138492196" sldId="1152"/>
            <ac:spMk id="53" creationId="{17196389-9AE0-F089-FC74-A1209B1893CF}"/>
          </ac:spMkLst>
        </pc:spChg>
        <pc:spChg chg="add del mod ord">
          <ac:chgData name="Palit, Tapti" userId="dec6fbcd-7598-406a-8cbf-504d4a3bac15" providerId="ADAL" clId="{ECD42228-5B96-4A72-B268-C46DF994E6B7}" dt="2024-01-30T04:01:33.910" v="85956" actId="478"/>
          <ac:spMkLst>
            <pc:docMk/>
            <pc:sldMk cId="3138492196" sldId="1152"/>
            <ac:spMk id="54" creationId="{A671E7C2-42A8-E4F5-DCC0-835FF8AE2AEC}"/>
          </ac:spMkLst>
        </pc:spChg>
        <pc:spChg chg="add mod ord">
          <ac:chgData name="Palit, Tapti" userId="dec6fbcd-7598-406a-8cbf-504d4a3bac15" providerId="ADAL" clId="{ECD42228-5B96-4A72-B268-C46DF994E6B7}" dt="2024-01-30T04:01:27.052" v="85955" actId="20577"/>
          <ac:spMkLst>
            <pc:docMk/>
            <pc:sldMk cId="3138492196" sldId="1152"/>
            <ac:spMk id="55" creationId="{2DBDD754-B4C6-5A18-3340-21B65C62D251}"/>
          </ac:spMkLst>
        </pc:spChg>
        <pc:cxnChg chg="add mod">
          <ac:chgData name="Palit, Tapti" userId="dec6fbcd-7598-406a-8cbf-504d4a3bac15" providerId="ADAL" clId="{ECD42228-5B96-4A72-B268-C46DF994E6B7}" dt="2024-01-30T03:58:01.672" v="85903" actId="14100"/>
          <ac:cxnSpMkLst>
            <pc:docMk/>
            <pc:sldMk cId="3138492196" sldId="1152"/>
            <ac:cxnSpMk id="10" creationId="{A466FFF3-2D83-9C5F-C7A7-73CCB1E96766}"/>
          </ac:cxnSpMkLst>
        </pc:cxnChg>
        <pc:cxnChg chg="add mod">
          <ac:chgData name="Palit, Tapti" userId="dec6fbcd-7598-406a-8cbf-504d4a3bac15" providerId="ADAL" clId="{ECD42228-5B96-4A72-B268-C46DF994E6B7}" dt="2024-01-30T03:58:53.362" v="85922" actId="14100"/>
          <ac:cxnSpMkLst>
            <pc:docMk/>
            <pc:sldMk cId="3138492196" sldId="1152"/>
            <ac:cxnSpMk id="14" creationId="{130FE503-7A81-ECB4-3A67-23F55AB93FD8}"/>
          </ac:cxnSpMkLst>
        </pc:cxnChg>
        <pc:cxnChg chg="add mod">
          <ac:chgData name="Palit, Tapti" userId="dec6fbcd-7598-406a-8cbf-504d4a3bac15" providerId="ADAL" clId="{ECD42228-5B96-4A72-B268-C46DF994E6B7}" dt="2024-01-30T03:58:09.593" v="85906" actId="14100"/>
          <ac:cxnSpMkLst>
            <pc:docMk/>
            <pc:sldMk cId="3138492196" sldId="1152"/>
            <ac:cxnSpMk id="21" creationId="{A041E1F3-C83B-6206-B97D-832D5B6865D0}"/>
          </ac:cxnSpMkLst>
        </pc:cxnChg>
        <pc:cxnChg chg="add mod">
          <ac:chgData name="Palit, Tapti" userId="dec6fbcd-7598-406a-8cbf-504d4a3bac15" providerId="ADAL" clId="{ECD42228-5B96-4A72-B268-C46DF994E6B7}" dt="2024-01-30T03:58:15.002" v="85909" actId="14100"/>
          <ac:cxnSpMkLst>
            <pc:docMk/>
            <pc:sldMk cId="3138492196" sldId="1152"/>
            <ac:cxnSpMk id="25" creationId="{006A2470-4139-2556-40B3-0DE6B95985E7}"/>
          </ac:cxnSpMkLst>
        </pc:cxnChg>
        <pc:cxnChg chg="add mod">
          <ac:chgData name="Palit, Tapti" userId="dec6fbcd-7598-406a-8cbf-504d4a3bac15" providerId="ADAL" clId="{ECD42228-5B96-4A72-B268-C46DF994E6B7}" dt="2024-01-30T03:59:02.294" v="85925" actId="14100"/>
          <ac:cxnSpMkLst>
            <pc:docMk/>
            <pc:sldMk cId="3138492196" sldId="1152"/>
            <ac:cxnSpMk id="26" creationId="{506C9240-5C85-138C-9BA3-C52D157E0997}"/>
          </ac:cxnSpMkLst>
        </pc:cxnChg>
        <pc:cxnChg chg="add mod">
          <ac:chgData name="Palit, Tapti" userId="dec6fbcd-7598-406a-8cbf-504d4a3bac15" providerId="ADAL" clId="{ECD42228-5B96-4A72-B268-C46DF994E6B7}" dt="2024-01-30T03:58:20.032" v="85912" actId="14100"/>
          <ac:cxnSpMkLst>
            <pc:docMk/>
            <pc:sldMk cId="3138492196" sldId="1152"/>
            <ac:cxnSpMk id="28" creationId="{CFBE385A-1C90-687B-9ED9-9AAD22174ACE}"/>
          </ac:cxnSpMkLst>
        </pc:cxnChg>
        <pc:cxnChg chg="add mod">
          <ac:chgData name="Palit, Tapti" userId="dec6fbcd-7598-406a-8cbf-504d4a3bac15" providerId="ADAL" clId="{ECD42228-5B96-4A72-B268-C46DF994E6B7}" dt="2024-01-30T03:59:20.192" v="85931" actId="14100"/>
          <ac:cxnSpMkLst>
            <pc:docMk/>
            <pc:sldMk cId="3138492196" sldId="1152"/>
            <ac:cxnSpMk id="30" creationId="{A6D6C83C-E0F0-AFAA-EFC9-8715489C3EA9}"/>
          </ac:cxnSpMkLst>
        </pc:cxnChg>
        <pc:cxnChg chg="add mod">
          <ac:chgData name="Palit, Tapti" userId="dec6fbcd-7598-406a-8cbf-504d4a3bac15" providerId="ADAL" clId="{ECD42228-5B96-4A72-B268-C46DF994E6B7}" dt="2024-01-30T03:58:24.702" v="85915" actId="14100"/>
          <ac:cxnSpMkLst>
            <pc:docMk/>
            <pc:sldMk cId="3138492196" sldId="1152"/>
            <ac:cxnSpMk id="31" creationId="{0FF023DE-D8C8-1DD9-95A7-3734144FC31A}"/>
          </ac:cxnSpMkLst>
        </pc:cxnChg>
        <pc:cxnChg chg="add mod">
          <ac:chgData name="Palit, Tapti" userId="dec6fbcd-7598-406a-8cbf-504d4a3bac15" providerId="ADAL" clId="{ECD42228-5B96-4A72-B268-C46DF994E6B7}" dt="2024-01-30T03:58:30.316" v="85918" actId="14100"/>
          <ac:cxnSpMkLst>
            <pc:docMk/>
            <pc:sldMk cId="3138492196" sldId="1152"/>
            <ac:cxnSpMk id="34" creationId="{E5E111F1-DFFF-2F07-20F0-294C45A9881C}"/>
          </ac:cxnSpMkLst>
        </pc:cxnChg>
        <pc:cxnChg chg="add mod">
          <ac:chgData name="Palit, Tapti" userId="dec6fbcd-7598-406a-8cbf-504d4a3bac15" providerId="ADAL" clId="{ECD42228-5B96-4A72-B268-C46DF994E6B7}" dt="2024-01-30T03:59:30.938" v="85936" actId="14100"/>
          <ac:cxnSpMkLst>
            <pc:docMk/>
            <pc:sldMk cId="3138492196" sldId="1152"/>
            <ac:cxnSpMk id="38" creationId="{F0BD4461-543F-1ABB-9BE6-D6301792213E}"/>
          </ac:cxnSpMkLst>
        </pc:cxnChg>
        <pc:cxnChg chg="add mod">
          <ac:chgData name="Palit, Tapti" userId="dec6fbcd-7598-406a-8cbf-504d4a3bac15" providerId="ADAL" clId="{ECD42228-5B96-4A72-B268-C46DF994E6B7}" dt="2024-01-30T03:59:51.602" v="85939" actId="14100"/>
          <ac:cxnSpMkLst>
            <pc:docMk/>
            <pc:sldMk cId="3138492196" sldId="1152"/>
            <ac:cxnSpMk id="43" creationId="{243342FF-E3B7-2D15-BC6A-093054D329BB}"/>
          </ac:cxnSpMkLst>
        </pc:cxnChg>
        <pc:cxnChg chg="add mod">
          <ac:chgData name="Palit, Tapti" userId="dec6fbcd-7598-406a-8cbf-504d4a3bac15" providerId="ADAL" clId="{ECD42228-5B96-4A72-B268-C46DF994E6B7}" dt="2024-01-30T03:59:56.712" v="85942" actId="14100"/>
          <ac:cxnSpMkLst>
            <pc:docMk/>
            <pc:sldMk cId="3138492196" sldId="1152"/>
            <ac:cxnSpMk id="46" creationId="{ED31FCE2-956E-71FB-468A-90BCFE3BA071}"/>
          </ac:cxnSpMkLst>
        </pc:cxnChg>
        <pc:cxnChg chg="add del mod">
          <ac:chgData name="Palit, Tapti" userId="dec6fbcd-7598-406a-8cbf-504d4a3bac15" providerId="ADAL" clId="{ECD42228-5B96-4A72-B268-C46DF994E6B7}" dt="2024-01-30T04:00:05.062" v="85946" actId="478"/>
          <ac:cxnSpMkLst>
            <pc:docMk/>
            <pc:sldMk cId="3138492196" sldId="1152"/>
            <ac:cxnSpMk id="49" creationId="{B731F2D6-7876-8A33-F482-E1B046701B00}"/>
          </ac:cxnSpMkLst>
        </pc:cxnChg>
      </pc:sldChg>
      <pc:sldChg chg="addSp delSp modSp add mod modNotesTx">
        <pc:chgData name="Palit, Tapti" userId="dec6fbcd-7598-406a-8cbf-504d4a3bac15" providerId="ADAL" clId="{ECD42228-5B96-4A72-B268-C46DF994E6B7}" dt="2024-03-10T16:33:13.010" v="116261" actId="20577"/>
        <pc:sldMkLst>
          <pc:docMk/>
          <pc:sldMk cId="1291000996" sldId="1153"/>
        </pc:sldMkLst>
        <pc:spChg chg="add mod">
          <ac:chgData name="Palit, Tapti" userId="dec6fbcd-7598-406a-8cbf-504d4a3bac15" providerId="ADAL" clId="{ECD42228-5B96-4A72-B268-C46DF994E6B7}" dt="2024-03-10T16:33:13.010" v="116261" actId="20577"/>
          <ac:spMkLst>
            <pc:docMk/>
            <pc:sldMk cId="1291000996" sldId="1153"/>
            <ac:spMk id="2" creationId="{500630C7-2227-DC45-BEE2-32CD414EC231}"/>
          </ac:spMkLst>
        </pc:spChg>
        <pc:spChg chg="mod">
          <ac:chgData name="Palit, Tapti" userId="dec6fbcd-7598-406a-8cbf-504d4a3bac15" providerId="ADAL" clId="{ECD42228-5B96-4A72-B268-C46DF994E6B7}" dt="2024-01-30T04:01:57.471" v="85958"/>
          <ac:spMkLst>
            <pc:docMk/>
            <pc:sldMk cId="1291000996" sldId="1153"/>
            <ac:spMk id="3" creationId="{0F8FF57D-D875-4CA5-B98A-04F4C751036F}"/>
          </ac:spMkLst>
        </pc:spChg>
        <pc:spChg chg="mod">
          <ac:chgData name="Palit, Tapti" userId="dec6fbcd-7598-406a-8cbf-504d4a3bac15" providerId="ADAL" clId="{ECD42228-5B96-4A72-B268-C46DF994E6B7}" dt="2024-01-30T07:08:34.274" v="90847" actId="20577"/>
          <ac:spMkLst>
            <pc:docMk/>
            <pc:sldMk cId="1291000996" sldId="1153"/>
            <ac:spMk id="5" creationId="{86FADD99-6071-9343-BD21-FF17E57C884E}"/>
          </ac:spMkLst>
        </pc:spChg>
        <pc:spChg chg="del mod">
          <ac:chgData name="Palit, Tapti" userId="dec6fbcd-7598-406a-8cbf-504d4a3bac15" providerId="ADAL" clId="{ECD42228-5B96-4A72-B268-C46DF994E6B7}" dt="2024-02-09T04:44:02.008" v="104499" actId="478"/>
          <ac:spMkLst>
            <pc:docMk/>
            <pc:sldMk cId="1291000996" sldId="1153"/>
            <ac:spMk id="7" creationId="{0A390AE2-9CE4-81EB-6315-2DE2F897D709}"/>
          </ac:spMkLst>
        </pc:spChg>
        <pc:spChg chg="add del mod">
          <ac:chgData name="Palit, Tapti" userId="dec6fbcd-7598-406a-8cbf-504d4a3bac15" providerId="ADAL" clId="{ECD42228-5B96-4A72-B268-C46DF994E6B7}" dt="2024-03-10T16:32:44.325" v="116258" actId="478"/>
          <ac:spMkLst>
            <pc:docMk/>
            <pc:sldMk cId="1291000996" sldId="1153"/>
            <ac:spMk id="19" creationId="{FCCDFF5A-54E8-B4B6-CE17-53EB0FB6D9E7}"/>
          </ac:spMkLst>
        </pc:spChg>
        <pc:spChg chg="add mod">
          <ac:chgData name="Palit, Tapti" userId="dec6fbcd-7598-406a-8cbf-504d4a3bac15" providerId="ADAL" clId="{ECD42228-5B96-4A72-B268-C46DF994E6B7}" dt="2024-02-09T04:59:26.424" v="104553" actId="20577"/>
          <ac:spMkLst>
            <pc:docMk/>
            <pc:sldMk cId="1291000996" sldId="1153"/>
            <ac:spMk id="23" creationId="{3D5AE9AF-6133-C3F6-759D-BF67265BEF15}"/>
          </ac:spMkLst>
        </pc:spChg>
        <pc:spChg chg="mod">
          <ac:chgData name="Palit, Tapti" userId="dec6fbcd-7598-406a-8cbf-504d4a3bac15" providerId="ADAL" clId="{ECD42228-5B96-4A72-B268-C46DF994E6B7}" dt="2024-01-30T16:59:36.802" v="93488" actId="20577"/>
          <ac:spMkLst>
            <pc:docMk/>
            <pc:sldMk cId="1291000996" sldId="1153"/>
            <ac:spMk id="55" creationId="{2DBDD754-B4C6-5A18-3340-21B65C62D251}"/>
          </ac:spMkLst>
        </pc:spChg>
        <pc:cxnChg chg="del mod">
          <ac:chgData name="Palit, Tapti" userId="dec6fbcd-7598-406a-8cbf-504d4a3bac15" providerId="ADAL" clId="{ECD42228-5B96-4A72-B268-C46DF994E6B7}" dt="2024-01-30T04:03:55.352" v="85975" actId="478"/>
          <ac:cxnSpMkLst>
            <pc:docMk/>
            <pc:sldMk cId="1291000996" sldId="1153"/>
            <ac:cxnSpMk id="10" creationId="{A466FFF3-2D83-9C5F-C7A7-73CCB1E96766}"/>
          </ac:cxnSpMkLst>
        </pc:cxnChg>
        <pc:cxnChg chg="del mod">
          <ac:chgData name="Palit, Tapti" userId="dec6fbcd-7598-406a-8cbf-504d4a3bac15" providerId="ADAL" clId="{ECD42228-5B96-4A72-B268-C46DF994E6B7}" dt="2024-01-30T04:04:01.637" v="85978" actId="478"/>
          <ac:cxnSpMkLst>
            <pc:docMk/>
            <pc:sldMk cId="1291000996" sldId="1153"/>
            <ac:cxnSpMk id="14" creationId="{130FE503-7A81-ECB4-3A67-23F55AB93FD8}"/>
          </ac:cxnSpMkLst>
        </pc:cxnChg>
        <pc:cxnChg chg="del mod">
          <ac:chgData name="Palit, Tapti" userId="dec6fbcd-7598-406a-8cbf-504d4a3bac15" providerId="ADAL" clId="{ECD42228-5B96-4A72-B268-C46DF994E6B7}" dt="2024-01-30T04:03:53.182" v="85974" actId="478"/>
          <ac:cxnSpMkLst>
            <pc:docMk/>
            <pc:sldMk cId="1291000996" sldId="1153"/>
            <ac:cxnSpMk id="21" creationId="{A041E1F3-C83B-6206-B97D-832D5B6865D0}"/>
          </ac:cxnSpMkLst>
        </pc:cxnChg>
        <pc:cxnChg chg="add mod">
          <ac:chgData name="Palit, Tapti" userId="dec6fbcd-7598-406a-8cbf-504d4a3bac15" providerId="ADAL" clId="{ECD42228-5B96-4A72-B268-C46DF994E6B7}" dt="2024-01-30T04:04:26.498" v="85983" actId="14100"/>
          <ac:cxnSpMkLst>
            <pc:docMk/>
            <pc:sldMk cId="1291000996" sldId="1153"/>
            <ac:cxnSpMk id="24" creationId="{9E8F7314-AF85-926A-AD53-FF29B64BE6FC}"/>
          </ac:cxnSpMkLst>
        </pc:cxnChg>
        <pc:cxnChg chg="add del mod">
          <ac:chgData name="Palit, Tapti" userId="dec6fbcd-7598-406a-8cbf-504d4a3bac15" providerId="ADAL" clId="{ECD42228-5B96-4A72-B268-C46DF994E6B7}" dt="2024-01-30T04:03:49.122" v="85972" actId="478"/>
          <ac:cxnSpMkLst>
            <pc:docMk/>
            <pc:sldMk cId="1291000996" sldId="1153"/>
            <ac:cxnSpMk id="25" creationId="{006A2470-4139-2556-40B3-0DE6B95985E7}"/>
          </ac:cxnSpMkLst>
        </pc:cxnChg>
        <pc:cxnChg chg="add del mod">
          <ac:chgData name="Palit, Tapti" userId="dec6fbcd-7598-406a-8cbf-504d4a3bac15" providerId="ADAL" clId="{ECD42228-5B96-4A72-B268-C46DF994E6B7}" dt="2024-01-30T04:03:47.342" v="85971" actId="478"/>
          <ac:cxnSpMkLst>
            <pc:docMk/>
            <pc:sldMk cId="1291000996" sldId="1153"/>
            <ac:cxnSpMk id="26" creationId="{506C9240-5C85-138C-9BA3-C52D157E0997}"/>
          </ac:cxnSpMkLst>
        </pc:cxnChg>
        <pc:cxnChg chg="add del mod">
          <ac:chgData name="Palit, Tapti" userId="dec6fbcd-7598-406a-8cbf-504d4a3bac15" providerId="ADAL" clId="{ECD42228-5B96-4A72-B268-C46DF994E6B7}" dt="2024-01-30T04:03:44.956" v="85970" actId="478"/>
          <ac:cxnSpMkLst>
            <pc:docMk/>
            <pc:sldMk cId="1291000996" sldId="1153"/>
            <ac:cxnSpMk id="28" creationId="{CFBE385A-1C90-687B-9ED9-9AAD22174ACE}"/>
          </ac:cxnSpMkLst>
        </pc:cxnChg>
        <pc:cxnChg chg="add del mod">
          <ac:chgData name="Palit, Tapti" userId="dec6fbcd-7598-406a-8cbf-504d4a3bac15" providerId="ADAL" clId="{ECD42228-5B96-4A72-B268-C46DF994E6B7}" dt="2024-01-30T04:03:44.956" v="85970" actId="478"/>
          <ac:cxnSpMkLst>
            <pc:docMk/>
            <pc:sldMk cId="1291000996" sldId="1153"/>
            <ac:cxnSpMk id="30" creationId="{A6D6C83C-E0F0-AFAA-EFC9-8715489C3EA9}"/>
          </ac:cxnSpMkLst>
        </pc:cxnChg>
        <pc:cxnChg chg="add del mod">
          <ac:chgData name="Palit, Tapti" userId="dec6fbcd-7598-406a-8cbf-504d4a3bac15" providerId="ADAL" clId="{ECD42228-5B96-4A72-B268-C46DF994E6B7}" dt="2024-01-30T04:03:44.956" v="85970" actId="478"/>
          <ac:cxnSpMkLst>
            <pc:docMk/>
            <pc:sldMk cId="1291000996" sldId="1153"/>
            <ac:cxnSpMk id="31" creationId="{0FF023DE-D8C8-1DD9-95A7-3734144FC31A}"/>
          </ac:cxnSpMkLst>
        </pc:cxnChg>
        <pc:cxnChg chg="del mod">
          <ac:chgData name="Palit, Tapti" userId="dec6fbcd-7598-406a-8cbf-504d4a3bac15" providerId="ADAL" clId="{ECD42228-5B96-4A72-B268-C46DF994E6B7}" dt="2024-01-30T04:03:59.954" v="85977" actId="478"/>
          <ac:cxnSpMkLst>
            <pc:docMk/>
            <pc:sldMk cId="1291000996" sldId="1153"/>
            <ac:cxnSpMk id="34" creationId="{E5E111F1-DFFF-2F07-20F0-294C45A9881C}"/>
          </ac:cxnSpMkLst>
        </pc:cxnChg>
        <pc:cxnChg chg="del mod">
          <ac:chgData name="Palit, Tapti" userId="dec6fbcd-7598-406a-8cbf-504d4a3bac15" providerId="ADAL" clId="{ECD42228-5B96-4A72-B268-C46DF994E6B7}" dt="2024-01-30T04:04:03.672" v="85979" actId="478"/>
          <ac:cxnSpMkLst>
            <pc:docMk/>
            <pc:sldMk cId="1291000996" sldId="1153"/>
            <ac:cxnSpMk id="38" creationId="{F0BD4461-543F-1ABB-9BE6-D6301792213E}"/>
          </ac:cxnSpMkLst>
        </pc:cxnChg>
        <pc:cxnChg chg="del mod">
          <ac:chgData name="Palit, Tapti" userId="dec6fbcd-7598-406a-8cbf-504d4a3bac15" providerId="ADAL" clId="{ECD42228-5B96-4A72-B268-C46DF994E6B7}" dt="2024-01-30T04:03:51.192" v="85973" actId="478"/>
          <ac:cxnSpMkLst>
            <pc:docMk/>
            <pc:sldMk cId="1291000996" sldId="1153"/>
            <ac:cxnSpMk id="43" creationId="{243342FF-E3B7-2D15-BC6A-093054D329BB}"/>
          </ac:cxnSpMkLst>
        </pc:cxnChg>
        <pc:cxnChg chg="del mod">
          <ac:chgData name="Palit, Tapti" userId="dec6fbcd-7598-406a-8cbf-504d4a3bac15" providerId="ADAL" clId="{ECD42228-5B96-4A72-B268-C46DF994E6B7}" dt="2024-01-30T04:03:58.152" v="85976" actId="478"/>
          <ac:cxnSpMkLst>
            <pc:docMk/>
            <pc:sldMk cId="1291000996" sldId="1153"/>
            <ac:cxnSpMk id="46" creationId="{ED31FCE2-956E-71FB-468A-90BCFE3BA071}"/>
          </ac:cxnSpMkLst>
        </pc:cxnChg>
      </pc:sldChg>
      <pc:sldChg chg="addSp modSp add del mod modNotesTx">
        <pc:chgData name="Palit, Tapti" userId="dec6fbcd-7598-406a-8cbf-504d4a3bac15" providerId="ADAL" clId="{ECD42228-5B96-4A72-B268-C46DF994E6B7}" dt="2024-01-30T15:39:41.735" v="91800" actId="47"/>
        <pc:sldMkLst>
          <pc:docMk/>
          <pc:sldMk cId="1268103033" sldId="1154"/>
        </pc:sldMkLst>
        <pc:spChg chg="mod">
          <ac:chgData name="Palit, Tapti" userId="dec6fbcd-7598-406a-8cbf-504d4a3bac15" providerId="ADAL" clId="{ECD42228-5B96-4A72-B268-C46DF994E6B7}" dt="2024-01-30T04:05:05.661" v="85985"/>
          <ac:spMkLst>
            <pc:docMk/>
            <pc:sldMk cId="1268103033" sldId="1154"/>
            <ac:spMk id="3" creationId="{0F8FF57D-D875-4CA5-B98A-04F4C751036F}"/>
          </ac:spMkLst>
        </pc:spChg>
        <pc:spChg chg="mod">
          <ac:chgData name="Palit, Tapti" userId="dec6fbcd-7598-406a-8cbf-504d4a3bac15" providerId="ADAL" clId="{ECD42228-5B96-4A72-B268-C46DF994E6B7}" dt="2024-01-30T07:08:29.191" v="90846" actId="20577"/>
          <ac:spMkLst>
            <pc:docMk/>
            <pc:sldMk cId="1268103033" sldId="1154"/>
            <ac:spMk id="5" creationId="{86FADD99-6071-9343-BD21-FF17E57C884E}"/>
          </ac:spMkLst>
        </pc:spChg>
        <pc:spChg chg="add mod">
          <ac:chgData name="Palit, Tapti" userId="dec6fbcd-7598-406a-8cbf-504d4a3bac15" providerId="ADAL" clId="{ECD42228-5B96-4A72-B268-C46DF994E6B7}" dt="2024-01-30T04:05:10.082" v="85986"/>
          <ac:spMkLst>
            <pc:docMk/>
            <pc:sldMk cId="1268103033" sldId="1154"/>
            <ac:spMk id="19" creationId="{0B7E0636-DF99-4CDF-60A9-38FABF41E0A2}"/>
          </ac:spMkLst>
        </pc:spChg>
        <pc:spChg chg="add mod">
          <ac:chgData name="Palit, Tapti" userId="dec6fbcd-7598-406a-8cbf-504d4a3bac15" providerId="ADAL" clId="{ECD42228-5B96-4A72-B268-C46DF994E6B7}" dt="2024-01-30T04:05:14.662" v="85987"/>
          <ac:spMkLst>
            <pc:docMk/>
            <pc:sldMk cId="1268103033" sldId="1154"/>
            <ac:spMk id="23" creationId="{90DD51C7-2BA2-B217-5CC8-E0D5449F21AF}"/>
          </ac:spMkLst>
        </pc:spChg>
      </pc:sldChg>
      <pc:sldChg chg="addSp delSp modSp add mod modNotesTx">
        <pc:chgData name="Palit, Tapti" userId="dec6fbcd-7598-406a-8cbf-504d4a3bac15" providerId="ADAL" clId="{ECD42228-5B96-4A72-B268-C46DF994E6B7}" dt="2024-02-09T20:14:47.511" v="108780" actId="20577"/>
        <pc:sldMkLst>
          <pc:docMk/>
          <pc:sldMk cId="4113520126" sldId="1155"/>
        </pc:sldMkLst>
        <pc:spChg chg="mod">
          <ac:chgData name="Palit, Tapti" userId="dec6fbcd-7598-406a-8cbf-504d4a3bac15" providerId="ADAL" clId="{ECD42228-5B96-4A72-B268-C46DF994E6B7}" dt="2024-02-07T03:56:39.632" v="100091" actId="20577"/>
          <ac:spMkLst>
            <pc:docMk/>
            <pc:sldMk cId="4113520126" sldId="1155"/>
            <ac:spMk id="3" creationId="{0F8FF57D-D875-4CA5-B98A-04F4C751036F}"/>
          </ac:spMkLst>
        </pc:spChg>
        <pc:spChg chg="mod">
          <ac:chgData name="Palit, Tapti" userId="dec6fbcd-7598-406a-8cbf-504d4a3bac15" providerId="ADAL" clId="{ECD42228-5B96-4A72-B268-C46DF994E6B7}" dt="2024-01-30T07:08:40.828" v="90848" actId="20577"/>
          <ac:spMkLst>
            <pc:docMk/>
            <pc:sldMk cId="4113520126" sldId="1155"/>
            <ac:spMk id="5" creationId="{86FADD99-6071-9343-BD21-FF17E57C884E}"/>
          </ac:spMkLst>
        </pc:spChg>
        <pc:spChg chg="del mod">
          <ac:chgData name="Palit, Tapti" userId="dec6fbcd-7598-406a-8cbf-504d4a3bac15" providerId="ADAL" clId="{ECD42228-5B96-4A72-B268-C46DF994E6B7}" dt="2024-02-08T20:45:56.260" v="100693" actId="478"/>
          <ac:spMkLst>
            <pc:docMk/>
            <pc:sldMk cId="4113520126" sldId="1155"/>
            <ac:spMk id="7" creationId="{0A390AE2-9CE4-81EB-6315-2DE2F897D709}"/>
          </ac:spMkLst>
        </pc:spChg>
        <pc:spChg chg="add mod">
          <ac:chgData name="Palit, Tapti" userId="dec6fbcd-7598-406a-8cbf-504d4a3bac15" providerId="ADAL" clId="{ECD42228-5B96-4A72-B268-C46DF994E6B7}" dt="2024-02-09T20:14:47.511" v="108780" actId="20577"/>
          <ac:spMkLst>
            <pc:docMk/>
            <pc:sldMk cId="4113520126" sldId="1155"/>
            <ac:spMk id="10" creationId="{94B11A85-0CE3-793F-FA51-C1857E5F3516}"/>
          </ac:spMkLst>
        </pc:spChg>
        <pc:spChg chg="add mod">
          <ac:chgData name="Palit, Tapti" userId="dec6fbcd-7598-406a-8cbf-504d4a3bac15" providerId="ADAL" clId="{ECD42228-5B96-4A72-B268-C46DF994E6B7}" dt="2024-02-07T03:57:38.986" v="100093" actId="1076"/>
          <ac:spMkLst>
            <pc:docMk/>
            <pc:sldMk cId="4113520126" sldId="1155"/>
            <ac:spMk id="14" creationId="{65788183-649C-BC2E-9577-0FBF9A39B2C7}"/>
          </ac:spMkLst>
        </pc:spChg>
        <pc:spChg chg="del">
          <ac:chgData name="Palit, Tapti" userId="dec6fbcd-7598-406a-8cbf-504d4a3bac15" providerId="ADAL" clId="{ECD42228-5B96-4A72-B268-C46DF994E6B7}" dt="2024-01-30T04:08:11.473" v="86014" actId="478"/>
          <ac:spMkLst>
            <pc:docMk/>
            <pc:sldMk cId="4113520126" sldId="1155"/>
            <ac:spMk id="19" creationId="{FCCDFF5A-54E8-B4B6-CE17-53EB0FB6D9E7}"/>
          </ac:spMkLst>
        </pc:spChg>
        <pc:spChg chg="del">
          <ac:chgData name="Palit, Tapti" userId="dec6fbcd-7598-406a-8cbf-504d4a3bac15" providerId="ADAL" clId="{ECD42228-5B96-4A72-B268-C46DF994E6B7}" dt="2024-01-30T04:08:21.725" v="86016" actId="478"/>
          <ac:spMkLst>
            <pc:docMk/>
            <pc:sldMk cId="4113520126" sldId="1155"/>
            <ac:spMk id="23" creationId="{3D5AE9AF-6133-C3F6-759D-BF67265BEF15}"/>
          </ac:spMkLst>
        </pc:spChg>
        <pc:spChg chg="del">
          <ac:chgData name="Palit, Tapti" userId="dec6fbcd-7598-406a-8cbf-504d4a3bac15" providerId="ADAL" clId="{ECD42228-5B96-4A72-B268-C46DF994E6B7}" dt="2024-01-30T04:08:14.437" v="86015" actId="478"/>
          <ac:spMkLst>
            <pc:docMk/>
            <pc:sldMk cId="4113520126" sldId="1155"/>
            <ac:spMk id="52" creationId="{1B8ECE4D-4DE5-5574-810B-C25B6FB8B1F3}"/>
          </ac:spMkLst>
        </pc:spChg>
        <pc:spChg chg="mod">
          <ac:chgData name="Palit, Tapti" userId="dec6fbcd-7598-406a-8cbf-504d4a3bac15" providerId="ADAL" clId="{ECD42228-5B96-4A72-B268-C46DF994E6B7}" dt="2024-01-30T04:08:28.802" v="86018"/>
          <ac:spMkLst>
            <pc:docMk/>
            <pc:sldMk cId="4113520126" sldId="1155"/>
            <ac:spMk id="55" creationId="{2DBDD754-B4C6-5A18-3340-21B65C62D251}"/>
          </ac:spMkLst>
        </pc:spChg>
        <pc:cxnChg chg="add del">
          <ac:chgData name="Palit, Tapti" userId="dec6fbcd-7598-406a-8cbf-504d4a3bac15" providerId="ADAL" clId="{ECD42228-5B96-4A72-B268-C46DF994E6B7}" dt="2024-01-30T04:10:22.831" v="86092" actId="478"/>
          <ac:cxnSpMkLst>
            <pc:docMk/>
            <pc:sldMk cId="4113520126" sldId="1155"/>
            <ac:cxnSpMk id="24" creationId="{9E8F7314-AF85-926A-AD53-FF29B64BE6FC}"/>
          </ac:cxnSpMkLst>
        </pc:cxnChg>
      </pc:sldChg>
      <pc:sldChg chg="addSp delSp modSp add mod modNotesTx">
        <pc:chgData name="Palit, Tapti" userId="dec6fbcd-7598-406a-8cbf-504d4a3bac15" providerId="ADAL" clId="{ECD42228-5B96-4A72-B268-C46DF994E6B7}" dt="2024-02-09T20:14:52.365" v="108788" actId="20577"/>
        <pc:sldMkLst>
          <pc:docMk/>
          <pc:sldMk cId="3835604708" sldId="1156"/>
        </pc:sldMkLst>
        <pc:spChg chg="mod">
          <ac:chgData name="Palit, Tapti" userId="dec6fbcd-7598-406a-8cbf-504d4a3bac15" providerId="ADAL" clId="{ECD42228-5B96-4A72-B268-C46DF994E6B7}" dt="2024-01-30T07:08:46.024" v="90849" actId="20577"/>
          <ac:spMkLst>
            <pc:docMk/>
            <pc:sldMk cId="3835604708" sldId="1156"/>
            <ac:spMk id="5" creationId="{86FADD99-6071-9343-BD21-FF17E57C884E}"/>
          </ac:spMkLst>
        </pc:spChg>
        <pc:spChg chg="del">
          <ac:chgData name="Palit, Tapti" userId="dec6fbcd-7598-406a-8cbf-504d4a3bac15" providerId="ADAL" clId="{ECD42228-5B96-4A72-B268-C46DF994E6B7}" dt="2024-02-08T20:45:59.580" v="100694" actId="478"/>
          <ac:spMkLst>
            <pc:docMk/>
            <pc:sldMk cId="3835604708" sldId="1156"/>
            <ac:spMk id="7" creationId="{0A390AE2-9CE4-81EB-6315-2DE2F897D709}"/>
          </ac:spMkLst>
        </pc:spChg>
        <pc:spChg chg="mod">
          <ac:chgData name="Palit, Tapti" userId="dec6fbcd-7598-406a-8cbf-504d4a3bac15" providerId="ADAL" clId="{ECD42228-5B96-4A72-B268-C46DF994E6B7}" dt="2024-02-09T20:14:52.365" v="108788" actId="20577"/>
          <ac:spMkLst>
            <pc:docMk/>
            <pc:sldMk cId="3835604708" sldId="1156"/>
            <ac:spMk id="10" creationId="{94B11A85-0CE3-793F-FA51-C1857E5F3516}"/>
          </ac:spMkLst>
        </pc:spChg>
        <pc:spChg chg="del">
          <ac:chgData name="Palit, Tapti" userId="dec6fbcd-7598-406a-8cbf-504d4a3bac15" providerId="ADAL" clId="{ECD42228-5B96-4A72-B268-C46DF994E6B7}" dt="2024-01-30T04:10:32.156" v="86096" actId="478"/>
          <ac:spMkLst>
            <pc:docMk/>
            <pc:sldMk cId="3835604708" sldId="1156"/>
            <ac:spMk id="53" creationId="{17196389-9AE0-F089-FC74-A1209B1893CF}"/>
          </ac:spMkLst>
        </pc:spChg>
        <pc:spChg chg="mod">
          <ac:chgData name="Palit, Tapti" userId="dec6fbcd-7598-406a-8cbf-504d4a3bac15" providerId="ADAL" clId="{ECD42228-5B96-4A72-B268-C46DF994E6B7}" dt="2024-01-30T04:09:14.767" v="86088"/>
          <ac:spMkLst>
            <pc:docMk/>
            <pc:sldMk cId="3835604708" sldId="1156"/>
            <ac:spMk id="55" creationId="{2DBDD754-B4C6-5A18-3340-21B65C62D251}"/>
          </ac:spMkLst>
        </pc:spChg>
        <pc:cxnChg chg="add mod">
          <ac:chgData name="Palit, Tapti" userId="dec6fbcd-7598-406a-8cbf-504d4a3bac15" providerId="ADAL" clId="{ECD42228-5B96-4A72-B268-C46DF994E6B7}" dt="2024-01-30T04:11:07.530" v="86108" actId="692"/>
          <ac:cxnSpMkLst>
            <pc:docMk/>
            <pc:sldMk cId="3835604708" sldId="1156"/>
            <ac:cxnSpMk id="19" creationId="{A76EA64B-2A27-E174-B14F-E645483F6F2F}"/>
          </ac:cxnSpMkLst>
        </pc:cxnChg>
        <pc:cxnChg chg="add mod">
          <ac:chgData name="Palit, Tapti" userId="dec6fbcd-7598-406a-8cbf-504d4a3bac15" providerId="ADAL" clId="{ECD42228-5B96-4A72-B268-C46DF994E6B7}" dt="2024-01-30T04:10:57.564" v="86102" actId="692"/>
          <ac:cxnSpMkLst>
            <pc:docMk/>
            <pc:sldMk cId="3835604708" sldId="1156"/>
            <ac:cxnSpMk id="21" creationId="{7D4905B4-F00F-C230-271B-31003E299819}"/>
          </ac:cxnSpMkLst>
        </pc:cxnChg>
        <pc:cxnChg chg="add mod">
          <ac:chgData name="Palit, Tapti" userId="dec6fbcd-7598-406a-8cbf-504d4a3bac15" providerId="ADAL" clId="{ECD42228-5B96-4A72-B268-C46DF994E6B7}" dt="2024-01-30T04:10:57.564" v="86102" actId="692"/>
          <ac:cxnSpMkLst>
            <pc:docMk/>
            <pc:sldMk cId="3835604708" sldId="1156"/>
            <ac:cxnSpMk id="23" creationId="{B6656D99-5C3F-3965-D988-A0EC90B5926B}"/>
          </ac:cxnSpMkLst>
        </pc:cxnChg>
        <pc:cxnChg chg="del">
          <ac:chgData name="Palit, Tapti" userId="dec6fbcd-7598-406a-8cbf-504d4a3bac15" providerId="ADAL" clId="{ECD42228-5B96-4A72-B268-C46DF994E6B7}" dt="2024-01-30T04:10:25.911" v="86093" actId="478"/>
          <ac:cxnSpMkLst>
            <pc:docMk/>
            <pc:sldMk cId="3835604708" sldId="1156"/>
            <ac:cxnSpMk id="24" creationId="{9E8F7314-AF85-926A-AD53-FF29B64BE6FC}"/>
          </ac:cxnSpMkLst>
        </pc:cxnChg>
        <pc:cxnChg chg="add mod">
          <ac:chgData name="Palit, Tapti" userId="dec6fbcd-7598-406a-8cbf-504d4a3bac15" providerId="ADAL" clId="{ECD42228-5B96-4A72-B268-C46DF994E6B7}" dt="2024-01-30T04:10:57.564" v="86102" actId="692"/>
          <ac:cxnSpMkLst>
            <pc:docMk/>
            <pc:sldMk cId="3835604708" sldId="1156"/>
            <ac:cxnSpMk id="25" creationId="{7353549C-FA1A-3C5A-52C7-97AD9280695F}"/>
          </ac:cxnSpMkLst>
        </pc:cxnChg>
        <pc:cxnChg chg="add mod">
          <ac:chgData name="Palit, Tapti" userId="dec6fbcd-7598-406a-8cbf-504d4a3bac15" providerId="ADAL" clId="{ECD42228-5B96-4A72-B268-C46DF994E6B7}" dt="2024-01-30T04:10:57.564" v="86102" actId="692"/>
          <ac:cxnSpMkLst>
            <pc:docMk/>
            <pc:sldMk cId="3835604708" sldId="1156"/>
            <ac:cxnSpMk id="26" creationId="{CAE5020A-BB1F-C7B3-DEE8-8421C28AEF18}"/>
          </ac:cxnSpMkLst>
        </pc:cxnChg>
        <pc:cxnChg chg="add mod">
          <ac:chgData name="Palit, Tapti" userId="dec6fbcd-7598-406a-8cbf-504d4a3bac15" providerId="ADAL" clId="{ECD42228-5B96-4A72-B268-C46DF994E6B7}" dt="2024-01-30T04:10:57.564" v="86102" actId="692"/>
          <ac:cxnSpMkLst>
            <pc:docMk/>
            <pc:sldMk cId="3835604708" sldId="1156"/>
            <ac:cxnSpMk id="27" creationId="{EC2A9BD8-EE1F-8D18-77B5-58188AA682B7}"/>
          </ac:cxnSpMkLst>
        </pc:cxnChg>
        <pc:cxnChg chg="add mod">
          <ac:chgData name="Palit, Tapti" userId="dec6fbcd-7598-406a-8cbf-504d4a3bac15" providerId="ADAL" clId="{ECD42228-5B96-4A72-B268-C46DF994E6B7}" dt="2024-01-30T04:11:07.530" v="86108" actId="692"/>
          <ac:cxnSpMkLst>
            <pc:docMk/>
            <pc:sldMk cId="3835604708" sldId="1156"/>
            <ac:cxnSpMk id="28" creationId="{4D1A80F7-D83F-A8BB-9661-51B7E8E8B865}"/>
          </ac:cxnSpMkLst>
        </pc:cxnChg>
        <pc:cxnChg chg="add mod">
          <ac:chgData name="Palit, Tapti" userId="dec6fbcd-7598-406a-8cbf-504d4a3bac15" providerId="ADAL" clId="{ECD42228-5B96-4A72-B268-C46DF994E6B7}" dt="2024-01-30T04:10:57.564" v="86102" actId="692"/>
          <ac:cxnSpMkLst>
            <pc:docMk/>
            <pc:sldMk cId="3835604708" sldId="1156"/>
            <ac:cxnSpMk id="29" creationId="{6285C67B-152D-F7CD-5E13-C3FD0413B4E2}"/>
          </ac:cxnSpMkLst>
        </pc:cxnChg>
        <pc:cxnChg chg="add mod">
          <ac:chgData name="Palit, Tapti" userId="dec6fbcd-7598-406a-8cbf-504d4a3bac15" providerId="ADAL" clId="{ECD42228-5B96-4A72-B268-C46DF994E6B7}" dt="2024-01-30T04:10:57.564" v="86102" actId="692"/>
          <ac:cxnSpMkLst>
            <pc:docMk/>
            <pc:sldMk cId="3835604708" sldId="1156"/>
            <ac:cxnSpMk id="30" creationId="{EB6F1F7D-823E-2438-0E8A-D919680E3986}"/>
          </ac:cxnSpMkLst>
        </pc:cxnChg>
        <pc:cxnChg chg="add mod">
          <ac:chgData name="Palit, Tapti" userId="dec6fbcd-7598-406a-8cbf-504d4a3bac15" providerId="ADAL" clId="{ECD42228-5B96-4A72-B268-C46DF994E6B7}" dt="2024-01-30T04:10:57.564" v="86102" actId="692"/>
          <ac:cxnSpMkLst>
            <pc:docMk/>
            <pc:sldMk cId="3835604708" sldId="1156"/>
            <ac:cxnSpMk id="31" creationId="{E9121FE2-9884-B76F-23CC-59B5448A4825}"/>
          </ac:cxnSpMkLst>
        </pc:cxnChg>
        <pc:cxnChg chg="add mod">
          <ac:chgData name="Palit, Tapti" userId="dec6fbcd-7598-406a-8cbf-504d4a3bac15" providerId="ADAL" clId="{ECD42228-5B96-4A72-B268-C46DF994E6B7}" dt="2024-01-30T04:10:57.564" v="86102" actId="692"/>
          <ac:cxnSpMkLst>
            <pc:docMk/>
            <pc:sldMk cId="3835604708" sldId="1156"/>
            <ac:cxnSpMk id="32" creationId="{FBEAE100-ECF3-7876-C906-C850CB4ACE8A}"/>
          </ac:cxnSpMkLst>
        </pc:cxnChg>
        <pc:cxnChg chg="add mod">
          <ac:chgData name="Palit, Tapti" userId="dec6fbcd-7598-406a-8cbf-504d4a3bac15" providerId="ADAL" clId="{ECD42228-5B96-4A72-B268-C46DF994E6B7}" dt="2024-01-30T04:10:57.564" v="86102" actId="692"/>
          <ac:cxnSpMkLst>
            <pc:docMk/>
            <pc:sldMk cId="3835604708" sldId="1156"/>
            <ac:cxnSpMk id="33" creationId="{DACEA327-D48C-696D-7C85-A902BE177260}"/>
          </ac:cxnSpMkLst>
        </pc:cxnChg>
        <pc:cxnChg chg="add del mod">
          <ac:chgData name="Palit, Tapti" userId="dec6fbcd-7598-406a-8cbf-504d4a3bac15" providerId="ADAL" clId="{ECD42228-5B96-4A72-B268-C46DF994E6B7}" dt="2024-01-30T04:10:57.564" v="86102" actId="692"/>
          <ac:cxnSpMkLst>
            <pc:docMk/>
            <pc:sldMk cId="3835604708" sldId="1156"/>
            <ac:cxnSpMk id="34" creationId="{5D724AF6-2C5B-0E89-7C10-C601C5D384B4}"/>
          </ac:cxnSpMkLst>
        </pc:cxnChg>
      </pc:sldChg>
      <pc:sldChg chg="addSp delSp modSp add del mod">
        <pc:chgData name="Palit, Tapti" userId="dec6fbcd-7598-406a-8cbf-504d4a3bac15" providerId="ADAL" clId="{ECD42228-5B96-4A72-B268-C46DF994E6B7}" dt="2024-01-30T07:09:18.638" v="90850" actId="47"/>
        <pc:sldMkLst>
          <pc:docMk/>
          <pc:sldMk cId="1295696398" sldId="1157"/>
        </pc:sldMkLst>
        <pc:spChg chg="mod">
          <ac:chgData name="Palit, Tapti" userId="dec6fbcd-7598-406a-8cbf-504d4a3bac15" providerId="ADAL" clId="{ECD42228-5B96-4A72-B268-C46DF994E6B7}" dt="2024-01-30T04:12:01.492" v="86114" actId="14100"/>
          <ac:spMkLst>
            <pc:docMk/>
            <pc:sldMk cId="1295696398" sldId="1157"/>
            <ac:spMk id="6" creationId="{CDF54C75-8E57-C212-0645-30E19DBAEFC3}"/>
          </ac:spMkLst>
        </pc:spChg>
        <pc:spChg chg="mod">
          <ac:chgData name="Palit, Tapti" userId="dec6fbcd-7598-406a-8cbf-504d4a3bac15" providerId="ADAL" clId="{ECD42228-5B96-4A72-B268-C46DF994E6B7}" dt="2024-01-30T04:12:09.042" v="86115" actId="1076"/>
          <ac:spMkLst>
            <pc:docMk/>
            <pc:sldMk cId="1295696398" sldId="1157"/>
            <ac:spMk id="7" creationId="{4F0DD4F9-D13F-33FC-B35C-8BAD7548E011}"/>
          </ac:spMkLst>
        </pc:spChg>
        <pc:spChg chg="add mod">
          <ac:chgData name="Palit, Tapti" userId="dec6fbcd-7598-406a-8cbf-504d4a3bac15" providerId="ADAL" clId="{ECD42228-5B96-4A72-B268-C46DF994E6B7}" dt="2024-01-30T04:22:20.064" v="86210"/>
          <ac:spMkLst>
            <pc:docMk/>
            <pc:sldMk cId="1295696398" sldId="1157"/>
            <ac:spMk id="11" creationId="{9BB84EEB-420C-3494-AB9E-E2214C5148BB}"/>
          </ac:spMkLst>
        </pc:spChg>
        <pc:spChg chg="add mod">
          <ac:chgData name="Palit, Tapti" userId="dec6fbcd-7598-406a-8cbf-504d4a3bac15" providerId="ADAL" clId="{ECD42228-5B96-4A72-B268-C46DF994E6B7}" dt="2024-01-30T04:28:26.968" v="86322"/>
          <ac:spMkLst>
            <pc:docMk/>
            <pc:sldMk cId="1295696398" sldId="1157"/>
            <ac:spMk id="13" creationId="{705CA2A4-C03F-48DE-784A-7B35DCD0BEE8}"/>
          </ac:spMkLst>
        </pc:spChg>
        <pc:spChg chg="add mod">
          <ac:chgData name="Palit, Tapti" userId="dec6fbcd-7598-406a-8cbf-504d4a3bac15" providerId="ADAL" clId="{ECD42228-5B96-4A72-B268-C46DF994E6B7}" dt="2024-01-30T04:28:26.968" v="86322"/>
          <ac:spMkLst>
            <pc:docMk/>
            <pc:sldMk cId="1295696398" sldId="1157"/>
            <ac:spMk id="14" creationId="{7FFC0AAC-7E8A-5BAF-0C6A-3F53318A4CD3}"/>
          </ac:spMkLst>
        </pc:spChg>
        <pc:spChg chg="mod">
          <ac:chgData name="Palit, Tapti" userId="dec6fbcd-7598-406a-8cbf-504d4a3bac15" providerId="ADAL" clId="{ECD42228-5B96-4A72-B268-C46DF994E6B7}" dt="2024-01-30T04:28:26.968" v="86322"/>
          <ac:spMkLst>
            <pc:docMk/>
            <pc:sldMk cId="1295696398" sldId="1157"/>
            <ac:spMk id="16" creationId="{AE084579-5149-FD58-D23A-55FE33B1C197}"/>
          </ac:spMkLst>
        </pc:spChg>
        <pc:spChg chg="mod">
          <ac:chgData name="Palit, Tapti" userId="dec6fbcd-7598-406a-8cbf-504d4a3bac15" providerId="ADAL" clId="{ECD42228-5B96-4A72-B268-C46DF994E6B7}" dt="2024-01-30T04:28:26.968" v="86322"/>
          <ac:spMkLst>
            <pc:docMk/>
            <pc:sldMk cId="1295696398" sldId="1157"/>
            <ac:spMk id="17" creationId="{35437FF8-6CD7-2A3B-6497-5668BD0050E5}"/>
          </ac:spMkLst>
        </pc:spChg>
        <pc:spChg chg="mod">
          <ac:chgData name="Palit, Tapti" userId="dec6fbcd-7598-406a-8cbf-504d4a3bac15" providerId="ADAL" clId="{ECD42228-5B96-4A72-B268-C46DF994E6B7}" dt="2024-01-30T04:28:26.968" v="86322"/>
          <ac:spMkLst>
            <pc:docMk/>
            <pc:sldMk cId="1295696398" sldId="1157"/>
            <ac:spMk id="18" creationId="{E2443713-4378-BAC3-34DC-8312FF344195}"/>
          </ac:spMkLst>
        </pc:spChg>
        <pc:spChg chg="mod">
          <ac:chgData name="Palit, Tapti" userId="dec6fbcd-7598-406a-8cbf-504d4a3bac15" providerId="ADAL" clId="{ECD42228-5B96-4A72-B268-C46DF994E6B7}" dt="2024-01-30T04:33:13.715" v="86362" actId="207"/>
          <ac:spMkLst>
            <pc:docMk/>
            <pc:sldMk cId="1295696398" sldId="1157"/>
            <ac:spMk id="20" creationId="{9B0D18F0-8A66-E5EA-A8F0-3A06ED91206A}"/>
          </ac:spMkLst>
        </pc:spChg>
        <pc:spChg chg="mod">
          <ac:chgData name="Palit, Tapti" userId="dec6fbcd-7598-406a-8cbf-504d4a3bac15" providerId="ADAL" clId="{ECD42228-5B96-4A72-B268-C46DF994E6B7}" dt="2024-01-30T04:28:26.968" v="86322"/>
          <ac:spMkLst>
            <pc:docMk/>
            <pc:sldMk cId="1295696398" sldId="1157"/>
            <ac:spMk id="22" creationId="{651814AE-3B14-099E-78B6-7F17B1823381}"/>
          </ac:spMkLst>
        </pc:spChg>
        <pc:spChg chg="mod">
          <ac:chgData name="Palit, Tapti" userId="dec6fbcd-7598-406a-8cbf-504d4a3bac15" providerId="ADAL" clId="{ECD42228-5B96-4A72-B268-C46DF994E6B7}" dt="2024-01-30T04:28:26.968" v="86322"/>
          <ac:spMkLst>
            <pc:docMk/>
            <pc:sldMk cId="1295696398" sldId="1157"/>
            <ac:spMk id="23" creationId="{77FD10B6-F6B0-DDFC-4A0B-FA66C5869F36}"/>
          </ac:spMkLst>
        </pc:spChg>
        <pc:spChg chg="mod">
          <ac:chgData name="Palit, Tapti" userId="dec6fbcd-7598-406a-8cbf-504d4a3bac15" providerId="ADAL" clId="{ECD42228-5B96-4A72-B268-C46DF994E6B7}" dt="2024-01-30T04:28:26.968" v="86322"/>
          <ac:spMkLst>
            <pc:docMk/>
            <pc:sldMk cId="1295696398" sldId="1157"/>
            <ac:spMk id="24" creationId="{1094DDD3-42FB-BF09-328A-F0E81C3A9E72}"/>
          </ac:spMkLst>
        </pc:spChg>
        <pc:spChg chg="add mod">
          <ac:chgData name="Palit, Tapti" userId="dec6fbcd-7598-406a-8cbf-504d4a3bac15" providerId="ADAL" clId="{ECD42228-5B96-4A72-B268-C46DF994E6B7}" dt="2024-01-30T04:28:51.223" v="86328"/>
          <ac:spMkLst>
            <pc:docMk/>
            <pc:sldMk cId="1295696398" sldId="1157"/>
            <ac:spMk id="29" creationId="{81581055-AF58-F659-0B00-4F15DE3B1446}"/>
          </ac:spMkLst>
        </pc:spChg>
        <pc:spChg chg="del">
          <ac:chgData name="Palit, Tapti" userId="dec6fbcd-7598-406a-8cbf-504d4a3bac15" providerId="ADAL" clId="{ECD42228-5B96-4A72-B268-C46DF994E6B7}" dt="2024-01-30T04:28:13.582" v="86319" actId="478"/>
          <ac:spMkLst>
            <pc:docMk/>
            <pc:sldMk cId="1295696398" sldId="1157"/>
            <ac:spMk id="30" creationId="{11D4ADC7-21B9-08B4-25A4-8EEFFD3ACAF2}"/>
          </ac:spMkLst>
        </pc:spChg>
        <pc:spChg chg="add mod">
          <ac:chgData name="Palit, Tapti" userId="dec6fbcd-7598-406a-8cbf-504d4a3bac15" providerId="ADAL" clId="{ECD42228-5B96-4A72-B268-C46DF994E6B7}" dt="2024-01-30T04:29:11.638" v="86331" actId="164"/>
          <ac:spMkLst>
            <pc:docMk/>
            <pc:sldMk cId="1295696398" sldId="1157"/>
            <ac:spMk id="31" creationId="{BE1E83B6-6D69-7728-7B68-093A49BB609B}"/>
          </ac:spMkLst>
        </pc:spChg>
        <pc:spChg chg="del">
          <ac:chgData name="Palit, Tapti" userId="dec6fbcd-7598-406a-8cbf-504d4a3bac15" providerId="ADAL" clId="{ECD42228-5B96-4A72-B268-C46DF994E6B7}" dt="2024-01-30T04:28:17.399" v="86321" actId="478"/>
          <ac:spMkLst>
            <pc:docMk/>
            <pc:sldMk cId="1295696398" sldId="1157"/>
            <ac:spMk id="33" creationId="{6F8DDCDB-2BC0-4664-5DDC-E0969FF063B5}"/>
          </ac:spMkLst>
        </pc:spChg>
        <pc:spChg chg="del">
          <ac:chgData name="Palit, Tapti" userId="dec6fbcd-7598-406a-8cbf-504d4a3bac15" providerId="ADAL" clId="{ECD42228-5B96-4A72-B268-C46DF994E6B7}" dt="2024-01-30T04:28:50.753" v="86327" actId="478"/>
          <ac:spMkLst>
            <pc:docMk/>
            <pc:sldMk cId="1295696398" sldId="1157"/>
            <ac:spMk id="46" creationId="{9715DB38-9550-104E-AAEA-4D661B3F9D39}"/>
          </ac:spMkLst>
        </pc:spChg>
        <pc:grpChg chg="add mod">
          <ac:chgData name="Palit, Tapti" userId="dec6fbcd-7598-406a-8cbf-504d4a3bac15" providerId="ADAL" clId="{ECD42228-5B96-4A72-B268-C46DF994E6B7}" dt="2024-01-30T04:28:26.968" v="86322"/>
          <ac:grpSpMkLst>
            <pc:docMk/>
            <pc:sldMk cId="1295696398" sldId="1157"/>
            <ac:grpSpMk id="15" creationId="{C1BB4406-7D52-9C3D-9D00-214BAC76755B}"/>
          </ac:grpSpMkLst>
        </pc:grpChg>
        <pc:grpChg chg="add mod">
          <ac:chgData name="Palit, Tapti" userId="dec6fbcd-7598-406a-8cbf-504d4a3bac15" providerId="ADAL" clId="{ECD42228-5B96-4A72-B268-C46DF994E6B7}" dt="2024-01-30T04:29:11.638" v="86331" actId="164"/>
          <ac:grpSpMkLst>
            <pc:docMk/>
            <pc:sldMk cId="1295696398" sldId="1157"/>
            <ac:grpSpMk id="21" creationId="{9A3E2EB9-A6B3-856B-24BD-2B76CAA03A6E}"/>
          </ac:grpSpMkLst>
        </pc:grpChg>
        <pc:grpChg chg="add mod">
          <ac:chgData name="Palit, Tapti" userId="dec6fbcd-7598-406a-8cbf-504d4a3bac15" providerId="ADAL" clId="{ECD42228-5B96-4A72-B268-C46DF994E6B7}" dt="2024-01-30T04:29:11.638" v="86331" actId="164"/>
          <ac:grpSpMkLst>
            <pc:docMk/>
            <pc:sldMk cId="1295696398" sldId="1157"/>
            <ac:grpSpMk id="34" creationId="{A16EB0BD-9E68-432D-0942-16DA0097A601}"/>
          </ac:grpSpMkLst>
        </pc:grpChg>
        <pc:graphicFrameChg chg="del">
          <ac:chgData name="Palit, Tapti" userId="dec6fbcd-7598-406a-8cbf-504d4a3bac15" providerId="ADAL" clId="{ECD42228-5B96-4A72-B268-C46DF994E6B7}" dt="2024-01-30T04:28:10.659" v="86318" actId="478"/>
          <ac:graphicFrameMkLst>
            <pc:docMk/>
            <pc:sldMk cId="1295696398" sldId="1157"/>
            <ac:graphicFrameMk id="2" creationId="{4498D35B-E7A5-4947-5802-D6A575F62626}"/>
          </ac:graphicFrameMkLst>
        </pc:graphicFrameChg>
        <pc:graphicFrameChg chg="del">
          <ac:chgData name="Palit, Tapti" userId="dec6fbcd-7598-406a-8cbf-504d4a3bac15" providerId="ADAL" clId="{ECD42228-5B96-4A72-B268-C46DF994E6B7}" dt="2024-01-30T04:28:15.350" v="86320" actId="478"/>
          <ac:graphicFrameMkLst>
            <pc:docMk/>
            <pc:sldMk cId="1295696398" sldId="1157"/>
            <ac:graphicFrameMk id="28" creationId="{7A06F78A-A30D-EA99-2E4E-624D76067CB7}"/>
          </ac:graphicFrameMkLst>
        </pc:graphicFrameChg>
        <pc:cxnChg chg="mod">
          <ac:chgData name="Palit, Tapti" userId="dec6fbcd-7598-406a-8cbf-504d4a3bac15" providerId="ADAL" clId="{ECD42228-5B96-4A72-B268-C46DF994E6B7}" dt="2024-01-30T04:28:31.851" v="86323" actId="14100"/>
          <ac:cxnSpMkLst>
            <pc:docMk/>
            <pc:sldMk cId="1295696398" sldId="1157"/>
            <ac:cxnSpMk id="10" creationId="{9E94C896-B232-9692-30F5-7EADDBA316F1}"/>
          </ac:cxnSpMkLst>
        </pc:cxnChg>
        <pc:cxnChg chg="mod">
          <ac:chgData name="Palit, Tapti" userId="dec6fbcd-7598-406a-8cbf-504d4a3bac15" providerId="ADAL" clId="{ECD42228-5B96-4A72-B268-C46DF994E6B7}" dt="2024-01-30T04:28:35.858" v="86324" actId="14100"/>
          <ac:cxnSpMkLst>
            <pc:docMk/>
            <pc:sldMk cId="1295696398" sldId="1157"/>
            <ac:cxnSpMk id="12" creationId="{B7D84180-1A4B-8131-B469-70328178D2E9}"/>
          </ac:cxnSpMkLst>
        </pc:cxnChg>
        <pc:cxnChg chg="mod">
          <ac:chgData name="Palit, Tapti" userId="dec6fbcd-7598-406a-8cbf-504d4a3bac15" providerId="ADAL" clId="{ECD42228-5B96-4A72-B268-C46DF994E6B7}" dt="2024-01-30T04:28:26.968" v="86322"/>
          <ac:cxnSpMkLst>
            <pc:docMk/>
            <pc:sldMk cId="1295696398" sldId="1157"/>
            <ac:cxnSpMk id="19" creationId="{CF23B67F-D7EE-3A17-D518-AA7C9A6DAAEB}"/>
          </ac:cxnSpMkLst>
        </pc:cxnChg>
        <pc:cxnChg chg="mod">
          <ac:chgData name="Palit, Tapti" userId="dec6fbcd-7598-406a-8cbf-504d4a3bac15" providerId="ADAL" clId="{ECD42228-5B96-4A72-B268-C46DF994E6B7}" dt="2024-01-30T04:28:26.968" v="86322"/>
          <ac:cxnSpMkLst>
            <pc:docMk/>
            <pc:sldMk cId="1295696398" sldId="1157"/>
            <ac:cxnSpMk id="25" creationId="{A6BD1A5F-5349-B308-7625-A3CF34FD81ED}"/>
          </ac:cxnSpMkLst>
        </pc:cxnChg>
        <pc:cxnChg chg="add mod">
          <ac:chgData name="Palit, Tapti" userId="dec6fbcd-7598-406a-8cbf-504d4a3bac15" providerId="ADAL" clId="{ECD42228-5B96-4A72-B268-C46DF994E6B7}" dt="2024-01-30T04:29:11.638" v="86331" actId="164"/>
          <ac:cxnSpMkLst>
            <pc:docMk/>
            <pc:sldMk cId="1295696398" sldId="1157"/>
            <ac:cxnSpMk id="32" creationId="{2AAB522B-9B84-C235-B56A-5AE8CCF46C85}"/>
          </ac:cxnSpMkLst>
        </pc:cxnChg>
      </pc:sldChg>
      <pc:sldChg chg="addSp delSp modSp add mod modNotesTx">
        <pc:chgData name="Palit, Tapti" userId="dec6fbcd-7598-406a-8cbf-504d4a3bac15" providerId="ADAL" clId="{ECD42228-5B96-4A72-B268-C46DF994E6B7}" dt="2024-02-13T04:17:34.555" v="115395" actId="20577"/>
        <pc:sldMkLst>
          <pc:docMk/>
          <pc:sldMk cId="2544815816" sldId="1158"/>
        </pc:sldMkLst>
        <pc:spChg chg="mod">
          <ac:chgData name="Palit, Tapti" userId="dec6fbcd-7598-406a-8cbf-504d4a3bac15" providerId="ADAL" clId="{ECD42228-5B96-4A72-B268-C46DF994E6B7}" dt="2024-01-30T16:57:29.807" v="93325" actId="20577"/>
          <ac:spMkLst>
            <pc:docMk/>
            <pc:sldMk cId="2544815816" sldId="1158"/>
            <ac:spMk id="3" creationId="{718731F3-A54E-5387-C447-464520FADB53}"/>
          </ac:spMkLst>
        </pc:spChg>
        <pc:spChg chg="add mod">
          <ac:chgData name="Palit, Tapti" userId="dec6fbcd-7598-406a-8cbf-504d4a3bac15" providerId="ADAL" clId="{ECD42228-5B96-4A72-B268-C46DF994E6B7}" dt="2024-01-30T04:16:16.459" v="86151" actId="14100"/>
          <ac:spMkLst>
            <pc:docMk/>
            <pc:sldMk cId="2544815816" sldId="1158"/>
            <ac:spMk id="12" creationId="{B6C49699-E8C1-40E3-CAA6-2FA27CB42CC2}"/>
          </ac:spMkLst>
        </pc:spChg>
        <pc:spChg chg="add del mod">
          <ac:chgData name="Palit, Tapti" userId="dec6fbcd-7598-406a-8cbf-504d4a3bac15" providerId="ADAL" clId="{ECD42228-5B96-4A72-B268-C46DF994E6B7}" dt="2024-01-30T04:22:42.025" v="86216" actId="478"/>
          <ac:spMkLst>
            <pc:docMk/>
            <pc:sldMk cId="2544815816" sldId="1158"/>
            <ac:spMk id="17" creationId="{EF7BED94-C758-436E-F2AC-9B20015654CE}"/>
          </ac:spMkLst>
        </pc:spChg>
        <pc:spChg chg="add mod">
          <ac:chgData name="Palit, Tapti" userId="dec6fbcd-7598-406a-8cbf-504d4a3bac15" providerId="ADAL" clId="{ECD42228-5B96-4A72-B268-C46DF994E6B7}" dt="2024-01-30T04:22:42.455" v="86217"/>
          <ac:spMkLst>
            <pc:docMk/>
            <pc:sldMk cId="2544815816" sldId="1158"/>
            <ac:spMk id="18" creationId="{07A98683-A041-BB40-A283-8FD41F0D0814}"/>
          </ac:spMkLst>
        </pc:spChg>
        <pc:spChg chg="add mod">
          <ac:chgData name="Palit, Tapti" userId="dec6fbcd-7598-406a-8cbf-504d4a3bac15" providerId="ADAL" clId="{ECD42228-5B96-4A72-B268-C46DF994E6B7}" dt="2024-01-30T04:30:59.363" v="86348"/>
          <ac:spMkLst>
            <pc:docMk/>
            <pc:sldMk cId="2544815816" sldId="1158"/>
            <ac:spMk id="19" creationId="{D686AA96-1F56-3BEB-4D84-25EE51D0AF82}"/>
          </ac:spMkLst>
        </pc:spChg>
        <pc:spChg chg="mod">
          <ac:chgData name="Palit, Tapti" userId="dec6fbcd-7598-406a-8cbf-504d4a3bac15" providerId="ADAL" clId="{ECD42228-5B96-4A72-B268-C46DF994E6B7}" dt="2024-01-30T04:30:59.363" v="86348"/>
          <ac:spMkLst>
            <pc:docMk/>
            <pc:sldMk cId="2544815816" sldId="1158"/>
            <ac:spMk id="21" creationId="{4123C762-E288-4CB5-ED10-E2C829947911}"/>
          </ac:spMkLst>
        </pc:spChg>
        <pc:spChg chg="mod">
          <ac:chgData name="Palit, Tapti" userId="dec6fbcd-7598-406a-8cbf-504d4a3bac15" providerId="ADAL" clId="{ECD42228-5B96-4A72-B268-C46DF994E6B7}" dt="2024-01-30T04:30:59.363" v="86348"/>
          <ac:spMkLst>
            <pc:docMk/>
            <pc:sldMk cId="2544815816" sldId="1158"/>
            <ac:spMk id="22" creationId="{A932AEDD-A69D-F57D-37DB-CCE41AF1AC7A}"/>
          </ac:spMkLst>
        </pc:spChg>
        <pc:spChg chg="mod">
          <ac:chgData name="Palit, Tapti" userId="dec6fbcd-7598-406a-8cbf-504d4a3bac15" providerId="ADAL" clId="{ECD42228-5B96-4A72-B268-C46DF994E6B7}" dt="2024-01-30T04:30:59.363" v="86348"/>
          <ac:spMkLst>
            <pc:docMk/>
            <pc:sldMk cId="2544815816" sldId="1158"/>
            <ac:spMk id="23" creationId="{C49BC4C6-42F4-C749-F1BB-04DA689EBE43}"/>
          </ac:spMkLst>
        </pc:spChg>
        <pc:spChg chg="mod">
          <ac:chgData name="Palit, Tapti" userId="dec6fbcd-7598-406a-8cbf-504d4a3bac15" providerId="ADAL" clId="{ECD42228-5B96-4A72-B268-C46DF994E6B7}" dt="2024-01-30T04:33:23.991" v="86365" actId="207"/>
          <ac:spMkLst>
            <pc:docMk/>
            <pc:sldMk cId="2544815816" sldId="1158"/>
            <ac:spMk id="25" creationId="{79E0A71A-C25A-28D2-7EA2-4D4C3A39BF77}"/>
          </ac:spMkLst>
        </pc:spChg>
        <pc:spChg chg="add mod">
          <ac:chgData name="Palit, Tapti" userId="dec6fbcd-7598-406a-8cbf-504d4a3bac15" providerId="ADAL" clId="{ECD42228-5B96-4A72-B268-C46DF994E6B7}" dt="2024-01-30T04:30:59.363" v="86348"/>
          <ac:spMkLst>
            <pc:docMk/>
            <pc:sldMk cId="2544815816" sldId="1158"/>
            <ac:spMk id="26" creationId="{8E9AE654-55B1-906D-8B3B-F246837D5B8F}"/>
          </ac:spMkLst>
        </pc:spChg>
        <pc:spChg chg="del">
          <ac:chgData name="Palit, Tapti" userId="dec6fbcd-7598-406a-8cbf-504d4a3bac15" providerId="ADAL" clId="{ECD42228-5B96-4A72-B268-C46DF994E6B7}" dt="2024-01-30T04:30:58.571" v="86347" actId="478"/>
          <ac:spMkLst>
            <pc:docMk/>
            <pc:sldMk cId="2544815816" sldId="1158"/>
            <ac:spMk id="30" creationId="{11D4ADC7-21B9-08B4-25A4-8EEFFD3ACAF2}"/>
          </ac:spMkLst>
        </pc:spChg>
        <pc:spChg chg="mod">
          <ac:chgData name="Palit, Tapti" userId="dec6fbcd-7598-406a-8cbf-504d4a3bac15" providerId="ADAL" clId="{ECD42228-5B96-4A72-B268-C46DF994E6B7}" dt="2024-01-30T04:30:59.363" v="86348"/>
          <ac:spMkLst>
            <pc:docMk/>
            <pc:sldMk cId="2544815816" sldId="1158"/>
            <ac:spMk id="31" creationId="{BEC84326-D519-7C1E-3ABC-E186F1C615EB}"/>
          </ac:spMkLst>
        </pc:spChg>
        <pc:spChg chg="del">
          <ac:chgData name="Palit, Tapti" userId="dec6fbcd-7598-406a-8cbf-504d4a3bac15" providerId="ADAL" clId="{ECD42228-5B96-4A72-B268-C46DF994E6B7}" dt="2024-01-30T04:30:58.571" v="86347" actId="478"/>
          <ac:spMkLst>
            <pc:docMk/>
            <pc:sldMk cId="2544815816" sldId="1158"/>
            <ac:spMk id="33" creationId="{6F8DDCDB-2BC0-4664-5DDC-E0969FF063B5}"/>
          </ac:spMkLst>
        </pc:spChg>
        <pc:spChg chg="mod">
          <ac:chgData name="Palit, Tapti" userId="dec6fbcd-7598-406a-8cbf-504d4a3bac15" providerId="ADAL" clId="{ECD42228-5B96-4A72-B268-C46DF994E6B7}" dt="2024-01-30T04:30:59.363" v="86348"/>
          <ac:spMkLst>
            <pc:docMk/>
            <pc:sldMk cId="2544815816" sldId="1158"/>
            <ac:spMk id="34" creationId="{27DAA6BA-47EB-A323-8772-2CD642D97ADE}"/>
          </ac:spMkLst>
        </pc:spChg>
        <pc:spChg chg="mod">
          <ac:chgData name="Palit, Tapti" userId="dec6fbcd-7598-406a-8cbf-504d4a3bac15" providerId="ADAL" clId="{ECD42228-5B96-4A72-B268-C46DF994E6B7}" dt="2024-01-30T04:30:59.363" v="86348"/>
          <ac:spMkLst>
            <pc:docMk/>
            <pc:sldMk cId="2544815816" sldId="1158"/>
            <ac:spMk id="35" creationId="{C7B7B403-AC53-DF3A-4B27-8127268A8B17}"/>
          </ac:spMkLst>
        </pc:spChg>
        <pc:spChg chg="mod">
          <ac:chgData name="Palit, Tapti" userId="dec6fbcd-7598-406a-8cbf-504d4a3bac15" providerId="ADAL" clId="{ECD42228-5B96-4A72-B268-C46DF994E6B7}" dt="2024-01-30T04:30:59.363" v="86348"/>
          <ac:spMkLst>
            <pc:docMk/>
            <pc:sldMk cId="2544815816" sldId="1158"/>
            <ac:spMk id="36" creationId="{A70EFA75-EF0C-FB8C-5091-2A911830B4D7}"/>
          </ac:spMkLst>
        </pc:spChg>
        <pc:grpChg chg="add mod">
          <ac:chgData name="Palit, Tapti" userId="dec6fbcd-7598-406a-8cbf-504d4a3bac15" providerId="ADAL" clId="{ECD42228-5B96-4A72-B268-C46DF994E6B7}" dt="2024-01-30T04:30:59.363" v="86348"/>
          <ac:grpSpMkLst>
            <pc:docMk/>
            <pc:sldMk cId="2544815816" sldId="1158"/>
            <ac:grpSpMk id="20" creationId="{8B7A8FCE-A298-FDE9-973B-9E5002F209A6}"/>
          </ac:grpSpMkLst>
        </pc:grpChg>
        <pc:grpChg chg="add mod">
          <ac:chgData name="Palit, Tapti" userId="dec6fbcd-7598-406a-8cbf-504d4a3bac15" providerId="ADAL" clId="{ECD42228-5B96-4A72-B268-C46DF994E6B7}" dt="2024-01-30T04:30:59.363" v="86348"/>
          <ac:grpSpMkLst>
            <pc:docMk/>
            <pc:sldMk cId="2544815816" sldId="1158"/>
            <ac:grpSpMk id="27" creationId="{4478AA7B-C69F-B272-0E1C-43B70FF22552}"/>
          </ac:grpSpMkLst>
        </pc:grpChg>
        <pc:grpChg chg="mod">
          <ac:chgData name="Palit, Tapti" userId="dec6fbcd-7598-406a-8cbf-504d4a3bac15" providerId="ADAL" clId="{ECD42228-5B96-4A72-B268-C46DF994E6B7}" dt="2024-01-30T04:30:59.363" v="86348"/>
          <ac:grpSpMkLst>
            <pc:docMk/>
            <pc:sldMk cId="2544815816" sldId="1158"/>
            <ac:grpSpMk id="29" creationId="{7D83758C-90D4-130C-9626-40F50D7B0205}"/>
          </ac:grpSpMkLst>
        </pc:grpChg>
        <pc:graphicFrameChg chg="del">
          <ac:chgData name="Palit, Tapti" userId="dec6fbcd-7598-406a-8cbf-504d4a3bac15" providerId="ADAL" clId="{ECD42228-5B96-4A72-B268-C46DF994E6B7}" dt="2024-01-30T04:30:55.285" v="86346" actId="478"/>
          <ac:graphicFrameMkLst>
            <pc:docMk/>
            <pc:sldMk cId="2544815816" sldId="1158"/>
            <ac:graphicFrameMk id="2" creationId="{4498D35B-E7A5-4947-5802-D6A575F62626}"/>
          </ac:graphicFrameMkLst>
        </pc:graphicFrameChg>
        <pc:graphicFrameChg chg="del">
          <ac:chgData name="Palit, Tapti" userId="dec6fbcd-7598-406a-8cbf-504d4a3bac15" providerId="ADAL" clId="{ECD42228-5B96-4A72-B268-C46DF994E6B7}" dt="2024-01-30T04:30:58.571" v="86347" actId="478"/>
          <ac:graphicFrameMkLst>
            <pc:docMk/>
            <pc:sldMk cId="2544815816" sldId="1158"/>
            <ac:graphicFrameMk id="28" creationId="{7A06F78A-A30D-EA99-2E4E-624D76067CB7}"/>
          </ac:graphicFrameMkLst>
        </pc:graphicFrameChg>
        <pc:cxnChg chg="add mod">
          <ac:chgData name="Palit, Tapti" userId="dec6fbcd-7598-406a-8cbf-504d4a3bac15" providerId="ADAL" clId="{ECD42228-5B96-4A72-B268-C46DF994E6B7}" dt="2024-01-30T04:16:16.459" v="86151" actId="14100"/>
          <ac:cxnSpMkLst>
            <pc:docMk/>
            <pc:sldMk cId="2544815816" sldId="1158"/>
            <ac:cxnSpMk id="7" creationId="{D0C3BBED-D4C0-BE03-240B-829475293023}"/>
          </ac:cxnSpMkLst>
        </pc:cxnChg>
        <pc:cxnChg chg="mod">
          <ac:chgData name="Palit, Tapti" userId="dec6fbcd-7598-406a-8cbf-504d4a3bac15" providerId="ADAL" clId="{ECD42228-5B96-4A72-B268-C46DF994E6B7}" dt="2024-01-30T04:31:02.756" v="86349" actId="14100"/>
          <ac:cxnSpMkLst>
            <pc:docMk/>
            <pc:sldMk cId="2544815816" sldId="1158"/>
            <ac:cxnSpMk id="16" creationId="{A8382162-7596-D715-7552-7B1A7214FB3D}"/>
          </ac:cxnSpMkLst>
        </pc:cxnChg>
        <pc:cxnChg chg="mod">
          <ac:chgData name="Palit, Tapti" userId="dec6fbcd-7598-406a-8cbf-504d4a3bac15" providerId="ADAL" clId="{ECD42228-5B96-4A72-B268-C46DF994E6B7}" dt="2024-01-30T04:30:59.363" v="86348"/>
          <ac:cxnSpMkLst>
            <pc:docMk/>
            <pc:sldMk cId="2544815816" sldId="1158"/>
            <ac:cxnSpMk id="24" creationId="{445EFBBB-C398-52FC-9C9A-B85CC9A4A068}"/>
          </ac:cxnSpMkLst>
        </pc:cxnChg>
        <pc:cxnChg chg="mod">
          <ac:chgData name="Palit, Tapti" userId="dec6fbcd-7598-406a-8cbf-504d4a3bac15" providerId="ADAL" clId="{ECD42228-5B96-4A72-B268-C46DF994E6B7}" dt="2024-01-30T04:30:59.363" v="86348"/>
          <ac:cxnSpMkLst>
            <pc:docMk/>
            <pc:sldMk cId="2544815816" sldId="1158"/>
            <ac:cxnSpMk id="32" creationId="{C01FB741-4175-32D9-B86A-2EA66EA6A26D}"/>
          </ac:cxnSpMkLst>
        </pc:cxnChg>
        <pc:cxnChg chg="mod">
          <ac:chgData name="Palit, Tapti" userId="dec6fbcd-7598-406a-8cbf-504d4a3bac15" providerId="ADAL" clId="{ECD42228-5B96-4A72-B268-C46DF994E6B7}" dt="2024-01-30T04:30:59.363" v="86348"/>
          <ac:cxnSpMkLst>
            <pc:docMk/>
            <pc:sldMk cId="2544815816" sldId="1158"/>
            <ac:cxnSpMk id="37" creationId="{5AAC2608-07AF-1A5F-ECF5-2D14D7D174FD}"/>
          </ac:cxnSpMkLst>
        </pc:cxnChg>
      </pc:sldChg>
      <pc:sldChg chg="addSp delSp modSp add mod modAnim modNotesTx">
        <pc:chgData name="Palit, Tapti" userId="dec6fbcd-7598-406a-8cbf-504d4a3bac15" providerId="ADAL" clId="{ECD42228-5B96-4A72-B268-C46DF994E6B7}" dt="2024-02-09T04:53:08.265" v="104537"/>
        <pc:sldMkLst>
          <pc:docMk/>
          <pc:sldMk cId="1504973141" sldId="1159"/>
        </pc:sldMkLst>
        <pc:spChg chg="mod">
          <ac:chgData name="Palit, Tapti" userId="dec6fbcd-7598-406a-8cbf-504d4a3bac15" providerId="ADAL" clId="{ECD42228-5B96-4A72-B268-C46DF994E6B7}" dt="2024-01-30T16:57:58.001" v="93402" actId="20577"/>
          <ac:spMkLst>
            <pc:docMk/>
            <pc:sldMk cId="1504973141" sldId="1159"/>
            <ac:spMk id="3" creationId="{718731F3-A54E-5387-C447-464520FADB53}"/>
          </ac:spMkLst>
        </pc:spChg>
        <pc:spChg chg="mod">
          <ac:chgData name="Palit, Tapti" userId="dec6fbcd-7598-406a-8cbf-504d4a3bac15" providerId="ADAL" clId="{ECD42228-5B96-4A72-B268-C46DF994E6B7}" dt="2024-01-30T04:17:20.662" v="86160" actId="113"/>
          <ac:spMkLst>
            <pc:docMk/>
            <pc:sldMk cId="1504973141" sldId="1159"/>
            <ac:spMk id="6" creationId="{CDF54C75-8E57-C212-0645-30E19DBAEFC3}"/>
          </ac:spMkLst>
        </pc:spChg>
        <pc:spChg chg="del">
          <ac:chgData name="Palit, Tapti" userId="dec6fbcd-7598-406a-8cbf-504d4a3bac15" providerId="ADAL" clId="{ECD42228-5B96-4A72-B268-C46DF994E6B7}" dt="2024-01-30T04:16:52.070" v="86155" actId="478"/>
          <ac:spMkLst>
            <pc:docMk/>
            <pc:sldMk cId="1504973141" sldId="1159"/>
            <ac:spMk id="12" creationId="{B6C49699-E8C1-40E3-CAA6-2FA27CB42CC2}"/>
          </ac:spMkLst>
        </pc:spChg>
        <pc:spChg chg="add mod">
          <ac:chgData name="Palit, Tapti" userId="dec6fbcd-7598-406a-8cbf-504d4a3bac15" providerId="ADAL" clId="{ECD42228-5B96-4A72-B268-C46DF994E6B7}" dt="2024-01-30T04:31:41.510" v="86353" actId="1076"/>
          <ac:spMkLst>
            <pc:docMk/>
            <pc:sldMk cId="1504973141" sldId="1159"/>
            <ac:spMk id="13" creationId="{42DC4EA1-29EF-F962-4964-C18648DFECB6}"/>
          </ac:spMkLst>
        </pc:spChg>
        <pc:spChg chg="add mod">
          <ac:chgData name="Palit, Tapti" userId="dec6fbcd-7598-406a-8cbf-504d4a3bac15" providerId="ADAL" clId="{ECD42228-5B96-4A72-B268-C46DF994E6B7}" dt="2024-01-30T04:22:45.112" v="86218"/>
          <ac:spMkLst>
            <pc:docMk/>
            <pc:sldMk cId="1504973141" sldId="1159"/>
            <ac:spMk id="18" creationId="{A46C7CA4-BE9A-80A0-C9E9-8D1FC1D621B6}"/>
          </ac:spMkLst>
        </pc:spChg>
        <pc:spChg chg="add mod">
          <ac:chgData name="Palit, Tapti" userId="dec6fbcd-7598-406a-8cbf-504d4a3bac15" providerId="ADAL" clId="{ECD42228-5B96-4A72-B268-C46DF994E6B7}" dt="2024-01-30T04:31:29.154" v="86351"/>
          <ac:spMkLst>
            <pc:docMk/>
            <pc:sldMk cId="1504973141" sldId="1159"/>
            <ac:spMk id="19" creationId="{EF8B2FC7-9D56-560B-23FA-42B79CB3FAD5}"/>
          </ac:spMkLst>
        </pc:spChg>
        <pc:spChg chg="mod">
          <ac:chgData name="Palit, Tapti" userId="dec6fbcd-7598-406a-8cbf-504d4a3bac15" providerId="ADAL" clId="{ECD42228-5B96-4A72-B268-C46DF994E6B7}" dt="2024-01-30T04:31:29.154" v="86351"/>
          <ac:spMkLst>
            <pc:docMk/>
            <pc:sldMk cId="1504973141" sldId="1159"/>
            <ac:spMk id="21" creationId="{3C9F4D52-9E4A-56A3-5BBD-02045481115A}"/>
          </ac:spMkLst>
        </pc:spChg>
        <pc:spChg chg="mod">
          <ac:chgData name="Palit, Tapti" userId="dec6fbcd-7598-406a-8cbf-504d4a3bac15" providerId="ADAL" clId="{ECD42228-5B96-4A72-B268-C46DF994E6B7}" dt="2024-01-30T04:31:29.154" v="86351"/>
          <ac:spMkLst>
            <pc:docMk/>
            <pc:sldMk cId="1504973141" sldId="1159"/>
            <ac:spMk id="22" creationId="{B444C066-8DF5-D6AC-3826-6309F40B706D}"/>
          </ac:spMkLst>
        </pc:spChg>
        <pc:spChg chg="mod">
          <ac:chgData name="Palit, Tapti" userId="dec6fbcd-7598-406a-8cbf-504d4a3bac15" providerId="ADAL" clId="{ECD42228-5B96-4A72-B268-C46DF994E6B7}" dt="2024-01-30T04:31:29.154" v="86351"/>
          <ac:spMkLst>
            <pc:docMk/>
            <pc:sldMk cId="1504973141" sldId="1159"/>
            <ac:spMk id="23" creationId="{DC595769-AA51-8B62-92F7-D8AA30D84E61}"/>
          </ac:spMkLst>
        </pc:spChg>
        <pc:spChg chg="mod">
          <ac:chgData name="Palit, Tapti" userId="dec6fbcd-7598-406a-8cbf-504d4a3bac15" providerId="ADAL" clId="{ECD42228-5B96-4A72-B268-C46DF994E6B7}" dt="2024-01-30T04:33:27.607" v="86366" actId="207"/>
          <ac:spMkLst>
            <pc:docMk/>
            <pc:sldMk cId="1504973141" sldId="1159"/>
            <ac:spMk id="25" creationId="{5462C415-FEEC-5D30-5CB6-F9099BC71033}"/>
          </ac:spMkLst>
        </pc:spChg>
        <pc:spChg chg="add mod">
          <ac:chgData name="Palit, Tapti" userId="dec6fbcd-7598-406a-8cbf-504d4a3bac15" providerId="ADAL" clId="{ECD42228-5B96-4A72-B268-C46DF994E6B7}" dt="2024-01-30T04:31:29.154" v="86351"/>
          <ac:spMkLst>
            <pc:docMk/>
            <pc:sldMk cId="1504973141" sldId="1159"/>
            <ac:spMk id="26" creationId="{1FF1A4F4-92F6-9796-B2A9-198E729094A3}"/>
          </ac:spMkLst>
        </pc:spChg>
        <pc:spChg chg="del">
          <ac:chgData name="Palit, Tapti" userId="dec6fbcd-7598-406a-8cbf-504d4a3bac15" providerId="ADAL" clId="{ECD42228-5B96-4A72-B268-C46DF994E6B7}" dt="2024-01-30T04:31:20.588" v="86350" actId="478"/>
          <ac:spMkLst>
            <pc:docMk/>
            <pc:sldMk cId="1504973141" sldId="1159"/>
            <ac:spMk id="30" creationId="{11D4ADC7-21B9-08B4-25A4-8EEFFD3ACAF2}"/>
          </ac:spMkLst>
        </pc:spChg>
        <pc:spChg chg="mod">
          <ac:chgData name="Palit, Tapti" userId="dec6fbcd-7598-406a-8cbf-504d4a3bac15" providerId="ADAL" clId="{ECD42228-5B96-4A72-B268-C46DF994E6B7}" dt="2024-01-30T04:31:29.154" v="86351"/>
          <ac:spMkLst>
            <pc:docMk/>
            <pc:sldMk cId="1504973141" sldId="1159"/>
            <ac:spMk id="31" creationId="{F43D43D9-E362-F28C-6B24-6373B754A2D1}"/>
          </ac:spMkLst>
        </pc:spChg>
        <pc:spChg chg="del">
          <ac:chgData name="Palit, Tapti" userId="dec6fbcd-7598-406a-8cbf-504d4a3bac15" providerId="ADAL" clId="{ECD42228-5B96-4A72-B268-C46DF994E6B7}" dt="2024-01-30T04:31:20.588" v="86350" actId="478"/>
          <ac:spMkLst>
            <pc:docMk/>
            <pc:sldMk cId="1504973141" sldId="1159"/>
            <ac:spMk id="33" creationId="{6F8DDCDB-2BC0-4664-5DDC-E0969FF063B5}"/>
          </ac:spMkLst>
        </pc:spChg>
        <pc:spChg chg="mod">
          <ac:chgData name="Palit, Tapti" userId="dec6fbcd-7598-406a-8cbf-504d4a3bac15" providerId="ADAL" clId="{ECD42228-5B96-4A72-B268-C46DF994E6B7}" dt="2024-01-30T04:31:29.154" v="86351"/>
          <ac:spMkLst>
            <pc:docMk/>
            <pc:sldMk cId="1504973141" sldId="1159"/>
            <ac:spMk id="34" creationId="{78EDD1AC-ECE6-AD20-EC86-0D164F892EBA}"/>
          </ac:spMkLst>
        </pc:spChg>
        <pc:spChg chg="mod">
          <ac:chgData name="Palit, Tapti" userId="dec6fbcd-7598-406a-8cbf-504d4a3bac15" providerId="ADAL" clId="{ECD42228-5B96-4A72-B268-C46DF994E6B7}" dt="2024-01-30T04:31:29.154" v="86351"/>
          <ac:spMkLst>
            <pc:docMk/>
            <pc:sldMk cId="1504973141" sldId="1159"/>
            <ac:spMk id="35" creationId="{AAA245A5-32B6-64DE-670D-8BC0ECEECBCE}"/>
          </ac:spMkLst>
        </pc:spChg>
        <pc:spChg chg="mod">
          <ac:chgData name="Palit, Tapti" userId="dec6fbcd-7598-406a-8cbf-504d4a3bac15" providerId="ADAL" clId="{ECD42228-5B96-4A72-B268-C46DF994E6B7}" dt="2024-01-30T04:31:29.154" v="86351"/>
          <ac:spMkLst>
            <pc:docMk/>
            <pc:sldMk cId="1504973141" sldId="1159"/>
            <ac:spMk id="36" creationId="{9ED9EA0C-9DBF-0233-24FF-BD594284144E}"/>
          </ac:spMkLst>
        </pc:spChg>
        <pc:grpChg chg="add mod">
          <ac:chgData name="Palit, Tapti" userId="dec6fbcd-7598-406a-8cbf-504d4a3bac15" providerId="ADAL" clId="{ECD42228-5B96-4A72-B268-C46DF994E6B7}" dt="2024-01-30T04:31:29.154" v="86351"/>
          <ac:grpSpMkLst>
            <pc:docMk/>
            <pc:sldMk cId="1504973141" sldId="1159"/>
            <ac:grpSpMk id="20" creationId="{1499E568-8D53-294B-16C6-66D9E71B3516}"/>
          </ac:grpSpMkLst>
        </pc:grpChg>
        <pc:grpChg chg="add mod">
          <ac:chgData name="Palit, Tapti" userId="dec6fbcd-7598-406a-8cbf-504d4a3bac15" providerId="ADAL" clId="{ECD42228-5B96-4A72-B268-C46DF994E6B7}" dt="2024-01-30T04:31:29.154" v="86351"/>
          <ac:grpSpMkLst>
            <pc:docMk/>
            <pc:sldMk cId="1504973141" sldId="1159"/>
            <ac:grpSpMk id="27" creationId="{0A452196-963B-D844-854F-F0E08A8978C8}"/>
          </ac:grpSpMkLst>
        </pc:grpChg>
        <pc:grpChg chg="mod">
          <ac:chgData name="Palit, Tapti" userId="dec6fbcd-7598-406a-8cbf-504d4a3bac15" providerId="ADAL" clId="{ECD42228-5B96-4A72-B268-C46DF994E6B7}" dt="2024-01-30T04:31:29.154" v="86351"/>
          <ac:grpSpMkLst>
            <pc:docMk/>
            <pc:sldMk cId="1504973141" sldId="1159"/>
            <ac:grpSpMk id="29" creationId="{EDCC6A11-2360-69A9-1FF5-225D00D6BCD0}"/>
          </ac:grpSpMkLst>
        </pc:grpChg>
        <pc:graphicFrameChg chg="del">
          <ac:chgData name="Palit, Tapti" userId="dec6fbcd-7598-406a-8cbf-504d4a3bac15" providerId="ADAL" clId="{ECD42228-5B96-4A72-B268-C46DF994E6B7}" dt="2024-01-30T04:31:20.588" v="86350" actId="478"/>
          <ac:graphicFrameMkLst>
            <pc:docMk/>
            <pc:sldMk cId="1504973141" sldId="1159"/>
            <ac:graphicFrameMk id="2" creationId="{4498D35B-E7A5-4947-5802-D6A575F62626}"/>
          </ac:graphicFrameMkLst>
        </pc:graphicFrameChg>
        <pc:graphicFrameChg chg="del">
          <ac:chgData name="Palit, Tapti" userId="dec6fbcd-7598-406a-8cbf-504d4a3bac15" providerId="ADAL" clId="{ECD42228-5B96-4A72-B268-C46DF994E6B7}" dt="2024-01-30T04:31:20.588" v="86350" actId="478"/>
          <ac:graphicFrameMkLst>
            <pc:docMk/>
            <pc:sldMk cId="1504973141" sldId="1159"/>
            <ac:graphicFrameMk id="28" creationId="{7A06F78A-A30D-EA99-2E4E-624D76067CB7}"/>
          </ac:graphicFrameMkLst>
        </pc:graphicFrameChg>
        <pc:cxnChg chg="del mod">
          <ac:chgData name="Palit, Tapti" userId="dec6fbcd-7598-406a-8cbf-504d4a3bac15" providerId="ADAL" clId="{ECD42228-5B96-4A72-B268-C46DF994E6B7}" dt="2024-01-30T04:16:52.070" v="86155" actId="478"/>
          <ac:cxnSpMkLst>
            <pc:docMk/>
            <pc:sldMk cId="1504973141" sldId="1159"/>
            <ac:cxnSpMk id="7" creationId="{D0C3BBED-D4C0-BE03-240B-829475293023}"/>
          </ac:cxnSpMkLst>
        </pc:cxnChg>
        <pc:cxnChg chg="mod">
          <ac:chgData name="Palit, Tapti" userId="dec6fbcd-7598-406a-8cbf-504d4a3bac15" providerId="ADAL" clId="{ECD42228-5B96-4A72-B268-C46DF994E6B7}" dt="2024-01-30T04:31:34.851" v="86352" actId="14100"/>
          <ac:cxnSpMkLst>
            <pc:docMk/>
            <pc:sldMk cId="1504973141" sldId="1159"/>
            <ac:cxnSpMk id="16" creationId="{A8382162-7596-D715-7552-7B1A7214FB3D}"/>
          </ac:cxnSpMkLst>
        </pc:cxnChg>
        <pc:cxnChg chg="mod">
          <ac:chgData name="Palit, Tapti" userId="dec6fbcd-7598-406a-8cbf-504d4a3bac15" providerId="ADAL" clId="{ECD42228-5B96-4A72-B268-C46DF994E6B7}" dt="2024-01-30T04:31:29.154" v="86351"/>
          <ac:cxnSpMkLst>
            <pc:docMk/>
            <pc:sldMk cId="1504973141" sldId="1159"/>
            <ac:cxnSpMk id="24" creationId="{09C43B5B-9246-4D5E-7DD7-7DFF10C1E1DF}"/>
          </ac:cxnSpMkLst>
        </pc:cxnChg>
        <pc:cxnChg chg="mod">
          <ac:chgData name="Palit, Tapti" userId="dec6fbcd-7598-406a-8cbf-504d4a3bac15" providerId="ADAL" clId="{ECD42228-5B96-4A72-B268-C46DF994E6B7}" dt="2024-01-30T04:31:29.154" v="86351"/>
          <ac:cxnSpMkLst>
            <pc:docMk/>
            <pc:sldMk cId="1504973141" sldId="1159"/>
            <ac:cxnSpMk id="32" creationId="{7B9514FD-5F3E-DF59-28E7-333C2794CF26}"/>
          </ac:cxnSpMkLst>
        </pc:cxnChg>
        <pc:cxnChg chg="mod">
          <ac:chgData name="Palit, Tapti" userId="dec6fbcd-7598-406a-8cbf-504d4a3bac15" providerId="ADAL" clId="{ECD42228-5B96-4A72-B268-C46DF994E6B7}" dt="2024-01-30T04:31:29.154" v="86351"/>
          <ac:cxnSpMkLst>
            <pc:docMk/>
            <pc:sldMk cId="1504973141" sldId="1159"/>
            <ac:cxnSpMk id="37" creationId="{5D9AA621-0916-5401-BF05-25B5654E0765}"/>
          </ac:cxnSpMkLst>
        </pc:cxnChg>
      </pc:sldChg>
      <pc:sldChg chg="addSp delSp modSp add mod modAnim modNotesTx">
        <pc:chgData name="Palit, Tapti" userId="dec6fbcd-7598-406a-8cbf-504d4a3bac15" providerId="ADAL" clId="{ECD42228-5B96-4A72-B268-C46DF994E6B7}" dt="2024-02-09T04:53:16.247" v="104538"/>
        <pc:sldMkLst>
          <pc:docMk/>
          <pc:sldMk cId="2764160988" sldId="1160"/>
        </pc:sldMkLst>
        <pc:spChg chg="mod">
          <ac:chgData name="Palit, Tapti" userId="dec6fbcd-7598-406a-8cbf-504d4a3bac15" providerId="ADAL" clId="{ECD42228-5B96-4A72-B268-C46DF994E6B7}" dt="2024-01-30T07:11:03.194" v="90857" actId="113"/>
          <ac:spMkLst>
            <pc:docMk/>
            <pc:sldMk cId="2764160988" sldId="1160"/>
            <ac:spMk id="6" creationId="{CDF54C75-8E57-C212-0645-30E19DBAEFC3}"/>
          </ac:spMkLst>
        </pc:spChg>
        <pc:spChg chg="add mod">
          <ac:chgData name="Palit, Tapti" userId="dec6fbcd-7598-406a-8cbf-504d4a3bac15" providerId="ADAL" clId="{ECD42228-5B96-4A72-B268-C46DF994E6B7}" dt="2024-01-30T04:18:05.091" v="86164"/>
          <ac:spMkLst>
            <pc:docMk/>
            <pc:sldMk cId="2764160988" sldId="1160"/>
            <ac:spMk id="12" creationId="{CF1F6C14-23A7-62A4-120C-BE80FE7AE636}"/>
          </ac:spMkLst>
        </pc:spChg>
        <pc:spChg chg="del">
          <ac:chgData name="Palit, Tapti" userId="dec6fbcd-7598-406a-8cbf-504d4a3bac15" providerId="ADAL" clId="{ECD42228-5B96-4A72-B268-C46DF994E6B7}" dt="2024-01-30T04:17:58.494" v="86163" actId="478"/>
          <ac:spMkLst>
            <pc:docMk/>
            <pc:sldMk cId="2764160988" sldId="1160"/>
            <ac:spMk id="13" creationId="{42DC4EA1-29EF-F962-4964-C18648DFECB6}"/>
          </ac:spMkLst>
        </pc:spChg>
        <pc:spChg chg="add mod">
          <ac:chgData name="Palit, Tapti" userId="dec6fbcd-7598-406a-8cbf-504d4a3bac15" providerId="ADAL" clId="{ECD42228-5B96-4A72-B268-C46DF994E6B7}" dt="2024-01-30T04:22:46.943" v="86219"/>
          <ac:spMkLst>
            <pc:docMk/>
            <pc:sldMk cId="2764160988" sldId="1160"/>
            <ac:spMk id="15" creationId="{005E526F-A9D1-0FC9-A87E-FFE41826A999}"/>
          </ac:spMkLst>
        </pc:spChg>
        <pc:spChg chg="add mod">
          <ac:chgData name="Palit, Tapti" userId="dec6fbcd-7598-406a-8cbf-504d4a3bac15" providerId="ADAL" clId="{ECD42228-5B96-4A72-B268-C46DF994E6B7}" dt="2024-01-30T04:32:00.145" v="86355"/>
          <ac:spMkLst>
            <pc:docMk/>
            <pc:sldMk cId="2764160988" sldId="1160"/>
            <ac:spMk id="17" creationId="{80B499C8-8366-DC00-8A38-A0E913BE507B}"/>
          </ac:spMkLst>
        </pc:spChg>
        <pc:spChg chg="mod">
          <ac:chgData name="Palit, Tapti" userId="dec6fbcd-7598-406a-8cbf-504d4a3bac15" providerId="ADAL" clId="{ECD42228-5B96-4A72-B268-C46DF994E6B7}" dt="2024-01-30T04:32:00.145" v="86355"/>
          <ac:spMkLst>
            <pc:docMk/>
            <pc:sldMk cId="2764160988" sldId="1160"/>
            <ac:spMk id="19" creationId="{8A10E346-2EB8-6E42-88B3-DC46622A3581}"/>
          </ac:spMkLst>
        </pc:spChg>
        <pc:spChg chg="mod">
          <ac:chgData name="Palit, Tapti" userId="dec6fbcd-7598-406a-8cbf-504d4a3bac15" providerId="ADAL" clId="{ECD42228-5B96-4A72-B268-C46DF994E6B7}" dt="2024-01-30T04:32:00.145" v="86355"/>
          <ac:spMkLst>
            <pc:docMk/>
            <pc:sldMk cId="2764160988" sldId="1160"/>
            <ac:spMk id="20" creationId="{EF5E2AF6-EF88-5A41-E104-2E7EA8D41026}"/>
          </ac:spMkLst>
        </pc:spChg>
        <pc:spChg chg="mod">
          <ac:chgData name="Palit, Tapti" userId="dec6fbcd-7598-406a-8cbf-504d4a3bac15" providerId="ADAL" clId="{ECD42228-5B96-4A72-B268-C46DF994E6B7}" dt="2024-01-30T04:32:00.145" v="86355"/>
          <ac:spMkLst>
            <pc:docMk/>
            <pc:sldMk cId="2764160988" sldId="1160"/>
            <ac:spMk id="21" creationId="{CD2141C7-CDBC-791F-6329-346DB820D17D}"/>
          </ac:spMkLst>
        </pc:spChg>
        <pc:spChg chg="mod">
          <ac:chgData name="Palit, Tapti" userId="dec6fbcd-7598-406a-8cbf-504d4a3bac15" providerId="ADAL" clId="{ECD42228-5B96-4A72-B268-C46DF994E6B7}" dt="2024-01-30T04:33:31.852" v="86367" actId="207"/>
          <ac:spMkLst>
            <pc:docMk/>
            <pc:sldMk cId="2764160988" sldId="1160"/>
            <ac:spMk id="23" creationId="{102C9E76-5FFD-3A3C-5798-40138E9B2B22}"/>
          </ac:spMkLst>
        </pc:spChg>
        <pc:spChg chg="add mod">
          <ac:chgData name="Palit, Tapti" userId="dec6fbcd-7598-406a-8cbf-504d4a3bac15" providerId="ADAL" clId="{ECD42228-5B96-4A72-B268-C46DF994E6B7}" dt="2024-01-30T04:32:00.145" v="86355"/>
          <ac:spMkLst>
            <pc:docMk/>
            <pc:sldMk cId="2764160988" sldId="1160"/>
            <ac:spMk id="24" creationId="{66C05C42-F8B4-9FE4-279F-E208C60C9B9F}"/>
          </ac:spMkLst>
        </pc:spChg>
        <pc:spChg chg="mod">
          <ac:chgData name="Palit, Tapti" userId="dec6fbcd-7598-406a-8cbf-504d4a3bac15" providerId="ADAL" clId="{ECD42228-5B96-4A72-B268-C46DF994E6B7}" dt="2024-01-30T04:32:00.145" v="86355"/>
          <ac:spMkLst>
            <pc:docMk/>
            <pc:sldMk cId="2764160988" sldId="1160"/>
            <ac:spMk id="27" creationId="{2E51AAA6-4751-3097-3917-F596894698B4}"/>
          </ac:spMkLst>
        </pc:spChg>
        <pc:spChg chg="del">
          <ac:chgData name="Palit, Tapti" userId="dec6fbcd-7598-406a-8cbf-504d4a3bac15" providerId="ADAL" clId="{ECD42228-5B96-4A72-B268-C46DF994E6B7}" dt="2024-01-30T04:31:53.399" v="86354" actId="478"/>
          <ac:spMkLst>
            <pc:docMk/>
            <pc:sldMk cId="2764160988" sldId="1160"/>
            <ac:spMk id="30" creationId="{11D4ADC7-21B9-08B4-25A4-8EEFFD3ACAF2}"/>
          </ac:spMkLst>
        </pc:spChg>
        <pc:spChg chg="mod">
          <ac:chgData name="Palit, Tapti" userId="dec6fbcd-7598-406a-8cbf-504d4a3bac15" providerId="ADAL" clId="{ECD42228-5B96-4A72-B268-C46DF994E6B7}" dt="2024-01-30T04:32:00.145" v="86355"/>
          <ac:spMkLst>
            <pc:docMk/>
            <pc:sldMk cId="2764160988" sldId="1160"/>
            <ac:spMk id="31" creationId="{61BF53F0-922B-5FFA-A990-DA6F000745F1}"/>
          </ac:spMkLst>
        </pc:spChg>
        <pc:spChg chg="mod">
          <ac:chgData name="Palit, Tapti" userId="dec6fbcd-7598-406a-8cbf-504d4a3bac15" providerId="ADAL" clId="{ECD42228-5B96-4A72-B268-C46DF994E6B7}" dt="2024-01-30T04:32:00.145" v="86355"/>
          <ac:spMkLst>
            <pc:docMk/>
            <pc:sldMk cId="2764160988" sldId="1160"/>
            <ac:spMk id="32" creationId="{1C8FBB1C-26A2-4D6C-CEF7-FFDE8B9C5C32}"/>
          </ac:spMkLst>
        </pc:spChg>
        <pc:spChg chg="del">
          <ac:chgData name="Palit, Tapti" userId="dec6fbcd-7598-406a-8cbf-504d4a3bac15" providerId="ADAL" clId="{ECD42228-5B96-4A72-B268-C46DF994E6B7}" dt="2024-01-30T04:31:53.399" v="86354" actId="478"/>
          <ac:spMkLst>
            <pc:docMk/>
            <pc:sldMk cId="2764160988" sldId="1160"/>
            <ac:spMk id="33" creationId="{6F8DDCDB-2BC0-4664-5DDC-E0969FF063B5}"/>
          </ac:spMkLst>
        </pc:spChg>
        <pc:spChg chg="mod">
          <ac:chgData name="Palit, Tapti" userId="dec6fbcd-7598-406a-8cbf-504d4a3bac15" providerId="ADAL" clId="{ECD42228-5B96-4A72-B268-C46DF994E6B7}" dt="2024-01-30T04:32:00.145" v="86355"/>
          <ac:spMkLst>
            <pc:docMk/>
            <pc:sldMk cId="2764160988" sldId="1160"/>
            <ac:spMk id="34" creationId="{A75A8990-693E-42A8-E52B-FFE8B9A42B56}"/>
          </ac:spMkLst>
        </pc:spChg>
        <pc:grpChg chg="add mod">
          <ac:chgData name="Palit, Tapti" userId="dec6fbcd-7598-406a-8cbf-504d4a3bac15" providerId="ADAL" clId="{ECD42228-5B96-4A72-B268-C46DF994E6B7}" dt="2024-01-30T04:32:00.145" v="86355"/>
          <ac:grpSpMkLst>
            <pc:docMk/>
            <pc:sldMk cId="2764160988" sldId="1160"/>
            <ac:grpSpMk id="18" creationId="{858141A3-53C7-F7CF-1C42-ABFCFB285381}"/>
          </ac:grpSpMkLst>
        </pc:grpChg>
        <pc:grpChg chg="add mod">
          <ac:chgData name="Palit, Tapti" userId="dec6fbcd-7598-406a-8cbf-504d4a3bac15" providerId="ADAL" clId="{ECD42228-5B96-4A72-B268-C46DF994E6B7}" dt="2024-01-30T04:32:00.145" v="86355"/>
          <ac:grpSpMkLst>
            <pc:docMk/>
            <pc:sldMk cId="2764160988" sldId="1160"/>
            <ac:grpSpMk id="25" creationId="{F0ED4DE9-AB6C-545C-1500-AD7C4D7FBCA4}"/>
          </ac:grpSpMkLst>
        </pc:grpChg>
        <pc:grpChg chg="mod">
          <ac:chgData name="Palit, Tapti" userId="dec6fbcd-7598-406a-8cbf-504d4a3bac15" providerId="ADAL" clId="{ECD42228-5B96-4A72-B268-C46DF994E6B7}" dt="2024-01-30T04:32:00.145" v="86355"/>
          <ac:grpSpMkLst>
            <pc:docMk/>
            <pc:sldMk cId="2764160988" sldId="1160"/>
            <ac:grpSpMk id="26" creationId="{3A855B2A-8BF3-147A-F5EA-672408CF6ECA}"/>
          </ac:grpSpMkLst>
        </pc:grpChg>
        <pc:graphicFrameChg chg="del">
          <ac:chgData name="Palit, Tapti" userId="dec6fbcd-7598-406a-8cbf-504d4a3bac15" providerId="ADAL" clId="{ECD42228-5B96-4A72-B268-C46DF994E6B7}" dt="2024-01-30T04:31:53.399" v="86354" actId="478"/>
          <ac:graphicFrameMkLst>
            <pc:docMk/>
            <pc:sldMk cId="2764160988" sldId="1160"/>
            <ac:graphicFrameMk id="2" creationId="{4498D35B-E7A5-4947-5802-D6A575F62626}"/>
          </ac:graphicFrameMkLst>
        </pc:graphicFrameChg>
        <pc:graphicFrameChg chg="del">
          <ac:chgData name="Palit, Tapti" userId="dec6fbcd-7598-406a-8cbf-504d4a3bac15" providerId="ADAL" clId="{ECD42228-5B96-4A72-B268-C46DF994E6B7}" dt="2024-01-30T04:31:53.399" v="86354" actId="478"/>
          <ac:graphicFrameMkLst>
            <pc:docMk/>
            <pc:sldMk cId="2764160988" sldId="1160"/>
            <ac:graphicFrameMk id="28" creationId="{7A06F78A-A30D-EA99-2E4E-624D76067CB7}"/>
          </ac:graphicFrameMkLst>
        </pc:graphicFrameChg>
        <pc:cxnChg chg="add mod">
          <ac:chgData name="Palit, Tapti" userId="dec6fbcd-7598-406a-8cbf-504d4a3bac15" providerId="ADAL" clId="{ECD42228-5B96-4A72-B268-C46DF994E6B7}" dt="2024-01-30T04:18:05.091" v="86164"/>
          <ac:cxnSpMkLst>
            <pc:docMk/>
            <pc:sldMk cId="2764160988" sldId="1160"/>
            <ac:cxnSpMk id="7" creationId="{B21D1E2B-E1B7-EC1C-ABCC-1447B563CFE3}"/>
          </ac:cxnSpMkLst>
        </pc:cxnChg>
        <pc:cxnChg chg="mod">
          <ac:chgData name="Palit, Tapti" userId="dec6fbcd-7598-406a-8cbf-504d4a3bac15" providerId="ADAL" clId="{ECD42228-5B96-4A72-B268-C46DF994E6B7}" dt="2024-01-30T04:32:03.525" v="86356" actId="14100"/>
          <ac:cxnSpMkLst>
            <pc:docMk/>
            <pc:sldMk cId="2764160988" sldId="1160"/>
            <ac:cxnSpMk id="16" creationId="{A8382162-7596-D715-7552-7B1A7214FB3D}"/>
          </ac:cxnSpMkLst>
        </pc:cxnChg>
        <pc:cxnChg chg="mod">
          <ac:chgData name="Palit, Tapti" userId="dec6fbcd-7598-406a-8cbf-504d4a3bac15" providerId="ADAL" clId="{ECD42228-5B96-4A72-B268-C46DF994E6B7}" dt="2024-01-30T04:32:00.145" v="86355"/>
          <ac:cxnSpMkLst>
            <pc:docMk/>
            <pc:sldMk cId="2764160988" sldId="1160"/>
            <ac:cxnSpMk id="22" creationId="{87D4B149-6660-CFCF-FD3B-8A83D36B867D}"/>
          </ac:cxnSpMkLst>
        </pc:cxnChg>
        <pc:cxnChg chg="mod">
          <ac:chgData name="Palit, Tapti" userId="dec6fbcd-7598-406a-8cbf-504d4a3bac15" providerId="ADAL" clId="{ECD42228-5B96-4A72-B268-C46DF994E6B7}" dt="2024-01-30T04:32:00.145" v="86355"/>
          <ac:cxnSpMkLst>
            <pc:docMk/>
            <pc:sldMk cId="2764160988" sldId="1160"/>
            <ac:cxnSpMk id="29" creationId="{0B90340E-2934-C3CC-41C6-E540810B64CC}"/>
          </ac:cxnSpMkLst>
        </pc:cxnChg>
        <pc:cxnChg chg="mod">
          <ac:chgData name="Palit, Tapti" userId="dec6fbcd-7598-406a-8cbf-504d4a3bac15" providerId="ADAL" clId="{ECD42228-5B96-4A72-B268-C46DF994E6B7}" dt="2024-01-30T04:32:00.145" v="86355"/>
          <ac:cxnSpMkLst>
            <pc:docMk/>
            <pc:sldMk cId="2764160988" sldId="1160"/>
            <ac:cxnSpMk id="35" creationId="{CF57001A-B92C-0E6C-8573-1717AF026062}"/>
          </ac:cxnSpMkLst>
        </pc:cxnChg>
      </pc:sldChg>
      <pc:sldChg chg="addSp delSp modSp add mod modNotesTx">
        <pc:chgData name="Palit, Tapti" userId="dec6fbcd-7598-406a-8cbf-504d4a3bac15" providerId="ADAL" clId="{ECD42228-5B96-4A72-B268-C46DF994E6B7}" dt="2024-01-30T04:33:35.192" v="86368" actId="207"/>
        <pc:sldMkLst>
          <pc:docMk/>
          <pc:sldMk cId="126122317" sldId="1161"/>
        </pc:sldMkLst>
        <pc:spChg chg="add mod">
          <ac:chgData name="Palit, Tapti" userId="dec6fbcd-7598-406a-8cbf-504d4a3bac15" providerId="ADAL" clId="{ECD42228-5B96-4A72-B268-C46DF994E6B7}" dt="2024-01-30T04:18:44.071" v="86167"/>
          <ac:spMkLst>
            <pc:docMk/>
            <pc:sldMk cId="126122317" sldId="1161"/>
            <ac:spMk id="13" creationId="{7E65D451-6208-66A7-7A51-0BE6BB927E4D}"/>
          </ac:spMkLst>
        </pc:spChg>
        <pc:spChg chg="add mod">
          <ac:chgData name="Palit, Tapti" userId="dec6fbcd-7598-406a-8cbf-504d4a3bac15" providerId="ADAL" clId="{ECD42228-5B96-4A72-B268-C46DF994E6B7}" dt="2024-01-30T04:18:44.071" v="86167"/>
          <ac:spMkLst>
            <pc:docMk/>
            <pc:sldMk cId="126122317" sldId="1161"/>
            <ac:spMk id="15" creationId="{1197BE9B-4E0B-75C7-DAF2-EB3E4D87498E}"/>
          </ac:spMkLst>
        </pc:spChg>
        <pc:spChg chg="add mod">
          <ac:chgData name="Palit, Tapti" userId="dec6fbcd-7598-406a-8cbf-504d4a3bac15" providerId="ADAL" clId="{ECD42228-5B96-4A72-B268-C46DF994E6B7}" dt="2024-01-30T04:19:15.899" v="86170" actId="692"/>
          <ac:spMkLst>
            <pc:docMk/>
            <pc:sldMk cId="126122317" sldId="1161"/>
            <ac:spMk id="17" creationId="{1E55F39E-290D-2E18-EB2F-C2E786E6B97F}"/>
          </ac:spMkLst>
        </pc:spChg>
        <pc:spChg chg="add mod">
          <ac:chgData name="Palit, Tapti" userId="dec6fbcd-7598-406a-8cbf-504d4a3bac15" providerId="ADAL" clId="{ECD42228-5B96-4A72-B268-C46DF994E6B7}" dt="2024-01-30T04:19:02.797" v="86168"/>
          <ac:spMkLst>
            <pc:docMk/>
            <pc:sldMk cId="126122317" sldId="1161"/>
            <ac:spMk id="18" creationId="{B4C32A63-B97C-479E-3703-2355FEAD3C33}"/>
          </ac:spMkLst>
        </pc:spChg>
        <pc:spChg chg="add mod">
          <ac:chgData name="Palit, Tapti" userId="dec6fbcd-7598-406a-8cbf-504d4a3bac15" providerId="ADAL" clId="{ECD42228-5B96-4A72-B268-C46DF994E6B7}" dt="2024-01-30T04:22:48.851" v="86220"/>
          <ac:spMkLst>
            <pc:docMk/>
            <pc:sldMk cId="126122317" sldId="1161"/>
            <ac:spMk id="19" creationId="{D9CB0CEB-07D3-75DB-8159-B5634D097E61}"/>
          </ac:spMkLst>
        </pc:spChg>
        <pc:spChg chg="add mod">
          <ac:chgData name="Palit, Tapti" userId="dec6fbcd-7598-406a-8cbf-504d4a3bac15" providerId="ADAL" clId="{ECD42228-5B96-4A72-B268-C46DF994E6B7}" dt="2024-01-30T04:32:45.819" v="86358"/>
          <ac:spMkLst>
            <pc:docMk/>
            <pc:sldMk cId="126122317" sldId="1161"/>
            <ac:spMk id="20" creationId="{46270D6E-9ED2-6530-0C51-118C1744BEED}"/>
          </ac:spMkLst>
        </pc:spChg>
        <pc:spChg chg="mod">
          <ac:chgData name="Palit, Tapti" userId="dec6fbcd-7598-406a-8cbf-504d4a3bac15" providerId="ADAL" clId="{ECD42228-5B96-4A72-B268-C46DF994E6B7}" dt="2024-01-30T04:32:45.819" v="86358"/>
          <ac:spMkLst>
            <pc:docMk/>
            <pc:sldMk cId="126122317" sldId="1161"/>
            <ac:spMk id="22" creationId="{4AEDE09B-8779-8162-95C8-B78B80680B06}"/>
          </ac:spMkLst>
        </pc:spChg>
        <pc:spChg chg="mod">
          <ac:chgData name="Palit, Tapti" userId="dec6fbcd-7598-406a-8cbf-504d4a3bac15" providerId="ADAL" clId="{ECD42228-5B96-4A72-B268-C46DF994E6B7}" dt="2024-01-30T04:32:45.819" v="86358"/>
          <ac:spMkLst>
            <pc:docMk/>
            <pc:sldMk cId="126122317" sldId="1161"/>
            <ac:spMk id="23" creationId="{936AB2D0-20D3-B626-F156-C2BC6529A9B0}"/>
          </ac:spMkLst>
        </pc:spChg>
        <pc:spChg chg="mod">
          <ac:chgData name="Palit, Tapti" userId="dec6fbcd-7598-406a-8cbf-504d4a3bac15" providerId="ADAL" clId="{ECD42228-5B96-4A72-B268-C46DF994E6B7}" dt="2024-01-30T04:32:45.819" v="86358"/>
          <ac:spMkLst>
            <pc:docMk/>
            <pc:sldMk cId="126122317" sldId="1161"/>
            <ac:spMk id="24" creationId="{C765977B-FC2E-C825-319B-F41053B53748}"/>
          </ac:spMkLst>
        </pc:spChg>
        <pc:spChg chg="mod">
          <ac:chgData name="Palit, Tapti" userId="dec6fbcd-7598-406a-8cbf-504d4a3bac15" providerId="ADAL" clId="{ECD42228-5B96-4A72-B268-C46DF994E6B7}" dt="2024-01-30T04:33:35.192" v="86368" actId="207"/>
          <ac:spMkLst>
            <pc:docMk/>
            <pc:sldMk cId="126122317" sldId="1161"/>
            <ac:spMk id="26" creationId="{9ED383A5-2139-40C3-649B-3E98F7727C1F}"/>
          </ac:spMkLst>
        </pc:spChg>
        <pc:spChg chg="add mod">
          <ac:chgData name="Palit, Tapti" userId="dec6fbcd-7598-406a-8cbf-504d4a3bac15" providerId="ADAL" clId="{ECD42228-5B96-4A72-B268-C46DF994E6B7}" dt="2024-01-30T04:32:45.819" v="86358"/>
          <ac:spMkLst>
            <pc:docMk/>
            <pc:sldMk cId="126122317" sldId="1161"/>
            <ac:spMk id="27" creationId="{63602BA2-DFCA-3588-9BD4-4783C47303FA}"/>
          </ac:spMkLst>
        </pc:spChg>
        <pc:spChg chg="del">
          <ac:chgData name="Palit, Tapti" userId="dec6fbcd-7598-406a-8cbf-504d4a3bac15" providerId="ADAL" clId="{ECD42228-5B96-4A72-B268-C46DF994E6B7}" dt="2024-01-30T04:32:38.590" v="86357" actId="478"/>
          <ac:spMkLst>
            <pc:docMk/>
            <pc:sldMk cId="126122317" sldId="1161"/>
            <ac:spMk id="30" creationId="{11D4ADC7-21B9-08B4-25A4-8EEFFD3ACAF2}"/>
          </ac:spMkLst>
        </pc:spChg>
        <pc:spChg chg="mod">
          <ac:chgData name="Palit, Tapti" userId="dec6fbcd-7598-406a-8cbf-504d4a3bac15" providerId="ADAL" clId="{ECD42228-5B96-4A72-B268-C46DF994E6B7}" dt="2024-01-30T04:32:45.819" v="86358"/>
          <ac:spMkLst>
            <pc:docMk/>
            <pc:sldMk cId="126122317" sldId="1161"/>
            <ac:spMk id="32" creationId="{2E3352A6-D18D-A4E0-95C8-AF11F5AF6417}"/>
          </ac:spMkLst>
        </pc:spChg>
        <pc:spChg chg="del">
          <ac:chgData name="Palit, Tapti" userId="dec6fbcd-7598-406a-8cbf-504d4a3bac15" providerId="ADAL" clId="{ECD42228-5B96-4A72-B268-C46DF994E6B7}" dt="2024-01-30T04:32:38.590" v="86357" actId="478"/>
          <ac:spMkLst>
            <pc:docMk/>
            <pc:sldMk cId="126122317" sldId="1161"/>
            <ac:spMk id="33" creationId="{6F8DDCDB-2BC0-4664-5DDC-E0969FF063B5}"/>
          </ac:spMkLst>
        </pc:spChg>
        <pc:spChg chg="mod">
          <ac:chgData name="Palit, Tapti" userId="dec6fbcd-7598-406a-8cbf-504d4a3bac15" providerId="ADAL" clId="{ECD42228-5B96-4A72-B268-C46DF994E6B7}" dt="2024-01-30T04:32:45.819" v="86358"/>
          <ac:spMkLst>
            <pc:docMk/>
            <pc:sldMk cId="126122317" sldId="1161"/>
            <ac:spMk id="35" creationId="{EB236A79-3DD0-34D3-07C5-8181265FFF6A}"/>
          </ac:spMkLst>
        </pc:spChg>
        <pc:spChg chg="mod">
          <ac:chgData name="Palit, Tapti" userId="dec6fbcd-7598-406a-8cbf-504d4a3bac15" providerId="ADAL" clId="{ECD42228-5B96-4A72-B268-C46DF994E6B7}" dt="2024-01-30T04:32:45.819" v="86358"/>
          <ac:spMkLst>
            <pc:docMk/>
            <pc:sldMk cId="126122317" sldId="1161"/>
            <ac:spMk id="36" creationId="{2612AA4E-0C86-E92C-4D0A-A5333EAC6C3A}"/>
          </ac:spMkLst>
        </pc:spChg>
        <pc:spChg chg="mod">
          <ac:chgData name="Palit, Tapti" userId="dec6fbcd-7598-406a-8cbf-504d4a3bac15" providerId="ADAL" clId="{ECD42228-5B96-4A72-B268-C46DF994E6B7}" dt="2024-01-30T04:32:45.819" v="86358"/>
          <ac:spMkLst>
            <pc:docMk/>
            <pc:sldMk cId="126122317" sldId="1161"/>
            <ac:spMk id="37" creationId="{F1FA48BD-DB39-37E9-C704-6CBE52A2DB25}"/>
          </ac:spMkLst>
        </pc:spChg>
        <pc:grpChg chg="add mod">
          <ac:chgData name="Palit, Tapti" userId="dec6fbcd-7598-406a-8cbf-504d4a3bac15" providerId="ADAL" clId="{ECD42228-5B96-4A72-B268-C46DF994E6B7}" dt="2024-01-30T04:32:45.819" v="86358"/>
          <ac:grpSpMkLst>
            <pc:docMk/>
            <pc:sldMk cId="126122317" sldId="1161"/>
            <ac:grpSpMk id="21" creationId="{8BA8ED29-C491-0708-4E8B-E683D6ECB305}"/>
          </ac:grpSpMkLst>
        </pc:grpChg>
        <pc:grpChg chg="add mod">
          <ac:chgData name="Palit, Tapti" userId="dec6fbcd-7598-406a-8cbf-504d4a3bac15" providerId="ADAL" clId="{ECD42228-5B96-4A72-B268-C46DF994E6B7}" dt="2024-01-30T04:32:45.819" v="86358"/>
          <ac:grpSpMkLst>
            <pc:docMk/>
            <pc:sldMk cId="126122317" sldId="1161"/>
            <ac:grpSpMk id="29" creationId="{BAB09A70-1D03-CFBD-58C7-D4518183F60E}"/>
          </ac:grpSpMkLst>
        </pc:grpChg>
        <pc:grpChg chg="mod">
          <ac:chgData name="Palit, Tapti" userId="dec6fbcd-7598-406a-8cbf-504d4a3bac15" providerId="ADAL" clId="{ECD42228-5B96-4A72-B268-C46DF994E6B7}" dt="2024-01-30T04:32:45.819" v="86358"/>
          <ac:grpSpMkLst>
            <pc:docMk/>
            <pc:sldMk cId="126122317" sldId="1161"/>
            <ac:grpSpMk id="31" creationId="{99A61BE5-600B-9E50-89E2-F46650A80C22}"/>
          </ac:grpSpMkLst>
        </pc:grpChg>
        <pc:graphicFrameChg chg="del">
          <ac:chgData name="Palit, Tapti" userId="dec6fbcd-7598-406a-8cbf-504d4a3bac15" providerId="ADAL" clId="{ECD42228-5B96-4A72-B268-C46DF994E6B7}" dt="2024-01-30T04:32:38.590" v="86357" actId="478"/>
          <ac:graphicFrameMkLst>
            <pc:docMk/>
            <pc:sldMk cId="126122317" sldId="1161"/>
            <ac:graphicFrameMk id="2" creationId="{4498D35B-E7A5-4947-5802-D6A575F62626}"/>
          </ac:graphicFrameMkLst>
        </pc:graphicFrameChg>
        <pc:graphicFrameChg chg="del">
          <ac:chgData name="Palit, Tapti" userId="dec6fbcd-7598-406a-8cbf-504d4a3bac15" providerId="ADAL" clId="{ECD42228-5B96-4A72-B268-C46DF994E6B7}" dt="2024-01-30T04:32:38.590" v="86357" actId="478"/>
          <ac:graphicFrameMkLst>
            <pc:docMk/>
            <pc:sldMk cId="126122317" sldId="1161"/>
            <ac:graphicFrameMk id="28" creationId="{7A06F78A-A30D-EA99-2E4E-624D76067CB7}"/>
          </ac:graphicFrameMkLst>
        </pc:graphicFrameChg>
        <pc:cxnChg chg="mod">
          <ac:chgData name="Palit, Tapti" userId="dec6fbcd-7598-406a-8cbf-504d4a3bac15" providerId="ADAL" clId="{ECD42228-5B96-4A72-B268-C46DF994E6B7}" dt="2024-01-30T04:32:50.108" v="86359" actId="14100"/>
          <ac:cxnSpMkLst>
            <pc:docMk/>
            <pc:sldMk cId="126122317" sldId="1161"/>
            <ac:cxnSpMk id="16" creationId="{A8382162-7596-D715-7552-7B1A7214FB3D}"/>
          </ac:cxnSpMkLst>
        </pc:cxnChg>
        <pc:cxnChg chg="mod">
          <ac:chgData name="Palit, Tapti" userId="dec6fbcd-7598-406a-8cbf-504d4a3bac15" providerId="ADAL" clId="{ECD42228-5B96-4A72-B268-C46DF994E6B7}" dt="2024-01-30T04:32:45.819" v="86358"/>
          <ac:cxnSpMkLst>
            <pc:docMk/>
            <pc:sldMk cId="126122317" sldId="1161"/>
            <ac:cxnSpMk id="25" creationId="{9B4781FE-7662-BFF5-9859-1513BC286C5D}"/>
          </ac:cxnSpMkLst>
        </pc:cxnChg>
        <pc:cxnChg chg="mod">
          <ac:chgData name="Palit, Tapti" userId="dec6fbcd-7598-406a-8cbf-504d4a3bac15" providerId="ADAL" clId="{ECD42228-5B96-4A72-B268-C46DF994E6B7}" dt="2024-01-30T04:32:45.819" v="86358"/>
          <ac:cxnSpMkLst>
            <pc:docMk/>
            <pc:sldMk cId="126122317" sldId="1161"/>
            <ac:cxnSpMk id="34" creationId="{B41AE73B-FB83-A729-9919-0A46FFE046CA}"/>
          </ac:cxnSpMkLst>
        </pc:cxnChg>
        <pc:cxnChg chg="mod">
          <ac:chgData name="Palit, Tapti" userId="dec6fbcd-7598-406a-8cbf-504d4a3bac15" providerId="ADAL" clId="{ECD42228-5B96-4A72-B268-C46DF994E6B7}" dt="2024-01-30T04:32:45.819" v="86358"/>
          <ac:cxnSpMkLst>
            <pc:docMk/>
            <pc:sldMk cId="126122317" sldId="1161"/>
            <ac:cxnSpMk id="38" creationId="{EC74784B-654B-B2AC-358F-B055A3A40900}"/>
          </ac:cxnSpMkLst>
        </pc:cxnChg>
      </pc:sldChg>
      <pc:sldChg chg="addSp delSp modSp add mod">
        <pc:chgData name="Palit, Tapti" userId="dec6fbcd-7598-406a-8cbf-504d4a3bac15" providerId="ADAL" clId="{ECD42228-5B96-4A72-B268-C46DF994E6B7}" dt="2024-02-09T04:45:18.348" v="104507" actId="478"/>
        <pc:sldMkLst>
          <pc:docMk/>
          <pc:sldMk cId="1278495068" sldId="1162"/>
        </pc:sldMkLst>
        <pc:spChg chg="del mod">
          <ac:chgData name="Palit, Tapti" userId="dec6fbcd-7598-406a-8cbf-504d4a3bac15" providerId="ADAL" clId="{ECD42228-5B96-4A72-B268-C46DF994E6B7}" dt="2024-02-09T04:45:18.348" v="104507" actId="478"/>
          <ac:spMkLst>
            <pc:docMk/>
            <pc:sldMk cId="1278495068" sldId="1162"/>
            <ac:spMk id="7" creationId="{4F0DD4F9-D13F-33FC-B35C-8BAD7548E011}"/>
          </ac:spMkLst>
        </pc:spChg>
        <pc:spChg chg="add mod">
          <ac:chgData name="Palit, Tapti" userId="dec6fbcd-7598-406a-8cbf-504d4a3bac15" providerId="ADAL" clId="{ECD42228-5B96-4A72-B268-C46DF994E6B7}" dt="2024-01-30T04:25:27.676" v="86278" actId="164"/>
          <ac:spMkLst>
            <pc:docMk/>
            <pc:sldMk cId="1278495068" sldId="1162"/>
            <ac:spMk id="9" creationId="{4C07D422-E85F-5C64-18E5-F4FAB0377851}"/>
          </ac:spMkLst>
        </pc:spChg>
        <pc:spChg chg="add mod">
          <ac:chgData name="Palit, Tapti" userId="dec6fbcd-7598-406a-8cbf-504d4a3bac15" providerId="ADAL" clId="{ECD42228-5B96-4A72-B268-C46DF994E6B7}" dt="2024-01-30T04:22:18.809" v="86209"/>
          <ac:spMkLst>
            <pc:docMk/>
            <pc:sldMk cId="1278495068" sldId="1162"/>
            <ac:spMk id="11" creationId="{D0562B1B-37A5-1C40-561A-9DABC643237D}"/>
          </ac:spMkLst>
        </pc:spChg>
        <pc:spChg chg="add mod">
          <ac:chgData name="Palit, Tapti" userId="dec6fbcd-7598-406a-8cbf-504d4a3bac15" providerId="ADAL" clId="{ECD42228-5B96-4A72-B268-C46DF994E6B7}" dt="2024-01-30T04:25:27.676" v="86278" actId="164"/>
          <ac:spMkLst>
            <pc:docMk/>
            <pc:sldMk cId="1278495068" sldId="1162"/>
            <ac:spMk id="13" creationId="{9FC00AC7-4C94-A86F-75E1-D55E40133AC5}"/>
          </ac:spMkLst>
        </pc:spChg>
        <pc:spChg chg="add mod">
          <ac:chgData name="Palit, Tapti" userId="dec6fbcd-7598-406a-8cbf-504d4a3bac15" providerId="ADAL" clId="{ECD42228-5B96-4A72-B268-C46DF994E6B7}" dt="2024-01-30T04:25:27.676" v="86278" actId="164"/>
          <ac:spMkLst>
            <pc:docMk/>
            <pc:sldMk cId="1278495068" sldId="1162"/>
            <ac:spMk id="14" creationId="{B0216CC0-61E7-6F0A-85C2-B83F385D6036}"/>
          </ac:spMkLst>
        </pc:spChg>
        <pc:spChg chg="add mod">
          <ac:chgData name="Palit, Tapti" userId="dec6fbcd-7598-406a-8cbf-504d4a3bac15" providerId="ADAL" clId="{ECD42228-5B96-4A72-B268-C46DF994E6B7}" dt="2024-01-30T04:33:10.688" v="86361" actId="207"/>
          <ac:spMkLst>
            <pc:docMk/>
            <pc:sldMk cId="1278495068" sldId="1162"/>
            <ac:spMk id="18" creationId="{0F9AFC57-516F-B32C-32E0-7D2DAF99FA60}"/>
          </ac:spMkLst>
        </pc:spChg>
        <pc:spChg chg="mod">
          <ac:chgData name="Palit, Tapti" userId="dec6fbcd-7598-406a-8cbf-504d4a3bac15" providerId="ADAL" clId="{ECD42228-5B96-4A72-B268-C46DF994E6B7}" dt="2024-01-30T04:26:20.066" v="86289" actId="14100"/>
          <ac:spMkLst>
            <pc:docMk/>
            <pc:sldMk cId="1278495068" sldId="1162"/>
            <ac:spMk id="22" creationId="{DE53CDDD-6D27-6049-4CB5-C8F63969F1FF}"/>
          </ac:spMkLst>
        </pc:spChg>
        <pc:spChg chg="mod">
          <ac:chgData name="Palit, Tapti" userId="dec6fbcd-7598-406a-8cbf-504d4a3bac15" providerId="ADAL" clId="{ECD42228-5B96-4A72-B268-C46DF994E6B7}" dt="2024-01-30T04:26:04.746" v="86284"/>
          <ac:spMkLst>
            <pc:docMk/>
            <pc:sldMk cId="1278495068" sldId="1162"/>
            <ac:spMk id="23" creationId="{FE170E20-D2C8-29A5-6B2F-9B1FD2F04D58}"/>
          </ac:spMkLst>
        </pc:spChg>
        <pc:spChg chg="mod">
          <ac:chgData name="Palit, Tapti" userId="dec6fbcd-7598-406a-8cbf-504d4a3bac15" providerId="ADAL" clId="{ECD42228-5B96-4A72-B268-C46DF994E6B7}" dt="2024-01-30T04:26:30.235" v="86292" actId="1076"/>
          <ac:spMkLst>
            <pc:docMk/>
            <pc:sldMk cId="1278495068" sldId="1162"/>
            <ac:spMk id="24" creationId="{83826539-6687-8FFB-8609-934DD8D7AEA8}"/>
          </ac:spMkLst>
        </pc:spChg>
        <pc:spChg chg="del mod">
          <ac:chgData name="Palit, Tapti" userId="dec6fbcd-7598-406a-8cbf-504d4a3bac15" providerId="ADAL" clId="{ECD42228-5B96-4A72-B268-C46DF994E6B7}" dt="2024-01-30T04:28:02.198" v="86317" actId="478"/>
          <ac:spMkLst>
            <pc:docMk/>
            <pc:sldMk cId="1278495068" sldId="1162"/>
            <ac:spMk id="26" creationId="{792CAFB3-6016-3298-7CB0-2B08DDDA8998}"/>
          </ac:spMkLst>
        </pc:spChg>
        <pc:spChg chg="add mod">
          <ac:chgData name="Palit, Tapti" userId="dec6fbcd-7598-406a-8cbf-504d4a3bac15" providerId="ADAL" clId="{ECD42228-5B96-4A72-B268-C46DF994E6B7}" dt="2024-01-30T04:29:05.088" v="86330" actId="164"/>
          <ac:spMkLst>
            <pc:docMk/>
            <pc:sldMk cId="1278495068" sldId="1162"/>
            <ac:spMk id="29" creationId="{01C3EACD-05D6-5163-F565-54CD05FEA1EB}"/>
          </ac:spMkLst>
        </pc:spChg>
        <pc:spChg chg="mod">
          <ac:chgData name="Palit, Tapti" userId="dec6fbcd-7598-406a-8cbf-504d4a3bac15" providerId="ADAL" clId="{ECD42228-5B96-4A72-B268-C46DF994E6B7}" dt="2024-01-30T04:25:52.914" v="86282" actId="1076"/>
          <ac:spMkLst>
            <pc:docMk/>
            <pc:sldMk cId="1278495068" sldId="1162"/>
            <ac:spMk id="30" creationId="{11D4ADC7-21B9-08B4-25A4-8EEFFD3ACAF2}"/>
          </ac:spMkLst>
        </pc:spChg>
        <pc:spChg chg="mod">
          <ac:chgData name="Palit, Tapti" userId="dec6fbcd-7598-406a-8cbf-504d4a3bac15" providerId="ADAL" clId="{ECD42228-5B96-4A72-B268-C46DF994E6B7}" dt="2024-01-30T04:26:56.475" v="86307" actId="1076"/>
          <ac:spMkLst>
            <pc:docMk/>
            <pc:sldMk cId="1278495068" sldId="1162"/>
            <ac:spMk id="33" creationId="{6F8DDCDB-2BC0-4664-5DDC-E0969FF063B5}"/>
          </ac:spMkLst>
        </pc:spChg>
        <pc:spChg chg="add del mod">
          <ac:chgData name="Palit, Tapti" userId="dec6fbcd-7598-406a-8cbf-504d4a3bac15" providerId="ADAL" clId="{ECD42228-5B96-4A72-B268-C46DF994E6B7}" dt="2024-01-30T04:28:46.476" v="86326" actId="478"/>
          <ac:spMkLst>
            <pc:docMk/>
            <pc:sldMk cId="1278495068" sldId="1162"/>
            <ac:spMk id="46" creationId="{9715DB38-9550-104E-AAEA-4D661B3F9D39}"/>
          </ac:spMkLst>
        </pc:spChg>
        <pc:grpChg chg="add mod">
          <ac:chgData name="Palit, Tapti" userId="dec6fbcd-7598-406a-8cbf-504d4a3bac15" providerId="ADAL" clId="{ECD42228-5B96-4A72-B268-C46DF994E6B7}" dt="2024-01-30T04:25:39.522" v="86280" actId="1076"/>
          <ac:grpSpMkLst>
            <pc:docMk/>
            <pc:sldMk cId="1278495068" sldId="1162"/>
            <ac:grpSpMk id="19" creationId="{F96C9E43-8CED-6167-98F2-2740A807DF97}"/>
          </ac:grpSpMkLst>
        </pc:grpChg>
        <pc:grpChg chg="add mod">
          <ac:chgData name="Palit, Tapti" userId="dec6fbcd-7598-406a-8cbf-504d4a3bac15" providerId="ADAL" clId="{ECD42228-5B96-4A72-B268-C46DF994E6B7}" dt="2024-01-30T04:29:05.088" v="86330" actId="164"/>
          <ac:grpSpMkLst>
            <pc:docMk/>
            <pc:sldMk cId="1278495068" sldId="1162"/>
            <ac:grpSpMk id="21" creationId="{9B128C80-A485-2C67-0D03-D782E314D842}"/>
          </ac:grpSpMkLst>
        </pc:grpChg>
        <pc:grpChg chg="add mod">
          <ac:chgData name="Palit, Tapti" userId="dec6fbcd-7598-406a-8cbf-504d4a3bac15" providerId="ADAL" clId="{ECD42228-5B96-4A72-B268-C46DF994E6B7}" dt="2024-01-30T04:29:05.088" v="86330" actId="164"/>
          <ac:grpSpMkLst>
            <pc:docMk/>
            <pc:sldMk cId="1278495068" sldId="1162"/>
            <ac:grpSpMk id="36" creationId="{E12692E4-BEE0-B0F9-7A21-BDACD45FF2C3}"/>
          </ac:grpSpMkLst>
        </pc:grpChg>
        <pc:graphicFrameChg chg="del mod">
          <ac:chgData name="Palit, Tapti" userId="dec6fbcd-7598-406a-8cbf-504d4a3bac15" providerId="ADAL" clId="{ECD42228-5B96-4A72-B268-C46DF994E6B7}" dt="2024-01-30T04:25:31.660" v="86279" actId="478"/>
          <ac:graphicFrameMkLst>
            <pc:docMk/>
            <pc:sldMk cId="1278495068" sldId="1162"/>
            <ac:graphicFrameMk id="2" creationId="{4498D35B-E7A5-4947-5802-D6A575F62626}"/>
          </ac:graphicFrameMkLst>
        </pc:graphicFrameChg>
        <pc:graphicFrameChg chg="del">
          <ac:chgData name="Palit, Tapti" userId="dec6fbcd-7598-406a-8cbf-504d4a3bac15" providerId="ADAL" clId="{ECD42228-5B96-4A72-B268-C46DF994E6B7}" dt="2024-01-30T04:26:01.119" v="86283" actId="478"/>
          <ac:graphicFrameMkLst>
            <pc:docMk/>
            <pc:sldMk cId="1278495068" sldId="1162"/>
            <ac:graphicFrameMk id="28" creationId="{7A06F78A-A30D-EA99-2E4E-624D76067CB7}"/>
          </ac:graphicFrameMkLst>
        </pc:graphicFrameChg>
        <pc:cxnChg chg="mod">
          <ac:chgData name="Palit, Tapti" userId="dec6fbcd-7598-406a-8cbf-504d4a3bac15" providerId="ADAL" clId="{ECD42228-5B96-4A72-B268-C46DF994E6B7}" dt="2024-01-30T04:25:46.161" v="86281" actId="14100"/>
          <ac:cxnSpMkLst>
            <pc:docMk/>
            <pc:sldMk cId="1278495068" sldId="1162"/>
            <ac:cxnSpMk id="10" creationId="{9E94C896-B232-9692-30F5-7EADDBA316F1}"/>
          </ac:cxnSpMkLst>
        </pc:cxnChg>
        <pc:cxnChg chg="mod">
          <ac:chgData name="Palit, Tapti" userId="dec6fbcd-7598-406a-8cbf-504d4a3bac15" providerId="ADAL" clId="{ECD42228-5B96-4A72-B268-C46DF994E6B7}" dt="2024-01-30T04:27:00.259" v="86308" actId="14100"/>
          <ac:cxnSpMkLst>
            <pc:docMk/>
            <pc:sldMk cId="1278495068" sldId="1162"/>
            <ac:cxnSpMk id="12" creationId="{B7D84180-1A4B-8131-B469-70328178D2E9}"/>
          </ac:cxnSpMkLst>
        </pc:cxnChg>
        <pc:cxnChg chg="add mod">
          <ac:chgData name="Palit, Tapti" userId="dec6fbcd-7598-406a-8cbf-504d4a3bac15" providerId="ADAL" clId="{ECD42228-5B96-4A72-B268-C46DF994E6B7}" dt="2024-01-30T04:25:27.676" v="86278" actId="164"/>
          <ac:cxnSpMkLst>
            <pc:docMk/>
            <pc:sldMk cId="1278495068" sldId="1162"/>
            <ac:cxnSpMk id="16" creationId="{8789313C-32D6-0DC1-4447-BC5D8AF1C91F}"/>
          </ac:cxnSpMkLst>
        </pc:cxnChg>
        <pc:cxnChg chg="mod">
          <ac:chgData name="Palit, Tapti" userId="dec6fbcd-7598-406a-8cbf-504d4a3bac15" providerId="ADAL" clId="{ECD42228-5B96-4A72-B268-C46DF994E6B7}" dt="2024-01-30T04:26:30.235" v="86292" actId="1076"/>
          <ac:cxnSpMkLst>
            <pc:docMk/>
            <pc:sldMk cId="1278495068" sldId="1162"/>
            <ac:cxnSpMk id="25" creationId="{6FD7B7C6-8BC1-D6D8-52D6-D2561DA611A3}"/>
          </ac:cxnSpMkLst>
        </pc:cxnChg>
        <pc:cxnChg chg="add mod">
          <ac:chgData name="Palit, Tapti" userId="dec6fbcd-7598-406a-8cbf-504d4a3bac15" providerId="ADAL" clId="{ECD42228-5B96-4A72-B268-C46DF994E6B7}" dt="2024-01-30T04:29:05.088" v="86330" actId="164"/>
          <ac:cxnSpMkLst>
            <pc:docMk/>
            <pc:sldMk cId="1278495068" sldId="1162"/>
            <ac:cxnSpMk id="31" creationId="{8559C2FA-9906-7AA3-3290-5B59DB2213EA}"/>
          </ac:cxnSpMkLst>
        </pc:cxnChg>
      </pc:sldChg>
      <pc:sldChg chg="add del">
        <pc:chgData name="Palit, Tapti" userId="dec6fbcd-7598-406a-8cbf-504d4a3bac15" providerId="ADAL" clId="{ECD42228-5B96-4A72-B268-C46DF994E6B7}" dt="2024-01-30T04:21:11.997" v="86177" actId="2890"/>
        <pc:sldMkLst>
          <pc:docMk/>
          <pc:sldMk cId="1341961615" sldId="1162"/>
        </pc:sldMkLst>
      </pc:sldChg>
      <pc:sldChg chg="add del">
        <pc:chgData name="Palit, Tapti" userId="dec6fbcd-7598-406a-8cbf-504d4a3bac15" providerId="ADAL" clId="{ECD42228-5B96-4A72-B268-C46DF994E6B7}" dt="2024-01-30T04:55:42.811" v="86850" actId="47"/>
        <pc:sldMkLst>
          <pc:docMk/>
          <pc:sldMk cId="3799121802" sldId="1163"/>
        </pc:sldMkLst>
      </pc:sldChg>
      <pc:sldChg chg="addSp delSp modSp add mod ord modAnim chgLayout modNotesTx">
        <pc:chgData name="Palit, Tapti" userId="dec6fbcd-7598-406a-8cbf-504d4a3bac15" providerId="ADAL" clId="{ECD42228-5B96-4A72-B268-C46DF994E6B7}" dt="2024-02-12T19:20:26.857" v="112399" actId="20577"/>
        <pc:sldMkLst>
          <pc:docMk/>
          <pc:sldMk cId="1810851311" sldId="1164"/>
        </pc:sldMkLst>
        <pc:spChg chg="mod">
          <ac:chgData name="Palit, Tapti" userId="dec6fbcd-7598-406a-8cbf-504d4a3bac15" providerId="ADAL" clId="{ECD42228-5B96-4A72-B268-C46DF994E6B7}" dt="2024-02-08T20:10:29.953" v="100493" actId="164"/>
          <ac:spMkLst>
            <pc:docMk/>
            <pc:sldMk cId="1810851311" sldId="1164"/>
            <ac:spMk id="2" creationId="{42C7EA38-D775-DD8F-6F3A-D93D29EF1FEB}"/>
          </ac:spMkLst>
        </pc:spChg>
        <pc:spChg chg="mod ord">
          <ac:chgData name="Palit, Tapti" userId="dec6fbcd-7598-406a-8cbf-504d4a3bac15" providerId="ADAL" clId="{ECD42228-5B96-4A72-B268-C46DF994E6B7}" dt="2024-01-30T15:54:22.941" v="92117" actId="6264"/>
          <ac:spMkLst>
            <pc:docMk/>
            <pc:sldMk cId="1810851311" sldId="1164"/>
            <ac:spMk id="3" creationId="{F41F5800-0C87-D92F-5B6B-52E096B070E2}"/>
          </ac:spMkLst>
        </pc:spChg>
        <pc:spChg chg="mod ord">
          <ac:chgData name="Palit, Tapti" userId="dec6fbcd-7598-406a-8cbf-504d4a3bac15" providerId="ADAL" clId="{ECD42228-5B96-4A72-B268-C46DF994E6B7}" dt="2024-01-30T15:54:22.941" v="92117" actId="6264"/>
          <ac:spMkLst>
            <pc:docMk/>
            <pc:sldMk cId="1810851311" sldId="1164"/>
            <ac:spMk id="4" creationId="{72B504F4-99B0-8DB2-F091-585A12AE0CD7}"/>
          </ac:spMkLst>
        </pc:spChg>
        <pc:spChg chg="mod">
          <ac:chgData name="Palit, Tapti" userId="dec6fbcd-7598-406a-8cbf-504d4a3bac15" providerId="ADAL" clId="{ECD42228-5B96-4A72-B268-C46DF994E6B7}" dt="2024-02-08T20:10:29.953" v="100493" actId="164"/>
          <ac:spMkLst>
            <pc:docMk/>
            <pc:sldMk cId="1810851311" sldId="1164"/>
            <ac:spMk id="5" creationId="{D0020646-FB66-8852-F210-D58832B911A6}"/>
          </ac:spMkLst>
        </pc:spChg>
        <pc:spChg chg="mod">
          <ac:chgData name="Palit, Tapti" userId="dec6fbcd-7598-406a-8cbf-504d4a3bac15" providerId="ADAL" clId="{ECD42228-5B96-4A72-B268-C46DF994E6B7}" dt="2024-02-08T20:10:29.953" v="100493" actId="164"/>
          <ac:spMkLst>
            <pc:docMk/>
            <pc:sldMk cId="1810851311" sldId="1164"/>
            <ac:spMk id="6" creationId="{F62142A9-E3B1-C4B7-D8DB-1883CE405314}"/>
          </ac:spMkLst>
        </pc:spChg>
        <pc:spChg chg="mod">
          <ac:chgData name="Palit, Tapti" userId="dec6fbcd-7598-406a-8cbf-504d4a3bac15" providerId="ADAL" clId="{ECD42228-5B96-4A72-B268-C46DF994E6B7}" dt="2024-02-08T20:10:29.953" v="100493" actId="164"/>
          <ac:spMkLst>
            <pc:docMk/>
            <pc:sldMk cId="1810851311" sldId="1164"/>
            <ac:spMk id="7" creationId="{4EFD8585-0F9C-03A9-4803-B753DF786B32}"/>
          </ac:spMkLst>
        </pc:spChg>
        <pc:spChg chg="mod">
          <ac:chgData name="Palit, Tapti" userId="dec6fbcd-7598-406a-8cbf-504d4a3bac15" providerId="ADAL" clId="{ECD42228-5B96-4A72-B268-C46DF994E6B7}" dt="2024-02-08T20:10:29.953" v="100493" actId="164"/>
          <ac:spMkLst>
            <pc:docMk/>
            <pc:sldMk cId="1810851311" sldId="1164"/>
            <ac:spMk id="8" creationId="{205A3CA1-08DC-09A1-8308-1DACFFAF7AAB}"/>
          </ac:spMkLst>
        </pc:spChg>
        <pc:spChg chg="mod">
          <ac:chgData name="Palit, Tapti" userId="dec6fbcd-7598-406a-8cbf-504d4a3bac15" providerId="ADAL" clId="{ECD42228-5B96-4A72-B268-C46DF994E6B7}" dt="2024-02-08T20:10:29.953" v="100493" actId="164"/>
          <ac:spMkLst>
            <pc:docMk/>
            <pc:sldMk cId="1810851311" sldId="1164"/>
            <ac:spMk id="9" creationId="{FEE50486-ED62-0211-8495-141514841F17}"/>
          </ac:spMkLst>
        </pc:spChg>
        <pc:spChg chg="add del mod">
          <ac:chgData name="Palit, Tapti" userId="dec6fbcd-7598-406a-8cbf-504d4a3bac15" providerId="ADAL" clId="{ECD42228-5B96-4A72-B268-C46DF994E6B7}" dt="2024-01-30T15:54:22.941" v="92117" actId="6264"/>
          <ac:spMkLst>
            <pc:docMk/>
            <pc:sldMk cId="1810851311" sldId="1164"/>
            <ac:spMk id="10" creationId="{908FE241-3649-5AF4-2E1E-E8D7F13F9BCA}"/>
          </ac:spMkLst>
        </pc:spChg>
        <pc:spChg chg="mod">
          <ac:chgData name="Palit, Tapti" userId="dec6fbcd-7598-406a-8cbf-504d4a3bac15" providerId="ADAL" clId="{ECD42228-5B96-4A72-B268-C46DF994E6B7}" dt="2024-02-08T20:10:29.953" v="100493" actId="164"/>
          <ac:spMkLst>
            <pc:docMk/>
            <pc:sldMk cId="1810851311" sldId="1164"/>
            <ac:spMk id="11" creationId="{5CD12B5E-EED1-D7C2-F857-A3873CADFBBF}"/>
          </ac:spMkLst>
        </pc:spChg>
        <pc:spChg chg="mod">
          <ac:chgData name="Palit, Tapti" userId="dec6fbcd-7598-406a-8cbf-504d4a3bac15" providerId="ADAL" clId="{ECD42228-5B96-4A72-B268-C46DF994E6B7}" dt="2024-02-08T20:10:29.953" v="100493" actId="164"/>
          <ac:spMkLst>
            <pc:docMk/>
            <pc:sldMk cId="1810851311" sldId="1164"/>
            <ac:spMk id="12" creationId="{333BB1BA-428F-94F5-CD81-06FB5528E221}"/>
          </ac:spMkLst>
        </pc:spChg>
        <pc:spChg chg="add del mod">
          <ac:chgData name="Palit, Tapti" userId="dec6fbcd-7598-406a-8cbf-504d4a3bac15" providerId="ADAL" clId="{ECD42228-5B96-4A72-B268-C46DF994E6B7}" dt="2024-01-30T15:54:22.941" v="92117" actId="6264"/>
          <ac:spMkLst>
            <pc:docMk/>
            <pc:sldMk cId="1810851311" sldId="1164"/>
            <ac:spMk id="13" creationId="{519D558B-0A51-4850-5346-F6F870D19526}"/>
          </ac:spMkLst>
        </pc:spChg>
        <pc:spChg chg="mod ord">
          <ac:chgData name="Palit, Tapti" userId="dec6fbcd-7598-406a-8cbf-504d4a3bac15" providerId="ADAL" clId="{ECD42228-5B96-4A72-B268-C46DF994E6B7}" dt="2024-02-12T19:19:51.590" v="112365"/>
          <ac:spMkLst>
            <pc:docMk/>
            <pc:sldMk cId="1810851311" sldId="1164"/>
            <ac:spMk id="14" creationId="{F55D1DCD-63AE-1B38-F985-84D9BB2AE721}"/>
          </ac:spMkLst>
        </pc:spChg>
        <pc:spChg chg="mod">
          <ac:chgData name="Palit, Tapti" userId="dec6fbcd-7598-406a-8cbf-504d4a3bac15" providerId="ADAL" clId="{ECD42228-5B96-4A72-B268-C46DF994E6B7}" dt="2024-02-08T20:10:29.953" v="100493" actId="164"/>
          <ac:spMkLst>
            <pc:docMk/>
            <pc:sldMk cId="1810851311" sldId="1164"/>
            <ac:spMk id="15" creationId="{632CDA17-2240-B34F-44F8-5573404E1E94}"/>
          </ac:spMkLst>
        </pc:spChg>
        <pc:spChg chg="add del mod">
          <ac:chgData name="Palit, Tapti" userId="dec6fbcd-7598-406a-8cbf-504d4a3bac15" providerId="ADAL" clId="{ECD42228-5B96-4A72-B268-C46DF994E6B7}" dt="2024-01-30T15:54:22.941" v="92117" actId="6264"/>
          <ac:spMkLst>
            <pc:docMk/>
            <pc:sldMk cId="1810851311" sldId="1164"/>
            <ac:spMk id="16" creationId="{EFC199E4-E570-147A-C994-C726802A8F36}"/>
          </ac:spMkLst>
        </pc:spChg>
        <pc:spChg chg="mod">
          <ac:chgData name="Palit, Tapti" userId="dec6fbcd-7598-406a-8cbf-504d4a3bac15" providerId="ADAL" clId="{ECD42228-5B96-4A72-B268-C46DF994E6B7}" dt="2024-02-08T20:10:29.953" v="100493" actId="164"/>
          <ac:spMkLst>
            <pc:docMk/>
            <pc:sldMk cId="1810851311" sldId="1164"/>
            <ac:spMk id="20" creationId="{E6DAEF0D-E7B1-033C-5253-509FAE79E815}"/>
          </ac:spMkLst>
        </pc:spChg>
        <pc:spChg chg="mod">
          <ac:chgData name="Palit, Tapti" userId="dec6fbcd-7598-406a-8cbf-504d4a3bac15" providerId="ADAL" clId="{ECD42228-5B96-4A72-B268-C46DF994E6B7}" dt="2024-02-08T20:10:29.953" v="100493" actId="164"/>
          <ac:spMkLst>
            <pc:docMk/>
            <pc:sldMk cId="1810851311" sldId="1164"/>
            <ac:spMk id="22" creationId="{B780F3A2-3E38-776A-B40B-BCCD258986B4}"/>
          </ac:spMkLst>
        </pc:spChg>
        <pc:spChg chg="mod">
          <ac:chgData name="Palit, Tapti" userId="dec6fbcd-7598-406a-8cbf-504d4a3bac15" providerId="ADAL" clId="{ECD42228-5B96-4A72-B268-C46DF994E6B7}" dt="2024-02-08T20:10:29.953" v="100493" actId="164"/>
          <ac:spMkLst>
            <pc:docMk/>
            <pc:sldMk cId="1810851311" sldId="1164"/>
            <ac:spMk id="24" creationId="{E1161DEA-E409-E4AE-8CD4-21309B090A89}"/>
          </ac:spMkLst>
        </pc:spChg>
        <pc:spChg chg="mod">
          <ac:chgData name="Palit, Tapti" userId="dec6fbcd-7598-406a-8cbf-504d4a3bac15" providerId="ADAL" clId="{ECD42228-5B96-4A72-B268-C46DF994E6B7}" dt="2024-02-08T20:10:29.953" v="100493" actId="164"/>
          <ac:spMkLst>
            <pc:docMk/>
            <pc:sldMk cId="1810851311" sldId="1164"/>
            <ac:spMk id="25" creationId="{363C4DD7-B853-9634-4200-0775FB68C8B7}"/>
          </ac:spMkLst>
        </pc:spChg>
        <pc:spChg chg="mod">
          <ac:chgData name="Palit, Tapti" userId="dec6fbcd-7598-406a-8cbf-504d4a3bac15" providerId="ADAL" clId="{ECD42228-5B96-4A72-B268-C46DF994E6B7}" dt="2024-02-08T20:10:29.953" v="100493" actId="164"/>
          <ac:spMkLst>
            <pc:docMk/>
            <pc:sldMk cId="1810851311" sldId="1164"/>
            <ac:spMk id="26" creationId="{8A85FE1B-0536-7F03-7274-D71C669F9823}"/>
          </ac:spMkLst>
        </pc:spChg>
        <pc:spChg chg="mod">
          <ac:chgData name="Palit, Tapti" userId="dec6fbcd-7598-406a-8cbf-504d4a3bac15" providerId="ADAL" clId="{ECD42228-5B96-4A72-B268-C46DF994E6B7}" dt="2024-02-08T20:10:29.953" v="100493" actId="164"/>
          <ac:spMkLst>
            <pc:docMk/>
            <pc:sldMk cId="1810851311" sldId="1164"/>
            <ac:spMk id="28" creationId="{BDADD76B-8B24-ED1F-D3E3-C00BFBCEDCD4}"/>
          </ac:spMkLst>
        </pc:spChg>
        <pc:grpChg chg="add mod">
          <ac:chgData name="Palit, Tapti" userId="dec6fbcd-7598-406a-8cbf-504d4a3bac15" providerId="ADAL" clId="{ECD42228-5B96-4A72-B268-C46DF994E6B7}" dt="2024-02-08T20:10:29.953" v="100493" actId="164"/>
          <ac:grpSpMkLst>
            <pc:docMk/>
            <pc:sldMk cId="1810851311" sldId="1164"/>
            <ac:grpSpMk id="4" creationId="{C5F2120E-7ADF-9CB3-2225-4E8B0D5FB5DC}"/>
          </ac:grpSpMkLst>
        </pc:grpChg>
        <pc:picChg chg="mod">
          <ac:chgData name="Palit, Tapti" userId="dec6fbcd-7598-406a-8cbf-504d4a3bac15" providerId="ADAL" clId="{ECD42228-5B96-4A72-B268-C46DF994E6B7}" dt="2024-02-08T20:10:29.953" v="100493" actId="164"/>
          <ac:picMkLst>
            <pc:docMk/>
            <pc:sldMk cId="1810851311" sldId="1164"/>
            <ac:picMk id="23" creationId="{4788B9D1-7CBD-2393-78F4-0915BE43944C}"/>
          </ac:picMkLst>
        </pc:picChg>
        <pc:picChg chg="mod">
          <ac:chgData name="Palit, Tapti" userId="dec6fbcd-7598-406a-8cbf-504d4a3bac15" providerId="ADAL" clId="{ECD42228-5B96-4A72-B268-C46DF994E6B7}" dt="2024-02-08T20:10:29.953" v="100493" actId="164"/>
          <ac:picMkLst>
            <pc:docMk/>
            <pc:sldMk cId="1810851311" sldId="1164"/>
            <ac:picMk id="1030" creationId="{DB6227DC-641D-AF79-C7C8-B6FB1065B601}"/>
          </ac:picMkLst>
        </pc:picChg>
        <pc:cxnChg chg="mod">
          <ac:chgData name="Palit, Tapti" userId="dec6fbcd-7598-406a-8cbf-504d4a3bac15" providerId="ADAL" clId="{ECD42228-5B96-4A72-B268-C46DF994E6B7}" dt="2024-02-08T20:10:29.953" v="100493" actId="164"/>
          <ac:cxnSpMkLst>
            <pc:docMk/>
            <pc:sldMk cId="1810851311" sldId="1164"/>
            <ac:cxnSpMk id="18" creationId="{CD3C22E4-CD29-B36D-D37E-6B0049B13E32}"/>
          </ac:cxnSpMkLst>
        </pc:cxnChg>
        <pc:cxnChg chg="mod">
          <ac:chgData name="Palit, Tapti" userId="dec6fbcd-7598-406a-8cbf-504d4a3bac15" providerId="ADAL" clId="{ECD42228-5B96-4A72-B268-C46DF994E6B7}" dt="2024-02-08T20:10:29.953" v="100493" actId="164"/>
          <ac:cxnSpMkLst>
            <pc:docMk/>
            <pc:sldMk cId="1810851311" sldId="1164"/>
            <ac:cxnSpMk id="19" creationId="{BB579C67-E58B-2860-D4EE-F8F94059AA6B}"/>
          </ac:cxnSpMkLst>
        </pc:cxnChg>
      </pc:sldChg>
      <pc:sldChg chg="addSp modSp add del mod">
        <pc:chgData name="Palit, Tapti" userId="dec6fbcd-7598-406a-8cbf-504d4a3bac15" providerId="ADAL" clId="{ECD42228-5B96-4A72-B268-C46DF994E6B7}" dt="2024-01-30T04:45:13.342" v="86725" actId="47"/>
        <pc:sldMkLst>
          <pc:docMk/>
          <pc:sldMk cId="2605166310" sldId="1164"/>
        </pc:sldMkLst>
        <pc:spChg chg="add mod">
          <ac:chgData name="Palit, Tapti" userId="dec6fbcd-7598-406a-8cbf-504d4a3bac15" providerId="ADAL" clId="{ECD42228-5B96-4A72-B268-C46DF994E6B7}" dt="2024-01-30T04:43:11.612" v="86675" actId="692"/>
          <ac:spMkLst>
            <pc:docMk/>
            <pc:sldMk cId="2605166310" sldId="1164"/>
            <ac:spMk id="10" creationId="{B4BAAC4D-2D74-CF8E-C902-EB344241FDFC}"/>
          </ac:spMkLst>
        </pc:spChg>
        <pc:spChg chg="mod">
          <ac:chgData name="Palit, Tapti" userId="dec6fbcd-7598-406a-8cbf-504d4a3bac15" providerId="ADAL" clId="{ECD42228-5B96-4A72-B268-C46DF994E6B7}" dt="2024-01-30T04:43:25.615" v="86723" actId="6549"/>
          <ac:spMkLst>
            <pc:docMk/>
            <pc:sldMk cId="2605166310" sldId="1164"/>
            <ac:spMk id="14" creationId="{F55D1DCD-63AE-1B38-F985-84D9BB2AE721}"/>
          </ac:spMkLst>
        </pc:spChg>
      </pc:sldChg>
      <pc:sldChg chg="add del">
        <pc:chgData name="Palit, Tapti" userId="dec6fbcd-7598-406a-8cbf-504d4a3bac15" providerId="ADAL" clId="{ECD42228-5B96-4A72-B268-C46DF994E6B7}" dt="2024-01-30T04:42:33.004" v="86632" actId="47"/>
        <pc:sldMkLst>
          <pc:docMk/>
          <pc:sldMk cId="2999738600" sldId="1164"/>
        </pc:sldMkLst>
      </pc:sldChg>
      <pc:sldChg chg="add del">
        <pc:chgData name="Palit, Tapti" userId="dec6fbcd-7598-406a-8cbf-504d4a3bac15" providerId="ADAL" clId="{ECD42228-5B96-4A72-B268-C46DF994E6B7}" dt="2024-01-30T04:46:01.094" v="86764" actId="47"/>
        <pc:sldMkLst>
          <pc:docMk/>
          <pc:sldMk cId="1763752105" sldId="1165"/>
        </pc:sldMkLst>
      </pc:sldChg>
      <pc:sldChg chg="addSp modSp add del mod">
        <pc:chgData name="Palit, Tapti" userId="dec6fbcd-7598-406a-8cbf-504d4a3bac15" providerId="ADAL" clId="{ECD42228-5B96-4A72-B268-C46DF994E6B7}" dt="2024-01-30T04:59:13.575" v="86894" actId="47"/>
        <pc:sldMkLst>
          <pc:docMk/>
          <pc:sldMk cId="1862126158" sldId="1165"/>
        </pc:sldMkLst>
        <pc:spChg chg="mod">
          <ac:chgData name="Palit, Tapti" userId="dec6fbcd-7598-406a-8cbf-504d4a3bac15" providerId="ADAL" clId="{ECD42228-5B96-4A72-B268-C46DF994E6B7}" dt="2024-01-30T04:48:23.873" v="86776"/>
          <ac:spMkLst>
            <pc:docMk/>
            <pc:sldMk cId="1862126158" sldId="1165"/>
            <ac:spMk id="10" creationId="{60578343-3247-45B1-F912-EF15944628D4}"/>
          </ac:spMkLst>
        </pc:spChg>
        <pc:spChg chg="add mod">
          <ac:chgData name="Palit, Tapti" userId="dec6fbcd-7598-406a-8cbf-504d4a3bac15" providerId="ADAL" clId="{ECD42228-5B96-4A72-B268-C46DF994E6B7}" dt="2024-01-30T04:48:08.531" v="86773" actId="14100"/>
          <ac:spMkLst>
            <pc:docMk/>
            <pc:sldMk cId="1862126158" sldId="1165"/>
            <ac:spMk id="18" creationId="{AFF2FB19-30A6-B81B-FA14-0AC66192FB7F}"/>
          </ac:spMkLst>
        </pc:spChg>
        <pc:spChg chg="mod">
          <ac:chgData name="Palit, Tapti" userId="dec6fbcd-7598-406a-8cbf-504d4a3bac15" providerId="ADAL" clId="{ECD42228-5B96-4A72-B268-C46DF994E6B7}" dt="2024-01-30T04:48:36.650" v="86778" actId="1076"/>
          <ac:spMkLst>
            <pc:docMk/>
            <pc:sldMk cId="1862126158" sldId="1165"/>
            <ac:spMk id="24" creationId="{DC9E6FBF-EDC6-38E0-5ECC-0FC22CD0B37F}"/>
          </ac:spMkLst>
        </pc:spChg>
        <pc:picChg chg="add mod">
          <ac:chgData name="Palit, Tapti" userId="dec6fbcd-7598-406a-8cbf-504d4a3bac15" providerId="ADAL" clId="{ECD42228-5B96-4A72-B268-C46DF994E6B7}" dt="2024-01-30T04:48:12.137" v="86774" actId="1076"/>
          <ac:picMkLst>
            <pc:docMk/>
            <pc:sldMk cId="1862126158" sldId="1165"/>
            <ac:picMk id="16" creationId="{4415A6DD-D087-84A4-0D7C-A6CF90FDDCBE}"/>
          </ac:picMkLst>
        </pc:picChg>
        <pc:cxnChg chg="add mod">
          <ac:chgData name="Palit, Tapti" userId="dec6fbcd-7598-406a-8cbf-504d4a3bac15" providerId="ADAL" clId="{ECD42228-5B96-4A72-B268-C46DF994E6B7}" dt="2024-01-30T04:48:16.394" v="86775" actId="14100"/>
          <ac:cxnSpMkLst>
            <pc:docMk/>
            <pc:sldMk cId="1862126158" sldId="1165"/>
            <ac:cxnSpMk id="17" creationId="{5090A208-9E3C-1688-4C94-B3827A0DD3C3}"/>
          </ac:cxnSpMkLst>
        </pc:cxnChg>
        <pc:cxnChg chg="mod">
          <ac:chgData name="Palit, Tapti" userId="dec6fbcd-7598-406a-8cbf-504d4a3bac15" providerId="ADAL" clId="{ECD42228-5B96-4A72-B268-C46DF994E6B7}" dt="2024-01-30T04:48:28.203" v="86777" actId="14100"/>
          <ac:cxnSpMkLst>
            <pc:docMk/>
            <pc:sldMk cId="1862126158" sldId="1165"/>
            <ac:cxnSpMk id="22" creationId="{9998D824-83E1-6A52-866E-EF4B4A183116}"/>
          </ac:cxnSpMkLst>
        </pc:cxnChg>
      </pc:sldChg>
      <pc:sldChg chg="addSp modSp add del mod">
        <pc:chgData name="Palit, Tapti" userId="dec6fbcd-7598-406a-8cbf-504d4a3bac15" providerId="ADAL" clId="{ECD42228-5B96-4A72-B268-C46DF994E6B7}" dt="2024-01-30T04:59:49.538" v="86897" actId="47"/>
        <pc:sldMkLst>
          <pc:docMk/>
          <pc:sldMk cId="3226294886" sldId="1166"/>
        </pc:sldMkLst>
        <pc:spChg chg="add mod">
          <ac:chgData name="Palit, Tapti" userId="dec6fbcd-7598-406a-8cbf-504d4a3bac15" providerId="ADAL" clId="{ECD42228-5B96-4A72-B268-C46DF994E6B7}" dt="2024-01-30T04:49:05.829" v="86782" actId="1076"/>
          <ac:spMkLst>
            <pc:docMk/>
            <pc:sldMk cId="3226294886" sldId="1166"/>
            <ac:spMk id="19" creationId="{CB786F15-46BE-7F76-B466-C74054E8F6FE}"/>
          </ac:spMkLst>
        </pc:spChg>
      </pc:sldChg>
      <pc:sldChg chg="addSp delSp modSp add mod ord delAnim modAnim">
        <pc:chgData name="Palit, Tapti" userId="dec6fbcd-7598-406a-8cbf-504d4a3bac15" providerId="ADAL" clId="{ECD42228-5B96-4A72-B268-C46DF994E6B7}" dt="2024-02-09T04:51:19.885" v="104531"/>
        <pc:sldMkLst>
          <pc:docMk/>
          <pc:sldMk cId="293464083" sldId="1167"/>
        </pc:sldMkLst>
        <pc:spChg chg="mod">
          <ac:chgData name="Palit, Tapti" userId="dec6fbcd-7598-406a-8cbf-504d4a3bac15" providerId="ADAL" clId="{ECD42228-5B96-4A72-B268-C46DF994E6B7}" dt="2024-01-30T16:53:51.201" v="93109" actId="20577"/>
          <ac:spMkLst>
            <pc:docMk/>
            <pc:sldMk cId="293464083" sldId="1167"/>
            <ac:spMk id="8" creationId="{3AD16BBA-9E50-9D23-3A25-A65A60C6AE84}"/>
          </ac:spMkLst>
        </pc:spChg>
        <pc:spChg chg="mod">
          <ac:chgData name="Palit, Tapti" userId="dec6fbcd-7598-406a-8cbf-504d4a3bac15" providerId="ADAL" clId="{ECD42228-5B96-4A72-B268-C46DF994E6B7}" dt="2024-01-30T05:08:40.339" v="86981" actId="692"/>
          <ac:spMkLst>
            <pc:docMk/>
            <pc:sldMk cId="293464083" sldId="1167"/>
            <ac:spMk id="12" creationId="{7744297D-948A-9D8F-3FB1-941C5FF88E08}"/>
          </ac:spMkLst>
        </pc:spChg>
        <pc:spChg chg="add del mod">
          <ac:chgData name="Palit, Tapti" userId="dec6fbcd-7598-406a-8cbf-504d4a3bac15" providerId="ADAL" clId="{ECD42228-5B96-4A72-B268-C46DF994E6B7}" dt="2024-02-09T04:41:37.366" v="104452" actId="478"/>
          <ac:spMkLst>
            <pc:docMk/>
            <pc:sldMk cId="293464083" sldId="1167"/>
            <ac:spMk id="18" creationId="{B99EC761-FD7B-E2B1-AC1F-07FBA170C14D}"/>
          </ac:spMkLst>
        </pc:spChg>
        <pc:spChg chg="add mod">
          <ac:chgData name="Palit, Tapti" userId="dec6fbcd-7598-406a-8cbf-504d4a3bac15" providerId="ADAL" clId="{ECD42228-5B96-4A72-B268-C46DF994E6B7}" dt="2024-02-08T20:37:16.363" v="100638" actId="692"/>
          <ac:spMkLst>
            <pc:docMk/>
            <pc:sldMk cId="293464083" sldId="1167"/>
            <ac:spMk id="19" creationId="{F5C6E23D-0D42-D3E9-857D-4F46975876F7}"/>
          </ac:spMkLst>
        </pc:spChg>
        <pc:spChg chg="mod">
          <ac:chgData name="Palit, Tapti" userId="dec6fbcd-7598-406a-8cbf-504d4a3bac15" providerId="ADAL" clId="{ECD42228-5B96-4A72-B268-C46DF994E6B7}" dt="2024-01-30T05:08:40.339" v="86981" actId="692"/>
          <ac:spMkLst>
            <pc:docMk/>
            <pc:sldMk cId="293464083" sldId="1167"/>
            <ac:spMk id="20" creationId="{AEBF150A-FCAA-9AC7-9FF4-170FA24F750B}"/>
          </ac:spMkLst>
        </pc:spChg>
        <pc:spChg chg="add del mod">
          <ac:chgData name="Palit, Tapti" userId="dec6fbcd-7598-406a-8cbf-504d4a3bac15" providerId="ADAL" clId="{ECD42228-5B96-4A72-B268-C46DF994E6B7}" dt="2024-02-09T04:42:01.115" v="104456" actId="478"/>
          <ac:spMkLst>
            <pc:docMk/>
            <pc:sldMk cId="293464083" sldId="1167"/>
            <ac:spMk id="21" creationId="{1B7CEF63-AABA-63DA-E51D-A03168A60A4D}"/>
          </ac:spMkLst>
        </pc:spChg>
        <pc:spChg chg="add mod">
          <ac:chgData name="Palit, Tapti" userId="dec6fbcd-7598-406a-8cbf-504d4a3bac15" providerId="ADAL" clId="{ECD42228-5B96-4A72-B268-C46DF994E6B7}" dt="2024-02-08T20:37:16.363" v="100638" actId="692"/>
          <ac:spMkLst>
            <pc:docMk/>
            <pc:sldMk cId="293464083" sldId="1167"/>
            <ac:spMk id="23" creationId="{1164B5F1-8903-A960-AEC8-2F956C1B0D6C}"/>
          </ac:spMkLst>
        </pc:spChg>
        <pc:cxnChg chg="mod">
          <ac:chgData name="Palit, Tapti" userId="dec6fbcd-7598-406a-8cbf-504d4a3bac15" providerId="ADAL" clId="{ECD42228-5B96-4A72-B268-C46DF994E6B7}" dt="2024-01-30T05:27:09.910" v="87565" actId="1037"/>
          <ac:cxnSpMkLst>
            <pc:docMk/>
            <pc:sldMk cId="293464083" sldId="1167"/>
            <ac:cxnSpMk id="7" creationId="{9859F1F9-8EB8-7EAB-CC74-B05567FB2191}"/>
          </ac:cxnSpMkLst>
        </pc:cxnChg>
      </pc:sldChg>
      <pc:sldChg chg="addSp delSp modSp add mod modAnim">
        <pc:chgData name="Palit, Tapti" userId="dec6fbcd-7598-406a-8cbf-504d4a3bac15" providerId="ADAL" clId="{ECD42228-5B96-4A72-B268-C46DF994E6B7}" dt="2024-02-09T04:57:47.374" v="104550"/>
        <pc:sldMkLst>
          <pc:docMk/>
          <pc:sldMk cId="887039276" sldId="1168"/>
        </pc:sldMkLst>
        <pc:spChg chg="mod">
          <ac:chgData name="Palit, Tapti" userId="dec6fbcd-7598-406a-8cbf-504d4a3bac15" providerId="ADAL" clId="{ECD42228-5B96-4A72-B268-C46DF994E6B7}" dt="2024-01-30T15:43:36.669" v="91831" actId="20577"/>
          <ac:spMkLst>
            <pc:docMk/>
            <pc:sldMk cId="887039276" sldId="1168"/>
            <ac:spMk id="5" creationId="{6A16820F-4E3C-D94A-AF37-38E1BA86DC74}"/>
          </ac:spMkLst>
        </pc:spChg>
        <pc:spChg chg="mod">
          <ac:chgData name="Palit, Tapti" userId="dec6fbcd-7598-406a-8cbf-504d4a3bac15" providerId="ADAL" clId="{ECD42228-5B96-4A72-B268-C46DF994E6B7}" dt="2024-01-30T16:54:00.367" v="93111" actId="20577"/>
          <ac:spMkLst>
            <pc:docMk/>
            <pc:sldMk cId="887039276" sldId="1168"/>
            <ac:spMk id="8" creationId="{3AD16BBA-9E50-9D23-3A25-A65A60C6AE84}"/>
          </ac:spMkLst>
        </pc:spChg>
        <pc:spChg chg="mod">
          <ac:chgData name="Palit, Tapti" userId="dec6fbcd-7598-406a-8cbf-504d4a3bac15" providerId="ADAL" clId="{ECD42228-5B96-4A72-B268-C46DF994E6B7}" dt="2024-01-30T15:43:08.383" v="91829" actId="20577"/>
          <ac:spMkLst>
            <pc:docMk/>
            <pc:sldMk cId="887039276" sldId="1168"/>
            <ac:spMk id="10" creationId="{60578343-3247-45B1-F912-EF15944628D4}"/>
          </ac:spMkLst>
        </pc:spChg>
        <pc:spChg chg="mod">
          <ac:chgData name="Palit, Tapti" userId="dec6fbcd-7598-406a-8cbf-504d4a3bac15" providerId="ADAL" clId="{ECD42228-5B96-4A72-B268-C46DF994E6B7}" dt="2024-01-30T05:08:51.121" v="86983" actId="692"/>
          <ac:spMkLst>
            <pc:docMk/>
            <pc:sldMk cId="887039276" sldId="1168"/>
            <ac:spMk id="12" creationId="{7744297D-948A-9D8F-3FB1-941C5FF88E08}"/>
          </ac:spMkLst>
        </pc:spChg>
        <pc:spChg chg="mod">
          <ac:chgData name="Palit, Tapti" userId="dec6fbcd-7598-406a-8cbf-504d4a3bac15" providerId="ADAL" clId="{ECD42228-5B96-4A72-B268-C46DF994E6B7}" dt="2024-01-30T05:08:51.121" v="86983" actId="692"/>
          <ac:spMkLst>
            <pc:docMk/>
            <pc:sldMk cId="887039276" sldId="1168"/>
            <ac:spMk id="20" creationId="{AEBF150A-FCAA-9AC7-9FF4-170FA24F750B}"/>
          </ac:spMkLst>
        </pc:spChg>
        <pc:spChg chg="add del mod">
          <ac:chgData name="Palit, Tapti" userId="dec6fbcd-7598-406a-8cbf-504d4a3bac15" providerId="ADAL" clId="{ECD42228-5B96-4A72-B268-C46DF994E6B7}" dt="2024-02-09T04:42:32.686" v="104462" actId="478"/>
          <ac:spMkLst>
            <pc:docMk/>
            <pc:sldMk cId="887039276" sldId="1168"/>
            <ac:spMk id="23" creationId="{A975FEEA-B50B-0049-5B77-CD10E54386E3}"/>
          </ac:spMkLst>
        </pc:spChg>
        <pc:cxnChg chg="mod">
          <ac:chgData name="Palit, Tapti" userId="dec6fbcd-7598-406a-8cbf-504d4a3bac15" providerId="ADAL" clId="{ECD42228-5B96-4A72-B268-C46DF994E6B7}" dt="2024-01-30T05:27:20.079" v="87567" actId="1037"/>
          <ac:cxnSpMkLst>
            <pc:docMk/>
            <pc:sldMk cId="887039276" sldId="1168"/>
            <ac:cxnSpMk id="7" creationId="{9859F1F9-8EB8-7EAB-CC74-B05567FB2191}"/>
          </ac:cxnSpMkLst>
        </pc:cxnChg>
        <pc:cxnChg chg="mod">
          <ac:chgData name="Palit, Tapti" userId="dec6fbcd-7598-406a-8cbf-504d4a3bac15" providerId="ADAL" clId="{ECD42228-5B96-4A72-B268-C46DF994E6B7}" dt="2024-01-30T05:05:27.317" v="86957" actId="692"/>
          <ac:cxnSpMkLst>
            <pc:docMk/>
            <pc:sldMk cId="887039276" sldId="1168"/>
            <ac:cxnSpMk id="19" creationId="{30266390-1B23-CA74-1DF2-6B4FDB019A44}"/>
          </ac:cxnSpMkLst>
        </pc:cxnChg>
        <pc:cxnChg chg="mod">
          <ac:chgData name="Palit, Tapti" userId="dec6fbcd-7598-406a-8cbf-504d4a3bac15" providerId="ADAL" clId="{ECD42228-5B96-4A72-B268-C46DF994E6B7}" dt="2024-01-30T05:05:14.871" v="86953" actId="692"/>
          <ac:cxnSpMkLst>
            <pc:docMk/>
            <pc:sldMk cId="887039276" sldId="1168"/>
            <ac:cxnSpMk id="22" creationId="{9998D824-83E1-6A52-866E-EF4B4A183116}"/>
          </ac:cxnSpMkLst>
        </pc:cxnChg>
      </pc:sldChg>
      <pc:sldChg chg="add del">
        <pc:chgData name="Palit, Tapti" userId="dec6fbcd-7598-406a-8cbf-504d4a3bac15" providerId="ADAL" clId="{ECD42228-5B96-4A72-B268-C46DF994E6B7}" dt="2024-01-30T04:59:13.575" v="86894" actId="47"/>
        <pc:sldMkLst>
          <pc:docMk/>
          <pc:sldMk cId="1284424158" sldId="1168"/>
        </pc:sldMkLst>
      </pc:sldChg>
      <pc:sldChg chg="delSp modSp add mod modAnim modNotesTx">
        <pc:chgData name="Palit, Tapti" userId="dec6fbcd-7598-406a-8cbf-504d4a3bac15" providerId="ADAL" clId="{ECD42228-5B96-4A72-B268-C46DF994E6B7}" dt="2024-02-12T19:42:30.599" v="112940" actId="5793"/>
        <pc:sldMkLst>
          <pc:docMk/>
          <pc:sldMk cId="3968215968" sldId="1169"/>
        </pc:sldMkLst>
        <pc:spChg chg="mod">
          <ac:chgData name="Palit, Tapti" userId="dec6fbcd-7598-406a-8cbf-504d4a3bac15" providerId="ADAL" clId="{ECD42228-5B96-4A72-B268-C46DF994E6B7}" dt="2024-01-30T05:19:56.771" v="87462" actId="1076"/>
          <ac:spMkLst>
            <pc:docMk/>
            <pc:sldMk cId="3968215968" sldId="1169"/>
            <ac:spMk id="2" creationId="{58F9C52F-0AE5-F439-633C-ED37D05782D8}"/>
          </ac:spMkLst>
        </pc:spChg>
        <pc:spChg chg="mod">
          <ac:chgData name="Palit, Tapti" userId="dec6fbcd-7598-406a-8cbf-504d4a3bac15" providerId="ADAL" clId="{ECD42228-5B96-4A72-B268-C46DF994E6B7}" dt="2024-01-30T15:42:36.075" v="91817" actId="207"/>
          <ac:spMkLst>
            <pc:docMk/>
            <pc:sldMk cId="3968215968" sldId="1169"/>
            <ac:spMk id="10" creationId="{60578343-3247-45B1-F912-EF15944628D4}"/>
          </ac:spMkLst>
        </pc:spChg>
        <pc:spChg chg="mod">
          <ac:chgData name="Palit, Tapti" userId="dec6fbcd-7598-406a-8cbf-504d4a3bac15" providerId="ADAL" clId="{ECD42228-5B96-4A72-B268-C46DF994E6B7}" dt="2024-01-30T05:10:10.343" v="86986" actId="692"/>
          <ac:spMkLst>
            <pc:docMk/>
            <pc:sldMk cId="3968215968" sldId="1169"/>
            <ac:spMk id="12" creationId="{7744297D-948A-9D8F-3FB1-941C5FF88E08}"/>
          </ac:spMkLst>
        </pc:spChg>
        <pc:spChg chg="mod">
          <ac:chgData name="Palit, Tapti" userId="dec6fbcd-7598-406a-8cbf-504d4a3bac15" providerId="ADAL" clId="{ECD42228-5B96-4A72-B268-C46DF994E6B7}" dt="2024-01-30T05:10:10.343" v="86986" actId="692"/>
          <ac:spMkLst>
            <pc:docMk/>
            <pc:sldMk cId="3968215968" sldId="1169"/>
            <ac:spMk id="20" creationId="{AEBF150A-FCAA-9AC7-9FF4-170FA24F750B}"/>
          </ac:spMkLst>
        </pc:spChg>
        <pc:spChg chg="del mod">
          <ac:chgData name="Palit, Tapti" userId="dec6fbcd-7598-406a-8cbf-504d4a3bac15" providerId="ADAL" clId="{ECD42228-5B96-4A72-B268-C46DF994E6B7}" dt="2024-02-09T04:46:22.432" v="104513" actId="478"/>
          <ac:spMkLst>
            <pc:docMk/>
            <pc:sldMk cId="3968215968" sldId="1169"/>
            <ac:spMk id="23" creationId="{A975FEEA-B50B-0049-5B77-CD10E54386E3}"/>
          </ac:spMkLst>
        </pc:spChg>
        <pc:cxnChg chg="mod">
          <ac:chgData name="Palit, Tapti" userId="dec6fbcd-7598-406a-8cbf-504d4a3bac15" providerId="ADAL" clId="{ECD42228-5B96-4A72-B268-C46DF994E6B7}" dt="2024-01-30T15:36:54.077" v="91645" actId="692"/>
          <ac:cxnSpMkLst>
            <pc:docMk/>
            <pc:sldMk cId="3968215968" sldId="1169"/>
            <ac:cxnSpMk id="22" creationId="{9998D824-83E1-6A52-866E-EF4B4A183116}"/>
          </ac:cxnSpMkLst>
        </pc:cxnChg>
      </pc:sldChg>
      <pc:sldChg chg="delSp modSp add mod">
        <pc:chgData name="Palit, Tapti" userId="dec6fbcd-7598-406a-8cbf-504d4a3bac15" providerId="ADAL" clId="{ECD42228-5B96-4A72-B268-C46DF994E6B7}" dt="2024-02-09T04:43:47.844" v="104494" actId="478"/>
        <pc:sldMkLst>
          <pc:docMk/>
          <pc:sldMk cId="1413220482" sldId="1170"/>
        </pc:sldMkLst>
        <pc:spChg chg="mod">
          <ac:chgData name="Palit, Tapti" userId="dec6fbcd-7598-406a-8cbf-504d4a3bac15" providerId="ADAL" clId="{ECD42228-5B96-4A72-B268-C46DF994E6B7}" dt="2024-01-30T07:08:09.586" v="90842" actId="20577"/>
          <ac:spMkLst>
            <pc:docMk/>
            <pc:sldMk cId="1413220482" sldId="1170"/>
            <ac:spMk id="5" creationId="{86FADD99-6071-9343-BD21-FF17E57C884E}"/>
          </ac:spMkLst>
        </pc:spChg>
        <pc:spChg chg="del mod">
          <ac:chgData name="Palit, Tapti" userId="dec6fbcd-7598-406a-8cbf-504d4a3bac15" providerId="ADAL" clId="{ECD42228-5B96-4A72-B268-C46DF994E6B7}" dt="2024-02-09T04:43:47.844" v="104494" actId="478"/>
          <ac:spMkLst>
            <pc:docMk/>
            <pc:sldMk cId="1413220482" sldId="1170"/>
            <ac:spMk id="7" creationId="{0A390AE2-9CE4-81EB-6315-2DE2F897D709}"/>
          </ac:spMkLst>
        </pc:spChg>
      </pc:sldChg>
      <pc:sldChg chg="addSp delSp modSp new mod setBg modClrScheme delAnim modAnim addCm chgLayout modNotesTx">
        <pc:chgData name="Palit, Tapti" userId="dec6fbcd-7598-406a-8cbf-504d4a3bac15" providerId="ADAL" clId="{ECD42228-5B96-4A72-B268-C46DF994E6B7}" dt="2024-02-13T13:27:30.167" v="116070" actId="20577"/>
        <pc:sldMkLst>
          <pc:docMk/>
          <pc:sldMk cId="951648542" sldId="1171"/>
        </pc:sldMkLst>
        <pc:spChg chg="mod ord">
          <ac:chgData name="Palit, Tapti" userId="dec6fbcd-7598-406a-8cbf-504d4a3bac15" providerId="ADAL" clId="{ECD42228-5B96-4A72-B268-C46DF994E6B7}" dt="2024-02-09T20:11:38.022" v="108772" actId="20577"/>
          <ac:spMkLst>
            <pc:docMk/>
            <pc:sldMk cId="951648542" sldId="1171"/>
            <ac:spMk id="2" creationId="{0209FF73-81B4-3932-3102-3AC1AC98F92B}"/>
          </ac:spMkLst>
        </pc:spChg>
        <pc:spChg chg="mod ord">
          <ac:chgData name="Palit, Tapti" userId="dec6fbcd-7598-406a-8cbf-504d4a3bac15" providerId="ADAL" clId="{ECD42228-5B96-4A72-B268-C46DF994E6B7}" dt="2024-02-11T18:31:43.110" v="112316" actId="20577"/>
          <ac:spMkLst>
            <pc:docMk/>
            <pc:sldMk cId="951648542" sldId="1171"/>
            <ac:spMk id="3" creationId="{0674AE50-56D5-DD9B-F0BF-672EFEBA51A0}"/>
          </ac:spMkLst>
        </pc:spChg>
        <pc:spChg chg="add del mod">
          <ac:chgData name="Palit, Tapti" userId="dec6fbcd-7598-406a-8cbf-504d4a3bac15" providerId="ADAL" clId="{ECD42228-5B96-4A72-B268-C46DF994E6B7}" dt="2024-02-09T18:31:10.759" v="107714" actId="478"/>
          <ac:spMkLst>
            <pc:docMk/>
            <pc:sldMk cId="951648542" sldId="1171"/>
            <ac:spMk id="4" creationId="{3F1B5983-DEA5-8C52-2339-1371ADAD3C0A}"/>
          </ac:spMkLst>
        </pc:spChg>
        <pc:spChg chg="mod ord">
          <ac:chgData name="Palit, Tapti" userId="dec6fbcd-7598-406a-8cbf-504d4a3bac15" providerId="ADAL" clId="{ECD42228-5B96-4A72-B268-C46DF994E6B7}" dt="2024-01-30T05:33:57.709" v="87900" actId="26606"/>
          <ac:spMkLst>
            <pc:docMk/>
            <pc:sldMk cId="951648542" sldId="1171"/>
            <ac:spMk id="4" creationId="{E74C9534-4D18-847C-5099-78274C3A6207}"/>
          </ac:spMkLst>
        </pc:spChg>
        <pc:spChg chg="add del mod">
          <ac:chgData name="Palit, Tapti" userId="dec6fbcd-7598-406a-8cbf-504d4a3bac15" providerId="ADAL" clId="{ECD42228-5B96-4A72-B268-C46DF994E6B7}" dt="2024-02-09T20:11:17.893" v="108727" actId="478"/>
          <ac:spMkLst>
            <pc:docMk/>
            <pc:sldMk cId="951648542" sldId="1171"/>
            <ac:spMk id="5" creationId="{A5EBA228-637D-A283-95B9-4E1C8D34008C}"/>
          </ac:spMkLst>
        </pc:spChg>
        <pc:spChg chg="add del mod">
          <ac:chgData name="Palit, Tapti" userId="dec6fbcd-7598-406a-8cbf-504d4a3bac15" providerId="ADAL" clId="{ECD42228-5B96-4A72-B268-C46DF994E6B7}" dt="2024-02-09T02:58:03.248" v="102752" actId="478"/>
          <ac:spMkLst>
            <pc:docMk/>
            <pc:sldMk cId="951648542" sldId="1171"/>
            <ac:spMk id="5" creationId="{AF68BAD8-BE33-95BB-334A-FEB31B6AFC81}"/>
          </ac:spMkLst>
        </pc:spChg>
        <pc:spChg chg="add mod ord">
          <ac:chgData name="Palit, Tapti" userId="dec6fbcd-7598-406a-8cbf-504d4a3bac15" providerId="ADAL" clId="{ECD42228-5B96-4A72-B268-C46DF994E6B7}" dt="2024-02-09T18:31:18.214" v="107718" actId="20577"/>
          <ac:spMkLst>
            <pc:docMk/>
            <pc:sldMk cId="951648542" sldId="1171"/>
            <ac:spMk id="6" creationId="{C44F253A-AD8E-8CE8-9F0A-2FC6C63F5AD5}"/>
          </ac:spMkLst>
        </pc:spChg>
        <pc:spChg chg="add del mod">
          <ac:chgData name="Palit, Tapti" userId="dec6fbcd-7598-406a-8cbf-504d4a3bac15" providerId="ADAL" clId="{ECD42228-5B96-4A72-B268-C46DF994E6B7}" dt="2024-02-09T18:31:13.395" v="107715" actId="478"/>
          <ac:spMkLst>
            <pc:docMk/>
            <pc:sldMk cId="951648542" sldId="1171"/>
            <ac:spMk id="7" creationId="{9250AFE4-F524-DC16-4940-51297EB4C31F}"/>
          </ac:spMkLst>
        </pc:spChg>
        <pc:spChg chg="add del mod">
          <ac:chgData name="Palit, Tapti" userId="dec6fbcd-7598-406a-8cbf-504d4a3bac15" providerId="ADAL" clId="{ECD42228-5B96-4A72-B268-C46DF994E6B7}" dt="2024-02-09T20:11:17.893" v="108727" actId="478"/>
          <ac:spMkLst>
            <pc:docMk/>
            <pc:sldMk cId="951648542" sldId="1171"/>
            <ac:spMk id="8" creationId="{0A7E8387-7096-B432-1EC7-E14CBFDFAA0D}"/>
          </ac:spMkLst>
        </pc:spChg>
        <pc:spChg chg="add del">
          <ac:chgData name="Palit, Tapti" userId="dec6fbcd-7598-406a-8cbf-504d4a3bac15" providerId="ADAL" clId="{ECD42228-5B96-4A72-B268-C46DF994E6B7}" dt="2024-01-30T05:33:55.313" v="87898" actId="26606"/>
          <ac:spMkLst>
            <pc:docMk/>
            <pc:sldMk cId="951648542" sldId="1171"/>
            <ac:spMk id="2057" creationId="{A7AE9375-4664-4DB2-922D-2782A6E439AC}"/>
          </ac:spMkLst>
        </pc:spChg>
        <pc:spChg chg="add del">
          <ac:chgData name="Palit, Tapti" userId="dec6fbcd-7598-406a-8cbf-504d4a3bac15" providerId="ADAL" clId="{ECD42228-5B96-4A72-B268-C46DF994E6B7}" dt="2024-01-30T05:33:55.313" v="87898" actId="26606"/>
          <ac:spMkLst>
            <pc:docMk/>
            <pc:sldMk cId="951648542" sldId="1171"/>
            <ac:spMk id="2061" creationId="{C87417AF-190E-4D6E-AFA6-7D3E84B0B430}"/>
          </ac:spMkLst>
        </pc:spChg>
        <pc:spChg chg="add del">
          <ac:chgData name="Palit, Tapti" userId="dec6fbcd-7598-406a-8cbf-504d4a3bac15" providerId="ADAL" clId="{ECD42228-5B96-4A72-B268-C46DF994E6B7}" dt="2024-01-30T05:33:55.313" v="87898" actId="26606"/>
          <ac:spMkLst>
            <pc:docMk/>
            <pc:sldMk cId="951648542" sldId="1171"/>
            <ac:spMk id="2063" creationId="{80B30ED8-273E-4C07-8568-2FE5CC5C483D}"/>
          </ac:spMkLst>
        </pc:spChg>
        <pc:spChg chg="add del">
          <ac:chgData name="Palit, Tapti" userId="dec6fbcd-7598-406a-8cbf-504d4a3bac15" providerId="ADAL" clId="{ECD42228-5B96-4A72-B268-C46DF994E6B7}" dt="2024-01-30T05:33:57.709" v="87900" actId="26606"/>
          <ac:spMkLst>
            <pc:docMk/>
            <pc:sldMk cId="951648542" sldId="1171"/>
            <ac:spMk id="2065" creationId="{D2B783EE-0239-4717-BBEA-8C9EAC61C824}"/>
          </ac:spMkLst>
        </pc:spChg>
        <pc:spChg chg="add del">
          <ac:chgData name="Palit, Tapti" userId="dec6fbcd-7598-406a-8cbf-504d4a3bac15" providerId="ADAL" clId="{ECD42228-5B96-4A72-B268-C46DF994E6B7}" dt="2024-01-30T05:33:57.709" v="87900" actId="26606"/>
          <ac:spMkLst>
            <pc:docMk/>
            <pc:sldMk cId="951648542" sldId="1171"/>
            <ac:spMk id="2066" creationId="{A7B99495-F43F-4D80-A44F-2CB4764EB90B}"/>
          </ac:spMkLst>
        </pc:spChg>
        <pc:spChg chg="add del">
          <ac:chgData name="Palit, Tapti" userId="dec6fbcd-7598-406a-8cbf-504d4a3bac15" providerId="ADAL" clId="{ECD42228-5B96-4A72-B268-C46DF994E6B7}" dt="2024-01-30T05:33:57.709" v="87900" actId="26606"/>
          <ac:spMkLst>
            <pc:docMk/>
            <pc:sldMk cId="951648542" sldId="1171"/>
            <ac:spMk id="2067" creationId="{70BEB1E7-2F88-40BC-B73D-42E5B6F80BFC}"/>
          </ac:spMkLst>
        </pc:spChg>
        <pc:picChg chg="add mod">
          <ac:chgData name="Palit, Tapti" userId="dec6fbcd-7598-406a-8cbf-504d4a3bac15" providerId="ADAL" clId="{ECD42228-5B96-4A72-B268-C46DF994E6B7}" dt="2024-01-30T05:33:57.709" v="87900" actId="26606"/>
          <ac:picMkLst>
            <pc:docMk/>
            <pc:sldMk cId="951648542" sldId="1171"/>
            <ac:picMk id="2050" creationId="{579B40FD-06D3-D7BB-38F1-A223E860C3CF}"/>
          </ac:picMkLst>
        </pc:picChg>
        <pc:picChg chg="add mod">
          <ac:chgData name="Palit, Tapti" userId="dec6fbcd-7598-406a-8cbf-504d4a3bac15" providerId="ADAL" clId="{ECD42228-5B96-4A72-B268-C46DF994E6B7}" dt="2024-01-30T05:33:59.710" v="87902" actId="1076"/>
          <ac:picMkLst>
            <pc:docMk/>
            <pc:sldMk cId="951648542" sldId="1171"/>
            <ac:picMk id="2052" creationId="{8000A4A5-88CB-2842-709B-27D93C376F2E}"/>
          </ac:picMkLst>
        </pc:picChg>
        <pc:cxnChg chg="add del">
          <ac:chgData name="Palit, Tapti" userId="dec6fbcd-7598-406a-8cbf-504d4a3bac15" providerId="ADAL" clId="{ECD42228-5B96-4A72-B268-C46DF994E6B7}" dt="2024-01-30T05:33:55.313" v="87898" actId="26606"/>
          <ac:cxnSpMkLst>
            <pc:docMk/>
            <pc:sldMk cId="951648542" sldId="1171"/>
            <ac:cxnSpMk id="2059" creationId="{EE504C98-6397-41C1-A8D8-2D9C4ED307E0}"/>
          </ac:cxnSpMkLst>
        </pc:cxn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2-11T18:32:11.032" v="112317"/>
              <pc2:cmMkLst xmlns:pc2="http://schemas.microsoft.com/office/powerpoint/2019/9/main/command">
                <pc:docMk/>
                <pc:sldMk cId="951648542" sldId="1171"/>
                <pc2:cmMk id="{5A7E8171-7A40-4C22-9AB1-C0FE18C2286A}"/>
              </pc2:cmMkLst>
            </pc226:cmChg>
          </p:ext>
        </pc:extLst>
      </pc:sldChg>
      <pc:sldChg chg="add del">
        <pc:chgData name="Palit, Tapti" userId="dec6fbcd-7598-406a-8cbf-504d4a3bac15" providerId="ADAL" clId="{ECD42228-5B96-4A72-B268-C46DF994E6B7}" dt="2024-01-30T05:22:59.798" v="87522" actId="2890"/>
        <pc:sldMkLst>
          <pc:docMk/>
          <pc:sldMk cId="4237121067" sldId="1171"/>
        </pc:sldMkLst>
      </pc:sldChg>
      <pc:sldChg chg="addSp modSp new mod modNotesTx">
        <pc:chgData name="Palit, Tapti" userId="dec6fbcd-7598-406a-8cbf-504d4a3bac15" providerId="ADAL" clId="{ECD42228-5B96-4A72-B268-C46DF994E6B7}" dt="2024-01-30T19:35:53.158" v="94487"/>
        <pc:sldMkLst>
          <pc:docMk/>
          <pc:sldMk cId="3370140504" sldId="1172"/>
        </pc:sldMkLst>
        <pc:spChg chg="mod">
          <ac:chgData name="Palit, Tapti" userId="dec6fbcd-7598-406a-8cbf-504d4a3bac15" providerId="ADAL" clId="{ECD42228-5B96-4A72-B268-C46DF994E6B7}" dt="2024-01-30T05:53:19.524" v="88524" actId="20577"/>
          <ac:spMkLst>
            <pc:docMk/>
            <pc:sldMk cId="3370140504" sldId="1172"/>
            <ac:spMk id="2" creationId="{6C7C9C36-DF72-A866-6C27-DE4420E006D7}"/>
          </ac:spMkLst>
        </pc:spChg>
        <pc:spChg chg="mod">
          <ac:chgData name="Palit, Tapti" userId="dec6fbcd-7598-406a-8cbf-504d4a3bac15" providerId="ADAL" clId="{ECD42228-5B96-4A72-B268-C46DF994E6B7}" dt="2024-01-30T05:48:25.417" v="88367" actId="20577"/>
          <ac:spMkLst>
            <pc:docMk/>
            <pc:sldMk cId="3370140504" sldId="1172"/>
            <ac:spMk id="3" creationId="{6F48C7E2-8907-AD75-27A5-128CDEB7D8C8}"/>
          </ac:spMkLst>
        </pc:spChg>
        <pc:spChg chg="add mod">
          <ac:chgData name="Palit, Tapti" userId="dec6fbcd-7598-406a-8cbf-504d4a3bac15" providerId="ADAL" clId="{ECD42228-5B96-4A72-B268-C46DF994E6B7}" dt="2024-01-30T19:35:20.590" v="94476" actId="20577"/>
          <ac:spMkLst>
            <pc:docMk/>
            <pc:sldMk cId="3370140504" sldId="1172"/>
            <ac:spMk id="5" creationId="{075331E4-8F53-7B24-1328-FED7BD443E37}"/>
          </ac:spMkLst>
        </pc:spChg>
        <pc:spChg chg="add mod">
          <ac:chgData name="Palit, Tapti" userId="dec6fbcd-7598-406a-8cbf-504d4a3bac15" providerId="ADAL" clId="{ECD42228-5B96-4A72-B268-C46DF994E6B7}" dt="2024-01-30T05:51:26.924" v="88475" actId="1076"/>
          <ac:spMkLst>
            <pc:docMk/>
            <pc:sldMk cId="3370140504" sldId="1172"/>
            <ac:spMk id="6" creationId="{77C49B3D-9A94-9F03-4A10-30B45580D942}"/>
          </ac:spMkLst>
        </pc:spChg>
        <pc:spChg chg="add mod">
          <ac:chgData name="Palit, Tapti" userId="dec6fbcd-7598-406a-8cbf-504d4a3bac15" providerId="ADAL" clId="{ECD42228-5B96-4A72-B268-C46DF994E6B7}" dt="2024-01-30T19:35:53.158" v="94487"/>
          <ac:spMkLst>
            <pc:docMk/>
            <pc:sldMk cId="3370140504" sldId="1172"/>
            <ac:spMk id="7" creationId="{50A637E4-6864-CC96-7829-4A83349FE269}"/>
          </ac:spMkLst>
        </pc:spChg>
        <pc:spChg chg="add mod">
          <ac:chgData name="Palit, Tapti" userId="dec6fbcd-7598-406a-8cbf-504d4a3bac15" providerId="ADAL" clId="{ECD42228-5B96-4A72-B268-C46DF994E6B7}" dt="2024-01-30T05:54:53.549" v="88538" actId="1076"/>
          <ac:spMkLst>
            <pc:docMk/>
            <pc:sldMk cId="3370140504" sldId="1172"/>
            <ac:spMk id="8" creationId="{EEA0E93D-66E8-E2DA-F0A4-72AB6FBEC33D}"/>
          </ac:spMkLst>
        </pc:spChg>
        <pc:spChg chg="add mod">
          <ac:chgData name="Palit, Tapti" userId="dec6fbcd-7598-406a-8cbf-504d4a3bac15" providerId="ADAL" clId="{ECD42228-5B96-4A72-B268-C46DF994E6B7}" dt="2024-01-30T17:03:06.718" v="93511" actId="692"/>
          <ac:spMkLst>
            <pc:docMk/>
            <pc:sldMk cId="3370140504" sldId="1172"/>
            <ac:spMk id="9" creationId="{3502CF93-3E3C-D05A-DFA7-52F62BA920DF}"/>
          </ac:spMkLst>
        </pc:spChg>
        <pc:spChg chg="add mod">
          <ac:chgData name="Palit, Tapti" userId="dec6fbcd-7598-406a-8cbf-504d4a3bac15" providerId="ADAL" clId="{ECD42228-5B96-4A72-B268-C46DF994E6B7}" dt="2024-01-30T17:03:16.729" v="93514" actId="14100"/>
          <ac:spMkLst>
            <pc:docMk/>
            <pc:sldMk cId="3370140504" sldId="1172"/>
            <ac:spMk id="10" creationId="{07CE0783-8897-2371-685F-2F13DFB7E17C}"/>
          </ac:spMkLst>
        </pc:spChg>
        <pc:spChg chg="add mod">
          <ac:chgData name="Palit, Tapti" userId="dec6fbcd-7598-406a-8cbf-504d4a3bac15" providerId="ADAL" clId="{ECD42228-5B96-4A72-B268-C46DF994E6B7}" dt="2024-01-30T17:04:02.234" v="93570" actId="1076"/>
          <ac:spMkLst>
            <pc:docMk/>
            <pc:sldMk cId="3370140504" sldId="1172"/>
            <ac:spMk id="11" creationId="{7AB1807D-965B-F96F-2C0F-B25636680714}"/>
          </ac:spMkLst>
        </pc:spChg>
      </pc:sldChg>
      <pc:sldChg chg="addSp delSp modSp add mod">
        <pc:chgData name="Palit, Tapti" userId="dec6fbcd-7598-406a-8cbf-504d4a3bac15" providerId="ADAL" clId="{ECD42228-5B96-4A72-B268-C46DF994E6B7}" dt="2024-01-30T19:35:57.055" v="94488"/>
        <pc:sldMkLst>
          <pc:docMk/>
          <pc:sldMk cId="2076353578" sldId="1173"/>
        </pc:sldMkLst>
        <pc:spChg chg="mod">
          <ac:chgData name="Palit, Tapti" userId="dec6fbcd-7598-406a-8cbf-504d4a3bac15" providerId="ADAL" clId="{ECD42228-5B96-4A72-B268-C46DF994E6B7}" dt="2024-01-30T19:35:24.536" v="94481" actId="20577"/>
          <ac:spMkLst>
            <pc:docMk/>
            <pc:sldMk cId="2076353578" sldId="1173"/>
            <ac:spMk id="5" creationId="{075331E4-8F53-7B24-1328-FED7BD443E37}"/>
          </ac:spMkLst>
        </pc:spChg>
        <pc:spChg chg="del">
          <ac:chgData name="Palit, Tapti" userId="dec6fbcd-7598-406a-8cbf-504d4a3bac15" providerId="ADAL" clId="{ECD42228-5B96-4A72-B268-C46DF994E6B7}" dt="2024-01-30T15:50:43.833" v="92115" actId="478"/>
          <ac:spMkLst>
            <pc:docMk/>
            <pc:sldMk cId="2076353578" sldId="1173"/>
            <ac:spMk id="7" creationId="{50A637E4-6864-CC96-7829-4A83349FE269}"/>
          </ac:spMkLst>
        </pc:spChg>
        <pc:spChg chg="add mod">
          <ac:chgData name="Palit, Tapti" userId="dec6fbcd-7598-406a-8cbf-504d4a3bac15" providerId="ADAL" clId="{ECD42228-5B96-4A72-B268-C46DF994E6B7}" dt="2024-01-30T17:05:02.216" v="93608" actId="20577"/>
          <ac:spMkLst>
            <pc:docMk/>
            <pc:sldMk cId="2076353578" sldId="1173"/>
            <ac:spMk id="9" creationId="{C643D616-1FC6-7166-1C3D-F63F8D4F29CC}"/>
          </ac:spMkLst>
        </pc:spChg>
        <pc:spChg chg="add mod">
          <ac:chgData name="Palit, Tapti" userId="dec6fbcd-7598-406a-8cbf-504d4a3bac15" providerId="ADAL" clId="{ECD42228-5B96-4A72-B268-C46DF994E6B7}" dt="2024-01-30T19:35:57.055" v="94488"/>
          <ac:spMkLst>
            <pc:docMk/>
            <pc:sldMk cId="2076353578" sldId="1173"/>
            <ac:spMk id="10" creationId="{962C992E-F516-6FE4-4AE9-CB67FD5D5EF0}"/>
          </ac:spMkLst>
        </pc:spChg>
        <pc:spChg chg="add mod">
          <ac:chgData name="Palit, Tapti" userId="dec6fbcd-7598-406a-8cbf-504d4a3bac15" providerId="ADAL" clId="{ECD42228-5B96-4A72-B268-C46DF994E6B7}" dt="2024-01-30T19:28:22.025" v="94331" actId="1076"/>
          <ac:spMkLst>
            <pc:docMk/>
            <pc:sldMk cId="2076353578" sldId="1173"/>
            <ac:spMk id="11" creationId="{56F55993-C67D-7A8E-BD13-55068153B253}"/>
          </ac:spMkLst>
        </pc:spChg>
      </pc:sldChg>
      <pc:sldChg chg="modSp new del mod">
        <pc:chgData name="Palit, Tapti" userId="dec6fbcd-7598-406a-8cbf-504d4a3bac15" providerId="ADAL" clId="{ECD42228-5B96-4A72-B268-C46DF994E6B7}" dt="2024-01-30T06:08:43.364" v="88854" actId="47"/>
        <pc:sldMkLst>
          <pc:docMk/>
          <pc:sldMk cId="1019339728" sldId="1174"/>
        </pc:sldMkLst>
        <pc:spChg chg="mod">
          <ac:chgData name="Palit, Tapti" userId="dec6fbcd-7598-406a-8cbf-504d4a3bac15" providerId="ADAL" clId="{ECD42228-5B96-4A72-B268-C46DF994E6B7}" dt="2024-01-30T06:01:39.176" v="88853" actId="20577"/>
          <ac:spMkLst>
            <pc:docMk/>
            <pc:sldMk cId="1019339728" sldId="1174"/>
            <ac:spMk id="2" creationId="{CB387646-1C3F-6674-9357-A2C9D678FB44}"/>
          </ac:spMkLst>
        </pc:spChg>
        <pc:spChg chg="mod">
          <ac:chgData name="Palit, Tapti" userId="dec6fbcd-7598-406a-8cbf-504d4a3bac15" providerId="ADAL" clId="{ECD42228-5B96-4A72-B268-C46DF994E6B7}" dt="2024-01-30T05:59:06.952" v="88701" actId="20577"/>
          <ac:spMkLst>
            <pc:docMk/>
            <pc:sldMk cId="1019339728" sldId="1174"/>
            <ac:spMk id="3" creationId="{8BD2C94D-82A4-E560-8828-22DD79AF97F9}"/>
          </ac:spMkLst>
        </pc:spChg>
      </pc:sldChg>
      <pc:sldChg chg="add mod modShow">
        <pc:chgData name="Palit, Tapti" userId="dec6fbcd-7598-406a-8cbf-504d4a3bac15" providerId="ADAL" clId="{ECD42228-5B96-4A72-B268-C46DF994E6B7}" dt="2024-01-30T17:01:01.661" v="93501" actId="729"/>
        <pc:sldMkLst>
          <pc:docMk/>
          <pc:sldMk cId="3889170270" sldId="1174"/>
        </pc:sldMkLst>
      </pc:sldChg>
      <pc:sldChg chg="addSp delSp modSp new del mod">
        <pc:chgData name="Palit, Tapti" userId="dec6fbcd-7598-406a-8cbf-504d4a3bac15" providerId="ADAL" clId="{ECD42228-5B96-4A72-B268-C46DF994E6B7}" dt="2024-01-30T17:00:55.225" v="93499" actId="2696"/>
        <pc:sldMkLst>
          <pc:docMk/>
          <pc:sldMk cId="4220735833" sldId="1174"/>
        </pc:sldMkLst>
        <pc:spChg chg="mod">
          <ac:chgData name="Palit, Tapti" userId="dec6fbcd-7598-406a-8cbf-504d4a3bac15" providerId="ADAL" clId="{ECD42228-5B96-4A72-B268-C46DF994E6B7}" dt="2024-01-30T06:13:21.606" v="89414" actId="20577"/>
          <ac:spMkLst>
            <pc:docMk/>
            <pc:sldMk cId="4220735833" sldId="1174"/>
            <ac:spMk id="2" creationId="{990A41BA-16D4-ADF0-CB27-7D2DC7766FAD}"/>
          </ac:spMkLst>
        </pc:spChg>
        <pc:spChg chg="mod">
          <ac:chgData name="Palit, Tapti" userId="dec6fbcd-7598-406a-8cbf-504d4a3bac15" providerId="ADAL" clId="{ECD42228-5B96-4A72-B268-C46DF994E6B7}" dt="2024-01-30T06:12:29.444" v="89312" actId="20577"/>
          <ac:spMkLst>
            <pc:docMk/>
            <pc:sldMk cId="4220735833" sldId="1174"/>
            <ac:spMk id="3" creationId="{2C319ACC-00D7-4787-076F-7A7947124E9F}"/>
          </ac:spMkLst>
        </pc:spChg>
        <pc:spChg chg="add mod">
          <ac:chgData name="Palit, Tapti" userId="dec6fbcd-7598-406a-8cbf-504d4a3bac15" providerId="ADAL" clId="{ECD42228-5B96-4A72-B268-C46DF994E6B7}" dt="2024-01-30T06:18:23.594" v="89443" actId="20577"/>
          <ac:spMkLst>
            <pc:docMk/>
            <pc:sldMk cId="4220735833" sldId="1174"/>
            <ac:spMk id="5" creationId="{EFCC9155-82EA-68D2-D3B3-7D095069CE6A}"/>
          </ac:spMkLst>
        </pc:spChg>
        <pc:spChg chg="add">
          <ac:chgData name="Palit, Tapti" userId="dec6fbcd-7598-406a-8cbf-504d4a3bac15" providerId="ADAL" clId="{ECD42228-5B96-4A72-B268-C46DF994E6B7}" dt="2024-01-30T06:17:02.985" v="89421"/>
          <ac:spMkLst>
            <pc:docMk/>
            <pc:sldMk cId="4220735833" sldId="1174"/>
            <ac:spMk id="7" creationId="{1361F962-8604-4D4C-CEE8-80193F1C494A}"/>
          </ac:spMkLst>
        </pc:spChg>
        <pc:spChg chg="add mod">
          <ac:chgData name="Palit, Tapti" userId="dec6fbcd-7598-406a-8cbf-504d4a3bac15" providerId="ADAL" clId="{ECD42228-5B96-4A72-B268-C46DF994E6B7}" dt="2024-01-30T06:17:34.052" v="89435" actId="14100"/>
          <ac:spMkLst>
            <pc:docMk/>
            <pc:sldMk cId="4220735833" sldId="1174"/>
            <ac:spMk id="10" creationId="{C28B82A6-F522-2412-D62B-CCA3FC4537A7}"/>
          </ac:spMkLst>
        </pc:spChg>
        <pc:picChg chg="add del mod">
          <ac:chgData name="Palit, Tapti" userId="dec6fbcd-7598-406a-8cbf-504d4a3bac15" providerId="ADAL" clId="{ECD42228-5B96-4A72-B268-C46DF994E6B7}" dt="2024-01-30T06:13:52.147" v="89417" actId="478"/>
          <ac:picMkLst>
            <pc:docMk/>
            <pc:sldMk cId="4220735833" sldId="1174"/>
            <ac:picMk id="5" creationId="{88136D32-1302-F512-6CBA-3294D96C2B06}"/>
          </ac:picMkLst>
        </pc:picChg>
        <pc:picChg chg="add del mod">
          <ac:chgData name="Palit, Tapti" userId="dec6fbcd-7598-406a-8cbf-504d4a3bac15" providerId="ADAL" clId="{ECD42228-5B96-4A72-B268-C46DF994E6B7}" dt="2024-01-30T06:17:02.029" v="89420" actId="478"/>
          <ac:picMkLst>
            <pc:docMk/>
            <pc:sldMk cId="4220735833" sldId="1174"/>
            <ac:picMk id="6" creationId="{97615506-9F80-9463-6D71-00D455B2CF9B}"/>
          </ac:picMkLst>
        </pc:picChg>
        <pc:picChg chg="add mod">
          <ac:chgData name="Palit, Tapti" userId="dec6fbcd-7598-406a-8cbf-504d4a3bac15" providerId="ADAL" clId="{ECD42228-5B96-4A72-B268-C46DF994E6B7}" dt="2024-01-30T06:17:20.045" v="89424" actId="14100"/>
          <ac:picMkLst>
            <pc:docMk/>
            <pc:sldMk cId="4220735833" sldId="1174"/>
            <ac:picMk id="9" creationId="{6521D152-C933-82A8-DFAD-B2A2BF197640}"/>
          </ac:picMkLst>
        </pc:picChg>
      </pc:sldChg>
      <pc:sldChg chg="addSp modSp new mod modAnim modNotesTx">
        <pc:chgData name="Palit, Tapti" userId="dec6fbcd-7598-406a-8cbf-504d4a3bac15" providerId="ADAL" clId="{ECD42228-5B96-4A72-B268-C46DF994E6B7}" dt="2024-02-11T18:21:49.781" v="112112" actId="20577"/>
        <pc:sldMkLst>
          <pc:docMk/>
          <pc:sldMk cId="3491945629" sldId="1175"/>
        </pc:sldMkLst>
        <pc:spChg chg="mod">
          <ac:chgData name="Palit, Tapti" userId="dec6fbcd-7598-406a-8cbf-504d4a3bac15" providerId="ADAL" clId="{ECD42228-5B96-4A72-B268-C46DF994E6B7}" dt="2024-02-09T19:07:19.753" v="108628" actId="20577"/>
          <ac:spMkLst>
            <pc:docMk/>
            <pc:sldMk cId="3491945629" sldId="1175"/>
            <ac:spMk id="2" creationId="{C3433336-0953-E90B-9EBD-EFEF4D9466D0}"/>
          </ac:spMkLst>
        </pc:spChg>
        <pc:spChg chg="mod">
          <ac:chgData name="Palit, Tapti" userId="dec6fbcd-7598-406a-8cbf-504d4a3bac15" providerId="ADAL" clId="{ECD42228-5B96-4A72-B268-C46DF994E6B7}" dt="2024-02-10T00:54:59.743" v="109297"/>
          <ac:spMkLst>
            <pc:docMk/>
            <pc:sldMk cId="3491945629" sldId="1175"/>
            <ac:spMk id="3" creationId="{E2C3A34B-F163-9357-03D8-C2EA10E2E08D}"/>
          </ac:spMkLst>
        </pc:spChg>
        <pc:picChg chg="add mod">
          <ac:chgData name="Palit, Tapti" userId="dec6fbcd-7598-406a-8cbf-504d4a3bac15" providerId="ADAL" clId="{ECD42228-5B96-4A72-B268-C46DF994E6B7}" dt="2024-01-30T17:06:05.656" v="93712" actId="1076"/>
          <ac:picMkLst>
            <pc:docMk/>
            <pc:sldMk cId="3491945629" sldId="1175"/>
            <ac:picMk id="1026" creationId="{1245DF25-B645-A1EF-B63B-C3DD360ECD51}"/>
          </ac:picMkLst>
        </pc:picChg>
        <pc:picChg chg="add mod">
          <ac:chgData name="Palit, Tapti" userId="dec6fbcd-7598-406a-8cbf-504d4a3bac15" providerId="ADAL" clId="{ECD42228-5B96-4A72-B268-C46DF994E6B7}" dt="2024-01-31T01:44:24.840" v="94926" actId="1076"/>
          <ac:picMkLst>
            <pc:docMk/>
            <pc:sldMk cId="3491945629" sldId="1175"/>
            <ac:picMk id="1028" creationId="{2E37C5D8-46E9-E1CE-8DCE-16389066A327}"/>
          </ac:picMkLst>
        </pc:picChg>
      </pc:sldChg>
      <pc:sldChg chg="addSp delSp modSp new mod">
        <pc:chgData name="Palit, Tapti" userId="dec6fbcd-7598-406a-8cbf-504d4a3bac15" providerId="ADAL" clId="{ECD42228-5B96-4A72-B268-C46DF994E6B7}" dt="2024-01-31T02:39:08.362" v="95633" actId="1076"/>
        <pc:sldMkLst>
          <pc:docMk/>
          <pc:sldMk cId="3364304933" sldId="1176"/>
        </pc:sldMkLst>
        <pc:spChg chg="mod">
          <ac:chgData name="Palit, Tapti" userId="dec6fbcd-7598-406a-8cbf-504d4a3bac15" providerId="ADAL" clId="{ECD42228-5B96-4A72-B268-C46DF994E6B7}" dt="2024-01-30T15:49:39.815" v="91985" actId="20577"/>
          <ac:spMkLst>
            <pc:docMk/>
            <pc:sldMk cId="3364304933" sldId="1176"/>
            <ac:spMk id="2" creationId="{0BFDADEC-0BA2-C5DE-98E3-1C798618073B}"/>
          </ac:spMkLst>
        </pc:spChg>
        <pc:spChg chg="mod">
          <ac:chgData name="Palit, Tapti" userId="dec6fbcd-7598-406a-8cbf-504d4a3bac15" providerId="ADAL" clId="{ECD42228-5B96-4A72-B268-C46DF994E6B7}" dt="2024-01-30T06:35:00.368" v="89805" actId="20577"/>
          <ac:spMkLst>
            <pc:docMk/>
            <pc:sldMk cId="3364304933" sldId="1176"/>
            <ac:spMk id="3" creationId="{FB04B502-D4A4-6A24-46D6-2AECC82BD5E8}"/>
          </ac:spMkLst>
        </pc:spChg>
        <pc:spChg chg="add mod">
          <ac:chgData name="Palit, Tapti" userId="dec6fbcd-7598-406a-8cbf-504d4a3bac15" providerId="ADAL" clId="{ECD42228-5B96-4A72-B268-C46DF994E6B7}" dt="2024-01-31T02:39:03.161" v="95632" actId="1076"/>
          <ac:spMkLst>
            <pc:docMk/>
            <pc:sldMk cId="3364304933" sldId="1176"/>
            <ac:spMk id="10" creationId="{5CEEBC6C-CC20-55D3-3FB2-A5BD315F9C7C}"/>
          </ac:spMkLst>
        </pc:spChg>
        <pc:spChg chg="add mod">
          <ac:chgData name="Palit, Tapti" userId="dec6fbcd-7598-406a-8cbf-504d4a3bac15" providerId="ADAL" clId="{ECD42228-5B96-4A72-B268-C46DF994E6B7}" dt="2024-01-31T02:39:08.362" v="95633" actId="1076"/>
          <ac:spMkLst>
            <pc:docMk/>
            <pc:sldMk cId="3364304933" sldId="1176"/>
            <ac:spMk id="11" creationId="{9006240B-0DEF-C852-EA69-EBB4270DCB0E}"/>
          </ac:spMkLst>
        </pc:spChg>
        <pc:grpChg chg="add mod">
          <ac:chgData name="Palit, Tapti" userId="dec6fbcd-7598-406a-8cbf-504d4a3bac15" providerId="ADAL" clId="{ECD42228-5B96-4A72-B268-C46DF994E6B7}" dt="2024-01-31T02:39:03.161" v="95632" actId="1076"/>
          <ac:grpSpMkLst>
            <pc:docMk/>
            <pc:sldMk cId="3364304933" sldId="1176"/>
            <ac:grpSpMk id="12" creationId="{980C4616-EC08-5661-A494-D80E29CFFB87}"/>
          </ac:grpSpMkLst>
        </pc:grpChg>
        <pc:picChg chg="add del mod">
          <ac:chgData name="Palit, Tapti" userId="dec6fbcd-7598-406a-8cbf-504d4a3bac15" providerId="ADAL" clId="{ECD42228-5B96-4A72-B268-C46DF994E6B7}" dt="2024-01-30T15:49:26.722" v="91938" actId="478"/>
          <ac:picMkLst>
            <pc:docMk/>
            <pc:sldMk cId="3364304933" sldId="1176"/>
            <ac:picMk id="5" creationId="{6DCFA82F-850A-06C2-C428-0FE98E81F6F6}"/>
          </ac:picMkLst>
        </pc:picChg>
        <pc:picChg chg="add del mod">
          <ac:chgData name="Palit, Tapti" userId="dec6fbcd-7598-406a-8cbf-504d4a3bac15" providerId="ADAL" clId="{ECD42228-5B96-4A72-B268-C46DF994E6B7}" dt="2024-01-30T06:36:58.792" v="89949" actId="478"/>
          <ac:picMkLst>
            <pc:docMk/>
            <pc:sldMk cId="3364304933" sldId="1176"/>
            <ac:picMk id="2050" creationId="{F48DC764-9E8C-2E5D-4CB1-C5C8E9725BB8}"/>
          </ac:picMkLst>
        </pc:picChg>
        <pc:picChg chg="add mod">
          <ac:chgData name="Palit, Tapti" userId="dec6fbcd-7598-406a-8cbf-504d4a3bac15" providerId="ADAL" clId="{ECD42228-5B96-4A72-B268-C46DF994E6B7}" dt="2024-01-31T02:39:03.161" v="95632" actId="1076"/>
          <ac:picMkLst>
            <pc:docMk/>
            <pc:sldMk cId="3364304933" sldId="1176"/>
            <ac:picMk id="2052" creationId="{9B1B6845-29D9-7EFF-5165-C223658B6585}"/>
          </ac:picMkLst>
        </pc:picChg>
        <pc:picChg chg="add mod">
          <ac:chgData name="Palit, Tapti" userId="dec6fbcd-7598-406a-8cbf-504d4a3bac15" providerId="ADAL" clId="{ECD42228-5B96-4A72-B268-C46DF994E6B7}" dt="2024-01-31T02:39:03.161" v="95632" actId="1076"/>
          <ac:picMkLst>
            <pc:docMk/>
            <pc:sldMk cId="3364304933" sldId="1176"/>
            <ac:picMk id="2054" creationId="{41DB19E4-867A-403C-D4DE-8034939A8583}"/>
          </ac:picMkLst>
        </pc:picChg>
        <pc:picChg chg="add mod">
          <ac:chgData name="Palit, Tapti" userId="dec6fbcd-7598-406a-8cbf-504d4a3bac15" providerId="ADAL" clId="{ECD42228-5B96-4A72-B268-C46DF994E6B7}" dt="2024-01-31T02:39:03.161" v="95632" actId="1076"/>
          <ac:picMkLst>
            <pc:docMk/>
            <pc:sldMk cId="3364304933" sldId="1176"/>
            <ac:picMk id="2056" creationId="{2E6A62EA-0BA2-2406-3A3F-44F192BE8B04}"/>
          </ac:picMkLst>
        </pc:picChg>
        <pc:picChg chg="add mod">
          <ac:chgData name="Palit, Tapti" userId="dec6fbcd-7598-406a-8cbf-504d4a3bac15" providerId="ADAL" clId="{ECD42228-5B96-4A72-B268-C46DF994E6B7}" dt="2024-01-31T02:39:03.161" v="95632" actId="1076"/>
          <ac:picMkLst>
            <pc:docMk/>
            <pc:sldMk cId="3364304933" sldId="1176"/>
            <ac:picMk id="2058" creationId="{EF56BC91-9F58-2750-CFA2-8A66B3C3A161}"/>
          </ac:picMkLst>
        </pc:picChg>
        <pc:cxnChg chg="add mod">
          <ac:chgData name="Palit, Tapti" userId="dec6fbcd-7598-406a-8cbf-504d4a3bac15" providerId="ADAL" clId="{ECD42228-5B96-4A72-B268-C46DF994E6B7}" dt="2024-01-31T02:39:03.161" v="95632" actId="1076"/>
          <ac:cxnSpMkLst>
            <pc:docMk/>
            <pc:sldMk cId="3364304933" sldId="1176"/>
            <ac:cxnSpMk id="6" creationId="{6F994049-460D-CCFC-855D-A03E0413B0AF}"/>
          </ac:cxnSpMkLst>
        </pc:cxnChg>
        <pc:cxnChg chg="add mod">
          <ac:chgData name="Palit, Tapti" userId="dec6fbcd-7598-406a-8cbf-504d4a3bac15" providerId="ADAL" clId="{ECD42228-5B96-4A72-B268-C46DF994E6B7}" dt="2024-01-31T02:39:03.161" v="95632" actId="1076"/>
          <ac:cxnSpMkLst>
            <pc:docMk/>
            <pc:sldMk cId="3364304933" sldId="1176"/>
            <ac:cxnSpMk id="8" creationId="{9CF96BD9-DABF-403F-50E1-5B4377A55096}"/>
          </ac:cxnSpMkLst>
        </pc:cxnChg>
        <pc:cxnChg chg="add mod">
          <ac:chgData name="Palit, Tapti" userId="dec6fbcd-7598-406a-8cbf-504d4a3bac15" providerId="ADAL" clId="{ECD42228-5B96-4A72-B268-C46DF994E6B7}" dt="2024-01-31T02:39:03.161" v="95632" actId="1076"/>
          <ac:cxnSpMkLst>
            <pc:docMk/>
            <pc:sldMk cId="3364304933" sldId="1176"/>
            <ac:cxnSpMk id="9" creationId="{8E0F2167-934D-10EF-C5CC-9AE4D3377669}"/>
          </ac:cxnSpMkLst>
        </pc:cxnChg>
      </pc:sldChg>
      <pc:sldChg chg="addSp delSp modSp add mod ord addAnim delAnim modAnim modNotesTx">
        <pc:chgData name="Palit, Tapti" userId="dec6fbcd-7598-406a-8cbf-504d4a3bac15" providerId="ADAL" clId="{ECD42228-5B96-4A72-B268-C46DF994E6B7}" dt="2024-02-09T04:50:16.254" v="104527"/>
        <pc:sldMkLst>
          <pc:docMk/>
          <pc:sldMk cId="68023527" sldId="1177"/>
        </pc:sldMkLst>
        <pc:spChg chg="add del mod">
          <ac:chgData name="Palit, Tapti" userId="dec6fbcd-7598-406a-8cbf-504d4a3bac15" providerId="ADAL" clId="{ECD42228-5B96-4A72-B268-C46DF994E6B7}" dt="2024-02-09T04:37:55.706" v="104430" actId="478"/>
          <ac:spMkLst>
            <pc:docMk/>
            <pc:sldMk cId="68023527" sldId="1177"/>
            <ac:spMk id="2" creationId="{4A7C267B-9B81-B149-C00C-04592935AEFD}"/>
          </ac:spMkLst>
        </pc:spChg>
        <pc:spChg chg="del">
          <ac:chgData name="Palit, Tapti" userId="dec6fbcd-7598-406a-8cbf-504d4a3bac15" providerId="ADAL" clId="{ECD42228-5B96-4A72-B268-C46DF994E6B7}" dt="2024-01-30T13:15:38.599" v="91369" actId="478"/>
          <ac:spMkLst>
            <pc:docMk/>
            <pc:sldMk cId="68023527" sldId="1177"/>
            <ac:spMk id="2" creationId="{7BDD6DF6-98A0-6064-A2FB-21E37BAA61A9}"/>
          </ac:spMkLst>
        </pc:spChg>
        <pc:spChg chg="del mod">
          <ac:chgData name="Palit, Tapti" userId="dec6fbcd-7598-406a-8cbf-504d4a3bac15" providerId="ADAL" clId="{ECD42228-5B96-4A72-B268-C46DF994E6B7}" dt="2024-02-09T04:38:08.449" v="104434" actId="478"/>
          <ac:spMkLst>
            <pc:docMk/>
            <pc:sldMk cId="68023527" sldId="1177"/>
            <ac:spMk id="4" creationId="{BAB7AAF1-5058-6E7E-C63D-16EF46D9F536}"/>
          </ac:spMkLst>
        </pc:spChg>
        <pc:spChg chg="add del mod">
          <ac:chgData name="Palit, Tapti" userId="dec6fbcd-7598-406a-8cbf-504d4a3bac15" providerId="ADAL" clId="{ECD42228-5B96-4A72-B268-C46DF994E6B7}" dt="2024-02-09T04:37:57.949" v="104431" actId="478"/>
          <ac:spMkLst>
            <pc:docMk/>
            <pc:sldMk cId="68023527" sldId="1177"/>
            <ac:spMk id="6" creationId="{91006A0A-FE30-79E2-9A61-56AF369C0D40}"/>
          </ac:spMkLst>
        </pc:spChg>
        <pc:spChg chg="mod">
          <ac:chgData name="Palit, Tapti" userId="dec6fbcd-7598-406a-8cbf-504d4a3bac15" providerId="ADAL" clId="{ECD42228-5B96-4A72-B268-C46DF994E6B7}" dt="2024-01-30T16:51:50.050" v="93083" actId="20577"/>
          <ac:spMkLst>
            <pc:docMk/>
            <pc:sldMk cId="68023527" sldId="1177"/>
            <ac:spMk id="15" creationId="{632CDA17-2240-B34F-44F8-5573404E1E94}"/>
          </ac:spMkLst>
        </pc:spChg>
        <pc:grpChg chg="del">
          <ac:chgData name="Palit, Tapti" userId="dec6fbcd-7598-406a-8cbf-504d4a3bac15" providerId="ADAL" clId="{ECD42228-5B96-4A72-B268-C46DF994E6B7}" dt="2024-01-30T13:15:42.873" v="91370" actId="478"/>
          <ac:grpSpMkLst>
            <pc:docMk/>
            <pc:sldMk cId="68023527" sldId="1177"/>
            <ac:grpSpMk id="37" creationId="{0841A27C-B68F-D177-7085-3CF57792204F}"/>
          </ac:grpSpMkLst>
        </pc:grpChg>
      </pc:sldChg>
      <pc:sldChg chg="addSp delSp modSp new del mod modAnim">
        <pc:chgData name="Palit, Tapti" userId="dec6fbcd-7598-406a-8cbf-504d4a3bac15" providerId="ADAL" clId="{ECD42228-5B96-4A72-B268-C46DF994E6B7}" dt="2024-01-30T06:59:21.807" v="90803" actId="47"/>
        <pc:sldMkLst>
          <pc:docMk/>
          <pc:sldMk cId="3988996410" sldId="1177"/>
        </pc:sldMkLst>
        <pc:spChg chg="mod">
          <ac:chgData name="Palit, Tapti" userId="dec6fbcd-7598-406a-8cbf-504d4a3bac15" providerId="ADAL" clId="{ECD42228-5B96-4A72-B268-C46DF994E6B7}" dt="2024-01-30T06:43:09.053" v="90281" actId="20577"/>
          <ac:spMkLst>
            <pc:docMk/>
            <pc:sldMk cId="3988996410" sldId="1177"/>
            <ac:spMk id="2" creationId="{96FBA6BC-2CA5-8125-0F23-6EFCF2C30469}"/>
          </ac:spMkLst>
        </pc:spChg>
        <pc:spChg chg="mod">
          <ac:chgData name="Palit, Tapti" userId="dec6fbcd-7598-406a-8cbf-504d4a3bac15" providerId="ADAL" clId="{ECD42228-5B96-4A72-B268-C46DF994E6B7}" dt="2024-01-30T06:41:51.532" v="90077" actId="20577"/>
          <ac:spMkLst>
            <pc:docMk/>
            <pc:sldMk cId="3988996410" sldId="1177"/>
            <ac:spMk id="3" creationId="{AFCC7F98-BD51-F1D1-0E42-2DA42509FB7A}"/>
          </ac:spMkLst>
        </pc:spChg>
        <pc:picChg chg="add del mod">
          <ac:chgData name="Palit, Tapti" userId="dec6fbcd-7598-406a-8cbf-504d4a3bac15" providerId="ADAL" clId="{ECD42228-5B96-4A72-B268-C46DF994E6B7}" dt="2024-01-30T06:43:51.443" v="90284" actId="478"/>
          <ac:picMkLst>
            <pc:docMk/>
            <pc:sldMk cId="3988996410" sldId="1177"/>
            <ac:picMk id="5" creationId="{2E5F0B29-417C-4E78-960A-E321FFF7A562}"/>
          </ac:picMkLst>
        </pc:picChg>
      </pc:sldChg>
      <pc:sldChg chg="addSp delSp modSp add mod modNotesTx">
        <pc:chgData name="Palit, Tapti" userId="dec6fbcd-7598-406a-8cbf-504d4a3bac15" providerId="ADAL" clId="{ECD42228-5B96-4A72-B268-C46DF994E6B7}" dt="2024-03-10T16:33:18.371" v="116262" actId="20577"/>
        <pc:sldMkLst>
          <pc:docMk/>
          <pc:sldMk cId="4069589226" sldId="1178"/>
        </pc:sldMkLst>
        <pc:spChg chg="mod">
          <ac:chgData name="Palit, Tapti" userId="dec6fbcd-7598-406a-8cbf-504d4a3bac15" providerId="ADAL" clId="{ECD42228-5B96-4A72-B268-C46DF994E6B7}" dt="2024-01-30T16:58:57.656" v="93403"/>
          <ac:spMkLst>
            <pc:docMk/>
            <pc:sldMk cId="4069589226" sldId="1178"/>
            <ac:spMk id="3" creationId="{0F8FF57D-D875-4CA5-B98A-04F4C751036F}"/>
          </ac:spMkLst>
        </pc:spChg>
        <pc:spChg chg="del mod">
          <ac:chgData name="Palit, Tapti" userId="dec6fbcd-7598-406a-8cbf-504d4a3bac15" providerId="ADAL" clId="{ECD42228-5B96-4A72-B268-C46DF994E6B7}" dt="2024-02-09T04:43:58.411" v="104498" actId="478"/>
          <ac:spMkLst>
            <pc:docMk/>
            <pc:sldMk cId="4069589226" sldId="1178"/>
            <ac:spMk id="7" creationId="{0A390AE2-9CE4-81EB-6315-2DE2F897D709}"/>
          </ac:spMkLst>
        </pc:spChg>
        <pc:spChg chg="add mod">
          <ac:chgData name="Palit, Tapti" userId="dec6fbcd-7598-406a-8cbf-504d4a3bac15" providerId="ADAL" clId="{ECD42228-5B96-4A72-B268-C46DF994E6B7}" dt="2024-02-07T03:55:13.825" v="100055" actId="20577"/>
          <ac:spMkLst>
            <pc:docMk/>
            <pc:sldMk cId="4069589226" sldId="1178"/>
            <ac:spMk id="23" creationId="{05482A7F-8B2F-9776-2460-64861CCB7ECE}"/>
          </ac:spMkLst>
        </pc:spChg>
        <pc:spChg chg="add mod">
          <ac:chgData name="Palit, Tapti" userId="dec6fbcd-7598-406a-8cbf-504d4a3bac15" providerId="ADAL" clId="{ECD42228-5B96-4A72-B268-C46DF994E6B7}" dt="2024-03-10T16:33:18.371" v="116262" actId="20577"/>
          <ac:spMkLst>
            <pc:docMk/>
            <pc:sldMk cId="4069589226" sldId="1178"/>
            <ac:spMk id="24" creationId="{4908A65F-CD53-623A-4D77-020922C80E75}"/>
          </ac:spMkLst>
        </pc:spChg>
        <pc:spChg chg="mod">
          <ac:chgData name="Palit, Tapti" userId="dec6fbcd-7598-406a-8cbf-504d4a3bac15" providerId="ADAL" clId="{ECD42228-5B96-4A72-B268-C46DF994E6B7}" dt="2024-01-30T15:40:09.002" v="91803"/>
          <ac:spMkLst>
            <pc:docMk/>
            <pc:sldMk cId="4069589226" sldId="1178"/>
            <ac:spMk id="55" creationId="{2DBDD754-B4C6-5A18-3340-21B65C62D251}"/>
          </ac:spMkLst>
        </pc:spChg>
        <pc:cxnChg chg="add mod">
          <ac:chgData name="Palit, Tapti" userId="dec6fbcd-7598-406a-8cbf-504d4a3bac15" providerId="ADAL" clId="{ECD42228-5B96-4A72-B268-C46DF994E6B7}" dt="2024-02-07T02:57:02.768" v="99894"/>
          <ac:cxnSpMkLst>
            <pc:docMk/>
            <pc:sldMk cId="4069589226" sldId="1178"/>
            <ac:cxnSpMk id="2" creationId="{A2E3CE56-C4DD-0AFA-CBE9-1560F3094690}"/>
          </ac:cxnSpMkLst>
        </pc:cxnChg>
        <pc:cxnChg chg="add mod">
          <ac:chgData name="Palit, Tapti" userId="dec6fbcd-7598-406a-8cbf-504d4a3bac15" providerId="ADAL" clId="{ECD42228-5B96-4A72-B268-C46DF994E6B7}" dt="2024-01-30T15:40:02.537" v="91802"/>
          <ac:cxnSpMkLst>
            <pc:docMk/>
            <pc:sldMk cId="4069589226" sldId="1178"/>
            <ac:cxnSpMk id="19" creationId="{C7325E9C-6710-77F6-496C-B8F7F5A6CE7B}"/>
          </ac:cxnSpMkLst>
        </pc:cxnChg>
      </pc:sldChg>
      <pc:sldChg chg="modSp add del mod">
        <pc:chgData name="Palit, Tapti" userId="dec6fbcd-7598-406a-8cbf-504d4a3bac15" providerId="ADAL" clId="{ECD42228-5B96-4A72-B268-C46DF994E6B7}" dt="2024-01-30T16:42:24.942" v="92642" actId="47"/>
        <pc:sldMkLst>
          <pc:docMk/>
          <pc:sldMk cId="3605657013" sldId="1179"/>
        </pc:sldMkLst>
        <pc:spChg chg="mod">
          <ac:chgData name="Palit, Tapti" userId="dec6fbcd-7598-406a-8cbf-504d4a3bac15" providerId="ADAL" clId="{ECD42228-5B96-4A72-B268-C46DF994E6B7}" dt="2024-01-30T16:42:16.200" v="92641" actId="20577"/>
          <ac:spMkLst>
            <pc:docMk/>
            <pc:sldMk cId="3605657013" sldId="1179"/>
            <ac:spMk id="5" creationId="{075331E4-8F53-7B24-1328-FED7BD443E37}"/>
          </ac:spMkLst>
        </pc:spChg>
      </pc:sldChg>
      <pc:sldChg chg="addSp delSp modSp add mod modAnim modNotesTx">
        <pc:chgData name="Palit, Tapti" userId="dec6fbcd-7598-406a-8cbf-504d4a3bac15" providerId="ADAL" clId="{ECD42228-5B96-4A72-B268-C46DF994E6B7}" dt="2024-02-12T19:19:47.242" v="112364"/>
        <pc:sldMkLst>
          <pc:docMk/>
          <pc:sldMk cId="697344994" sldId="1180"/>
        </pc:sldMkLst>
        <pc:spChg chg="add del mod">
          <ac:chgData name="Palit, Tapti" userId="dec6fbcd-7598-406a-8cbf-504d4a3bac15" providerId="ADAL" clId="{ECD42228-5B96-4A72-B268-C46DF994E6B7}" dt="2024-02-09T04:37:11.397" v="104427" actId="478"/>
          <ac:spMkLst>
            <pc:docMk/>
            <pc:sldMk cId="697344994" sldId="1180"/>
            <ac:spMk id="4" creationId="{403722D9-0CB3-B71B-B32C-F7FAFBB958C4}"/>
          </ac:spMkLst>
        </pc:spChg>
        <pc:spChg chg="add del mod">
          <ac:chgData name="Palit, Tapti" userId="dec6fbcd-7598-406a-8cbf-504d4a3bac15" providerId="ADAL" clId="{ECD42228-5B96-4A72-B268-C46DF994E6B7}" dt="2024-02-08T20:59:03.783" v="100719" actId="478"/>
          <ac:spMkLst>
            <pc:docMk/>
            <pc:sldMk cId="697344994" sldId="1180"/>
            <ac:spMk id="10" creationId="{F0864AA1-5009-67EA-B6B2-304F0367A321}"/>
          </ac:spMkLst>
        </pc:spChg>
        <pc:spChg chg="add mod">
          <ac:chgData name="Palit, Tapti" userId="dec6fbcd-7598-406a-8cbf-504d4a3bac15" providerId="ADAL" clId="{ECD42228-5B96-4A72-B268-C46DF994E6B7}" dt="2024-01-30T15:56:00.647" v="92177" actId="207"/>
          <ac:spMkLst>
            <pc:docMk/>
            <pc:sldMk cId="697344994" sldId="1180"/>
            <ac:spMk id="13" creationId="{F7E834B4-8C7A-DD99-AD81-910992B4A6A3}"/>
          </ac:spMkLst>
        </pc:spChg>
        <pc:spChg chg="mod">
          <ac:chgData name="Palit, Tapti" userId="dec6fbcd-7598-406a-8cbf-504d4a3bac15" providerId="ADAL" clId="{ECD42228-5B96-4A72-B268-C46DF994E6B7}" dt="2024-02-12T19:19:47.242" v="112364"/>
          <ac:spMkLst>
            <pc:docMk/>
            <pc:sldMk cId="697344994" sldId="1180"/>
            <ac:spMk id="14" creationId="{F55D1DCD-63AE-1B38-F985-84D9BB2AE721}"/>
          </ac:spMkLst>
        </pc:spChg>
        <pc:spChg chg="mod">
          <ac:chgData name="Palit, Tapti" userId="dec6fbcd-7598-406a-8cbf-504d4a3bac15" providerId="ADAL" clId="{ECD42228-5B96-4A72-B268-C46DF994E6B7}" dt="2024-01-30T21:27:14.885" v="94857" actId="20577"/>
          <ac:spMkLst>
            <pc:docMk/>
            <pc:sldMk cId="697344994" sldId="1180"/>
            <ac:spMk id="15" creationId="{632CDA17-2240-B34F-44F8-5573404E1E94}"/>
          </ac:spMkLst>
        </pc:spChg>
        <pc:spChg chg="mod">
          <ac:chgData name="Palit, Tapti" userId="dec6fbcd-7598-406a-8cbf-504d4a3bac15" providerId="ADAL" clId="{ECD42228-5B96-4A72-B268-C46DF994E6B7}" dt="2024-01-30T15:55:37.936" v="92162"/>
          <ac:spMkLst>
            <pc:docMk/>
            <pc:sldMk cId="697344994" sldId="1180"/>
            <ac:spMk id="20" creationId="{E6DAEF0D-E7B1-033C-5253-509FAE79E815}"/>
          </ac:spMkLst>
        </pc:spChg>
        <pc:spChg chg="mod">
          <ac:chgData name="Palit, Tapti" userId="dec6fbcd-7598-406a-8cbf-504d4a3bac15" providerId="ADAL" clId="{ECD42228-5B96-4A72-B268-C46DF994E6B7}" dt="2024-01-30T15:55:32.059" v="92161"/>
          <ac:spMkLst>
            <pc:docMk/>
            <pc:sldMk cId="697344994" sldId="1180"/>
            <ac:spMk id="24" creationId="{E1161DEA-E409-E4AE-8CD4-21309B090A89}"/>
          </ac:spMkLst>
        </pc:spChg>
        <pc:spChg chg="mod">
          <ac:chgData name="Palit, Tapti" userId="dec6fbcd-7598-406a-8cbf-504d4a3bac15" providerId="ADAL" clId="{ECD42228-5B96-4A72-B268-C46DF994E6B7}" dt="2024-01-30T15:55:40.969" v="92163"/>
          <ac:spMkLst>
            <pc:docMk/>
            <pc:sldMk cId="697344994" sldId="1180"/>
            <ac:spMk id="25" creationId="{363C4DD7-B853-9634-4200-0775FB68C8B7}"/>
          </ac:spMkLst>
        </pc:spChg>
        <pc:spChg chg="mod">
          <ac:chgData name="Palit, Tapti" userId="dec6fbcd-7598-406a-8cbf-504d4a3bac15" providerId="ADAL" clId="{ECD42228-5B96-4A72-B268-C46DF994E6B7}" dt="2024-01-30T15:55:42.782" v="92164"/>
          <ac:spMkLst>
            <pc:docMk/>
            <pc:sldMk cId="697344994" sldId="1180"/>
            <ac:spMk id="26" creationId="{8A85FE1B-0536-7F03-7274-D71C669F9823}"/>
          </ac:spMkLst>
        </pc:spChg>
        <pc:spChg chg="mod">
          <ac:chgData name="Palit, Tapti" userId="dec6fbcd-7598-406a-8cbf-504d4a3bac15" providerId="ADAL" clId="{ECD42228-5B96-4A72-B268-C46DF994E6B7}" dt="2024-01-30T15:55:44.556" v="92165"/>
          <ac:spMkLst>
            <pc:docMk/>
            <pc:sldMk cId="697344994" sldId="1180"/>
            <ac:spMk id="28" creationId="{BDADD76B-8B24-ED1F-D3E3-C00BFBCEDCD4}"/>
          </ac:spMkLst>
        </pc:spChg>
      </pc:sldChg>
      <pc:sldChg chg="add mod modShow">
        <pc:chgData name="Palit, Tapti" userId="dec6fbcd-7598-406a-8cbf-504d4a3bac15" providerId="ADAL" clId="{ECD42228-5B96-4A72-B268-C46DF994E6B7}" dt="2024-02-09T00:08:52.704" v="101622" actId="729"/>
        <pc:sldMkLst>
          <pc:docMk/>
          <pc:sldMk cId="1083777805" sldId="1181"/>
        </pc:sldMkLst>
      </pc:sldChg>
      <pc:sldChg chg="addSp delSp modSp add del mod ord addAnim delAnim modAnim modNotesTx">
        <pc:chgData name="Palit, Tapti" userId="dec6fbcd-7598-406a-8cbf-504d4a3bac15" providerId="ADAL" clId="{ECD42228-5B96-4A72-B268-C46DF994E6B7}" dt="2024-02-09T00:08:46.987" v="101620" actId="2696"/>
        <pc:sldMkLst>
          <pc:docMk/>
          <pc:sldMk cId="3590149766" sldId="1181"/>
        </pc:sldMkLst>
        <pc:spChg chg="mod">
          <ac:chgData name="Palit, Tapti" userId="dec6fbcd-7598-406a-8cbf-504d4a3bac15" providerId="ADAL" clId="{ECD42228-5B96-4A72-B268-C46DF994E6B7}" dt="2024-02-07T02:47:55.880" v="99460" actId="20577"/>
          <ac:spMkLst>
            <pc:docMk/>
            <pc:sldMk cId="3590149766" sldId="1181"/>
            <ac:spMk id="2" creationId="{6C7C9C36-DF72-A866-6C27-DE4420E006D7}"/>
          </ac:spMkLst>
        </pc:spChg>
        <pc:spChg chg="mod">
          <ac:chgData name="Palit, Tapti" userId="dec6fbcd-7598-406a-8cbf-504d4a3bac15" providerId="ADAL" clId="{ECD42228-5B96-4A72-B268-C46DF994E6B7}" dt="2024-01-30T19:35:13.350" v="94471" actId="20577"/>
          <ac:spMkLst>
            <pc:docMk/>
            <pc:sldMk cId="3590149766" sldId="1181"/>
            <ac:spMk id="5" creationId="{075331E4-8F53-7B24-1328-FED7BD443E37}"/>
          </ac:spMkLst>
        </pc:spChg>
        <pc:spChg chg="mod">
          <ac:chgData name="Palit, Tapti" userId="dec6fbcd-7598-406a-8cbf-504d4a3bac15" providerId="ADAL" clId="{ECD42228-5B96-4A72-B268-C46DF994E6B7}" dt="2024-02-07T02:48:24.432" v="99465"/>
          <ac:spMkLst>
            <pc:docMk/>
            <pc:sldMk cId="3590149766" sldId="1181"/>
            <ac:spMk id="6" creationId="{47E33047-228C-B495-5A0A-7A2021833A17}"/>
          </ac:spMkLst>
        </pc:spChg>
        <pc:spChg chg="mod">
          <ac:chgData name="Palit, Tapti" userId="dec6fbcd-7598-406a-8cbf-504d4a3bac15" providerId="ADAL" clId="{ECD42228-5B96-4A72-B268-C46DF994E6B7}" dt="2024-02-07T02:48:24.432" v="99465"/>
          <ac:spMkLst>
            <pc:docMk/>
            <pc:sldMk cId="3590149766" sldId="1181"/>
            <ac:spMk id="7" creationId="{450C5090-CBD8-31A8-1815-5F0EE8BD5433}"/>
          </ac:spMkLst>
        </pc:spChg>
        <pc:spChg chg="mod">
          <ac:chgData name="Palit, Tapti" userId="dec6fbcd-7598-406a-8cbf-504d4a3bac15" providerId="ADAL" clId="{ECD42228-5B96-4A72-B268-C46DF994E6B7}" dt="2024-01-30T19:35:49.373" v="94486" actId="20577"/>
          <ac:spMkLst>
            <pc:docMk/>
            <pc:sldMk cId="3590149766" sldId="1181"/>
            <ac:spMk id="7" creationId="{50A637E4-6864-CC96-7829-4A83349FE269}"/>
          </ac:spMkLst>
        </pc:spChg>
        <pc:spChg chg="add del mod">
          <ac:chgData name="Palit, Tapti" userId="dec6fbcd-7598-406a-8cbf-504d4a3bac15" providerId="ADAL" clId="{ECD42228-5B96-4A72-B268-C46DF994E6B7}" dt="2024-02-09T00:08:26.816" v="101611" actId="21"/>
          <ac:spMkLst>
            <pc:docMk/>
            <pc:sldMk cId="3590149766" sldId="1181"/>
            <ac:spMk id="8" creationId="{D6AA8456-4905-5C8B-E37A-BE762DEC4DCF}"/>
          </ac:spMkLst>
        </pc:spChg>
        <pc:spChg chg="add mod">
          <ac:chgData name="Palit, Tapti" userId="dec6fbcd-7598-406a-8cbf-504d4a3bac15" providerId="ADAL" clId="{ECD42228-5B96-4A72-B268-C46DF994E6B7}" dt="2024-01-30T17:05:20.728" v="93613" actId="1076"/>
          <ac:spMkLst>
            <pc:docMk/>
            <pc:sldMk cId="3590149766" sldId="1181"/>
            <ac:spMk id="9" creationId="{DF5091AD-A6A9-F049-257F-6BAE11FFC470}"/>
          </ac:spMkLst>
        </pc:spChg>
        <pc:spChg chg="add del">
          <ac:chgData name="Palit, Tapti" userId="dec6fbcd-7598-406a-8cbf-504d4a3bac15" providerId="ADAL" clId="{ECD42228-5B96-4A72-B268-C46DF994E6B7}" dt="2024-02-09T00:08:26.816" v="101611" actId="21"/>
          <ac:spMkLst>
            <pc:docMk/>
            <pc:sldMk cId="3590149766" sldId="1181"/>
            <ac:spMk id="10" creationId="{0CF7692E-7F41-82F7-5F7B-15DAF39C70A1}"/>
          </ac:spMkLst>
        </pc:spChg>
        <pc:spChg chg="mod">
          <ac:chgData name="Palit, Tapti" userId="dec6fbcd-7598-406a-8cbf-504d4a3bac15" providerId="ADAL" clId="{ECD42228-5B96-4A72-B268-C46DF994E6B7}" dt="2024-02-06T23:33:40.958" v="96780" actId="20577"/>
          <ac:spMkLst>
            <pc:docMk/>
            <pc:sldMk cId="3590149766" sldId="1181"/>
            <ac:spMk id="12" creationId="{9EB78D42-05F9-E55B-C4F4-36561CA5B33C}"/>
          </ac:spMkLst>
        </pc:spChg>
        <pc:spChg chg="mod">
          <ac:chgData name="Palit, Tapti" userId="dec6fbcd-7598-406a-8cbf-504d4a3bac15" providerId="ADAL" clId="{ECD42228-5B96-4A72-B268-C46DF994E6B7}" dt="2024-02-07T02:48:14.654" v="99462" actId="6549"/>
          <ac:spMkLst>
            <pc:docMk/>
            <pc:sldMk cId="3590149766" sldId="1181"/>
            <ac:spMk id="16" creationId="{44183735-05CA-DB47-D091-03623AC26EF0}"/>
          </ac:spMkLst>
        </pc:spChg>
        <pc:grpChg chg="add del mod">
          <ac:chgData name="Palit, Tapti" userId="dec6fbcd-7598-406a-8cbf-504d4a3bac15" providerId="ADAL" clId="{ECD42228-5B96-4A72-B268-C46DF994E6B7}" dt="2024-02-07T04:10:26.061" v="100306" actId="478"/>
          <ac:grpSpMkLst>
            <pc:docMk/>
            <pc:sldMk cId="3590149766" sldId="1181"/>
            <ac:grpSpMk id="5" creationId="{CEB3A53A-1C06-CE84-BAEF-571A44CCF4F1}"/>
          </ac:grpSpMkLst>
        </pc:grpChg>
        <pc:grpChg chg="del">
          <ac:chgData name="Palit, Tapti" userId="dec6fbcd-7598-406a-8cbf-504d4a3bac15" providerId="ADAL" clId="{ECD42228-5B96-4A72-B268-C46DF994E6B7}" dt="2024-02-07T02:48:12.522" v="99461" actId="478"/>
          <ac:grpSpMkLst>
            <pc:docMk/>
            <pc:sldMk cId="3590149766" sldId="1181"/>
            <ac:grpSpMk id="14" creationId="{E2816787-3592-0E50-893C-4C01CB05BB47}"/>
          </ac:grpSpMkLst>
        </pc:grpChg>
        <pc:grpChg chg="del">
          <ac:chgData name="Palit, Tapti" userId="dec6fbcd-7598-406a-8cbf-504d4a3bac15" providerId="ADAL" clId="{ECD42228-5B96-4A72-B268-C46DF994E6B7}" dt="2024-02-07T02:48:18.581" v="99463" actId="478"/>
          <ac:grpSpMkLst>
            <pc:docMk/>
            <pc:sldMk cId="3590149766" sldId="1181"/>
            <ac:grpSpMk id="15" creationId="{781AEFED-7F2F-1E0F-29A7-E428BAA1841B}"/>
          </ac:grpSpMkLst>
        </pc:grpChg>
      </pc:sldChg>
      <pc:sldChg chg="addSp delSp modSp new mod modClrScheme chgLayout">
        <pc:chgData name="Palit, Tapti" userId="dec6fbcd-7598-406a-8cbf-504d4a3bac15" providerId="ADAL" clId="{ECD42228-5B96-4A72-B268-C46DF994E6B7}" dt="2024-01-30T18:57:08.568" v="93900" actId="20577"/>
        <pc:sldMkLst>
          <pc:docMk/>
          <pc:sldMk cId="2667204090" sldId="1182"/>
        </pc:sldMkLst>
        <pc:spChg chg="mod ord">
          <ac:chgData name="Palit, Tapti" userId="dec6fbcd-7598-406a-8cbf-504d4a3bac15" providerId="ADAL" clId="{ECD42228-5B96-4A72-B268-C46DF994E6B7}" dt="2024-01-30T18:57:08.568" v="93900" actId="20577"/>
          <ac:spMkLst>
            <pc:docMk/>
            <pc:sldMk cId="2667204090" sldId="1182"/>
            <ac:spMk id="2" creationId="{CBF26494-28CD-1993-78AF-CBD4366ADE0B}"/>
          </ac:spMkLst>
        </pc:spChg>
        <pc:spChg chg="mod ord">
          <ac:chgData name="Palit, Tapti" userId="dec6fbcd-7598-406a-8cbf-504d4a3bac15" providerId="ADAL" clId="{ECD42228-5B96-4A72-B268-C46DF994E6B7}" dt="2024-01-30T16:48:48.317" v="92921" actId="700"/>
          <ac:spMkLst>
            <pc:docMk/>
            <pc:sldMk cId="2667204090" sldId="1182"/>
            <ac:spMk id="3" creationId="{7D8924AE-6FA7-70E8-8963-A72C7F6B0CB2}"/>
          </ac:spMkLst>
        </pc:spChg>
        <pc:spChg chg="mod ord">
          <ac:chgData name="Palit, Tapti" userId="dec6fbcd-7598-406a-8cbf-504d4a3bac15" providerId="ADAL" clId="{ECD42228-5B96-4A72-B268-C46DF994E6B7}" dt="2024-01-30T16:48:48.317" v="92921" actId="700"/>
          <ac:spMkLst>
            <pc:docMk/>
            <pc:sldMk cId="2667204090" sldId="1182"/>
            <ac:spMk id="4" creationId="{C691B103-37CD-4007-0712-FDD1866566E1}"/>
          </ac:spMkLst>
        </pc:spChg>
        <pc:spChg chg="add mod">
          <ac:chgData name="Palit, Tapti" userId="dec6fbcd-7598-406a-8cbf-504d4a3bac15" providerId="ADAL" clId="{ECD42228-5B96-4A72-B268-C46DF994E6B7}" dt="2024-01-30T16:48:56.809" v="92924" actId="1076"/>
          <ac:spMkLst>
            <pc:docMk/>
            <pc:sldMk cId="2667204090" sldId="1182"/>
            <ac:spMk id="6" creationId="{64542C22-242E-1E86-CE69-BD990E330A85}"/>
          </ac:spMkLst>
        </pc:spChg>
        <pc:spChg chg="add mod">
          <ac:chgData name="Palit, Tapti" userId="dec6fbcd-7598-406a-8cbf-504d4a3bac15" providerId="ADAL" clId="{ECD42228-5B96-4A72-B268-C46DF994E6B7}" dt="2024-01-30T16:48:59.704" v="92925" actId="1076"/>
          <ac:spMkLst>
            <pc:docMk/>
            <pc:sldMk cId="2667204090" sldId="1182"/>
            <ac:spMk id="7" creationId="{C9A75279-A181-3884-7218-C533456F95D3}"/>
          </ac:spMkLst>
        </pc:spChg>
        <pc:spChg chg="add del mod">
          <ac:chgData name="Palit, Tapti" userId="dec6fbcd-7598-406a-8cbf-504d4a3bac15" providerId="ADAL" clId="{ECD42228-5B96-4A72-B268-C46DF994E6B7}" dt="2024-01-30T16:48:44.980" v="92920" actId="6264"/>
          <ac:spMkLst>
            <pc:docMk/>
            <pc:sldMk cId="2667204090" sldId="1182"/>
            <ac:spMk id="11" creationId="{677404C1-BAA4-9D25-51C4-35EB464026E2}"/>
          </ac:spMkLst>
        </pc:spChg>
        <pc:spChg chg="add del mod">
          <ac:chgData name="Palit, Tapti" userId="dec6fbcd-7598-406a-8cbf-504d4a3bac15" providerId="ADAL" clId="{ECD42228-5B96-4A72-B268-C46DF994E6B7}" dt="2024-01-30T16:48:44.980" v="92920" actId="6264"/>
          <ac:spMkLst>
            <pc:docMk/>
            <pc:sldMk cId="2667204090" sldId="1182"/>
            <ac:spMk id="12" creationId="{9C9D1695-0686-9D24-D8C2-ABA6EDAB7BB0}"/>
          </ac:spMkLst>
        </pc:spChg>
        <pc:spChg chg="add del mod">
          <ac:chgData name="Palit, Tapti" userId="dec6fbcd-7598-406a-8cbf-504d4a3bac15" providerId="ADAL" clId="{ECD42228-5B96-4A72-B268-C46DF994E6B7}" dt="2024-01-30T16:48:44.980" v="92920" actId="6264"/>
          <ac:spMkLst>
            <pc:docMk/>
            <pc:sldMk cId="2667204090" sldId="1182"/>
            <ac:spMk id="13" creationId="{7362DA66-AE4D-CB90-8C67-8ECBC98C913B}"/>
          </ac:spMkLst>
        </pc:spChg>
        <pc:spChg chg="add mod ord">
          <ac:chgData name="Palit, Tapti" userId="dec6fbcd-7598-406a-8cbf-504d4a3bac15" providerId="ADAL" clId="{ECD42228-5B96-4A72-B268-C46DF994E6B7}" dt="2024-01-30T16:49:14.797" v="93010" actId="20577"/>
          <ac:spMkLst>
            <pc:docMk/>
            <pc:sldMk cId="2667204090" sldId="1182"/>
            <ac:spMk id="14" creationId="{709527B3-6A6C-CED4-ABB3-ABF4FA59708F}"/>
          </ac:spMkLst>
        </pc:spChg>
        <pc:picChg chg="add del mod">
          <ac:chgData name="Palit, Tapti" userId="dec6fbcd-7598-406a-8cbf-504d4a3bac15" providerId="ADAL" clId="{ECD42228-5B96-4A72-B268-C46DF994E6B7}" dt="2024-01-30T16:47:37.295" v="92912" actId="478"/>
          <ac:picMkLst>
            <pc:docMk/>
            <pc:sldMk cId="2667204090" sldId="1182"/>
            <ac:picMk id="5" creationId="{EC9150F5-D298-7D31-81BD-01CD08BA2DC1}"/>
          </ac:picMkLst>
        </pc:picChg>
        <pc:picChg chg="add mod">
          <ac:chgData name="Palit, Tapti" userId="dec6fbcd-7598-406a-8cbf-504d4a3bac15" providerId="ADAL" clId="{ECD42228-5B96-4A72-B268-C46DF994E6B7}" dt="2024-01-30T16:48:51.136" v="92922" actId="1076"/>
          <ac:picMkLst>
            <pc:docMk/>
            <pc:sldMk cId="2667204090" sldId="1182"/>
            <ac:picMk id="9" creationId="{A0F7F194-E47D-B39C-5EAF-E372C0A06FDC}"/>
          </ac:picMkLst>
        </pc:picChg>
        <pc:picChg chg="add mod">
          <ac:chgData name="Palit, Tapti" userId="dec6fbcd-7598-406a-8cbf-504d4a3bac15" providerId="ADAL" clId="{ECD42228-5B96-4A72-B268-C46DF994E6B7}" dt="2024-01-30T16:48:53.175" v="92923" actId="1076"/>
          <ac:picMkLst>
            <pc:docMk/>
            <pc:sldMk cId="2667204090" sldId="1182"/>
            <ac:picMk id="10" creationId="{C6B21AA6-C9F8-1AE2-CC80-4404CF5FFC37}"/>
          </ac:picMkLst>
        </pc:picChg>
      </pc:sldChg>
      <pc:sldChg chg="addSp delSp modSp new mod addAnim delAnim modAnim">
        <pc:chgData name="Palit, Tapti" userId="dec6fbcd-7598-406a-8cbf-504d4a3bac15" providerId="ADAL" clId="{ECD42228-5B96-4A72-B268-C46DF994E6B7}" dt="2024-03-10T16:33:46.406" v="116274" actId="122"/>
        <pc:sldMkLst>
          <pc:docMk/>
          <pc:sldMk cId="1806841782" sldId="1183"/>
        </pc:sldMkLst>
        <pc:spChg chg="del">
          <ac:chgData name="Palit, Tapti" userId="dec6fbcd-7598-406a-8cbf-504d4a3bac15" providerId="ADAL" clId="{ECD42228-5B96-4A72-B268-C46DF994E6B7}" dt="2024-01-31T02:47:24.601" v="95674" actId="478"/>
          <ac:spMkLst>
            <pc:docMk/>
            <pc:sldMk cId="1806841782" sldId="1183"/>
            <ac:spMk id="2" creationId="{13B60205-B725-4AAF-FB39-82B092ACE73D}"/>
          </ac:spMkLst>
        </pc:spChg>
        <pc:spChg chg="mod">
          <ac:chgData name="Palit, Tapti" userId="dec6fbcd-7598-406a-8cbf-504d4a3bac15" providerId="ADAL" clId="{ECD42228-5B96-4A72-B268-C46DF994E6B7}" dt="2024-01-31T03:35:40.905" v="96534" actId="20577"/>
          <ac:spMkLst>
            <pc:docMk/>
            <pc:sldMk cId="1806841782" sldId="1183"/>
            <ac:spMk id="3" creationId="{123825C0-E694-B28F-1668-53A94A45BAFB}"/>
          </ac:spMkLst>
        </pc:spChg>
        <pc:spChg chg="mod">
          <ac:chgData name="Palit, Tapti" userId="dec6fbcd-7598-406a-8cbf-504d4a3bac15" providerId="ADAL" clId="{ECD42228-5B96-4A72-B268-C46DF994E6B7}" dt="2024-01-31T02:46:34.127" v="95634"/>
          <ac:spMkLst>
            <pc:docMk/>
            <pc:sldMk cId="1806841782" sldId="1183"/>
            <ac:spMk id="6" creationId="{64990CD5-53D5-E06F-C2F4-719FBA3E4EAD}"/>
          </ac:spMkLst>
        </pc:spChg>
        <pc:spChg chg="mod">
          <ac:chgData name="Palit, Tapti" userId="dec6fbcd-7598-406a-8cbf-504d4a3bac15" providerId="ADAL" clId="{ECD42228-5B96-4A72-B268-C46DF994E6B7}" dt="2024-01-31T02:46:34.127" v="95634"/>
          <ac:spMkLst>
            <pc:docMk/>
            <pc:sldMk cId="1806841782" sldId="1183"/>
            <ac:spMk id="7" creationId="{76F4A9BA-A26B-8B42-FE90-0CB9705CED46}"/>
          </ac:spMkLst>
        </pc:spChg>
        <pc:spChg chg="mod">
          <ac:chgData name="Palit, Tapti" userId="dec6fbcd-7598-406a-8cbf-504d4a3bac15" providerId="ADAL" clId="{ECD42228-5B96-4A72-B268-C46DF994E6B7}" dt="2024-01-31T02:46:34.127" v="95634"/>
          <ac:spMkLst>
            <pc:docMk/>
            <pc:sldMk cId="1806841782" sldId="1183"/>
            <ac:spMk id="8" creationId="{E358D95F-CFCC-F3BC-11C1-577D8BC5CBFB}"/>
          </ac:spMkLst>
        </pc:spChg>
        <pc:spChg chg="mod">
          <ac:chgData name="Palit, Tapti" userId="dec6fbcd-7598-406a-8cbf-504d4a3bac15" providerId="ADAL" clId="{ECD42228-5B96-4A72-B268-C46DF994E6B7}" dt="2024-01-31T02:46:34.127" v="95634"/>
          <ac:spMkLst>
            <pc:docMk/>
            <pc:sldMk cId="1806841782" sldId="1183"/>
            <ac:spMk id="9" creationId="{7CFE64E0-BD85-F8AB-8341-536A7F13771F}"/>
          </ac:spMkLst>
        </pc:spChg>
        <pc:spChg chg="mod">
          <ac:chgData name="Palit, Tapti" userId="dec6fbcd-7598-406a-8cbf-504d4a3bac15" providerId="ADAL" clId="{ECD42228-5B96-4A72-B268-C46DF994E6B7}" dt="2024-01-31T02:46:34.127" v="95634"/>
          <ac:spMkLst>
            <pc:docMk/>
            <pc:sldMk cId="1806841782" sldId="1183"/>
            <ac:spMk id="10" creationId="{4267C987-A058-1640-D952-4CEBB2BD0C06}"/>
          </ac:spMkLst>
        </pc:spChg>
        <pc:spChg chg="mod">
          <ac:chgData name="Palit, Tapti" userId="dec6fbcd-7598-406a-8cbf-504d4a3bac15" providerId="ADAL" clId="{ECD42228-5B96-4A72-B268-C46DF994E6B7}" dt="2024-01-31T02:46:34.127" v="95634"/>
          <ac:spMkLst>
            <pc:docMk/>
            <pc:sldMk cId="1806841782" sldId="1183"/>
            <ac:spMk id="11" creationId="{18E90CCD-73F4-A3E3-6DC7-D42ACD158D8C}"/>
          </ac:spMkLst>
        </pc:spChg>
        <pc:spChg chg="mod">
          <ac:chgData name="Palit, Tapti" userId="dec6fbcd-7598-406a-8cbf-504d4a3bac15" providerId="ADAL" clId="{ECD42228-5B96-4A72-B268-C46DF994E6B7}" dt="2024-01-31T02:46:34.127" v="95634"/>
          <ac:spMkLst>
            <pc:docMk/>
            <pc:sldMk cId="1806841782" sldId="1183"/>
            <ac:spMk id="17" creationId="{91F6F9EF-9CA7-124F-D44B-69EA8D5833E8}"/>
          </ac:spMkLst>
        </pc:spChg>
        <pc:spChg chg="mod">
          <ac:chgData name="Palit, Tapti" userId="dec6fbcd-7598-406a-8cbf-504d4a3bac15" providerId="ADAL" clId="{ECD42228-5B96-4A72-B268-C46DF994E6B7}" dt="2024-01-31T02:46:34.127" v="95634"/>
          <ac:spMkLst>
            <pc:docMk/>
            <pc:sldMk cId="1806841782" sldId="1183"/>
            <ac:spMk id="19" creationId="{352E3C47-BBFD-83A6-6318-C06804D0A0E4}"/>
          </ac:spMkLst>
        </pc:spChg>
        <pc:spChg chg="mod">
          <ac:chgData name="Palit, Tapti" userId="dec6fbcd-7598-406a-8cbf-504d4a3bac15" providerId="ADAL" clId="{ECD42228-5B96-4A72-B268-C46DF994E6B7}" dt="2024-01-31T02:46:34.127" v="95634"/>
          <ac:spMkLst>
            <pc:docMk/>
            <pc:sldMk cId="1806841782" sldId="1183"/>
            <ac:spMk id="21" creationId="{29FE65F1-02B4-BDD0-8E31-40DF7991DF95}"/>
          </ac:spMkLst>
        </pc:spChg>
        <pc:spChg chg="mod">
          <ac:chgData name="Palit, Tapti" userId="dec6fbcd-7598-406a-8cbf-504d4a3bac15" providerId="ADAL" clId="{ECD42228-5B96-4A72-B268-C46DF994E6B7}" dt="2024-01-31T02:46:34.127" v="95634"/>
          <ac:spMkLst>
            <pc:docMk/>
            <pc:sldMk cId="1806841782" sldId="1183"/>
            <ac:spMk id="23" creationId="{85A4BBF7-4E11-0A41-0FBC-26DBE656B121}"/>
          </ac:spMkLst>
        </pc:spChg>
        <pc:spChg chg="mod">
          <ac:chgData name="Palit, Tapti" userId="dec6fbcd-7598-406a-8cbf-504d4a3bac15" providerId="ADAL" clId="{ECD42228-5B96-4A72-B268-C46DF994E6B7}" dt="2024-01-31T02:46:44.688" v="95637"/>
          <ac:spMkLst>
            <pc:docMk/>
            <pc:sldMk cId="1806841782" sldId="1183"/>
            <ac:spMk id="28" creationId="{74B445D4-6C95-78CE-4511-B8A17726728C}"/>
          </ac:spMkLst>
        </pc:spChg>
        <pc:spChg chg="mod">
          <ac:chgData name="Palit, Tapti" userId="dec6fbcd-7598-406a-8cbf-504d4a3bac15" providerId="ADAL" clId="{ECD42228-5B96-4A72-B268-C46DF994E6B7}" dt="2024-01-31T02:46:44.688" v="95637"/>
          <ac:spMkLst>
            <pc:docMk/>
            <pc:sldMk cId="1806841782" sldId="1183"/>
            <ac:spMk id="31" creationId="{19A1A1F5-3C9C-2EAB-EFD7-B29B874317FF}"/>
          </ac:spMkLst>
        </pc:spChg>
        <pc:spChg chg="mod">
          <ac:chgData name="Palit, Tapti" userId="dec6fbcd-7598-406a-8cbf-504d4a3bac15" providerId="ADAL" clId="{ECD42228-5B96-4A72-B268-C46DF994E6B7}" dt="2024-01-31T02:46:44.688" v="95637"/>
          <ac:spMkLst>
            <pc:docMk/>
            <pc:sldMk cId="1806841782" sldId="1183"/>
            <ac:spMk id="34" creationId="{F93132D6-B514-E66F-D4B8-1B1DC9C620C2}"/>
          </ac:spMkLst>
        </pc:spChg>
        <pc:spChg chg="mod">
          <ac:chgData name="Palit, Tapti" userId="dec6fbcd-7598-406a-8cbf-504d4a3bac15" providerId="ADAL" clId="{ECD42228-5B96-4A72-B268-C46DF994E6B7}" dt="2024-01-31T02:46:44.688" v="95637"/>
          <ac:spMkLst>
            <pc:docMk/>
            <pc:sldMk cId="1806841782" sldId="1183"/>
            <ac:spMk id="36" creationId="{4ACBB24C-D6C1-C559-A0A4-6BE2DD57667C}"/>
          </ac:spMkLst>
        </pc:spChg>
        <pc:spChg chg="mod">
          <ac:chgData name="Palit, Tapti" userId="dec6fbcd-7598-406a-8cbf-504d4a3bac15" providerId="ADAL" clId="{ECD42228-5B96-4A72-B268-C46DF994E6B7}" dt="2024-01-31T02:46:44.688" v="95637"/>
          <ac:spMkLst>
            <pc:docMk/>
            <pc:sldMk cId="1806841782" sldId="1183"/>
            <ac:spMk id="38" creationId="{CF1DF779-2E4E-45E2-8707-435083B155A7}"/>
          </ac:spMkLst>
        </pc:spChg>
        <pc:spChg chg="mod">
          <ac:chgData name="Palit, Tapti" userId="dec6fbcd-7598-406a-8cbf-504d4a3bac15" providerId="ADAL" clId="{ECD42228-5B96-4A72-B268-C46DF994E6B7}" dt="2024-01-31T02:46:44.688" v="95637"/>
          <ac:spMkLst>
            <pc:docMk/>
            <pc:sldMk cId="1806841782" sldId="1183"/>
            <ac:spMk id="39" creationId="{917A34F1-96B9-47E4-6B56-74FFDCA26C6A}"/>
          </ac:spMkLst>
        </pc:spChg>
        <pc:spChg chg="mod">
          <ac:chgData name="Palit, Tapti" userId="dec6fbcd-7598-406a-8cbf-504d4a3bac15" providerId="ADAL" clId="{ECD42228-5B96-4A72-B268-C46DF994E6B7}" dt="2024-01-31T02:46:44.688" v="95637"/>
          <ac:spMkLst>
            <pc:docMk/>
            <pc:sldMk cId="1806841782" sldId="1183"/>
            <ac:spMk id="40" creationId="{F0373820-4B90-E979-A61E-D357CB9506AC}"/>
          </ac:spMkLst>
        </pc:spChg>
        <pc:spChg chg="mod">
          <ac:chgData name="Palit, Tapti" userId="dec6fbcd-7598-406a-8cbf-504d4a3bac15" providerId="ADAL" clId="{ECD42228-5B96-4A72-B268-C46DF994E6B7}" dt="2024-01-31T02:46:44.688" v="95637"/>
          <ac:spMkLst>
            <pc:docMk/>
            <pc:sldMk cId="1806841782" sldId="1183"/>
            <ac:spMk id="41" creationId="{32288EB5-E9E8-FD34-0741-9461ED16CA1C}"/>
          </ac:spMkLst>
        </pc:spChg>
        <pc:spChg chg="mod">
          <ac:chgData name="Palit, Tapti" userId="dec6fbcd-7598-406a-8cbf-504d4a3bac15" providerId="ADAL" clId="{ECD42228-5B96-4A72-B268-C46DF994E6B7}" dt="2024-01-31T02:46:44.688" v="95637"/>
          <ac:spMkLst>
            <pc:docMk/>
            <pc:sldMk cId="1806841782" sldId="1183"/>
            <ac:spMk id="42" creationId="{1D7063DE-5C0C-5BFB-0289-F2A0004151B9}"/>
          </ac:spMkLst>
        </pc:spChg>
        <pc:spChg chg="mod">
          <ac:chgData name="Palit, Tapti" userId="dec6fbcd-7598-406a-8cbf-504d4a3bac15" providerId="ADAL" clId="{ECD42228-5B96-4A72-B268-C46DF994E6B7}" dt="2024-01-31T02:46:44.688" v="95637"/>
          <ac:spMkLst>
            <pc:docMk/>
            <pc:sldMk cId="1806841782" sldId="1183"/>
            <ac:spMk id="43" creationId="{567B5B5A-0F10-81C7-9AF9-C0B386D0D8BA}"/>
          </ac:spMkLst>
        </pc:spChg>
        <pc:spChg chg="mod">
          <ac:chgData name="Palit, Tapti" userId="dec6fbcd-7598-406a-8cbf-504d4a3bac15" providerId="ADAL" clId="{ECD42228-5B96-4A72-B268-C46DF994E6B7}" dt="2024-01-31T02:46:44.688" v="95637"/>
          <ac:spMkLst>
            <pc:docMk/>
            <pc:sldMk cId="1806841782" sldId="1183"/>
            <ac:spMk id="47" creationId="{5FC6C5FD-5C38-440D-B746-7C8C42CC1088}"/>
          </ac:spMkLst>
        </pc:spChg>
        <pc:spChg chg="mod">
          <ac:chgData name="Palit, Tapti" userId="dec6fbcd-7598-406a-8cbf-504d4a3bac15" providerId="ADAL" clId="{ECD42228-5B96-4A72-B268-C46DF994E6B7}" dt="2024-01-31T02:46:44.688" v="95637"/>
          <ac:spMkLst>
            <pc:docMk/>
            <pc:sldMk cId="1806841782" sldId="1183"/>
            <ac:spMk id="49" creationId="{C492AB57-04C6-9571-BECC-17F1D35F9EF7}"/>
          </ac:spMkLst>
        </pc:spChg>
        <pc:spChg chg="mod">
          <ac:chgData name="Palit, Tapti" userId="dec6fbcd-7598-406a-8cbf-504d4a3bac15" providerId="ADAL" clId="{ECD42228-5B96-4A72-B268-C46DF994E6B7}" dt="2024-01-31T02:46:44.688" v="95637"/>
          <ac:spMkLst>
            <pc:docMk/>
            <pc:sldMk cId="1806841782" sldId="1183"/>
            <ac:spMk id="50" creationId="{D8226C6A-648B-BCD9-618E-3A7E5E679A84}"/>
          </ac:spMkLst>
        </pc:spChg>
        <pc:spChg chg="mod">
          <ac:chgData name="Palit, Tapti" userId="dec6fbcd-7598-406a-8cbf-504d4a3bac15" providerId="ADAL" clId="{ECD42228-5B96-4A72-B268-C46DF994E6B7}" dt="2024-01-31T02:46:44.688" v="95637"/>
          <ac:spMkLst>
            <pc:docMk/>
            <pc:sldMk cId="1806841782" sldId="1183"/>
            <ac:spMk id="52" creationId="{21A2469E-B327-E017-B1A6-F97443D6ABB5}"/>
          </ac:spMkLst>
        </pc:spChg>
        <pc:spChg chg="add mod">
          <ac:chgData name="Palit, Tapti" userId="dec6fbcd-7598-406a-8cbf-504d4a3bac15" providerId="ADAL" clId="{ECD42228-5B96-4A72-B268-C46DF994E6B7}" dt="2024-01-31T03:30:29.814" v="96432" actId="1038"/>
          <ac:spMkLst>
            <pc:docMk/>
            <pc:sldMk cId="1806841782" sldId="1183"/>
            <ac:spMk id="53" creationId="{A82FBFB5-B103-4CD2-8475-329EE6D1F065}"/>
          </ac:spMkLst>
        </pc:spChg>
        <pc:spChg chg="add mod">
          <ac:chgData name="Palit, Tapti" userId="dec6fbcd-7598-406a-8cbf-504d4a3bac15" providerId="ADAL" clId="{ECD42228-5B96-4A72-B268-C46DF994E6B7}" dt="2024-01-31T03:42:59.333" v="96698" actId="1076"/>
          <ac:spMkLst>
            <pc:docMk/>
            <pc:sldMk cId="1806841782" sldId="1183"/>
            <ac:spMk id="54" creationId="{8E4FF805-BA97-07E6-181C-DBBD1A0909D9}"/>
          </ac:spMkLst>
        </pc:spChg>
        <pc:spChg chg="add mod">
          <ac:chgData name="Palit, Tapti" userId="dec6fbcd-7598-406a-8cbf-504d4a3bac15" providerId="ADAL" clId="{ECD42228-5B96-4A72-B268-C46DF994E6B7}" dt="2024-01-31T03:42:46.547" v="96694" actId="1076"/>
          <ac:spMkLst>
            <pc:docMk/>
            <pc:sldMk cId="1806841782" sldId="1183"/>
            <ac:spMk id="55" creationId="{12410FC5-10CE-77CB-D07F-9E8A7617396B}"/>
          </ac:spMkLst>
        </pc:spChg>
        <pc:spChg chg="add mod">
          <ac:chgData name="Palit, Tapti" userId="dec6fbcd-7598-406a-8cbf-504d4a3bac15" providerId="ADAL" clId="{ECD42228-5B96-4A72-B268-C46DF994E6B7}" dt="2024-01-31T03:43:05.354" v="96701" actId="1076"/>
          <ac:spMkLst>
            <pc:docMk/>
            <pc:sldMk cId="1806841782" sldId="1183"/>
            <ac:spMk id="56" creationId="{7162C69A-AA02-6DDF-A09E-35BB248664E5}"/>
          </ac:spMkLst>
        </pc:spChg>
        <pc:spChg chg="add mod">
          <ac:chgData name="Palit, Tapti" userId="dec6fbcd-7598-406a-8cbf-504d4a3bac15" providerId="ADAL" clId="{ECD42228-5B96-4A72-B268-C46DF994E6B7}" dt="2024-01-31T03:42:57.723" v="96697" actId="1076"/>
          <ac:spMkLst>
            <pc:docMk/>
            <pc:sldMk cId="1806841782" sldId="1183"/>
            <ac:spMk id="57" creationId="{7EA89ECC-F231-4049-60CC-2E3346254B12}"/>
          </ac:spMkLst>
        </pc:spChg>
        <pc:spChg chg="add mod">
          <ac:chgData name="Palit, Tapti" userId="dec6fbcd-7598-406a-8cbf-504d4a3bac15" providerId="ADAL" clId="{ECD42228-5B96-4A72-B268-C46DF994E6B7}" dt="2024-01-31T03:30:29.814" v="96432" actId="1038"/>
          <ac:spMkLst>
            <pc:docMk/>
            <pc:sldMk cId="1806841782" sldId="1183"/>
            <ac:spMk id="62" creationId="{2A5D3A8D-94C7-2132-7D70-E32E8A57B08C}"/>
          </ac:spMkLst>
        </pc:spChg>
        <pc:spChg chg="add mod">
          <ac:chgData name="Palit, Tapti" userId="dec6fbcd-7598-406a-8cbf-504d4a3bac15" providerId="ADAL" clId="{ECD42228-5B96-4A72-B268-C46DF994E6B7}" dt="2024-01-31T03:42:53.067" v="96696" actId="1076"/>
          <ac:spMkLst>
            <pc:docMk/>
            <pc:sldMk cId="1806841782" sldId="1183"/>
            <ac:spMk id="63" creationId="{919D21B6-7349-94D2-B275-0C3747152861}"/>
          </ac:spMkLst>
        </pc:spChg>
        <pc:spChg chg="add mod">
          <ac:chgData name="Palit, Tapti" userId="dec6fbcd-7598-406a-8cbf-504d4a3bac15" providerId="ADAL" clId="{ECD42228-5B96-4A72-B268-C46DF994E6B7}" dt="2024-01-31T03:42:40.301" v="96692" actId="1076"/>
          <ac:spMkLst>
            <pc:docMk/>
            <pc:sldMk cId="1806841782" sldId="1183"/>
            <ac:spMk id="64" creationId="{1229F293-E905-9BF4-A2EE-7C893CE95D61}"/>
          </ac:spMkLst>
        </pc:spChg>
        <pc:spChg chg="add mod">
          <ac:chgData name="Palit, Tapti" userId="dec6fbcd-7598-406a-8cbf-504d4a3bac15" providerId="ADAL" clId="{ECD42228-5B96-4A72-B268-C46DF994E6B7}" dt="2024-01-31T03:43:16.385" v="96705" actId="1076"/>
          <ac:spMkLst>
            <pc:docMk/>
            <pc:sldMk cId="1806841782" sldId="1183"/>
            <ac:spMk id="65" creationId="{82795363-9614-4861-3BFE-9DA60FDE9026}"/>
          </ac:spMkLst>
        </pc:spChg>
        <pc:spChg chg="add del mod">
          <ac:chgData name="Palit, Tapti" userId="dec6fbcd-7598-406a-8cbf-504d4a3bac15" providerId="ADAL" clId="{ECD42228-5B96-4A72-B268-C46DF994E6B7}" dt="2024-01-31T02:54:56.083" v="95742" actId="478"/>
          <ac:spMkLst>
            <pc:docMk/>
            <pc:sldMk cId="1806841782" sldId="1183"/>
            <ac:spMk id="66" creationId="{267644FE-2F22-B53C-3E96-6C685B1B5DAB}"/>
          </ac:spMkLst>
        </pc:spChg>
        <pc:spChg chg="add del mod">
          <ac:chgData name="Palit, Tapti" userId="dec6fbcd-7598-406a-8cbf-504d4a3bac15" providerId="ADAL" clId="{ECD42228-5B96-4A72-B268-C46DF994E6B7}" dt="2024-01-31T02:51:08.139" v="95678" actId="478"/>
          <ac:spMkLst>
            <pc:docMk/>
            <pc:sldMk cId="1806841782" sldId="1183"/>
            <ac:spMk id="67" creationId="{E8C6BCF3-C40D-C4F7-64A4-DFD7C8A17E71}"/>
          </ac:spMkLst>
        </pc:spChg>
        <pc:spChg chg="add del mod">
          <ac:chgData name="Palit, Tapti" userId="dec6fbcd-7598-406a-8cbf-504d4a3bac15" providerId="ADAL" clId="{ECD42228-5B96-4A72-B268-C46DF994E6B7}" dt="2024-01-31T02:51:44.443" v="95689" actId="478"/>
          <ac:spMkLst>
            <pc:docMk/>
            <pc:sldMk cId="1806841782" sldId="1183"/>
            <ac:spMk id="68" creationId="{44F7A39B-F96F-B5A8-1617-E3ABC3983ADA}"/>
          </ac:spMkLst>
        </pc:spChg>
        <pc:spChg chg="add del mod">
          <ac:chgData name="Palit, Tapti" userId="dec6fbcd-7598-406a-8cbf-504d4a3bac15" providerId="ADAL" clId="{ECD42228-5B96-4A72-B268-C46DF994E6B7}" dt="2024-01-31T02:51:44.443" v="95689" actId="478"/>
          <ac:spMkLst>
            <pc:docMk/>
            <pc:sldMk cId="1806841782" sldId="1183"/>
            <ac:spMk id="69" creationId="{CDCFBBDB-A4BC-4738-5DFA-D6B007051701}"/>
          </ac:spMkLst>
        </pc:spChg>
        <pc:spChg chg="add mod">
          <ac:chgData name="Palit, Tapti" userId="dec6fbcd-7598-406a-8cbf-504d4a3bac15" providerId="ADAL" clId="{ECD42228-5B96-4A72-B268-C46DF994E6B7}" dt="2024-01-31T03:42:42.936" v="96693" actId="1076"/>
          <ac:spMkLst>
            <pc:docMk/>
            <pc:sldMk cId="1806841782" sldId="1183"/>
            <ac:spMk id="70" creationId="{C212634E-D088-AEB8-7911-55E4C3D50F8A}"/>
          </ac:spMkLst>
        </pc:spChg>
        <pc:spChg chg="add del mod">
          <ac:chgData name="Palit, Tapti" userId="dec6fbcd-7598-406a-8cbf-504d4a3bac15" providerId="ADAL" clId="{ECD42228-5B96-4A72-B268-C46DF994E6B7}" dt="2024-01-31T02:54:59.284" v="95743" actId="478"/>
          <ac:spMkLst>
            <pc:docMk/>
            <pc:sldMk cId="1806841782" sldId="1183"/>
            <ac:spMk id="71" creationId="{F787744C-C9A1-F6EB-681B-5C6B2CEB34C3}"/>
          </ac:spMkLst>
        </pc:spChg>
        <pc:spChg chg="add mod">
          <ac:chgData name="Palit, Tapti" userId="dec6fbcd-7598-406a-8cbf-504d4a3bac15" providerId="ADAL" clId="{ECD42228-5B96-4A72-B268-C46DF994E6B7}" dt="2024-01-31T03:30:29.814" v="96432" actId="1038"/>
          <ac:spMkLst>
            <pc:docMk/>
            <pc:sldMk cId="1806841782" sldId="1183"/>
            <ac:spMk id="72" creationId="{7FA2DF74-01A1-2655-EAD0-C3D7BC65160F}"/>
          </ac:spMkLst>
        </pc:spChg>
        <pc:spChg chg="add del mod">
          <ac:chgData name="Palit, Tapti" userId="dec6fbcd-7598-406a-8cbf-504d4a3bac15" providerId="ADAL" clId="{ECD42228-5B96-4A72-B268-C46DF994E6B7}" dt="2024-01-31T02:51:44.443" v="95689" actId="478"/>
          <ac:spMkLst>
            <pc:docMk/>
            <pc:sldMk cId="1806841782" sldId="1183"/>
            <ac:spMk id="81" creationId="{B53F87F8-12EF-EF4E-79E9-21125EAAE620}"/>
          </ac:spMkLst>
        </pc:spChg>
        <pc:spChg chg="add mod">
          <ac:chgData name="Palit, Tapti" userId="dec6fbcd-7598-406a-8cbf-504d4a3bac15" providerId="ADAL" clId="{ECD42228-5B96-4A72-B268-C46DF994E6B7}" dt="2024-01-31T03:42:49.376" v="96695" actId="1076"/>
          <ac:spMkLst>
            <pc:docMk/>
            <pc:sldMk cId="1806841782" sldId="1183"/>
            <ac:spMk id="90" creationId="{A81B8F47-3491-7395-E403-2EE41209D632}"/>
          </ac:spMkLst>
        </pc:spChg>
        <pc:spChg chg="add mod">
          <ac:chgData name="Palit, Tapti" userId="dec6fbcd-7598-406a-8cbf-504d4a3bac15" providerId="ADAL" clId="{ECD42228-5B96-4A72-B268-C46DF994E6B7}" dt="2024-01-31T03:30:29.814" v="96432" actId="1038"/>
          <ac:spMkLst>
            <pc:docMk/>
            <pc:sldMk cId="1806841782" sldId="1183"/>
            <ac:spMk id="91" creationId="{807955A6-3E54-B053-EDB5-D611AE86E487}"/>
          </ac:spMkLst>
        </pc:spChg>
        <pc:spChg chg="add mod">
          <ac:chgData name="Palit, Tapti" userId="dec6fbcd-7598-406a-8cbf-504d4a3bac15" providerId="ADAL" clId="{ECD42228-5B96-4A72-B268-C46DF994E6B7}" dt="2024-01-31T03:43:07.660" v="96702" actId="1076"/>
          <ac:spMkLst>
            <pc:docMk/>
            <pc:sldMk cId="1806841782" sldId="1183"/>
            <ac:spMk id="92" creationId="{38134E3C-3EEF-9740-B1F0-6B3EFABCF973}"/>
          </ac:spMkLst>
        </pc:spChg>
        <pc:spChg chg="add del mod">
          <ac:chgData name="Palit, Tapti" userId="dec6fbcd-7598-406a-8cbf-504d4a3bac15" providerId="ADAL" clId="{ECD42228-5B96-4A72-B268-C46DF994E6B7}" dt="2024-01-31T02:54:56.083" v="95742" actId="478"/>
          <ac:spMkLst>
            <pc:docMk/>
            <pc:sldMk cId="1806841782" sldId="1183"/>
            <ac:spMk id="93" creationId="{5FFA20A9-0032-C204-14C7-C5BE454482CF}"/>
          </ac:spMkLst>
        </pc:spChg>
        <pc:spChg chg="add mod">
          <ac:chgData name="Palit, Tapti" userId="dec6fbcd-7598-406a-8cbf-504d4a3bac15" providerId="ADAL" clId="{ECD42228-5B96-4A72-B268-C46DF994E6B7}" dt="2024-01-31T03:42:37.368" v="96691" actId="1076"/>
          <ac:spMkLst>
            <pc:docMk/>
            <pc:sldMk cId="1806841782" sldId="1183"/>
            <ac:spMk id="94" creationId="{4D3F95AE-0E53-07ED-1AEE-D27CE01F2F9A}"/>
          </ac:spMkLst>
        </pc:spChg>
        <pc:spChg chg="add del mod">
          <ac:chgData name="Palit, Tapti" userId="dec6fbcd-7598-406a-8cbf-504d4a3bac15" providerId="ADAL" clId="{ECD42228-5B96-4A72-B268-C46DF994E6B7}" dt="2024-01-31T03:30:29.814" v="96432" actId="1038"/>
          <ac:spMkLst>
            <pc:docMk/>
            <pc:sldMk cId="1806841782" sldId="1183"/>
            <ac:spMk id="95" creationId="{7A39988A-7F7B-D16E-E66E-264AE34B686B}"/>
          </ac:spMkLst>
        </pc:spChg>
        <pc:spChg chg="add mod">
          <ac:chgData name="Palit, Tapti" userId="dec6fbcd-7598-406a-8cbf-504d4a3bac15" providerId="ADAL" clId="{ECD42228-5B96-4A72-B268-C46DF994E6B7}" dt="2024-01-31T03:43:31.756" v="96707" actId="1076"/>
          <ac:spMkLst>
            <pc:docMk/>
            <pc:sldMk cId="1806841782" sldId="1183"/>
            <ac:spMk id="99" creationId="{4F496759-0D3D-3F85-FA38-D2E22D671F74}"/>
          </ac:spMkLst>
        </pc:spChg>
        <pc:spChg chg="add mod">
          <ac:chgData name="Palit, Tapti" userId="dec6fbcd-7598-406a-8cbf-504d4a3bac15" providerId="ADAL" clId="{ECD42228-5B96-4A72-B268-C46DF994E6B7}" dt="2024-01-31T03:43:48.784" v="96708" actId="1076"/>
          <ac:spMkLst>
            <pc:docMk/>
            <pc:sldMk cId="1806841782" sldId="1183"/>
            <ac:spMk id="100" creationId="{FE031321-04F7-A3A7-65EA-6EFD3F678F06}"/>
          </ac:spMkLst>
        </pc:spChg>
        <pc:spChg chg="add del mod">
          <ac:chgData name="Palit, Tapti" userId="dec6fbcd-7598-406a-8cbf-504d4a3bac15" providerId="ADAL" clId="{ECD42228-5B96-4A72-B268-C46DF994E6B7}" dt="2024-01-31T02:51:06.257" v="95677" actId="478"/>
          <ac:spMkLst>
            <pc:docMk/>
            <pc:sldMk cId="1806841782" sldId="1183"/>
            <ac:spMk id="102" creationId="{4738857C-7BE8-71D5-84F9-2B8F5513B573}"/>
          </ac:spMkLst>
        </pc:spChg>
        <pc:spChg chg="add del mod">
          <ac:chgData name="Palit, Tapti" userId="dec6fbcd-7598-406a-8cbf-504d4a3bac15" providerId="ADAL" clId="{ECD42228-5B96-4A72-B268-C46DF994E6B7}" dt="2024-01-31T02:51:30.105" v="95688" actId="478"/>
          <ac:spMkLst>
            <pc:docMk/>
            <pc:sldMk cId="1806841782" sldId="1183"/>
            <ac:spMk id="103" creationId="{334ED5D5-F811-AE0A-6DDB-6347F6F6998B}"/>
          </ac:spMkLst>
        </pc:spChg>
        <pc:spChg chg="add mod">
          <ac:chgData name="Palit, Tapti" userId="dec6fbcd-7598-406a-8cbf-504d4a3bac15" providerId="ADAL" clId="{ECD42228-5B96-4A72-B268-C46DF994E6B7}" dt="2024-01-31T03:45:57.019" v="96733" actId="1076"/>
          <ac:spMkLst>
            <pc:docMk/>
            <pc:sldMk cId="1806841782" sldId="1183"/>
            <ac:spMk id="214" creationId="{8794231D-5BEA-AFCD-BEEB-393573681986}"/>
          </ac:spMkLst>
        </pc:spChg>
        <pc:spChg chg="add mod">
          <ac:chgData name="Palit, Tapti" userId="dec6fbcd-7598-406a-8cbf-504d4a3bac15" providerId="ADAL" clId="{ECD42228-5B96-4A72-B268-C46DF994E6B7}" dt="2024-01-31T03:44:11.020" v="96711" actId="1076"/>
          <ac:spMkLst>
            <pc:docMk/>
            <pc:sldMk cId="1806841782" sldId="1183"/>
            <ac:spMk id="216" creationId="{15F5B102-9592-04BA-EF70-E13E00F4C932}"/>
          </ac:spMkLst>
        </pc:spChg>
        <pc:spChg chg="add mod">
          <ac:chgData name="Palit, Tapti" userId="dec6fbcd-7598-406a-8cbf-504d4a3bac15" providerId="ADAL" clId="{ECD42228-5B96-4A72-B268-C46DF994E6B7}" dt="2024-01-31T03:02:23.847" v="95918" actId="1076"/>
          <ac:spMkLst>
            <pc:docMk/>
            <pc:sldMk cId="1806841782" sldId="1183"/>
            <ac:spMk id="217" creationId="{93A163D3-B0D9-4C34-0E4C-883C3CA8E2D3}"/>
          </ac:spMkLst>
        </pc:spChg>
        <pc:spChg chg="add mod">
          <ac:chgData name="Palit, Tapti" userId="dec6fbcd-7598-406a-8cbf-504d4a3bac15" providerId="ADAL" clId="{ECD42228-5B96-4A72-B268-C46DF994E6B7}" dt="2024-01-31T03:02:23.847" v="95918" actId="1076"/>
          <ac:spMkLst>
            <pc:docMk/>
            <pc:sldMk cId="1806841782" sldId="1183"/>
            <ac:spMk id="218" creationId="{F47FCF64-F0A1-301A-3349-9373679215B6}"/>
          </ac:spMkLst>
        </pc:spChg>
        <pc:spChg chg="add mod">
          <ac:chgData name="Palit, Tapti" userId="dec6fbcd-7598-406a-8cbf-504d4a3bac15" providerId="ADAL" clId="{ECD42228-5B96-4A72-B268-C46DF994E6B7}" dt="2024-01-31T03:02:23.847" v="95918" actId="1076"/>
          <ac:spMkLst>
            <pc:docMk/>
            <pc:sldMk cId="1806841782" sldId="1183"/>
            <ac:spMk id="219" creationId="{B027DBDD-FB2A-A7F3-59D6-DDBC49B094FF}"/>
          </ac:spMkLst>
        </pc:spChg>
        <pc:spChg chg="add mod">
          <ac:chgData name="Palit, Tapti" userId="dec6fbcd-7598-406a-8cbf-504d4a3bac15" providerId="ADAL" clId="{ECD42228-5B96-4A72-B268-C46DF994E6B7}" dt="2024-01-31T03:02:23.847" v="95918" actId="1076"/>
          <ac:spMkLst>
            <pc:docMk/>
            <pc:sldMk cId="1806841782" sldId="1183"/>
            <ac:spMk id="221" creationId="{37FE15D0-50D9-DD75-D997-37C219DED1CC}"/>
          </ac:spMkLst>
        </pc:spChg>
        <pc:spChg chg="add mod">
          <ac:chgData name="Palit, Tapti" userId="dec6fbcd-7598-406a-8cbf-504d4a3bac15" providerId="ADAL" clId="{ECD42228-5B96-4A72-B268-C46DF994E6B7}" dt="2024-01-31T03:02:23.847" v="95918" actId="1076"/>
          <ac:spMkLst>
            <pc:docMk/>
            <pc:sldMk cId="1806841782" sldId="1183"/>
            <ac:spMk id="222" creationId="{EFB40B77-492B-2144-EBA2-267684329C1E}"/>
          </ac:spMkLst>
        </pc:spChg>
        <pc:spChg chg="add mod">
          <ac:chgData name="Palit, Tapti" userId="dec6fbcd-7598-406a-8cbf-504d4a3bac15" providerId="ADAL" clId="{ECD42228-5B96-4A72-B268-C46DF994E6B7}" dt="2024-01-31T03:02:23.847" v="95918" actId="1076"/>
          <ac:spMkLst>
            <pc:docMk/>
            <pc:sldMk cId="1806841782" sldId="1183"/>
            <ac:spMk id="226" creationId="{C3033EB4-8408-125C-6E63-64C3A2030AD1}"/>
          </ac:spMkLst>
        </pc:spChg>
        <pc:spChg chg="add mod">
          <ac:chgData name="Palit, Tapti" userId="dec6fbcd-7598-406a-8cbf-504d4a3bac15" providerId="ADAL" clId="{ECD42228-5B96-4A72-B268-C46DF994E6B7}" dt="2024-01-31T03:02:23.847" v="95918" actId="1076"/>
          <ac:spMkLst>
            <pc:docMk/>
            <pc:sldMk cId="1806841782" sldId="1183"/>
            <ac:spMk id="227" creationId="{F566C322-E06D-E01D-0282-BA769F0C35F6}"/>
          </ac:spMkLst>
        </pc:spChg>
        <pc:spChg chg="add del mod">
          <ac:chgData name="Palit, Tapti" userId="dec6fbcd-7598-406a-8cbf-504d4a3bac15" providerId="ADAL" clId="{ECD42228-5B96-4A72-B268-C46DF994E6B7}" dt="2024-01-31T03:03:39.824" v="95947" actId="478"/>
          <ac:spMkLst>
            <pc:docMk/>
            <pc:sldMk cId="1806841782" sldId="1183"/>
            <ac:spMk id="228" creationId="{10AD16BC-FCFC-5F28-96DB-E2122110C998}"/>
          </ac:spMkLst>
        </pc:spChg>
        <pc:spChg chg="add del mod">
          <ac:chgData name="Palit, Tapti" userId="dec6fbcd-7598-406a-8cbf-504d4a3bac15" providerId="ADAL" clId="{ECD42228-5B96-4A72-B268-C46DF994E6B7}" dt="2024-01-31T03:03:07.423" v="95940" actId="478"/>
          <ac:spMkLst>
            <pc:docMk/>
            <pc:sldMk cId="1806841782" sldId="1183"/>
            <ac:spMk id="229" creationId="{C891B535-2157-634B-0C71-E1D593D7750B}"/>
          </ac:spMkLst>
        </pc:spChg>
        <pc:spChg chg="add del mod">
          <ac:chgData name="Palit, Tapti" userId="dec6fbcd-7598-406a-8cbf-504d4a3bac15" providerId="ADAL" clId="{ECD42228-5B96-4A72-B268-C46DF994E6B7}" dt="2024-01-31T03:03:42.369" v="95948" actId="478"/>
          <ac:spMkLst>
            <pc:docMk/>
            <pc:sldMk cId="1806841782" sldId="1183"/>
            <ac:spMk id="230" creationId="{ED54211A-3DA6-B09C-68BE-3FE62AF7FE11}"/>
          </ac:spMkLst>
        </pc:spChg>
        <pc:spChg chg="add del mod">
          <ac:chgData name="Palit, Tapti" userId="dec6fbcd-7598-406a-8cbf-504d4a3bac15" providerId="ADAL" clId="{ECD42228-5B96-4A72-B268-C46DF994E6B7}" dt="2024-01-31T03:03:42.369" v="95948" actId="478"/>
          <ac:spMkLst>
            <pc:docMk/>
            <pc:sldMk cId="1806841782" sldId="1183"/>
            <ac:spMk id="231" creationId="{7B6DCAC8-8523-BBF7-581C-67AEC28E5FBB}"/>
          </ac:spMkLst>
        </pc:spChg>
        <pc:spChg chg="add del mod">
          <ac:chgData name="Palit, Tapti" userId="dec6fbcd-7598-406a-8cbf-504d4a3bac15" providerId="ADAL" clId="{ECD42228-5B96-4A72-B268-C46DF994E6B7}" dt="2024-01-31T03:03:39.824" v="95947" actId="478"/>
          <ac:spMkLst>
            <pc:docMk/>
            <pc:sldMk cId="1806841782" sldId="1183"/>
            <ac:spMk id="232" creationId="{E9F9A182-E0B5-5351-0881-F1A0AE12802D}"/>
          </ac:spMkLst>
        </pc:spChg>
        <pc:spChg chg="add del mod">
          <ac:chgData name="Palit, Tapti" userId="dec6fbcd-7598-406a-8cbf-504d4a3bac15" providerId="ADAL" clId="{ECD42228-5B96-4A72-B268-C46DF994E6B7}" dt="2024-01-31T03:03:39.824" v="95947" actId="478"/>
          <ac:spMkLst>
            <pc:docMk/>
            <pc:sldMk cId="1806841782" sldId="1183"/>
            <ac:spMk id="234" creationId="{109C13B0-3E1D-32E1-C6F3-197A0FACA8EC}"/>
          </ac:spMkLst>
        </pc:spChg>
        <pc:spChg chg="add del mod">
          <ac:chgData name="Palit, Tapti" userId="dec6fbcd-7598-406a-8cbf-504d4a3bac15" providerId="ADAL" clId="{ECD42228-5B96-4A72-B268-C46DF994E6B7}" dt="2024-01-31T03:03:39.824" v="95947" actId="478"/>
          <ac:spMkLst>
            <pc:docMk/>
            <pc:sldMk cId="1806841782" sldId="1183"/>
            <ac:spMk id="235" creationId="{824FBB47-A8DF-B63F-DC3E-D8328B167A37}"/>
          </ac:spMkLst>
        </pc:spChg>
        <pc:spChg chg="add del mod">
          <ac:chgData name="Palit, Tapti" userId="dec6fbcd-7598-406a-8cbf-504d4a3bac15" providerId="ADAL" clId="{ECD42228-5B96-4A72-B268-C46DF994E6B7}" dt="2024-01-31T03:03:07.424" v="95942"/>
          <ac:spMkLst>
            <pc:docMk/>
            <pc:sldMk cId="1806841782" sldId="1183"/>
            <ac:spMk id="240" creationId="{5DBB9E11-7D1E-17C8-5531-30D5279E97B5}"/>
          </ac:spMkLst>
        </pc:spChg>
        <pc:spChg chg="add del mod">
          <ac:chgData name="Palit, Tapti" userId="dec6fbcd-7598-406a-8cbf-504d4a3bac15" providerId="ADAL" clId="{ECD42228-5B96-4A72-B268-C46DF994E6B7}" dt="2024-01-31T03:03:39.824" v="95947" actId="478"/>
          <ac:spMkLst>
            <pc:docMk/>
            <pc:sldMk cId="1806841782" sldId="1183"/>
            <ac:spMk id="241" creationId="{99C26BD9-38DF-F3E4-EA79-C1D74F88CDF2}"/>
          </ac:spMkLst>
        </pc:spChg>
        <pc:spChg chg="add del mod">
          <ac:chgData name="Palit, Tapti" userId="dec6fbcd-7598-406a-8cbf-504d4a3bac15" providerId="ADAL" clId="{ECD42228-5B96-4A72-B268-C46DF994E6B7}" dt="2024-01-31T03:03:39.824" v="95947" actId="478"/>
          <ac:spMkLst>
            <pc:docMk/>
            <pc:sldMk cId="1806841782" sldId="1183"/>
            <ac:spMk id="242" creationId="{7A0940AF-F7AA-8A36-47BA-2FE5CB8ABCC9}"/>
          </ac:spMkLst>
        </pc:spChg>
        <pc:spChg chg="add del mod">
          <ac:chgData name="Palit, Tapti" userId="dec6fbcd-7598-406a-8cbf-504d4a3bac15" providerId="ADAL" clId="{ECD42228-5B96-4A72-B268-C46DF994E6B7}" dt="2024-01-31T03:03:39.824" v="95947" actId="478"/>
          <ac:spMkLst>
            <pc:docMk/>
            <pc:sldMk cId="1806841782" sldId="1183"/>
            <ac:spMk id="243" creationId="{65B88EC5-37B7-031D-ED8C-DAE0129577B4}"/>
          </ac:spMkLst>
        </pc:spChg>
        <pc:spChg chg="add del">
          <ac:chgData name="Palit, Tapti" userId="dec6fbcd-7598-406a-8cbf-504d4a3bac15" providerId="ADAL" clId="{ECD42228-5B96-4A72-B268-C46DF994E6B7}" dt="2024-01-31T03:03:46.279" v="95950" actId="22"/>
          <ac:spMkLst>
            <pc:docMk/>
            <pc:sldMk cId="1806841782" sldId="1183"/>
            <ac:spMk id="245" creationId="{85079C9E-62C3-15C8-83C5-D1334A3CA67A}"/>
          </ac:spMkLst>
        </pc:spChg>
        <pc:spChg chg="add del mod">
          <ac:chgData name="Palit, Tapti" userId="dec6fbcd-7598-406a-8cbf-504d4a3bac15" providerId="ADAL" clId="{ECD42228-5B96-4A72-B268-C46DF994E6B7}" dt="2024-01-31T03:07:34.648" v="95992" actId="478"/>
          <ac:spMkLst>
            <pc:docMk/>
            <pc:sldMk cId="1806841782" sldId="1183"/>
            <ac:spMk id="246" creationId="{6D1AC131-3FC6-D35B-3DA3-F853E6710A11}"/>
          </ac:spMkLst>
        </pc:spChg>
        <pc:spChg chg="add del mod">
          <ac:chgData name="Palit, Tapti" userId="dec6fbcd-7598-406a-8cbf-504d4a3bac15" providerId="ADAL" clId="{ECD42228-5B96-4A72-B268-C46DF994E6B7}" dt="2024-01-31T03:07:34.648" v="95992" actId="478"/>
          <ac:spMkLst>
            <pc:docMk/>
            <pc:sldMk cId="1806841782" sldId="1183"/>
            <ac:spMk id="247" creationId="{CB342DA2-85DE-0568-D3EB-F7F41A2BAB66}"/>
          </ac:spMkLst>
        </pc:spChg>
        <pc:spChg chg="add del mod">
          <ac:chgData name="Palit, Tapti" userId="dec6fbcd-7598-406a-8cbf-504d4a3bac15" providerId="ADAL" clId="{ECD42228-5B96-4A72-B268-C46DF994E6B7}" dt="2024-01-31T03:07:34.648" v="95992" actId="478"/>
          <ac:spMkLst>
            <pc:docMk/>
            <pc:sldMk cId="1806841782" sldId="1183"/>
            <ac:spMk id="253" creationId="{055F83BC-8879-5814-BC82-89F7221EEFDC}"/>
          </ac:spMkLst>
        </pc:spChg>
        <pc:spChg chg="add mod">
          <ac:chgData name="Palit, Tapti" userId="dec6fbcd-7598-406a-8cbf-504d4a3bac15" providerId="ADAL" clId="{ECD42228-5B96-4A72-B268-C46DF994E6B7}" dt="2024-01-31T03:44:16.779" v="96713" actId="1076"/>
          <ac:spMkLst>
            <pc:docMk/>
            <pc:sldMk cId="1806841782" sldId="1183"/>
            <ac:spMk id="4101" creationId="{EFBFF2AC-4EA6-4C5D-C918-7DE5621DC396}"/>
          </ac:spMkLst>
        </pc:spChg>
        <pc:spChg chg="add mod">
          <ac:chgData name="Palit, Tapti" userId="dec6fbcd-7598-406a-8cbf-504d4a3bac15" providerId="ADAL" clId="{ECD42228-5B96-4A72-B268-C46DF994E6B7}" dt="2024-02-09T03:03:08.569" v="102899" actId="14100"/>
          <ac:spMkLst>
            <pc:docMk/>
            <pc:sldMk cId="1806841782" sldId="1183"/>
            <ac:spMk id="4103" creationId="{3E938F5B-2880-AFED-BAE8-DE3654DB6DAE}"/>
          </ac:spMkLst>
        </pc:spChg>
        <pc:spChg chg="add del mod">
          <ac:chgData name="Palit, Tapti" userId="dec6fbcd-7598-406a-8cbf-504d4a3bac15" providerId="ADAL" clId="{ECD42228-5B96-4A72-B268-C46DF994E6B7}" dt="2024-01-31T03:14:43.494" v="96124" actId="478"/>
          <ac:spMkLst>
            <pc:docMk/>
            <pc:sldMk cId="1806841782" sldId="1183"/>
            <ac:spMk id="4104" creationId="{5E5C16F2-575B-09C1-0510-2857654A72A7}"/>
          </ac:spMkLst>
        </pc:spChg>
        <pc:spChg chg="add mod">
          <ac:chgData name="Palit, Tapti" userId="dec6fbcd-7598-406a-8cbf-504d4a3bac15" providerId="ADAL" clId="{ECD42228-5B96-4A72-B268-C46DF994E6B7}" dt="2024-02-09T03:03:08.569" v="102899" actId="14100"/>
          <ac:spMkLst>
            <pc:docMk/>
            <pc:sldMk cId="1806841782" sldId="1183"/>
            <ac:spMk id="4107" creationId="{D19768DD-7142-74AD-47D2-56DE1364C683}"/>
          </ac:spMkLst>
        </pc:spChg>
        <pc:spChg chg="add mod">
          <ac:chgData name="Palit, Tapti" userId="dec6fbcd-7598-406a-8cbf-504d4a3bac15" providerId="ADAL" clId="{ECD42228-5B96-4A72-B268-C46DF994E6B7}" dt="2024-02-09T03:03:08.569" v="102899" actId="14100"/>
          <ac:spMkLst>
            <pc:docMk/>
            <pc:sldMk cId="1806841782" sldId="1183"/>
            <ac:spMk id="4108" creationId="{D69D080F-1211-689F-378D-F2C7F299F331}"/>
          </ac:spMkLst>
        </pc:spChg>
        <pc:spChg chg="add mod">
          <ac:chgData name="Palit, Tapti" userId="dec6fbcd-7598-406a-8cbf-504d4a3bac15" providerId="ADAL" clId="{ECD42228-5B96-4A72-B268-C46DF994E6B7}" dt="2024-02-09T03:03:08.569" v="102899" actId="14100"/>
          <ac:spMkLst>
            <pc:docMk/>
            <pc:sldMk cId="1806841782" sldId="1183"/>
            <ac:spMk id="4109" creationId="{BE8FD441-435B-8277-1812-EF76C710E880}"/>
          </ac:spMkLst>
        </pc:spChg>
        <pc:spChg chg="add mod">
          <ac:chgData name="Palit, Tapti" userId="dec6fbcd-7598-406a-8cbf-504d4a3bac15" providerId="ADAL" clId="{ECD42228-5B96-4A72-B268-C46DF994E6B7}" dt="2024-02-09T03:03:08.569" v="102899" actId="14100"/>
          <ac:spMkLst>
            <pc:docMk/>
            <pc:sldMk cId="1806841782" sldId="1183"/>
            <ac:spMk id="4110" creationId="{440D982C-6074-2EAB-E33D-6882B54C2EE6}"/>
          </ac:spMkLst>
        </pc:spChg>
        <pc:spChg chg="add mod">
          <ac:chgData name="Palit, Tapti" userId="dec6fbcd-7598-406a-8cbf-504d4a3bac15" providerId="ADAL" clId="{ECD42228-5B96-4A72-B268-C46DF994E6B7}" dt="2024-02-09T03:03:08.569" v="102899" actId="14100"/>
          <ac:spMkLst>
            <pc:docMk/>
            <pc:sldMk cId="1806841782" sldId="1183"/>
            <ac:spMk id="4111" creationId="{D50D22DF-3CDF-4E18-DA34-8FA4B67D6A71}"/>
          </ac:spMkLst>
        </pc:spChg>
        <pc:spChg chg="add mod">
          <ac:chgData name="Palit, Tapti" userId="dec6fbcd-7598-406a-8cbf-504d4a3bac15" providerId="ADAL" clId="{ECD42228-5B96-4A72-B268-C46DF994E6B7}" dt="2024-02-09T03:03:08.569" v="102899" actId="14100"/>
          <ac:spMkLst>
            <pc:docMk/>
            <pc:sldMk cId="1806841782" sldId="1183"/>
            <ac:spMk id="4112" creationId="{6FD13A48-49FA-3360-C17C-AAB762E77C5D}"/>
          </ac:spMkLst>
        </pc:spChg>
        <pc:spChg chg="add mod">
          <ac:chgData name="Palit, Tapti" userId="dec6fbcd-7598-406a-8cbf-504d4a3bac15" providerId="ADAL" clId="{ECD42228-5B96-4A72-B268-C46DF994E6B7}" dt="2024-02-09T03:03:08.569" v="102899" actId="14100"/>
          <ac:spMkLst>
            <pc:docMk/>
            <pc:sldMk cId="1806841782" sldId="1183"/>
            <ac:spMk id="4113" creationId="{0A95EC8E-65A5-A6D0-5CB1-BD28F0C0EF3F}"/>
          </ac:spMkLst>
        </pc:spChg>
        <pc:spChg chg="add mod">
          <ac:chgData name="Palit, Tapti" userId="dec6fbcd-7598-406a-8cbf-504d4a3bac15" providerId="ADAL" clId="{ECD42228-5B96-4A72-B268-C46DF994E6B7}" dt="2024-02-09T03:03:08.569" v="102899" actId="14100"/>
          <ac:spMkLst>
            <pc:docMk/>
            <pc:sldMk cId="1806841782" sldId="1183"/>
            <ac:spMk id="4114" creationId="{3608D082-876C-078F-5569-F7F07500CDDA}"/>
          </ac:spMkLst>
        </pc:spChg>
        <pc:spChg chg="add mod">
          <ac:chgData name="Palit, Tapti" userId="dec6fbcd-7598-406a-8cbf-504d4a3bac15" providerId="ADAL" clId="{ECD42228-5B96-4A72-B268-C46DF994E6B7}" dt="2024-02-09T03:03:08.569" v="102899" actId="14100"/>
          <ac:spMkLst>
            <pc:docMk/>
            <pc:sldMk cId="1806841782" sldId="1183"/>
            <ac:spMk id="4115" creationId="{ABEE1270-6DE7-A3DC-BB2E-D66BD9576928}"/>
          </ac:spMkLst>
        </pc:spChg>
        <pc:spChg chg="add mod">
          <ac:chgData name="Palit, Tapti" userId="dec6fbcd-7598-406a-8cbf-504d4a3bac15" providerId="ADAL" clId="{ECD42228-5B96-4A72-B268-C46DF994E6B7}" dt="2024-02-09T03:03:08.569" v="102899" actId="14100"/>
          <ac:spMkLst>
            <pc:docMk/>
            <pc:sldMk cId="1806841782" sldId="1183"/>
            <ac:spMk id="4117" creationId="{A4465545-FC81-D456-7210-0BA7D3090A2B}"/>
          </ac:spMkLst>
        </pc:spChg>
        <pc:spChg chg="add mod">
          <ac:chgData name="Palit, Tapti" userId="dec6fbcd-7598-406a-8cbf-504d4a3bac15" providerId="ADAL" clId="{ECD42228-5B96-4A72-B268-C46DF994E6B7}" dt="2024-02-09T03:03:08.569" v="102899" actId="14100"/>
          <ac:spMkLst>
            <pc:docMk/>
            <pc:sldMk cId="1806841782" sldId="1183"/>
            <ac:spMk id="4118" creationId="{B9B3689F-23E3-EFBE-AE9A-0EBC1CA33ECA}"/>
          </ac:spMkLst>
        </pc:spChg>
        <pc:spChg chg="add mod">
          <ac:chgData name="Palit, Tapti" userId="dec6fbcd-7598-406a-8cbf-504d4a3bac15" providerId="ADAL" clId="{ECD42228-5B96-4A72-B268-C46DF994E6B7}" dt="2024-02-09T03:03:08.569" v="102899" actId="14100"/>
          <ac:spMkLst>
            <pc:docMk/>
            <pc:sldMk cId="1806841782" sldId="1183"/>
            <ac:spMk id="4119" creationId="{FD4CFCDF-F4F7-2BA5-113C-656AA5356DE4}"/>
          </ac:spMkLst>
        </pc:spChg>
        <pc:spChg chg="add mod">
          <ac:chgData name="Palit, Tapti" userId="dec6fbcd-7598-406a-8cbf-504d4a3bac15" providerId="ADAL" clId="{ECD42228-5B96-4A72-B268-C46DF994E6B7}" dt="2024-02-09T03:03:08.569" v="102899" actId="14100"/>
          <ac:spMkLst>
            <pc:docMk/>
            <pc:sldMk cId="1806841782" sldId="1183"/>
            <ac:spMk id="4120" creationId="{795AAA7D-7E81-A2BF-1031-C8F23B5DFC76}"/>
          </ac:spMkLst>
        </pc:spChg>
        <pc:spChg chg="add del mod">
          <ac:chgData name="Palit, Tapti" userId="dec6fbcd-7598-406a-8cbf-504d4a3bac15" providerId="ADAL" clId="{ECD42228-5B96-4A72-B268-C46DF994E6B7}" dt="2024-01-31T03:13:18.897" v="96091" actId="478"/>
          <ac:spMkLst>
            <pc:docMk/>
            <pc:sldMk cId="1806841782" sldId="1183"/>
            <ac:spMk id="4121" creationId="{1C3FC4CA-10A0-F564-23EE-3D8840FF6280}"/>
          </ac:spMkLst>
        </pc:spChg>
        <pc:spChg chg="add mod">
          <ac:chgData name="Palit, Tapti" userId="dec6fbcd-7598-406a-8cbf-504d4a3bac15" providerId="ADAL" clId="{ECD42228-5B96-4A72-B268-C46DF994E6B7}" dt="2024-02-09T03:03:08.569" v="102899" actId="14100"/>
          <ac:spMkLst>
            <pc:docMk/>
            <pc:sldMk cId="1806841782" sldId="1183"/>
            <ac:spMk id="4122" creationId="{B0A03B38-E8A3-0892-DBB0-31A255CFAFAB}"/>
          </ac:spMkLst>
        </pc:spChg>
        <pc:spChg chg="add del mod">
          <ac:chgData name="Palit, Tapti" userId="dec6fbcd-7598-406a-8cbf-504d4a3bac15" providerId="ADAL" clId="{ECD42228-5B96-4A72-B268-C46DF994E6B7}" dt="2024-01-31T03:13:12.419" v="96090" actId="478"/>
          <ac:spMkLst>
            <pc:docMk/>
            <pc:sldMk cId="1806841782" sldId="1183"/>
            <ac:spMk id="4123" creationId="{23B23D51-548D-442A-B1B3-736810443B88}"/>
          </ac:spMkLst>
        </pc:spChg>
        <pc:spChg chg="add mod">
          <ac:chgData name="Palit, Tapti" userId="dec6fbcd-7598-406a-8cbf-504d4a3bac15" providerId="ADAL" clId="{ECD42228-5B96-4A72-B268-C46DF994E6B7}" dt="2024-02-09T03:03:08.569" v="102899" actId="14100"/>
          <ac:spMkLst>
            <pc:docMk/>
            <pc:sldMk cId="1806841782" sldId="1183"/>
            <ac:spMk id="4124" creationId="{3EE9B995-8545-8DDB-59B9-412EBCF00673}"/>
          </ac:spMkLst>
        </pc:spChg>
        <pc:spChg chg="add mod">
          <ac:chgData name="Palit, Tapti" userId="dec6fbcd-7598-406a-8cbf-504d4a3bac15" providerId="ADAL" clId="{ECD42228-5B96-4A72-B268-C46DF994E6B7}" dt="2024-02-09T03:03:08.569" v="102899" actId="14100"/>
          <ac:spMkLst>
            <pc:docMk/>
            <pc:sldMk cId="1806841782" sldId="1183"/>
            <ac:spMk id="4125" creationId="{E606D8C0-8A5D-9C1D-03E6-F955F430437B}"/>
          </ac:spMkLst>
        </pc:spChg>
        <pc:spChg chg="add mod">
          <ac:chgData name="Palit, Tapti" userId="dec6fbcd-7598-406a-8cbf-504d4a3bac15" providerId="ADAL" clId="{ECD42228-5B96-4A72-B268-C46DF994E6B7}" dt="2024-02-09T03:03:08.569" v="102899" actId="14100"/>
          <ac:spMkLst>
            <pc:docMk/>
            <pc:sldMk cId="1806841782" sldId="1183"/>
            <ac:spMk id="4145" creationId="{FC07F7A3-9B1A-D596-D594-5BC8151E0E31}"/>
          </ac:spMkLst>
        </pc:spChg>
        <pc:spChg chg="add mod">
          <ac:chgData name="Palit, Tapti" userId="dec6fbcd-7598-406a-8cbf-504d4a3bac15" providerId="ADAL" clId="{ECD42228-5B96-4A72-B268-C46DF994E6B7}" dt="2024-02-09T03:03:08.569" v="102899" actId="14100"/>
          <ac:spMkLst>
            <pc:docMk/>
            <pc:sldMk cId="1806841782" sldId="1183"/>
            <ac:spMk id="4146" creationId="{DE187969-2D6B-62DB-B7D0-92B3D87644D8}"/>
          </ac:spMkLst>
        </pc:spChg>
        <pc:spChg chg="add mod">
          <ac:chgData name="Palit, Tapti" userId="dec6fbcd-7598-406a-8cbf-504d4a3bac15" providerId="ADAL" clId="{ECD42228-5B96-4A72-B268-C46DF994E6B7}" dt="2024-01-31T03:19:38.159" v="96183"/>
          <ac:spMkLst>
            <pc:docMk/>
            <pc:sldMk cId="1806841782" sldId="1183"/>
            <ac:spMk id="4147" creationId="{CA0C7CD4-E273-0300-3580-4169B079DCD8}"/>
          </ac:spMkLst>
        </pc:spChg>
        <pc:spChg chg="add mod">
          <ac:chgData name="Palit, Tapti" userId="dec6fbcd-7598-406a-8cbf-504d4a3bac15" providerId="ADAL" clId="{ECD42228-5B96-4A72-B268-C46DF994E6B7}" dt="2024-01-31T03:19:38.159" v="96183"/>
          <ac:spMkLst>
            <pc:docMk/>
            <pc:sldMk cId="1806841782" sldId="1183"/>
            <ac:spMk id="4148" creationId="{47BFF214-3704-AE21-318B-FACE4F1BDD03}"/>
          </ac:spMkLst>
        </pc:spChg>
        <pc:spChg chg="add mod">
          <ac:chgData name="Palit, Tapti" userId="dec6fbcd-7598-406a-8cbf-504d4a3bac15" providerId="ADAL" clId="{ECD42228-5B96-4A72-B268-C46DF994E6B7}" dt="2024-01-31T03:19:38.159" v="96183"/>
          <ac:spMkLst>
            <pc:docMk/>
            <pc:sldMk cId="1806841782" sldId="1183"/>
            <ac:spMk id="4151" creationId="{C5EB59D8-4F01-ADE6-3874-C9FEB47118F3}"/>
          </ac:spMkLst>
        </pc:spChg>
        <pc:spChg chg="mod">
          <ac:chgData name="Palit, Tapti" userId="dec6fbcd-7598-406a-8cbf-504d4a3bac15" providerId="ADAL" clId="{ECD42228-5B96-4A72-B268-C46DF994E6B7}" dt="2024-01-31T03:19:38.159" v="96183"/>
          <ac:spMkLst>
            <pc:docMk/>
            <pc:sldMk cId="1806841782" sldId="1183"/>
            <ac:spMk id="4153" creationId="{3B51B557-72EF-0EB1-AA85-5F9AB2297ECA}"/>
          </ac:spMkLst>
        </pc:spChg>
        <pc:spChg chg="mod">
          <ac:chgData name="Palit, Tapti" userId="dec6fbcd-7598-406a-8cbf-504d4a3bac15" providerId="ADAL" clId="{ECD42228-5B96-4A72-B268-C46DF994E6B7}" dt="2024-01-31T03:19:45.984" v="96187" actId="6549"/>
          <ac:spMkLst>
            <pc:docMk/>
            <pc:sldMk cId="1806841782" sldId="1183"/>
            <ac:spMk id="4154" creationId="{812C7A28-9D5F-C409-092D-6C9B4EF8C39E}"/>
          </ac:spMkLst>
        </pc:spChg>
        <pc:spChg chg="mod">
          <ac:chgData name="Palit, Tapti" userId="dec6fbcd-7598-406a-8cbf-504d4a3bac15" providerId="ADAL" clId="{ECD42228-5B96-4A72-B268-C46DF994E6B7}" dt="2024-01-31T03:19:46.484" v="96188" actId="6549"/>
          <ac:spMkLst>
            <pc:docMk/>
            <pc:sldMk cId="1806841782" sldId="1183"/>
            <ac:spMk id="4155" creationId="{698212B7-6A37-6EC1-522C-A5EF7B1DB290}"/>
          </ac:spMkLst>
        </pc:spChg>
        <pc:spChg chg="mod">
          <ac:chgData name="Palit, Tapti" userId="dec6fbcd-7598-406a-8cbf-504d4a3bac15" providerId="ADAL" clId="{ECD42228-5B96-4A72-B268-C46DF994E6B7}" dt="2024-01-31T03:19:47.022" v="96189" actId="6549"/>
          <ac:spMkLst>
            <pc:docMk/>
            <pc:sldMk cId="1806841782" sldId="1183"/>
            <ac:spMk id="4157" creationId="{F2C623E7-24AB-AF2C-B61B-920AAAF441BF}"/>
          </ac:spMkLst>
        </pc:spChg>
        <pc:spChg chg="mod">
          <ac:chgData name="Palit, Tapti" userId="dec6fbcd-7598-406a-8cbf-504d4a3bac15" providerId="ADAL" clId="{ECD42228-5B96-4A72-B268-C46DF994E6B7}" dt="2024-01-31T03:19:38.159" v="96183"/>
          <ac:spMkLst>
            <pc:docMk/>
            <pc:sldMk cId="1806841782" sldId="1183"/>
            <ac:spMk id="4160" creationId="{FDB98FB9-2209-E4C9-5A59-A9D3EC781087}"/>
          </ac:spMkLst>
        </pc:spChg>
        <pc:spChg chg="mod">
          <ac:chgData name="Palit, Tapti" userId="dec6fbcd-7598-406a-8cbf-504d4a3bac15" providerId="ADAL" clId="{ECD42228-5B96-4A72-B268-C46DF994E6B7}" dt="2024-01-31T03:19:38.159" v="96183"/>
          <ac:spMkLst>
            <pc:docMk/>
            <pc:sldMk cId="1806841782" sldId="1183"/>
            <ac:spMk id="4162" creationId="{F308CC32-FE43-8993-14C1-374C8FB1D6BF}"/>
          </ac:spMkLst>
        </pc:spChg>
        <pc:spChg chg="mod">
          <ac:chgData name="Palit, Tapti" userId="dec6fbcd-7598-406a-8cbf-504d4a3bac15" providerId="ADAL" clId="{ECD42228-5B96-4A72-B268-C46DF994E6B7}" dt="2024-01-31T03:19:38.159" v="96183"/>
          <ac:spMkLst>
            <pc:docMk/>
            <pc:sldMk cId="1806841782" sldId="1183"/>
            <ac:spMk id="4163" creationId="{8D98070B-7CDE-A81F-DD9B-987B67A4DEDC}"/>
          </ac:spMkLst>
        </pc:spChg>
        <pc:spChg chg="mod">
          <ac:chgData name="Palit, Tapti" userId="dec6fbcd-7598-406a-8cbf-504d4a3bac15" providerId="ADAL" clId="{ECD42228-5B96-4A72-B268-C46DF994E6B7}" dt="2024-01-31T03:19:38.159" v="96183"/>
          <ac:spMkLst>
            <pc:docMk/>
            <pc:sldMk cId="1806841782" sldId="1183"/>
            <ac:spMk id="4164" creationId="{A8350178-0814-8F5D-7A6F-4B8B18BB9DD7}"/>
          </ac:spMkLst>
        </pc:spChg>
        <pc:spChg chg="add mod">
          <ac:chgData name="Palit, Tapti" userId="dec6fbcd-7598-406a-8cbf-504d4a3bac15" providerId="ADAL" clId="{ECD42228-5B96-4A72-B268-C46DF994E6B7}" dt="2024-02-08T20:48:40.342" v="100717" actId="14100"/>
          <ac:spMkLst>
            <pc:docMk/>
            <pc:sldMk cId="1806841782" sldId="1183"/>
            <ac:spMk id="4166" creationId="{5A412095-8CC2-319C-2DA7-1578C1AF6292}"/>
          </ac:spMkLst>
        </pc:spChg>
        <pc:spChg chg="mod">
          <ac:chgData name="Palit, Tapti" userId="dec6fbcd-7598-406a-8cbf-504d4a3bac15" providerId="ADAL" clId="{ECD42228-5B96-4A72-B268-C46DF994E6B7}" dt="2024-02-08T20:48:40.342" v="100717" actId="14100"/>
          <ac:spMkLst>
            <pc:docMk/>
            <pc:sldMk cId="1806841782" sldId="1183"/>
            <ac:spMk id="4170" creationId="{C9886057-8588-86E0-7AE3-E440D3246225}"/>
          </ac:spMkLst>
        </pc:spChg>
        <pc:spChg chg="mod">
          <ac:chgData name="Palit, Tapti" userId="dec6fbcd-7598-406a-8cbf-504d4a3bac15" providerId="ADAL" clId="{ECD42228-5B96-4A72-B268-C46DF994E6B7}" dt="2024-02-08T20:48:40.342" v="100717" actId="14100"/>
          <ac:spMkLst>
            <pc:docMk/>
            <pc:sldMk cId="1806841782" sldId="1183"/>
            <ac:spMk id="4171" creationId="{BED3A421-D0C0-8B11-DD92-F5200AB99BA5}"/>
          </ac:spMkLst>
        </pc:spChg>
        <pc:spChg chg="mod">
          <ac:chgData name="Palit, Tapti" userId="dec6fbcd-7598-406a-8cbf-504d4a3bac15" providerId="ADAL" clId="{ECD42228-5B96-4A72-B268-C46DF994E6B7}" dt="2024-02-08T20:48:40.342" v="100717" actId="14100"/>
          <ac:spMkLst>
            <pc:docMk/>
            <pc:sldMk cId="1806841782" sldId="1183"/>
            <ac:spMk id="4172" creationId="{5304FC47-0EEA-0044-D9ED-9A1431A6681D}"/>
          </ac:spMkLst>
        </pc:spChg>
        <pc:spChg chg="mod">
          <ac:chgData name="Palit, Tapti" userId="dec6fbcd-7598-406a-8cbf-504d4a3bac15" providerId="ADAL" clId="{ECD42228-5B96-4A72-B268-C46DF994E6B7}" dt="2024-02-08T20:48:40.342" v="100717" actId="14100"/>
          <ac:spMkLst>
            <pc:docMk/>
            <pc:sldMk cId="1806841782" sldId="1183"/>
            <ac:spMk id="4176" creationId="{EC9537C0-723A-AA27-2B3E-CFB4E3A13057}"/>
          </ac:spMkLst>
        </pc:spChg>
        <pc:spChg chg="mod">
          <ac:chgData name="Palit, Tapti" userId="dec6fbcd-7598-406a-8cbf-504d4a3bac15" providerId="ADAL" clId="{ECD42228-5B96-4A72-B268-C46DF994E6B7}" dt="2024-02-08T20:48:40.342" v="100717" actId="14100"/>
          <ac:spMkLst>
            <pc:docMk/>
            <pc:sldMk cId="1806841782" sldId="1183"/>
            <ac:spMk id="4178" creationId="{8D91F512-2C05-A3A5-2127-9CD227D6A2B4}"/>
          </ac:spMkLst>
        </pc:spChg>
        <pc:spChg chg="mod">
          <ac:chgData name="Palit, Tapti" userId="dec6fbcd-7598-406a-8cbf-504d4a3bac15" providerId="ADAL" clId="{ECD42228-5B96-4A72-B268-C46DF994E6B7}" dt="2024-02-08T20:48:40.342" v="100717" actId="14100"/>
          <ac:spMkLst>
            <pc:docMk/>
            <pc:sldMk cId="1806841782" sldId="1183"/>
            <ac:spMk id="4179" creationId="{AAC24658-CEBA-4C23-1506-48B299846FB0}"/>
          </ac:spMkLst>
        </pc:spChg>
        <pc:spChg chg="mod">
          <ac:chgData name="Palit, Tapti" userId="dec6fbcd-7598-406a-8cbf-504d4a3bac15" providerId="ADAL" clId="{ECD42228-5B96-4A72-B268-C46DF994E6B7}" dt="2024-02-08T20:48:40.342" v="100717" actId="14100"/>
          <ac:spMkLst>
            <pc:docMk/>
            <pc:sldMk cId="1806841782" sldId="1183"/>
            <ac:spMk id="4180" creationId="{E928792D-9766-4878-0ECC-1DB61CD55632}"/>
          </ac:spMkLst>
        </pc:spChg>
        <pc:spChg chg="add mod">
          <ac:chgData name="Palit, Tapti" userId="dec6fbcd-7598-406a-8cbf-504d4a3bac15" providerId="ADAL" clId="{ECD42228-5B96-4A72-B268-C46DF994E6B7}" dt="2024-02-08T20:48:40.342" v="100717" actId="14100"/>
          <ac:spMkLst>
            <pc:docMk/>
            <pc:sldMk cId="1806841782" sldId="1183"/>
            <ac:spMk id="4194" creationId="{684D21D4-1CF5-76D6-7852-F64F39DE1CE2}"/>
          </ac:spMkLst>
        </pc:spChg>
        <pc:spChg chg="add mod">
          <ac:chgData name="Palit, Tapti" userId="dec6fbcd-7598-406a-8cbf-504d4a3bac15" providerId="ADAL" clId="{ECD42228-5B96-4A72-B268-C46DF994E6B7}" dt="2024-03-10T16:33:46.406" v="116274" actId="122"/>
          <ac:spMkLst>
            <pc:docMk/>
            <pc:sldMk cId="1806841782" sldId="1183"/>
            <ac:spMk id="4196" creationId="{ADF986C3-4B00-350D-4A71-0241B6FFC623}"/>
          </ac:spMkLst>
        </pc:spChg>
        <pc:spChg chg="add del mod">
          <ac:chgData name="Palit, Tapti" userId="dec6fbcd-7598-406a-8cbf-504d4a3bac15" providerId="ADAL" clId="{ECD42228-5B96-4A72-B268-C46DF994E6B7}" dt="2024-01-31T03:36:44.135" v="96543" actId="21"/>
          <ac:spMkLst>
            <pc:docMk/>
            <pc:sldMk cId="1806841782" sldId="1183"/>
            <ac:spMk id="4197" creationId="{D2A30EC9-C436-5282-CBA0-4098DBB16423}"/>
          </ac:spMkLst>
        </pc:spChg>
        <pc:spChg chg="add del mod">
          <ac:chgData name="Palit, Tapti" userId="dec6fbcd-7598-406a-8cbf-504d4a3bac15" providerId="ADAL" clId="{ECD42228-5B96-4A72-B268-C46DF994E6B7}" dt="2024-01-31T03:36:44.135" v="96543" actId="21"/>
          <ac:spMkLst>
            <pc:docMk/>
            <pc:sldMk cId="1806841782" sldId="1183"/>
            <ac:spMk id="4200" creationId="{2C83F4A5-31B8-B5F6-811B-FA3BA5FCCAC3}"/>
          </ac:spMkLst>
        </pc:spChg>
        <pc:spChg chg="add mod">
          <ac:chgData name="Palit, Tapti" userId="dec6fbcd-7598-406a-8cbf-504d4a3bac15" providerId="ADAL" clId="{ECD42228-5B96-4A72-B268-C46DF994E6B7}" dt="2024-01-31T03:44:35.556" v="96715" actId="1076"/>
          <ac:spMkLst>
            <pc:docMk/>
            <pc:sldMk cId="1806841782" sldId="1183"/>
            <ac:spMk id="4204" creationId="{981F8091-BD6B-A8B1-1123-96956C9721D3}"/>
          </ac:spMkLst>
        </pc:spChg>
        <pc:spChg chg="add mod">
          <ac:chgData name="Palit, Tapti" userId="dec6fbcd-7598-406a-8cbf-504d4a3bac15" providerId="ADAL" clId="{ECD42228-5B96-4A72-B268-C46DF994E6B7}" dt="2024-01-31T03:44:35.556" v="96715" actId="1076"/>
          <ac:spMkLst>
            <pc:docMk/>
            <pc:sldMk cId="1806841782" sldId="1183"/>
            <ac:spMk id="4205" creationId="{C3C1BD00-2E6D-8AF9-BA33-2C9A5FC55E5E}"/>
          </ac:spMkLst>
        </pc:spChg>
        <pc:spChg chg="add mod">
          <ac:chgData name="Palit, Tapti" userId="dec6fbcd-7598-406a-8cbf-504d4a3bac15" providerId="ADAL" clId="{ECD42228-5B96-4A72-B268-C46DF994E6B7}" dt="2024-02-09T04:11:09.793" v="104310" actId="692"/>
          <ac:spMkLst>
            <pc:docMk/>
            <pc:sldMk cId="1806841782" sldId="1183"/>
            <ac:spMk id="4206" creationId="{8E6E9F8B-A8E7-1BDB-8402-B51E78C446D5}"/>
          </ac:spMkLst>
        </pc:spChg>
        <pc:spChg chg="add mod">
          <ac:chgData name="Palit, Tapti" userId="dec6fbcd-7598-406a-8cbf-504d4a3bac15" providerId="ADAL" clId="{ECD42228-5B96-4A72-B268-C46DF994E6B7}" dt="2024-02-09T04:11:37.750" v="104316" actId="692"/>
          <ac:spMkLst>
            <pc:docMk/>
            <pc:sldMk cId="1806841782" sldId="1183"/>
            <ac:spMk id="4207" creationId="{298B8BAA-779F-D58A-09CC-11E66C2AAD9F}"/>
          </ac:spMkLst>
        </pc:spChg>
        <pc:spChg chg="add mod">
          <ac:chgData name="Palit, Tapti" userId="dec6fbcd-7598-406a-8cbf-504d4a3bac15" providerId="ADAL" clId="{ECD42228-5B96-4A72-B268-C46DF994E6B7}" dt="2024-02-09T04:11:45.018" v="104317" actId="14100"/>
          <ac:spMkLst>
            <pc:docMk/>
            <pc:sldMk cId="1806841782" sldId="1183"/>
            <ac:spMk id="4208" creationId="{9B5B5FE9-33C7-ECCE-366D-57B4B372760D}"/>
          </ac:spMkLst>
        </pc:spChg>
        <pc:spChg chg="add del mod">
          <ac:chgData name="Palit, Tapti" userId="dec6fbcd-7598-406a-8cbf-504d4a3bac15" providerId="ADAL" clId="{ECD42228-5B96-4A72-B268-C46DF994E6B7}" dt="2024-01-31T03:37:02.807" v="96549" actId="478"/>
          <ac:spMkLst>
            <pc:docMk/>
            <pc:sldMk cId="1806841782" sldId="1183"/>
            <ac:spMk id="4209" creationId="{E71E3016-735E-90FA-0B28-87BBA3589350}"/>
          </ac:spMkLst>
        </pc:spChg>
        <pc:spChg chg="add mod">
          <ac:chgData name="Palit, Tapti" userId="dec6fbcd-7598-406a-8cbf-504d4a3bac15" providerId="ADAL" clId="{ECD42228-5B96-4A72-B268-C46DF994E6B7}" dt="2024-02-09T04:11:33.859" v="104315" actId="692"/>
          <ac:spMkLst>
            <pc:docMk/>
            <pc:sldMk cId="1806841782" sldId="1183"/>
            <ac:spMk id="4210" creationId="{33BC18D8-44D1-7C5F-0069-49A41D8815BA}"/>
          </ac:spMkLst>
        </pc:spChg>
        <pc:spChg chg="add mod">
          <ac:chgData name="Palit, Tapti" userId="dec6fbcd-7598-406a-8cbf-504d4a3bac15" providerId="ADAL" clId="{ECD42228-5B96-4A72-B268-C46DF994E6B7}" dt="2024-01-31T03:44:35.556" v="96715" actId="1076"/>
          <ac:spMkLst>
            <pc:docMk/>
            <pc:sldMk cId="1806841782" sldId="1183"/>
            <ac:spMk id="4211" creationId="{D2A30EC9-C436-5282-CBA0-4098DBB16423}"/>
          </ac:spMkLst>
        </pc:spChg>
        <pc:spChg chg="add mod">
          <ac:chgData name="Palit, Tapti" userId="dec6fbcd-7598-406a-8cbf-504d4a3bac15" providerId="ADAL" clId="{ECD42228-5B96-4A72-B268-C46DF994E6B7}" dt="2024-01-31T03:44:35.556" v="96715" actId="1076"/>
          <ac:spMkLst>
            <pc:docMk/>
            <pc:sldMk cId="1806841782" sldId="1183"/>
            <ac:spMk id="4213" creationId="{2C83F4A5-31B8-B5F6-811B-FA3BA5FCCAC3}"/>
          </ac:spMkLst>
        </pc:spChg>
        <pc:spChg chg="add mod">
          <ac:chgData name="Palit, Tapti" userId="dec6fbcd-7598-406a-8cbf-504d4a3bac15" providerId="ADAL" clId="{ECD42228-5B96-4A72-B268-C46DF994E6B7}" dt="2024-02-09T04:11:29.217" v="104314" actId="692"/>
          <ac:spMkLst>
            <pc:docMk/>
            <pc:sldMk cId="1806841782" sldId="1183"/>
            <ac:spMk id="4214" creationId="{8479B822-A9DF-2CC9-8013-1C469AD1BE8A}"/>
          </ac:spMkLst>
        </pc:spChg>
        <pc:spChg chg="add mod">
          <ac:chgData name="Palit, Tapti" userId="dec6fbcd-7598-406a-8cbf-504d4a3bac15" providerId="ADAL" clId="{ECD42228-5B96-4A72-B268-C46DF994E6B7}" dt="2024-01-31T03:44:35.556" v="96715" actId="1076"/>
          <ac:spMkLst>
            <pc:docMk/>
            <pc:sldMk cId="1806841782" sldId="1183"/>
            <ac:spMk id="4216" creationId="{E7725C28-7DD9-6CCF-D34C-D0EE612A13CE}"/>
          </ac:spMkLst>
        </pc:spChg>
        <pc:spChg chg="add mod">
          <ac:chgData name="Palit, Tapti" userId="dec6fbcd-7598-406a-8cbf-504d4a3bac15" providerId="ADAL" clId="{ECD42228-5B96-4A72-B268-C46DF994E6B7}" dt="2024-01-31T03:44:35.556" v="96715" actId="1076"/>
          <ac:spMkLst>
            <pc:docMk/>
            <pc:sldMk cId="1806841782" sldId="1183"/>
            <ac:spMk id="4217" creationId="{11B299D4-DB29-39F4-2038-143EDD8E6408}"/>
          </ac:spMkLst>
        </pc:spChg>
        <pc:spChg chg="add mod">
          <ac:chgData name="Palit, Tapti" userId="dec6fbcd-7598-406a-8cbf-504d4a3bac15" providerId="ADAL" clId="{ECD42228-5B96-4A72-B268-C46DF994E6B7}" dt="2024-02-09T04:11:26.114" v="104313" actId="692"/>
          <ac:spMkLst>
            <pc:docMk/>
            <pc:sldMk cId="1806841782" sldId="1183"/>
            <ac:spMk id="4218" creationId="{490C2483-DE5C-4BE3-EE21-9B8A915ED9CA}"/>
          </ac:spMkLst>
        </pc:spChg>
        <pc:spChg chg="add mod">
          <ac:chgData name="Palit, Tapti" userId="dec6fbcd-7598-406a-8cbf-504d4a3bac15" providerId="ADAL" clId="{ECD42228-5B96-4A72-B268-C46DF994E6B7}" dt="2024-02-13T15:24:51.464" v="116074" actId="14100"/>
          <ac:spMkLst>
            <pc:docMk/>
            <pc:sldMk cId="1806841782" sldId="1183"/>
            <ac:spMk id="4219" creationId="{E7A8B1C1-4684-589E-34C9-1A7B46EDF34C}"/>
          </ac:spMkLst>
        </pc:spChg>
        <pc:spChg chg="add mod">
          <ac:chgData name="Palit, Tapti" userId="dec6fbcd-7598-406a-8cbf-504d4a3bac15" providerId="ADAL" clId="{ECD42228-5B96-4A72-B268-C46DF994E6B7}" dt="2024-01-31T03:44:35.556" v="96715" actId="1076"/>
          <ac:spMkLst>
            <pc:docMk/>
            <pc:sldMk cId="1806841782" sldId="1183"/>
            <ac:spMk id="4220" creationId="{9EB3B624-79E1-F330-CE22-5DE07030F415}"/>
          </ac:spMkLst>
        </pc:spChg>
        <pc:grpChg chg="add del mod">
          <ac:chgData name="Palit, Tapti" userId="dec6fbcd-7598-406a-8cbf-504d4a3bac15" providerId="ADAL" clId="{ECD42228-5B96-4A72-B268-C46DF994E6B7}" dt="2024-01-31T02:46:36.707" v="95636" actId="478"/>
          <ac:grpSpMkLst>
            <pc:docMk/>
            <pc:sldMk cId="1806841782" sldId="1183"/>
            <ac:grpSpMk id="5" creationId="{344D5E53-185B-AC6C-51BE-BCF206C620E3}"/>
          </ac:grpSpMkLst>
        </pc:grpChg>
        <pc:grpChg chg="add del mod">
          <ac:chgData name="Palit, Tapti" userId="dec6fbcd-7598-406a-8cbf-504d4a3bac15" providerId="ADAL" clId="{ECD42228-5B96-4A72-B268-C46DF994E6B7}" dt="2024-01-31T02:59:48.616" v="95897" actId="478"/>
          <ac:grpSpMkLst>
            <pc:docMk/>
            <pc:sldMk cId="1806841782" sldId="1183"/>
            <ac:grpSpMk id="26" creationId="{08610916-B4A7-D404-4CFC-432DF724C184}"/>
          </ac:grpSpMkLst>
        </pc:grpChg>
        <pc:grpChg chg="mod">
          <ac:chgData name="Palit, Tapti" userId="dec6fbcd-7598-406a-8cbf-504d4a3bac15" providerId="ADAL" clId="{ECD42228-5B96-4A72-B268-C46DF994E6B7}" dt="2024-01-31T02:46:44.688" v="95637"/>
          <ac:grpSpMkLst>
            <pc:docMk/>
            <pc:sldMk cId="1806841782" sldId="1183"/>
            <ac:grpSpMk id="27" creationId="{8CDC579A-707D-1022-3CF1-A38E77D1C71E}"/>
          </ac:grpSpMkLst>
        </pc:grpChg>
        <pc:grpChg chg="mod">
          <ac:chgData name="Palit, Tapti" userId="dec6fbcd-7598-406a-8cbf-504d4a3bac15" providerId="ADAL" clId="{ECD42228-5B96-4A72-B268-C46DF994E6B7}" dt="2024-01-31T02:46:44.688" v="95637"/>
          <ac:grpSpMkLst>
            <pc:docMk/>
            <pc:sldMk cId="1806841782" sldId="1183"/>
            <ac:grpSpMk id="30" creationId="{24E5B1A5-7425-9B70-768C-26707D88BEA0}"/>
          </ac:grpSpMkLst>
        </pc:grpChg>
        <pc:grpChg chg="mod">
          <ac:chgData name="Palit, Tapti" userId="dec6fbcd-7598-406a-8cbf-504d4a3bac15" providerId="ADAL" clId="{ECD42228-5B96-4A72-B268-C46DF994E6B7}" dt="2024-01-31T02:46:44.688" v="95637"/>
          <ac:grpSpMkLst>
            <pc:docMk/>
            <pc:sldMk cId="1806841782" sldId="1183"/>
            <ac:grpSpMk id="33" creationId="{E70A8AAF-2289-FC0F-F039-3BB4599DB82E}"/>
          </ac:grpSpMkLst>
        </pc:grpChg>
        <pc:grpChg chg="add mod">
          <ac:chgData name="Palit, Tapti" userId="dec6fbcd-7598-406a-8cbf-504d4a3bac15" providerId="ADAL" clId="{ECD42228-5B96-4A72-B268-C46DF994E6B7}" dt="2024-01-31T03:45:51.259" v="96732" actId="1076"/>
          <ac:grpSpMkLst>
            <pc:docMk/>
            <pc:sldMk cId="1806841782" sldId="1183"/>
            <ac:grpSpMk id="215" creationId="{E91DB2D8-40D2-7757-7D79-2ACD04D1EC5B}"/>
          </ac:grpSpMkLst>
        </pc:grpChg>
        <pc:grpChg chg="add mod">
          <ac:chgData name="Palit, Tapti" userId="dec6fbcd-7598-406a-8cbf-504d4a3bac15" providerId="ADAL" clId="{ECD42228-5B96-4A72-B268-C46DF994E6B7}" dt="2024-02-09T03:03:08.569" v="102899" actId="14100"/>
          <ac:grpSpMkLst>
            <pc:docMk/>
            <pc:sldMk cId="1806841782" sldId="1183"/>
            <ac:grpSpMk id="4144" creationId="{084EB515-0C61-4369-B309-72458219290A}"/>
          </ac:grpSpMkLst>
        </pc:grpChg>
        <pc:grpChg chg="add mod">
          <ac:chgData name="Palit, Tapti" userId="dec6fbcd-7598-406a-8cbf-504d4a3bac15" providerId="ADAL" clId="{ECD42228-5B96-4A72-B268-C46DF994E6B7}" dt="2024-01-31T03:19:38.159" v="96183"/>
          <ac:grpSpMkLst>
            <pc:docMk/>
            <pc:sldMk cId="1806841782" sldId="1183"/>
            <ac:grpSpMk id="4152" creationId="{F6A96875-011D-6DB6-15AB-DF65EA287B3E}"/>
          </ac:grpSpMkLst>
        </pc:grpChg>
        <pc:grpChg chg="add mod">
          <ac:chgData name="Palit, Tapti" userId="dec6fbcd-7598-406a-8cbf-504d4a3bac15" providerId="ADAL" clId="{ECD42228-5B96-4A72-B268-C46DF994E6B7}" dt="2024-01-31T03:19:38.159" v="96183"/>
          <ac:grpSpMkLst>
            <pc:docMk/>
            <pc:sldMk cId="1806841782" sldId="1183"/>
            <ac:grpSpMk id="4158" creationId="{498C8175-9AE2-DD75-C53D-4A8FB12BCE31}"/>
          </ac:grpSpMkLst>
        </pc:grpChg>
        <pc:grpChg chg="mod">
          <ac:chgData name="Palit, Tapti" userId="dec6fbcd-7598-406a-8cbf-504d4a3bac15" providerId="ADAL" clId="{ECD42228-5B96-4A72-B268-C46DF994E6B7}" dt="2024-01-31T03:19:38.159" v="96183"/>
          <ac:grpSpMkLst>
            <pc:docMk/>
            <pc:sldMk cId="1806841782" sldId="1183"/>
            <ac:grpSpMk id="4159" creationId="{EBF3449C-34AE-9FF4-B14A-826A9480D354}"/>
          </ac:grpSpMkLst>
        </pc:grpChg>
        <pc:grpChg chg="add mod">
          <ac:chgData name="Palit, Tapti" userId="dec6fbcd-7598-406a-8cbf-504d4a3bac15" providerId="ADAL" clId="{ECD42228-5B96-4A72-B268-C46DF994E6B7}" dt="2024-02-08T20:48:40.342" v="100717" actId="14100"/>
          <ac:grpSpMkLst>
            <pc:docMk/>
            <pc:sldMk cId="1806841782" sldId="1183"/>
            <ac:grpSpMk id="4169" creationId="{3FBCE1FD-F3F3-EB0B-850A-CFBDB82419DA}"/>
          </ac:grpSpMkLst>
        </pc:grpChg>
        <pc:grpChg chg="add mod">
          <ac:chgData name="Palit, Tapti" userId="dec6fbcd-7598-406a-8cbf-504d4a3bac15" providerId="ADAL" clId="{ECD42228-5B96-4A72-B268-C46DF994E6B7}" dt="2024-02-08T20:48:40.342" v="100717" actId="14100"/>
          <ac:grpSpMkLst>
            <pc:docMk/>
            <pc:sldMk cId="1806841782" sldId="1183"/>
            <ac:grpSpMk id="4174" creationId="{C039DC35-178B-3F02-3AEC-BAC523F849F3}"/>
          </ac:grpSpMkLst>
        </pc:grpChg>
        <pc:grpChg chg="mod">
          <ac:chgData name="Palit, Tapti" userId="dec6fbcd-7598-406a-8cbf-504d4a3bac15" providerId="ADAL" clId="{ECD42228-5B96-4A72-B268-C46DF994E6B7}" dt="2024-02-08T20:48:40.342" v="100717" actId="14100"/>
          <ac:grpSpMkLst>
            <pc:docMk/>
            <pc:sldMk cId="1806841782" sldId="1183"/>
            <ac:grpSpMk id="4175" creationId="{3C838660-1E6E-207D-A5CE-7136AD3E0AED}"/>
          </ac:grpSpMkLst>
        </pc:grpChg>
        <pc:grpChg chg="add mod">
          <ac:chgData name="Palit, Tapti" userId="dec6fbcd-7598-406a-8cbf-504d4a3bac15" providerId="ADAL" clId="{ECD42228-5B96-4A72-B268-C46DF994E6B7}" dt="2024-02-08T20:48:40.342" v="100717" actId="14100"/>
          <ac:grpSpMkLst>
            <pc:docMk/>
            <pc:sldMk cId="1806841782" sldId="1183"/>
            <ac:grpSpMk id="4189" creationId="{89D3AF85-9493-6510-58B0-67ABC55656D3}"/>
          </ac:grpSpMkLst>
        </pc:grpChg>
        <pc:grpChg chg="add mod">
          <ac:chgData name="Palit, Tapti" userId="dec6fbcd-7598-406a-8cbf-504d4a3bac15" providerId="ADAL" clId="{ECD42228-5B96-4A72-B268-C46DF994E6B7}" dt="2024-02-08T20:48:40.342" v="100717" actId="14100"/>
          <ac:grpSpMkLst>
            <pc:docMk/>
            <pc:sldMk cId="1806841782" sldId="1183"/>
            <ac:grpSpMk id="4193" creationId="{BEF9D665-993E-0B7C-6310-70E8F70F342D}"/>
          </ac:grpSpMkLst>
        </pc:grpChg>
        <pc:grpChg chg="add mod">
          <ac:chgData name="Palit, Tapti" userId="dec6fbcd-7598-406a-8cbf-504d4a3bac15" providerId="ADAL" clId="{ECD42228-5B96-4A72-B268-C46DF994E6B7}" dt="2024-02-08T20:48:40.342" v="100717" actId="14100"/>
          <ac:grpSpMkLst>
            <pc:docMk/>
            <pc:sldMk cId="1806841782" sldId="1183"/>
            <ac:grpSpMk id="4195" creationId="{7CDEED5A-0DCB-5164-FBF2-822157DACB5A}"/>
          </ac:grpSpMkLst>
        </pc:grpChg>
        <pc:grpChg chg="add mod">
          <ac:chgData name="Palit, Tapti" userId="dec6fbcd-7598-406a-8cbf-504d4a3bac15" providerId="ADAL" clId="{ECD42228-5B96-4A72-B268-C46DF994E6B7}" dt="2024-02-08T20:48:40.342" v="100717" actId="14100"/>
          <ac:grpSpMkLst>
            <pc:docMk/>
            <pc:sldMk cId="1806841782" sldId="1183"/>
            <ac:grpSpMk id="5141" creationId="{33566291-17C9-03A3-9493-968869FAA976}"/>
          </ac:grpSpMkLst>
        </pc:grpChg>
        <pc:grpChg chg="add mod">
          <ac:chgData name="Palit, Tapti" userId="dec6fbcd-7598-406a-8cbf-504d4a3bac15" providerId="ADAL" clId="{ECD42228-5B96-4A72-B268-C46DF994E6B7}" dt="2024-02-09T03:03:08.569" v="102899" actId="14100"/>
          <ac:grpSpMkLst>
            <pc:docMk/>
            <pc:sldMk cId="1806841782" sldId="1183"/>
            <ac:grpSpMk id="5142" creationId="{FE401C20-86E8-5F98-5406-6A5E01804E9D}"/>
          </ac:grpSpMkLst>
        </pc:grpChg>
        <pc:picChg chg="add mod">
          <ac:chgData name="Palit, Tapti" userId="dec6fbcd-7598-406a-8cbf-504d4a3bac15" providerId="ADAL" clId="{ECD42228-5B96-4A72-B268-C46DF994E6B7}" dt="2024-01-31T03:30:29.814" v="96432" actId="1038"/>
          <ac:picMkLst>
            <pc:docMk/>
            <pc:sldMk cId="1806841782" sldId="1183"/>
            <ac:picMk id="4098" creationId="{5A1934BC-6E28-0DA8-E5A6-6B9DA7B384D3}"/>
          </ac:picMkLst>
        </pc:picChg>
        <pc:picChg chg="add mod">
          <ac:chgData name="Palit, Tapti" userId="dec6fbcd-7598-406a-8cbf-504d4a3bac15" providerId="ADAL" clId="{ECD42228-5B96-4A72-B268-C46DF994E6B7}" dt="2024-01-31T03:44:12.754" v="96712" actId="1076"/>
          <ac:picMkLst>
            <pc:docMk/>
            <pc:sldMk cId="1806841782" sldId="1183"/>
            <ac:picMk id="4100" creationId="{DE8C143C-D61C-7B59-A99A-48F2C3C81544}"/>
          </ac:picMkLst>
        </pc:picChg>
        <pc:picChg chg="add mod">
          <ac:chgData name="Palit, Tapti" userId="dec6fbcd-7598-406a-8cbf-504d4a3bac15" providerId="ADAL" clId="{ECD42228-5B96-4A72-B268-C46DF994E6B7}" dt="2024-02-09T03:03:08.569" v="102899" actId="14100"/>
          <ac:picMkLst>
            <pc:docMk/>
            <pc:sldMk cId="1806841782" sldId="1183"/>
            <ac:picMk id="4102" creationId="{0BB0A97C-BD4C-3BCF-D75E-79997921153F}"/>
          </ac:picMkLst>
        </pc:picChg>
        <pc:picChg chg="add del mod">
          <ac:chgData name="Palit, Tapti" userId="dec6fbcd-7598-406a-8cbf-504d4a3bac15" providerId="ADAL" clId="{ECD42228-5B96-4A72-B268-C46DF994E6B7}" dt="2024-01-31T03:36:44.135" v="96543" actId="21"/>
          <ac:picMkLst>
            <pc:docMk/>
            <pc:sldMk cId="1806841782" sldId="1183"/>
            <ac:picMk id="4199" creationId="{25EA7522-225E-47B7-CCDE-5881ED5E9B9A}"/>
          </ac:picMkLst>
        </pc:picChg>
        <pc:picChg chg="add del mod">
          <ac:chgData name="Palit, Tapti" userId="dec6fbcd-7598-406a-8cbf-504d4a3bac15" providerId="ADAL" clId="{ECD42228-5B96-4A72-B268-C46DF994E6B7}" dt="2024-01-31T03:31:40.925" v="96465" actId="478"/>
          <ac:picMkLst>
            <pc:docMk/>
            <pc:sldMk cId="1806841782" sldId="1183"/>
            <ac:picMk id="4201" creationId="{12933029-26B5-34FF-C11D-91DF20BC1F49}"/>
          </ac:picMkLst>
        </pc:picChg>
        <pc:picChg chg="add mod">
          <ac:chgData name="Palit, Tapti" userId="dec6fbcd-7598-406a-8cbf-504d4a3bac15" providerId="ADAL" clId="{ECD42228-5B96-4A72-B268-C46DF994E6B7}" dt="2024-01-31T03:44:35.556" v="96715" actId="1076"/>
          <ac:picMkLst>
            <pc:docMk/>
            <pc:sldMk cId="1806841782" sldId="1183"/>
            <ac:picMk id="4202" creationId="{1FD005C8-E3C1-305B-B814-CBF22BEE1006}"/>
          </ac:picMkLst>
        </pc:picChg>
        <pc:picChg chg="add mod">
          <ac:chgData name="Palit, Tapti" userId="dec6fbcd-7598-406a-8cbf-504d4a3bac15" providerId="ADAL" clId="{ECD42228-5B96-4A72-B268-C46DF994E6B7}" dt="2024-01-31T03:44:35.556" v="96715" actId="1076"/>
          <ac:picMkLst>
            <pc:docMk/>
            <pc:sldMk cId="1806841782" sldId="1183"/>
            <ac:picMk id="4203" creationId="{A74444C1-6D37-EA16-3C34-A5BF4584E5EA}"/>
          </ac:picMkLst>
        </pc:picChg>
        <pc:picChg chg="add mod">
          <ac:chgData name="Palit, Tapti" userId="dec6fbcd-7598-406a-8cbf-504d4a3bac15" providerId="ADAL" clId="{ECD42228-5B96-4A72-B268-C46DF994E6B7}" dt="2024-01-31T03:44:35.556" v="96715" actId="1076"/>
          <ac:picMkLst>
            <pc:docMk/>
            <pc:sldMk cId="1806841782" sldId="1183"/>
            <ac:picMk id="4212" creationId="{25EA7522-225E-47B7-CCDE-5881ED5E9B9A}"/>
          </ac:picMkLst>
        </pc:picChg>
        <pc:picChg chg="add mod">
          <ac:chgData name="Palit, Tapti" userId="dec6fbcd-7598-406a-8cbf-504d4a3bac15" providerId="ADAL" clId="{ECD42228-5B96-4A72-B268-C46DF994E6B7}" dt="2024-01-31T03:44:35.556" v="96715" actId="1076"/>
          <ac:picMkLst>
            <pc:docMk/>
            <pc:sldMk cId="1806841782" sldId="1183"/>
            <ac:picMk id="4215" creationId="{C9BD07D6-737A-88F9-2B15-BBFDEE76E2DA}"/>
          </ac:picMkLst>
        </pc:picChg>
        <pc:picChg chg="add mod">
          <ac:chgData name="Palit, Tapti" userId="dec6fbcd-7598-406a-8cbf-504d4a3bac15" providerId="ADAL" clId="{ECD42228-5B96-4A72-B268-C46DF994E6B7}" dt="2024-02-08T20:48:40.342" v="100717" actId="14100"/>
          <ac:picMkLst>
            <pc:docMk/>
            <pc:sldMk cId="1806841782" sldId="1183"/>
            <ac:picMk id="5122" creationId="{E033299F-905C-18E1-825A-C97CBA773E2F}"/>
          </ac:picMkLst>
        </pc:picChg>
        <pc:cxnChg chg="mod">
          <ac:chgData name="Palit, Tapti" userId="dec6fbcd-7598-406a-8cbf-504d4a3bac15" providerId="ADAL" clId="{ECD42228-5B96-4A72-B268-C46DF994E6B7}" dt="2024-01-31T02:46:36.707" v="95636" actId="478"/>
          <ac:cxnSpMkLst>
            <pc:docMk/>
            <pc:sldMk cId="1806841782" sldId="1183"/>
            <ac:cxnSpMk id="12" creationId="{F25897AD-5766-5588-FB9F-217E88274B2A}"/>
          </ac:cxnSpMkLst>
        </pc:cxnChg>
        <pc:cxnChg chg="mod">
          <ac:chgData name="Palit, Tapti" userId="dec6fbcd-7598-406a-8cbf-504d4a3bac15" providerId="ADAL" clId="{ECD42228-5B96-4A72-B268-C46DF994E6B7}" dt="2024-01-31T02:46:36.707" v="95636" actId="478"/>
          <ac:cxnSpMkLst>
            <pc:docMk/>
            <pc:sldMk cId="1806841782" sldId="1183"/>
            <ac:cxnSpMk id="13" creationId="{9D92D0E4-7DE2-5588-09D1-5CD32E33C3AB}"/>
          </ac:cxnSpMkLst>
        </pc:cxnChg>
        <pc:cxnChg chg="mod">
          <ac:chgData name="Palit, Tapti" userId="dec6fbcd-7598-406a-8cbf-504d4a3bac15" providerId="ADAL" clId="{ECD42228-5B96-4A72-B268-C46DF994E6B7}" dt="2024-01-31T02:46:36.707" v="95636" actId="478"/>
          <ac:cxnSpMkLst>
            <pc:docMk/>
            <pc:sldMk cId="1806841782" sldId="1183"/>
            <ac:cxnSpMk id="14" creationId="{1B31DD56-1E59-BFE5-42E6-2E4915BD0E7D}"/>
          </ac:cxnSpMkLst>
        </pc:cxnChg>
        <pc:cxnChg chg="mod">
          <ac:chgData name="Palit, Tapti" userId="dec6fbcd-7598-406a-8cbf-504d4a3bac15" providerId="ADAL" clId="{ECD42228-5B96-4A72-B268-C46DF994E6B7}" dt="2024-01-31T02:46:36.707" v="95636" actId="478"/>
          <ac:cxnSpMkLst>
            <pc:docMk/>
            <pc:sldMk cId="1806841782" sldId="1183"/>
            <ac:cxnSpMk id="15" creationId="{BF3A4D39-C26E-78FD-263E-A55D98B9F77F}"/>
          </ac:cxnSpMkLst>
        </pc:cxnChg>
        <pc:cxnChg chg="mod">
          <ac:chgData name="Palit, Tapti" userId="dec6fbcd-7598-406a-8cbf-504d4a3bac15" providerId="ADAL" clId="{ECD42228-5B96-4A72-B268-C46DF994E6B7}" dt="2024-01-31T02:46:36.707" v="95636" actId="478"/>
          <ac:cxnSpMkLst>
            <pc:docMk/>
            <pc:sldMk cId="1806841782" sldId="1183"/>
            <ac:cxnSpMk id="16" creationId="{6D6464B6-8586-7466-2897-2EFE54BB1427}"/>
          </ac:cxnSpMkLst>
        </pc:cxnChg>
        <pc:cxnChg chg="mod">
          <ac:chgData name="Palit, Tapti" userId="dec6fbcd-7598-406a-8cbf-504d4a3bac15" providerId="ADAL" clId="{ECD42228-5B96-4A72-B268-C46DF994E6B7}" dt="2024-01-31T02:46:36.707" v="95636" actId="478"/>
          <ac:cxnSpMkLst>
            <pc:docMk/>
            <pc:sldMk cId="1806841782" sldId="1183"/>
            <ac:cxnSpMk id="18" creationId="{9A3A4C8C-E99C-6123-FC8D-B9390892C188}"/>
          </ac:cxnSpMkLst>
        </pc:cxnChg>
        <pc:cxnChg chg="mod">
          <ac:chgData name="Palit, Tapti" userId="dec6fbcd-7598-406a-8cbf-504d4a3bac15" providerId="ADAL" clId="{ECD42228-5B96-4A72-B268-C46DF994E6B7}" dt="2024-01-31T02:46:36.707" v="95636" actId="478"/>
          <ac:cxnSpMkLst>
            <pc:docMk/>
            <pc:sldMk cId="1806841782" sldId="1183"/>
            <ac:cxnSpMk id="20" creationId="{64424CE7-8DF2-08B0-1656-1A8AD3F0AB8B}"/>
          </ac:cxnSpMkLst>
        </pc:cxnChg>
        <pc:cxnChg chg="mod">
          <ac:chgData name="Palit, Tapti" userId="dec6fbcd-7598-406a-8cbf-504d4a3bac15" providerId="ADAL" clId="{ECD42228-5B96-4A72-B268-C46DF994E6B7}" dt="2024-01-31T02:46:36.707" v="95636" actId="478"/>
          <ac:cxnSpMkLst>
            <pc:docMk/>
            <pc:sldMk cId="1806841782" sldId="1183"/>
            <ac:cxnSpMk id="22" creationId="{2AF4B52D-C13D-A867-6E1E-B76E19F05750}"/>
          </ac:cxnSpMkLst>
        </pc:cxnChg>
        <pc:cxnChg chg="mod">
          <ac:chgData name="Palit, Tapti" userId="dec6fbcd-7598-406a-8cbf-504d4a3bac15" providerId="ADAL" clId="{ECD42228-5B96-4A72-B268-C46DF994E6B7}" dt="2024-01-31T02:46:36.707" v="95636" actId="478"/>
          <ac:cxnSpMkLst>
            <pc:docMk/>
            <pc:sldMk cId="1806841782" sldId="1183"/>
            <ac:cxnSpMk id="24" creationId="{EF61ABE1-A8EF-73C7-5C61-CC11F3DED634}"/>
          </ac:cxnSpMkLst>
        </pc:cxnChg>
        <pc:cxnChg chg="mod">
          <ac:chgData name="Palit, Tapti" userId="dec6fbcd-7598-406a-8cbf-504d4a3bac15" providerId="ADAL" clId="{ECD42228-5B96-4A72-B268-C46DF994E6B7}" dt="2024-01-31T02:46:36.707" v="95636" actId="478"/>
          <ac:cxnSpMkLst>
            <pc:docMk/>
            <pc:sldMk cId="1806841782" sldId="1183"/>
            <ac:cxnSpMk id="25" creationId="{C28F6C99-8B4C-BC52-22AE-9DDA922BDC00}"/>
          </ac:cxnSpMkLst>
        </pc:cxnChg>
        <pc:cxnChg chg="mod">
          <ac:chgData name="Palit, Tapti" userId="dec6fbcd-7598-406a-8cbf-504d4a3bac15" providerId="ADAL" clId="{ECD42228-5B96-4A72-B268-C46DF994E6B7}" dt="2024-01-31T02:46:44.688" v="95637"/>
          <ac:cxnSpMkLst>
            <pc:docMk/>
            <pc:sldMk cId="1806841782" sldId="1183"/>
            <ac:cxnSpMk id="29" creationId="{E387AA58-91E8-0788-92E7-380CB473BBC4}"/>
          </ac:cxnSpMkLst>
        </pc:cxnChg>
        <pc:cxnChg chg="mod">
          <ac:chgData name="Palit, Tapti" userId="dec6fbcd-7598-406a-8cbf-504d4a3bac15" providerId="ADAL" clId="{ECD42228-5B96-4A72-B268-C46DF994E6B7}" dt="2024-01-31T02:46:44.688" v="95637"/>
          <ac:cxnSpMkLst>
            <pc:docMk/>
            <pc:sldMk cId="1806841782" sldId="1183"/>
            <ac:cxnSpMk id="32" creationId="{A4FA18B7-5D2A-6B62-BBC7-78DCA18FB30F}"/>
          </ac:cxnSpMkLst>
        </pc:cxnChg>
        <pc:cxnChg chg="mod">
          <ac:chgData name="Palit, Tapti" userId="dec6fbcd-7598-406a-8cbf-504d4a3bac15" providerId="ADAL" clId="{ECD42228-5B96-4A72-B268-C46DF994E6B7}" dt="2024-01-31T02:46:44.688" v="95637"/>
          <ac:cxnSpMkLst>
            <pc:docMk/>
            <pc:sldMk cId="1806841782" sldId="1183"/>
            <ac:cxnSpMk id="35" creationId="{67F6D269-CE08-716E-1BB0-029485B91DC2}"/>
          </ac:cxnSpMkLst>
        </pc:cxnChg>
        <pc:cxnChg chg="mod">
          <ac:chgData name="Palit, Tapti" userId="dec6fbcd-7598-406a-8cbf-504d4a3bac15" providerId="ADAL" clId="{ECD42228-5B96-4A72-B268-C46DF994E6B7}" dt="2024-01-31T02:46:44.688" v="95637"/>
          <ac:cxnSpMkLst>
            <pc:docMk/>
            <pc:sldMk cId="1806841782" sldId="1183"/>
            <ac:cxnSpMk id="37" creationId="{4BBD96DD-B044-65AC-C399-8244B798E87E}"/>
          </ac:cxnSpMkLst>
        </pc:cxnChg>
        <pc:cxnChg chg="mod">
          <ac:chgData name="Palit, Tapti" userId="dec6fbcd-7598-406a-8cbf-504d4a3bac15" providerId="ADAL" clId="{ECD42228-5B96-4A72-B268-C46DF994E6B7}" dt="2024-01-31T02:59:48.616" v="95897" actId="478"/>
          <ac:cxnSpMkLst>
            <pc:docMk/>
            <pc:sldMk cId="1806841782" sldId="1183"/>
            <ac:cxnSpMk id="44" creationId="{D9B20728-16E4-BA54-B57B-675D87E6B77A}"/>
          </ac:cxnSpMkLst>
        </pc:cxnChg>
        <pc:cxnChg chg="mod">
          <ac:chgData name="Palit, Tapti" userId="dec6fbcd-7598-406a-8cbf-504d4a3bac15" providerId="ADAL" clId="{ECD42228-5B96-4A72-B268-C46DF994E6B7}" dt="2024-01-31T02:59:48.616" v="95897" actId="478"/>
          <ac:cxnSpMkLst>
            <pc:docMk/>
            <pc:sldMk cId="1806841782" sldId="1183"/>
            <ac:cxnSpMk id="45" creationId="{D6E46682-73F0-1245-F696-ED586D2F5965}"/>
          </ac:cxnSpMkLst>
        </pc:cxnChg>
        <pc:cxnChg chg="mod">
          <ac:chgData name="Palit, Tapti" userId="dec6fbcd-7598-406a-8cbf-504d4a3bac15" providerId="ADAL" clId="{ECD42228-5B96-4A72-B268-C46DF994E6B7}" dt="2024-01-31T02:59:48.616" v="95897" actId="478"/>
          <ac:cxnSpMkLst>
            <pc:docMk/>
            <pc:sldMk cId="1806841782" sldId="1183"/>
            <ac:cxnSpMk id="46" creationId="{3E070F07-2B65-BFF9-C180-A4F04CBCC244}"/>
          </ac:cxnSpMkLst>
        </pc:cxnChg>
        <pc:cxnChg chg="mod">
          <ac:chgData name="Palit, Tapti" userId="dec6fbcd-7598-406a-8cbf-504d4a3bac15" providerId="ADAL" clId="{ECD42228-5B96-4A72-B268-C46DF994E6B7}" dt="2024-01-31T02:59:48.616" v="95897" actId="478"/>
          <ac:cxnSpMkLst>
            <pc:docMk/>
            <pc:sldMk cId="1806841782" sldId="1183"/>
            <ac:cxnSpMk id="48" creationId="{AFB39CEA-4750-6E13-02EC-9C6380515664}"/>
          </ac:cxnSpMkLst>
        </pc:cxnChg>
        <pc:cxnChg chg="mod">
          <ac:chgData name="Palit, Tapti" userId="dec6fbcd-7598-406a-8cbf-504d4a3bac15" providerId="ADAL" clId="{ECD42228-5B96-4A72-B268-C46DF994E6B7}" dt="2024-01-31T02:59:48.616" v="95897" actId="478"/>
          <ac:cxnSpMkLst>
            <pc:docMk/>
            <pc:sldMk cId="1806841782" sldId="1183"/>
            <ac:cxnSpMk id="51" creationId="{45229D00-6888-5A78-21A1-1B45D236AE18}"/>
          </ac:cxnSpMkLst>
        </pc:cxnChg>
        <pc:cxnChg chg="add mod">
          <ac:chgData name="Palit, Tapti" userId="dec6fbcd-7598-406a-8cbf-504d4a3bac15" providerId="ADAL" clId="{ECD42228-5B96-4A72-B268-C46DF994E6B7}" dt="2024-01-31T03:42:59.333" v="96698" actId="1076"/>
          <ac:cxnSpMkLst>
            <pc:docMk/>
            <pc:sldMk cId="1806841782" sldId="1183"/>
            <ac:cxnSpMk id="58" creationId="{56845958-88B9-8B24-999E-58AE696AEFDF}"/>
          </ac:cxnSpMkLst>
        </pc:cxnChg>
        <pc:cxnChg chg="add mod">
          <ac:chgData name="Palit, Tapti" userId="dec6fbcd-7598-406a-8cbf-504d4a3bac15" providerId="ADAL" clId="{ECD42228-5B96-4A72-B268-C46DF994E6B7}" dt="2024-01-31T03:43:05.354" v="96701" actId="1076"/>
          <ac:cxnSpMkLst>
            <pc:docMk/>
            <pc:sldMk cId="1806841782" sldId="1183"/>
            <ac:cxnSpMk id="59" creationId="{C58F380C-256F-3F87-4EF2-7FCD9B86A3FE}"/>
          </ac:cxnSpMkLst>
        </pc:cxnChg>
        <pc:cxnChg chg="add mod">
          <ac:chgData name="Palit, Tapti" userId="dec6fbcd-7598-406a-8cbf-504d4a3bac15" providerId="ADAL" clId="{ECD42228-5B96-4A72-B268-C46DF994E6B7}" dt="2024-01-31T03:42:57.723" v="96697" actId="1076"/>
          <ac:cxnSpMkLst>
            <pc:docMk/>
            <pc:sldMk cId="1806841782" sldId="1183"/>
            <ac:cxnSpMk id="60" creationId="{C96006E0-0752-3486-0562-10DF6C182229}"/>
          </ac:cxnSpMkLst>
        </pc:cxnChg>
        <pc:cxnChg chg="add del mod">
          <ac:chgData name="Palit, Tapti" userId="dec6fbcd-7598-406a-8cbf-504d4a3bac15" providerId="ADAL" clId="{ECD42228-5B96-4A72-B268-C46DF994E6B7}" dt="2024-01-31T02:54:56.083" v="95742" actId="478"/>
          <ac:cxnSpMkLst>
            <pc:docMk/>
            <pc:sldMk cId="1806841782" sldId="1183"/>
            <ac:cxnSpMk id="61" creationId="{64C1BECE-11C5-CD11-8495-437AE375E2E9}"/>
          </ac:cxnSpMkLst>
        </pc:cxnChg>
        <pc:cxnChg chg="add mod">
          <ac:chgData name="Palit, Tapti" userId="dec6fbcd-7598-406a-8cbf-504d4a3bac15" providerId="ADAL" clId="{ECD42228-5B96-4A72-B268-C46DF994E6B7}" dt="2024-01-31T03:42:57.723" v="96697" actId="1076"/>
          <ac:cxnSpMkLst>
            <pc:docMk/>
            <pc:sldMk cId="1806841782" sldId="1183"/>
            <ac:cxnSpMk id="73" creationId="{F158398E-A6A1-B999-9495-657C1B608C5B}"/>
          </ac:cxnSpMkLst>
        </pc:cxnChg>
        <pc:cxnChg chg="add mod">
          <ac:chgData name="Palit, Tapti" userId="dec6fbcd-7598-406a-8cbf-504d4a3bac15" providerId="ADAL" clId="{ECD42228-5B96-4A72-B268-C46DF994E6B7}" dt="2024-01-31T03:42:49.376" v="96695" actId="1076"/>
          <ac:cxnSpMkLst>
            <pc:docMk/>
            <pc:sldMk cId="1806841782" sldId="1183"/>
            <ac:cxnSpMk id="74" creationId="{11176A2E-1778-88DA-20CB-CF7328B7618B}"/>
          </ac:cxnSpMkLst>
        </pc:cxnChg>
        <pc:cxnChg chg="add mod">
          <ac:chgData name="Palit, Tapti" userId="dec6fbcd-7598-406a-8cbf-504d4a3bac15" providerId="ADAL" clId="{ECD42228-5B96-4A72-B268-C46DF994E6B7}" dt="2024-01-31T03:42:53.067" v="96696" actId="1076"/>
          <ac:cxnSpMkLst>
            <pc:docMk/>
            <pc:sldMk cId="1806841782" sldId="1183"/>
            <ac:cxnSpMk id="75" creationId="{9161C1BB-B0C0-18FD-9808-2BFC99366E29}"/>
          </ac:cxnSpMkLst>
        </pc:cxnChg>
        <pc:cxnChg chg="add mod">
          <ac:chgData name="Palit, Tapti" userId="dec6fbcd-7598-406a-8cbf-504d4a3bac15" providerId="ADAL" clId="{ECD42228-5B96-4A72-B268-C46DF994E6B7}" dt="2024-01-31T03:42:59.333" v="96698" actId="1076"/>
          <ac:cxnSpMkLst>
            <pc:docMk/>
            <pc:sldMk cId="1806841782" sldId="1183"/>
            <ac:cxnSpMk id="76" creationId="{248C790A-2ABF-1116-2F60-86A80C700DD3}"/>
          </ac:cxnSpMkLst>
        </pc:cxnChg>
        <pc:cxnChg chg="add del mod">
          <ac:chgData name="Palit, Tapti" userId="dec6fbcd-7598-406a-8cbf-504d4a3bac15" providerId="ADAL" clId="{ECD42228-5B96-4A72-B268-C46DF994E6B7}" dt="2024-01-31T02:51:10.478" v="95679" actId="478"/>
          <ac:cxnSpMkLst>
            <pc:docMk/>
            <pc:sldMk cId="1806841782" sldId="1183"/>
            <ac:cxnSpMk id="77" creationId="{CB25764B-2880-1DD9-6ECA-AC625C7D514A}"/>
          </ac:cxnSpMkLst>
        </pc:cxnChg>
        <pc:cxnChg chg="add del mod">
          <ac:chgData name="Palit, Tapti" userId="dec6fbcd-7598-406a-8cbf-504d4a3bac15" providerId="ADAL" clId="{ECD42228-5B96-4A72-B268-C46DF994E6B7}" dt="2024-01-31T02:51:44.443" v="95689" actId="478"/>
          <ac:cxnSpMkLst>
            <pc:docMk/>
            <pc:sldMk cId="1806841782" sldId="1183"/>
            <ac:cxnSpMk id="78" creationId="{1C15BD5A-5E67-E593-34E7-0ECB7756341F}"/>
          </ac:cxnSpMkLst>
        </pc:cxnChg>
        <pc:cxnChg chg="add mod">
          <ac:chgData name="Palit, Tapti" userId="dec6fbcd-7598-406a-8cbf-504d4a3bac15" providerId="ADAL" clId="{ECD42228-5B96-4A72-B268-C46DF994E6B7}" dt="2024-01-31T03:43:07.660" v="96702" actId="1076"/>
          <ac:cxnSpMkLst>
            <pc:docMk/>
            <pc:sldMk cId="1806841782" sldId="1183"/>
            <ac:cxnSpMk id="79" creationId="{509E3274-334B-37FE-2F49-B7244499951D}"/>
          </ac:cxnSpMkLst>
        </pc:cxnChg>
        <pc:cxnChg chg="add mod">
          <ac:chgData name="Palit, Tapti" userId="dec6fbcd-7598-406a-8cbf-504d4a3bac15" providerId="ADAL" clId="{ECD42228-5B96-4A72-B268-C46DF994E6B7}" dt="2024-01-31T03:43:16.385" v="96705" actId="1076"/>
          <ac:cxnSpMkLst>
            <pc:docMk/>
            <pc:sldMk cId="1806841782" sldId="1183"/>
            <ac:cxnSpMk id="80" creationId="{A25B4DFD-73FC-166B-B13A-E41C69896F7F}"/>
          </ac:cxnSpMkLst>
        </pc:cxnChg>
        <pc:cxnChg chg="add del mod">
          <ac:chgData name="Palit, Tapti" userId="dec6fbcd-7598-406a-8cbf-504d4a3bac15" providerId="ADAL" clId="{ECD42228-5B96-4A72-B268-C46DF994E6B7}" dt="2024-01-31T02:51:44.443" v="95689" actId="478"/>
          <ac:cxnSpMkLst>
            <pc:docMk/>
            <pc:sldMk cId="1806841782" sldId="1183"/>
            <ac:cxnSpMk id="82" creationId="{B274CAEC-25DD-D4DA-AD2D-5CA25D48E096}"/>
          </ac:cxnSpMkLst>
        </pc:cxnChg>
        <pc:cxnChg chg="add del mod">
          <ac:chgData name="Palit, Tapti" userId="dec6fbcd-7598-406a-8cbf-504d4a3bac15" providerId="ADAL" clId="{ECD42228-5B96-4A72-B268-C46DF994E6B7}" dt="2024-01-31T02:51:44.443" v="95689" actId="478"/>
          <ac:cxnSpMkLst>
            <pc:docMk/>
            <pc:sldMk cId="1806841782" sldId="1183"/>
            <ac:cxnSpMk id="83" creationId="{4B57F636-3729-FE19-ECF1-74B1597270B5}"/>
          </ac:cxnSpMkLst>
        </pc:cxnChg>
        <pc:cxnChg chg="add mod">
          <ac:chgData name="Palit, Tapti" userId="dec6fbcd-7598-406a-8cbf-504d4a3bac15" providerId="ADAL" clId="{ECD42228-5B96-4A72-B268-C46DF994E6B7}" dt="2024-01-31T03:42:42.936" v="96693" actId="1076"/>
          <ac:cxnSpMkLst>
            <pc:docMk/>
            <pc:sldMk cId="1806841782" sldId="1183"/>
            <ac:cxnSpMk id="84" creationId="{85BBDC3D-4B65-9C8F-127D-EFB811F34C79}"/>
          </ac:cxnSpMkLst>
        </pc:cxnChg>
        <pc:cxnChg chg="add mod">
          <ac:chgData name="Palit, Tapti" userId="dec6fbcd-7598-406a-8cbf-504d4a3bac15" providerId="ADAL" clId="{ECD42228-5B96-4A72-B268-C46DF994E6B7}" dt="2024-01-31T03:42:40.301" v="96692" actId="1076"/>
          <ac:cxnSpMkLst>
            <pc:docMk/>
            <pc:sldMk cId="1806841782" sldId="1183"/>
            <ac:cxnSpMk id="85" creationId="{A1B37A33-B2FC-8C76-A96C-772B2ED7AF3F}"/>
          </ac:cxnSpMkLst>
        </pc:cxnChg>
        <pc:cxnChg chg="add mod">
          <ac:chgData name="Palit, Tapti" userId="dec6fbcd-7598-406a-8cbf-504d4a3bac15" providerId="ADAL" clId="{ECD42228-5B96-4A72-B268-C46DF994E6B7}" dt="2024-01-31T03:30:29.814" v="96432" actId="1038"/>
          <ac:cxnSpMkLst>
            <pc:docMk/>
            <pc:sldMk cId="1806841782" sldId="1183"/>
            <ac:cxnSpMk id="86" creationId="{C45E4A23-A720-10C4-7263-567EC8ACB3E5}"/>
          </ac:cxnSpMkLst>
        </pc:cxnChg>
        <pc:cxnChg chg="add mod">
          <ac:chgData name="Palit, Tapti" userId="dec6fbcd-7598-406a-8cbf-504d4a3bac15" providerId="ADAL" clId="{ECD42228-5B96-4A72-B268-C46DF994E6B7}" dt="2024-01-31T03:30:29.814" v="96432" actId="1038"/>
          <ac:cxnSpMkLst>
            <pc:docMk/>
            <pc:sldMk cId="1806841782" sldId="1183"/>
            <ac:cxnSpMk id="87" creationId="{73873A39-42F6-550F-72E0-CF96F29C94DD}"/>
          </ac:cxnSpMkLst>
        </pc:cxnChg>
        <pc:cxnChg chg="add del mod">
          <ac:chgData name="Palit, Tapti" userId="dec6fbcd-7598-406a-8cbf-504d4a3bac15" providerId="ADAL" clId="{ECD42228-5B96-4A72-B268-C46DF994E6B7}" dt="2024-01-31T02:54:59.284" v="95743" actId="478"/>
          <ac:cxnSpMkLst>
            <pc:docMk/>
            <pc:sldMk cId="1806841782" sldId="1183"/>
            <ac:cxnSpMk id="88" creationId="{F6BC749A-F9C7-7784-13CD-E9AB62ACF177}"/>
          </ac:cxnSpMkLst>
        </pc:cxnChg>
        <pc:cxnChg chg="add del mod">
          <ac:chgData name="Palit, Tapti" userId="dec6fbcd-7598-406a-8cbf-504d4a3bac15" providerId="ADAL" clId="{ECD42228-5B96-4A72-B268-C46DF994E6B7}" dt="2024-01-31T02:54:59.284" v="95743" actId="478"/>
          <ac:cxnSpMkLst>
            <pc:docMk/>
            <pc:sldMk cId="1806841782" sldId="1183"/>
            <ac:cxnSpMk id="89" creationId="{2B7340D1-8EB4-5A2C-2053-1A22AE6DA2FA}"/>
          </ac:cxnSpMkLst>
        </pc:cxnChg>
        <pc:cxnChg chg="add mod">
          <ac:chgData name="Palit, Tapti" userId="dec6fbcd-7598-406a-8cbf-504d4a3bac15" providerId="ADAL" clId="{ECD42228-5B96-4A72-B268-C46DF994E6B7}" dt="2024-01-31T03:42:57.723" v="96697" actId="1076"/>
          <ac:cxnSpMkLst>
            <pc:docMk/>
            <pc:sldMk cId="1806841782" sldId="1183"/>
            <ac:cxnSpMk id="96" creationId="{5F59ADF9-695C-0234-1278-09F50F82FF25}"/>
          </ac:cxnSpMkLst>
        </pc:cxnChg>
        <pc:cxnChg chg="add mod">
          <ac:chgData name="Palit, Tapti" userId="dec6fbcd-7598-406a-8cbf-504d4a3bac15" providerId="ADAL" clId="{ECD42228-5B96-4A72-B268-C46DF994E6B7}" dt="2024-01-31T03:44:00.219" v="96709" actId="14100"/>
          <ac:cxnSpMkLst>
            <pc:docMk/>
            <pc:sldMk cId="1806841782" sldId="1183"/>
            <ac:cxnSpMk id="97" creationId="{7691D561-D649-F670-B1E5-44EDB69FEE01}"/>
          </ac:cxnSpMkLst>
        </pc:cxnChg>
        <pc:cxnChg chg="add mod">
          <ac:chgData name="Palit, Tapti" userId="dec6fbcd-7598-406a-8cbf-504d4a3bac15" providerId="ADAL" clId="{ECD42228-5B96-4A72-B268-C46DF994E6B7}" dt="2024-01-31T03:43:31.756" v="96707" actId="1076"/>
          <ac:cxnSpMkLst>
            <pc:docMk/>
            <pc:sldMk cId="1806841782" sldId="1183"/>
            <ac:cxnSpMk id="98" creationId="{5E5044EC-C5B5-DE33-D3AD-E990324DA09E}"/>
          </ac:cxnSpMkLst>
        </pc:cxnChg>
        <pc:cxnChg chg="add mod">
          <ac:chgData name="Palit, Tapti" userId="dec6fbcd-7598-406a-8cbf-504d4a3bac15" providerId="ADAL" clId="{ECD42228-5B96-4A72-B268-C46DF994E6B7}" dt="2024-01-31T03:43:48.784" v="96708" actId="1076"/>
          <ac:cxnSpMkLst>
            <pc:docMk/>
            <pc:sldMk cId="1806841782" sldId="1183"/>
            <ac:cxnSpMk id="101" creationId="{6443FA2D-F580-7F36-C9D2-7E618FCDEF67}"/>
          </ac:cxnSpMkLst>
        </pc:cxnChg>
        <pc:cxnChg chg="add mod">
          <ac:chgData name="Palit, Tapti" userId="dec6fbcd-7598-406a-8cbf-504d4a3bac15" providerId="ADAL" clId="{ECD42228-5B96-4A72-B268-C46DF994E6B7}" dt="2024-01-31T03:02:23.847" v="95918" actId="1076"/>
          <ac:cxnSpMkLst>
            <pc:docMk/>
            <pc:sldMk cId="1806841782" sldId="1183"/>
            <ac:cxnSpMk id="220" creationId="{6B31932E-EBCE-586E-BC38-1C1D4D17DCBC}"/>
          </ac:cxnSpMkLst>
        </pc:cxnChg>
        <pc:cxnChg chg="add mod">
          <ac:chgData name="Palit, Tapti" userId="dec6fbcd-7598-406a-8cbf-504d4a3bac15" providerId="ADAL" clId="{ECD42228-5B96-4A72-B268-C46DF994E6B7}" dt="2024-01-31T03:02:23.847" v="95918" actId="1076"/>
          <ac:cxnSpMkLst>
            <pc:docMk/>
            <pc:sldMk cId="1806841782" sldId="1183"/>
            <ac:cxnSpMk id="223" creationId="{05B79823-14B9-9022-6172-C27232CE5B28}"/>
          </ac:cxnSpMkLst>
        </pc:cxnChg>
        <pc:cxnChg chg="add mod">
          <ac:chgData name="Palit, Tapti" userId="dec6fbcd-7598-406a-8cbf-504d4a3bac15" providerId="ADAL" clId="{ECD42228-5B96-4A72-B268-C46DF994E6B7}" dt="2024-01-31T03:02:23.847" v="95918" actId="1076"/>
          <ac:cxnSpMkLst>
            <pc:docMk/>
            <pc:sldMk cId="1806841782" sldId="1183"/>
            <ac:cxnSpMk id="224" creationId="{2F087E84-C6E4-97B7-F0AC-91D6084AAA57}"/>
          </ac:cxnSpMkLst>
        </pc:cxnChg>
        <pc:cxnChg chg="add mod">
          <ac:chgData name="Palit, Tapti" userId="dec6fbcd-7598-406a-8cbf-504d4a3bac15" providerId="ADAL" clId="{ECD42228-5B96-4A72-B268-C46DF994E6B7}" dt="2024-01-31T03:02:23.847" v="95918" actId="1076"/>
          <ac:cxnSpMkLst>
            <pc:docMk/>
            <pc:sldMk cId="1806841782" sldId="1183"/>
            <ac:cxnSpMk id="225" creationId="{BB889FBF-53C0-A959-750C-2136C1CAEF49}"/>
          </ac:cxnSpMkLst>
        </pc:cxnChg>
        <pc:cxnChg chg="add del mod">
          <ac:chgData name="Palit, Tapti" userId="dec6fbcd-7598-406a-8cbf-504d4a3bac15" providerId="ADAL" clId="{ECD42228-5B96-4A72-B268-C46DF994E6B7}" dt="2024-01-31T03:03:39.824" v="95947" actId="478"/>
          <ac:cxnSpMkLst>
            <pc:docMk/>
            <pc:sldMk cId="1806841782" sldId="1183"/>
            <ac:cxnSpMk id="233" creationId="{38EF319C-4DD3-2C75-CAD5-BCD7532999FC}"/>
          </ac:cxnSpMkLst>
        </pc:cxnChg>
        <pc:cxnChg chg="add del mod">
          <ac:chgData name="Palit, Tapti" userId="dec6fbcd-7598-406a-8cbf-504d4a3bac15" providerId="ADAL" clId="{ECD42228-5B96-4A72-B268-C46DF994E6B7}" dt="2024-01-31T03:03:39.824" v="95947" actId="478"/>
          <ac:cxnSpMkLst>
            <pc:docMk/>
            <pc:sldMk cId="1806841782" sldId="1183"/>
            <ac:cxnSpMk id="236" creationId="{5244BC58-00D9-FF71-8DD2-F93FC51963FF}"/>
          </ac:cxnSpMkLst>
        </pc:cxnChg>
        <pc:cxnChg chg="add del mod">
          <ac:chgData name="Palit, Tapti" userId="dec6fbcd-7598-406a-8cbf-504d4a3bac15" providerId="ADAL" clId="{ECD42228-5B96-4A72-B268-C46DF994E6B7}" dt="2024-01-31T03:03:39.824" v="95947" actId="478"/>
          <ac:cxnSpMkLst>
            <pc:docMk/>
            <pc:sldMk cId="1806841782" sldId="1183"/>
            <ac:cxnSpMk id="237" creationId="{3E2FFA53-7A2A-90BD-4A96-A02495DD28ED}"/>
          </ac:cxnSpMkLst>
        </pc:cxnChg>
        <pc:cxnChg chg="add del mod">
          <ac:chgData name="Palit, Tapti" userId="dec6fbcd-7598-406a-8cbf-504d4a3bac15" providerId="ADAL" clId="{ECD42228-5B96-4A72-B268-C46DF994E6B7}" dt="2024-01-31T03:03:39.824" v="95947" actId="478"/>
          <ac:cxnSpMkLst>
            <pc:docMk/>
            <pc:sldMk cId="1806841782" sldId="1183"/>
            <ac:cxnSpMk id="238" creationId="{C8C15A75-DADC-44D2-73BA-88C9DA3740C4}"/>
          </ac:cxnSpMkLst>
        </pc:cxnChg>
        <pc:cxnChg chg="add del mod">
          <ac:chgData name="Palit, Tapti" userId="dec6fbcd-7598-406a-8cbf-504d4a3bac15" providerId="ADAL" clId="{ECD42228-5B96-4A72-B268-C46DF994E6B7}" dt="2024-01-31T03:03:39.824" v="95947" actId="478"/>
          <ac:cxnSpMkLst>
            <pc:docMk/>
            <pc:sldMk cId="1806841782" sldId="1183"/>
            <ac:cxnSpMk id="239" creationId="{243E2FCE-6BA4-72E5-255E-E7698684FA08}"/>
          </ac:cxnSpMkLst>
        </pc:cxnChg>
        <pc:cxnChg chg="add del mod">
          <ac:chgData name="Palit, Tapti" userId="dec6fbcd-7598-406a-8cbf-504d4a3bac15" providerId="ADAL" clId="{ECD42228-5B96-4A72-B268-C46DF994E6B7}" dt="2024-01-31T03:07:34.648" v="95992" actId="478"/>
          <ac:cxnSpMkLst>
            <pc:docMk/>
            <pc:sldMk cId="1806841782" sldId="1183"/>
            <ac:cxnSpMk id="248" creationId="{33EB5572-F43C-EFF5-BE47-C2900255E1EC}"/>
          </ac:cxnSpMkLst>
        </pc:cxnChg>
        <pc:cxnChg chg="add del mod">
          <ac:chgData name="Palit, Tapti" userId="dec6fbcd-7598-406a-8cbf-504d4a3bac15" providerId="ADAL" clId="{ECD42228-5B96-4A72-B268-C46DF994E6B7}" dt="2024-01-31T03:07:34.648" v="95992" actId="478"/>
          <ac:cxnSpMkLst>
            <pc:docMk/>
            <pc:sldMk cId="1806841782" sldId="1183"/>
            <ac:cxnSpMk id="255" creationId="{F6BA66EE-B763-568C-AFF9-CA5B5D3BDBEE}"/>
          </ac:cxnSpMkLst>
        </pc:cxnChg>
        <pc:cxnChg chg="add mod">
          <ac:chgData name="Palit, Tapti" userId="dec6fbcd-7598-406a-8cbf-504d4a3bac15" providerId="ADAL" clId="{ECD42228-5B96-4A72-B268-C46DF994E6B7}" dt="2024-02-09T03:03:08.569" v="102899" actId="14100"/>
          <ac:cxnSpMkLst>
            <pc:docMk/>
            <pc:sldMk cId="1806841782" sldId="1183"/>
            <ac:cxnSpMk id="4105" creationId="{4FB8382D-032F-2708-D8E4-C0416B18BAE1}"/>
          </ac:cxnSpMkLst>
        </pc:cxnChg>
        <pc:cxnChg chg="add mod">
          <ac:chgData name="Palit, Tapti" userId="dec6fbcd-7598-406a-8cbf-504d4a3bac15" providerId="ADAL" clId="{ECD42228-5B96-4A72-B268-C46DF994E6B7}" dt="2024-02-09T03:03:08.569" v="102899" actId="14100"/>
          <ac:cxnSpMkLst>
            <pc:docMk/>
            <pc:sldMk cId="1806841782" sldId="1183"/>
            <ac:cxnSpMk id="4106" creationId="{D445177C-E1EF-98DB-FC9A-281D959B0D7F}"/>
          </ac:cxnSpMkLst>
        </pc:cxnChg>
        <pc:cxnChg chg="add mod">
          <ac:chgData name="Palit, Tapti" userId="dec6fbcd-7598-406a-8cbf-504d4a3bac15" providerId="ADAL" clId="{ECD42228-5B96-4A72-B268-C46DF994E6B7}" dt="2024-02-09T03:03:08.569" v="102899" actId="14100"/>
          <ac:cxnSpMkLst>
            <pc:docMk/>
            <pc:sldMk cId="1806841782" sldId="1183"/>
            <ac:cxnSpMk id="4116" creationId="{BDFFDC90-B754-778A-E01E-1F5008929DE4}"/>
          </ac:cxnSpMkLst>
        </pc:cxnChg>
        <pc:cxnChg chg="add mod">
          <ac:chgData name="Palit, Tapti" userId="dec6fbcd-7598-406a-8cbf-504d4a3bac15" providerId="ADAL" clId="{ECD42228-5B96-4A72-B268-C46DF994E6B7}" dt="2024-02-09T03:03:08.569" v="102899" actId="14100"/>
          <ac:cxnSpMkLst>
            <pc:docMk/>
            <pc:sldMk cId="1806841782" sldId="1183"/>
            <ac:cxnSpMk id="4126" creationId="{E46FFDE9-592F-6ABA-E851-5E298007442C}"/>
          </ac:cxnSpMkLst>
        </pc:cxnChg>
        <pc:cxnChg chg="add mod">
          <ac:chgData name="Palit, Tapti" userId="dec6fbcd-7598-406a-8cbf-504d4a3bac15" providerId="ADAL" clId="{ECD42228-5B96-4A72-B268-C46DF994E6B7}" dt="2024-02-09T03:03:08.569" v="102899" actId="14100"/>
          <ac:cxnSpMkLst>
            <pc:docMk/>
            <pc:sldMk cId="1806841782" sldId="1183"/>
            <ac:cxnSpMk id="4127" creationId="{501EC5D0-8809-9E5B-969D-955D3796F718}"/>
          </ac:cxnSpMkLst>
        </pc:cxnChg>
        <pc:cxnChg chg="add mod">
          <ac:chgData name="Palit, Tapti" userId="dec6fbcd-7598-406a-8cbf-504d4a3bac15" providerId="ADAL" clId="{ECD42228-5B96-4A72-B268-C46DF994E6B7}" dt="2024-02-09T03:03:08.569" v="102899" actId="14100"/>
          <ac:cxnSpMkLst>
            <pc:docMk/>
            <pc:sldMk cId="1806841782" sldId="1183"/>
            <ac:cxnSpMk id="4128" creationId="{12A7ED28-AC14-A82F-441E-75B91192804E}"/>
          </ac:cxnSpMkLst>
        </pc:cxnChg>
        <pc:cxnChg chg="add mod">
          <ac:chgData name="Palit, Tapti" userId="dec6fbcd-7598-406a-8cbf-504d4a3bac15" providerId="ADAL" clId="{ECD42228-5B96-4A72-B268-C46DF994E6B7}" dt="2024-02-09T03:03:08.569" v="102899" actId="14100"/>
          <ac:cxnSpMkLst>
            <pc:docMk/>
            <pc:sldMk cId="1806841782" sldId="1183"/>
            <ac:cxnSpMk id="4129" creationId="{7A1BD381-FCB8-51E8-CB57-31174038E161}"/>
          </ac:cxnSpMkLst>
        </pc:cxnChg>
        <pc:cxnChg chg="add mod">
          <ac:chgData name="Palit, Tapti" userId="dec6fbcd-7598-406a-8cbf-504d4a3bac15" providerId="ADAL" clId="{ECD42228-5B96-4A72-B268-C46DF994E6B7}" dt="2024-01-31T03:19:38.159" v="96183"/>
          <ac:cxnSpMkLst>
            <pc:docMk/>
            <pc:sldMk cId="1806841782" sldId="1183"/>
            <ac:cxnSpMk id="4149" creationId="{EEF9B8EC-778C-0DDB-E6CD-6D8328057CCA}"/>
          </ac:cxnSpMkLst>
        </pc:cxnChg>
        <pc:cxnChg chg="add mod">
          <ac:chgData name="Palit, Tapti" userId="dec6fbcd-7598-406a-8cbf-504d4a3bac15" providerId="ADAL" clId="{ECD42228-5B96-4A72-B268-C46DF994E6B7}" dt="2024-01-31T03:19:38.159" v="96183"/>
          <ac:cxnSpMkLst>
            <pc:docMk/>
            <pc:sldMk cId="1806841782" sldId="1183"/>
            <ac:cxnSpMk id="4150" creationId="{D2C25D9C-FDAC-B768-CD82-658ADA1B97EB}"/>
          </ac:cxnSpMkLst>
        </pc:cxnChg>
        <pc:cxnChg chg="mod">
          <ac:chgData name="Palit, Tapti" userId="dec6fbcd-7598-406a-8cbf-504d4a3bac15" providerId="ADAL" clId="{ECD42228-5B96-4A72-B268-C46DF994E6B7}" dt="2024-01-31T03:19:38.159" v="96183"/>
          <ac:cxnSpMkLst>
            <pc:docMk/>
            <pc:sldMk cId="1806841782" sldId="1183"/>
            <ac:cxnSpMk id="4156" creationId="{BDC2C299-AA43-D833-A402-4FCA7D3CCB36}"/>
          </ac:cxnSpMkLst>
        </pc:cxnChg>
        <pc:cxnChg chg="mod">
          <ac:chgData name="Palit, Tapti" userId="dec6fbcd-7598-406a-8cbf-504d4a3bac15" providerId="ADAL" clId="{ECD42228-5B96-4A72-B268-C46DF994E6B7}" dt="2024-01-31T03:19:38.159" v="96183"/>
          <ac:cxnSpMkLst>
            <pc:docMk/>
            <pc:sldMk cId="1806841782" sldId="1183"/>
            <ac:cxnSpMk id="4161" creationId="{C177EA6C-4489-9C39-7323-8F6A5C92D904}"/>
          </ac:cxnSpMkLst>
        </pc:cxnChg>
        <pc:cxnChg chg="mod">
          <ac:chgData name="Palit, Tapti" userId="dec6fbcd-7598-406a-8cbf-504d4a3bac15" providerId="ADAL" clId="{ECD42228-5B96-4A72-B268-C46DF994E6B7}" dt="2024-01-31T03:19:38.159" v="96183"/>
          <ac:cxnSpMkLst>
            <pc:docMk/>
            <pc:sldMk cId="1806841782" sldId="1183"/>
            <ac:cxnSpMk id="4165" creationId="{907B479A-A899-0D8B-1949-1BB62694BA6B}"/>
          </ac:cxnSpMkLst>
        </pc:cxnChg>
        <pc:cxnChg chg="add mod">
          <ac:chgData name="Palit, Tapti" userId="dec6fbcd-7598-406a-8cbf-504d4a3bac15" providerId="ADAL" clId="{ECD42228-5B96-4A72-B268-C46DF994E6B7}" dt="2024-02-08T20:48:40.342" v="100717" actId="14100"/>
          <ac:cxnSpMkLst>
            <pc:docMk/>
            <pc:sldMk cId="1806841782" sldId="1183"/>
            <ac:cxnSpMk id="4167" creationId="{BA0F7DF4-159A-2DA5-345C-44CD87DD175E}"/>
          </ac:cxnSpMkLst>
        </pc:cxnChg>
        <pc:cxnChg chg="add mod">
          <ac:chgData name="Palit, Tapti" userId="dec6fbcd-7598-406a-8cbf-504d4a3bac15" providerId="ADAL" clId="{ECD42228-5B96-4A72-B268-C46DF994E6B7}" dt="2024-02-08T20:48:40.342" v="100717" actId="14100"/>
          <ac:cxnSpMkLst>
            <pc:docMk/>
            <pc:sldMk cId="1806841782" sldId="1183"/>
            <ac:cxnSpMk id="4168" creationId="{C8E31C8F-4F14-007C-D248-860EA793FABD}"/>
          </ac:cxnSpMkLst>
        </pc:cxnChg>
        <pc:cxnChg chg="mod">
          <ac:chgData name="Palit, Tapti" userId="dec6fbcd-7598-406a-8cbf-504d4a3bac15" providerId="ADAL" clId="{ECD42228-5B96-4A72-B268-C46DF994E6B7}" dt="2024-02-08T20:48:40.342" v="100717" actId="14100"/>
          <ac:cxnSpMkLst>
            <pc:docMk/>
            <pc:sldMk cId="1806841782" sldId="1183"/>
            <ac:cxnSpMk id="4173" creationId="{734E9522-36B3-0D07-19A9-CD626BEAA744}"/>
          </ac:cxnSpMkLst>
        </pc:cxnChg>
        <pc:cxnChg chg="mod">
          <ac:chgData name="Palit, Tapti" userId="dec6fbcd-7598-406a-8cbf-504d4a3bac15" providerId="ADAL" clId="{ECD42228-5B96-4A72-B268-C46DF994E6B7}" dt="2024-02-08T20:48:40.342" v="100717" actId="14100"/>
          <ac:cxnSpMkLst>
            <pc:docMk/>
            <pc:sldMk cId="1806841782" sldId="1183"/>
            <ac:cxnSpMk id="4177" creationId="{45EE2912-32DD-75EE-AC36-CCE67096BA97}"/>
          </ac:cxnSpMkLst>
        </pc:cxnChg>
        <pc:cxnChg chg="mod">
          <ac:chgData name="Palit, Tapti" userId="dec6fbcd-7598-406a-8cbf-504d4a3bac15" providerId="ADAL" clId="{ECD42228-5B96-4A72-B268-C46DF994E6B7}" dt="2024-02-08T20:48:40.342" v="100717" actId="14100"/>
          <ac:cxnSpMkLst>
            <pc:docMk/>
            <pc:sldMk cId="1806841782" sldId="1183"/>
            <ac:cxnSpMk id="4181" creationId="{49DD1FB0-83A0-CAEB-09C7-1474D67D37FA}"/>
          </ac:cxnSpMkLst>
        </pc:cxnChg>
        <pc:cxnChg chg="add mod">
          <ac:chgData name="Palit, Tapti" userId="dec6fbcd-7598-406a-8cbf-504d4a3bac15" providerId="ADAL" clId="{ECD42228-5B96-4A72-B268-C46DF994E6B7}" dt="2024-02-08T20:48:40.342" v="100717" actId="14100"/>
          <ac:cxnSpMkLst>
            <pc:docMk/>
            <pc:sldMk cId="1806841782" sldId="1183"/>
            <ac:cxnSpMk id="4190" creationId="{21DD4F5E-EF9C-D12A-4AA5-A824559078FB}"/>
          </ac:cxnSpMkLst>
        </pc:cxnChg>
      </pc:sldChg>
      <pc:sldChg chg="modSp add del mod">
        <pc:chgData name="Palit, Tapti" userId="dec6fbcd-7598-406a-8cbf-504d4a3bac15" providerId="ADAL" clId="{ECD42228-5B96-4A72-B268-C46DF994E6B7}" dt="2024-01-31T02:12:40.289" v="95612" actId="47"/>
        <pc:sldMkLst>
          <pc:docMk/>
          <pc:sldMk cId="3352344418" sldId="1183"/>
        </pc:sldMkLst>
        <pc:spChg chg="mod">
          <ac:chgData name="Palit, Tapti" userId="dec6fbcd-7598-406a-8cbf-504d4a3bac15" providerId="ADAL" clId="{ECD42228-5B96-4A72-B268-C46DF994E6B7}" dt="2024-01-31T02:03:27.565" v="95450" actId="20577"/>
          <ac:spMkLst>
            <pc:docMk/>
            <pc:sldMk cId="3352344418" sldId="1183"/>
            <ac:spMk id="2" creationId="{B0DF2977-6775-429C-D500-B91287C852C7}"/>
          </ac:spMkLst>
        </pc:spChg>
      </pc:sldChg>
      <pc:sldChg chg="modSp add del mod">
        <pc:chgData name="Palit, Tapti" userId="dec6fbcd-7598-406a-8cbf-504d4a3bac15" providerId="ADAL" clId="{ECD42228-5B96-4A72-B268-C46DF994E6B7}" dt="2024-01-30T19:29:01.568" v="94375" actId="47"/>
        <pc:sldMkLst>
          <pc:docMk/>
          <pc:sldMk cId="3569979917" sldId="1183"/>
        </pc:sldMkLst>
        <pc:spChg chg="mod">
          <ac:chgData name="Palit, Tapti" userId="dec6fbcd-7598-406a-8cbf-504d4a3bac15" providerId="ADAL" clId="{ECD42228-5B96-4A72-B268-C46DF994E6B7}" dt="2024-01-30T19:28:54.096" v="94374" actId="6549"/>
          <ac:spMkLst>
            <pc:docMk/>
            <pc:sldMk cId="3569979917" sldId="1183"/>
            <ac:spMk id="2" creationId="{C3433336-0953-E90B-9EBD-EFEF4D9466D0}"/>
          </ac:spMkLst>
        </pc:spChg>
        <pc:spChg chg="mod">
          <ac:chgData name="Palit, Tapti" userId="dec6fbcd-7598-406a-8cbf-504d4a3bac15" providerId="ADAL" clId="{ECD42228-5B96-4A72-B268-C46DF994E6B7}" dt="2024-01-30T19:28:49.471" v="94373" actId="20577"/>
          <ac:spMkLst>
            <pc:docMk/>
            <pc:sldMk cId="3569979917" sldId="1183"/>
            <ac:spMk id="3" creationId="{E2C3A34B-F163-9357-03D8-C2EA10E2E08D}"/>
          </ac:spMkLst>
        </pc:spChg>
      </pc:sldChg>
      <pc:sldChg chg="add del">
        <pc:chgData name="Palit, Tapti" userId="dec6fbcd-7598-406a-8cbf-504d4a3bac15" providerId="ADAL" clId="{ECD42228-5B96-4A72-B268-C46DF994E6B7}" dt="2024-01-30T16:49:21.983" v="93011" actId="47"/>
        <pc:sldMkLst>
          <pc:docMk/>
          <pc:sldMk cId="3623356780" sldId="1183"/>
        </pc:sldMkLst>
      </pc:sldChg>
      <pc:sldChg chg="addSp modSp add del">
        <pc:chgData name="Palit, Tapti" userId="dec6fbcd-7598-406a-8cbf-504d4a3bac15" providerId="ADAL" clId="{ECD42228-5B96-4A72-B268-C46DF994E6B7}" dt="2024-01-31T03:19:55.754" v="96192" actId="2890"/>
        <pc:sldMkLst>
          <pc:docMk/>
          <pc:sldMk cId="1516094971" sldId="1184"/>
        </pc:sldMkLst>
        <pc:spChg chg="add mod">
          <ac:chgData name="Palit, Tapti" userId="dec6fbcd-7598-406a-8cbf-504d4a3bac15" providerId="ADAL" clId="{ECD42228-5B96-4A72-B268-C46DF994E6B7}" dt="2024-01-31T03:19:52.599" v="96191"/>
          <ac:spMkLst>
            <pc:docMk/>
            <pc:sldMk cId="1516094971" sldId="1184"/>
            <ac:spMk id="2" creationId="{332991A2-E25F-6A39-ED2A-7F5EDDFD5D5A}"/>
          </ac:spMkLst>
        </pc:spChg>
        <pc:spChg chg="add mod">
          <ac:chgData name="Palit, Tapti" userId="dec6fbcd-7598-406a-8cbf-504d4a3bac15" providerId="ADAL" clId="{ECD42228-5B96-4A72-B268-C46DF994E6B7}" dt="2024-01-31T03:19:52.599" v="96191"/>
          <ac:spMkLst>
            <pc:docMk/>
            <pc:sldMk cId="1516094971" sldId="1184"/>
            <ac:spMk id="5" creationId="{2C176C41-2B1A-71B4-A355-DA2E908F7558}"/>
          </ac:spMkLst>
        </pc:spChg>
        <pc:spChg chg="add mod">
          <ac:chgData name="Palit, Tapti" userId="dec6fbcd-7598-406a-8cbf-504d4a3bac15" providerId="ADAL" clId="{ECD42228-5B96-4A72-B268-C46DF994E6B7}" dt="2024-01-31T03:19:52.599" v="96191"/>
          <ac:spMkLst>
            <pc:docMk/>
            <pc:sldMk cId="1516094971" sldId="1184"/>
            <ac:spMk id="8" creationId="{C64C4254-8DB9-5EB7-06E8-A46213482932}"/>
          </ac:spMkLst>
        </pc:spChg>
        <pc:spChg chg="mod">
          <ac:chgData name="Palit, Tapti" userId="dec6fbcd-7598-406a-8cbf-504d4a3bac15" providerId="ADAL" clId="{ECD42228-5B96-4A72-B268-C46DF994E6B7}" dt="2024-01-31T03:19:52.599" v="96191"/>
          <ac:spMkLst>
            <pc:docMk/>
            <pc:sldMk cId="1516094971" sldId="1184"/>
            <ac:spMk id="10" creationId="{B8971179-C5DE-6E83-8DA2-15967F8388AB}"/>
          </ac:spMkLst>
        </pc:spChg>
        <pc:spChg chg="mod">
          <ac:chgData name="Palit, Tapti" userId="dec6fbcd-7598-406a-8cbf-504d4a3bac15" providerId="ADAL" clId="{ECD42228-5B96-4A72-B268-C46DF994E6B7}" dt="2024-01-31T03:19:52.599" v="96191"/>
          <ac:spMkLst>
            <pc:docMk/>
            <pc:sldMk cId="1516094971" sldId="1184"/>
            <ac:spMk id="11" creationId="{67B10C4C-65FF-8EBA-CE0F-149B54C979F9}"/>
          </ac:spMkLst>
        </pc:spChg>
        <pc:spChg chg="mod">
          <ac:chgData name="Palit, Tapti" userId="dec6fbcd-7598-406a-8cbf-504d4a3bac15" providerId="ADAL" clId="{ECD42228-5B96-4A72-B268-C46DF994E6B7}" dt="2024-01-31T03:19:52.599" v="96191"/>
          <ac:spMkLst>
            <pc:docMk/>
            <pc:sldMk cId="1516094971" sldId="1184"/>
            <ac:spMk id="12" creationId="{3F7D09D7-438B-CC78-BC6B-C1139526AA71}"/>
          </ac:spMkLst>
        </pc:spChg>
        <pc:spChg chg="mod">
          <ac:chgData name="Palit, Tapti" userId="dec6fbcd-7598-406a-8cbf-504d4a3bac15" providerId="ADAL" clId="{ECD42228-5B96-4A72-B268-C46DF994E6B7}" dt="2024-01-31T03:19:52.599" v="96191"/>
          <ac:spMkLst>
            <pc:docMk/>
            <pc:sldMk cId="1516094971" sldId="1184"/>
            <ac:spMk id="14" creationId="{7E225A93-80FE-7E9B-F1A1-687B444B2940}"/>
          </ac:spMkLst>
        </pc:spChg>
        <pc:spChg chg="mod">
          <ac:chgData name="Palit, Tapti" userId="dec6fbcd-7598-406a-8cbf-504d4a3bac15" providerId="ADAL" clId="{ECD42228-5B96-4A72-B268-C46DF994E6B7}" dt="2024-01-31T03:19:52.599" v="96191"/>
          <ac:spMkLst>
            <pc:docMk/>
            <pc:sldMk cId="1516094971" sldId="1184"/>
            <ac:spMk id="17" creationId="{6153E66C-B7CB-1924-1820-2552DCA6B226}"/>
          </ac:spMkLst>
        </pc:spChg>
        <pc:spChg chg="mod">
          <ac:chgData name="Palit, Tapti" userId="dec6fbcd-7598-406a-8cbf-504d4a3bac15" providerId="ADAL" clId="{ECD42228-5B96-4A72-B268-C46DF994E6B7}" dt="2024-01-31T03:19:52.599" v="96191"/>
          <ac:spMkLst>
            <pc:docMk/>
            <pc:sldMk cId="1516094971" sldId="1184"/>
            <ac:spMk id="19" creationId="{1825F5E0-95A2-5B00-9727-27BEF83D9E00}"/>
          </ac:spMkLst>
        </pc:spChg>
        <pc:spChg chg="mod">
          <ac:chgData name="Palit, Tapti" userId="dec6fbcd-7598-406a-8cbf-504d4a3bac15" providerId="ADAL" clId="{ECD42228-5B96-4A72-B268-C46DF994E6B7}" dt="2024-01-31T03:19:52.599" v="96191"/>
          <ac:spMkLst>
            <pc:docMk/>
            <pc:sldMk cId="1516094971" sldId="1184"/>
            <ac:spMk id="20" creationId="{A4367BDF-C73C-3FDC-3534-7D30B7D334B0}"/>
          </ac:spMkLst>
        </pc:spChg>
        <pc:spChg chg="mod">
          <ac:chgData name="Palit, Tapti" userId="dec6fbcd-7598-406a-8cbf-504d4a3bac15" providerId="ADAL" clId="{ECD42228-5B96-4A72-B268-C46DF994E6B7}" dt="2024-01-31T03:19:52.599" v="96191"/>
          <ac:spMkLst>
            <pc:docMk/>
            <pc:sldMk cId="1516094971" sldId="1184"/>
            <ac:spMk id="21" creationId="{017B6C03-3404-A50A-8265-53F18A5BBA31}"/>
          </ac:spMkLst>
        </pc:spChg>
        <pc:grpChg chg="add mod">
          <ac:chgData name="Palit, Tapti" userId="dec6fbcd-7598-406a-8cbf-504d4a3bac15" providerId="ADAL" clId="{ECD42228-5B96-4A72-B268-C46DF994E6B7}" dt="2024-01-31T03:19:52.599" v="96191"/>
          <ac:grpSpMkLst>
            <pc:docMk/>
            <pc:sldMk cId="1516094971" sldId="1184"/>
            <ac:grpSpMk id="9" creationId="{475EC516-CB61-7723-A0E5-99B6BFC29147}"/>
          </ac:grpSpMkLst>
        </pc:grpChg>
        <pc:grpChg chg="add mod">
          <ac:chgData name="Palit, Tapti" userId="dec6fbcd-7598-406a-8cbf-504d4a3bac15" providerId="ADAL" clId="{ECD42228-5B96-4A72-B268-C46DF994E6B7}" dt="2024-01-31T03:19:52.599" v="96191"/>
          <ac:grpSpMkLst>
            <pc:docMk/>
            <pc:sldMk cId="1516094971" sldId="1184"/>
            <ac:grpSpMk id="15" creationId="{18964AD1-B742-D7F5-5C58-53A39E5475AC}"/>
          </ac:grpSpMkLst>
        </pc:grpChg>
        <pc:grpChg chg="mod">
          <ac:chgData name="Palit, Tapti" userId="dec6fbcd-7598-406a-8cbf-504d4a3bac15" providerId="ADAL" clId="{ECD42228-5B96-4A72-B268-C46DF994E6B7}" dt="2024-01-31T03:19:52.599" v="96191"/>
          <ac:grpSpMkLst>
            <pc:docMk/>
            <pc:sldMk cId="1516094971" sldId="1184"/>
            <ac:grpSpMk id="16" creationId="{FEC9157F-283E-2F62-03A6-2C7913F48F4F}"/>
          </ac:grpSpMkLst>
        </pc:grpChg>
        <pc:cxnChg chg="add mod">
          <ac:chgData name="Palit, Tapti" userId="dec6fbcd-7598-406a-8cbf-504d4a3bac15" providerId="ADAL" clId="{ECD42228-5B96-4A72-B268-C46DF994E6B7}" dt="2024-01-31T03:19:52.599" v="96191"/>
          <ac:cxnSpMkLst>
            <pc:docMk/>
            <pc:sldMk cId="1516094971" sldId="1184"/>
            <ac:cxnSpMk id="6" creationId="{45DC0267-F9F5-322B-F4B3-C5D434154153}"/>
          </ac:cxnSpMkLst>
        </pc:cxnChg>
        <pc:cxnChg chg="add mod">
          <ac:chgData name="Palit, Tapti" userId="dec6fbcd-7598-406a-8cbf-504d4a3bac15" providerId="ADAL" clId="{ECD42228-5B96-4A72-B268-C46DF994E6B7}" dt="2024-01-31T03:19:52.599" v="96191"/>
          <ac:cxnSpMkLst>
            <pc:docMk/>
            <pc:sldMk cId="1516094971" sldId="1184"/>
            <ac:cxnSpMk id="7" creationId="{687B13CB-515C-F425-4234-99FD806A5578}"/>
          </ac:cxnSpMkLst>
        </pc:cxnChg>
        <pc:cxnChg chg="mod">
          <ac:chgData name="Palit, Tapti" userId="dec6fbcd-7598-406a-8cbf-504d4a3bac15" providerId="ADAL" clId="{ECD42228-5B96-4A72-B268-C46DF994E6B7}" dt="2024-01-31T03:19:52.599" v="96191"/>
          <ac:cxnSpMkLst>
            <pc:docMk/>
            <pc:sldMk cId="1516094971" sldId="1184"/>
            <ac:cxnSpMk id="13" creationId="{14406B79-70D2-1D8D-E962-20E40BDCB4ED}"/>
          </ac:cxnSpMkLst>
        </pc:cxnChg>
        <pc:cxnChg chg="mod">
          <ac:chgData name="Palit, Tapti" userId="dec6fbcd-7598-406a-8cbf-504d4a3bac15" providerId="ADAL" clId="{ECD42228-5B96-4A72-B268-C46DF994E6B7}" dt="2024-01-31T03:19:52.599" v="96191"/>
          <ac:cxnSpMkLst>
            <pc:docMk/>
            <pc:sldMk cId="1516094971" sldId="1184"/>
            <ac:cxnSpMk id="18" creationId="{F9CD5393-9E8F-0DCB-4BA1-D44A96C22DB0}"/>
          </ac:cxnSpMkLst>
        </pc:cxnChg>
        <pc:cxnChg chg="mod">
          <ac:chgData name="Palit, Tapti" userId="dec6fbcd-7598-406a-8cbf-504d4a3bac15" providerId="ADAL" clId="{ECD42228-5B96-4A72-B268-C46DF994E6B7}" dt="2024-01-31T03:19:52.599" v="96191"/>
          <ac:cxnSpMkLst>
            <pc:docMk/>
            <pc:sldMk cId="1516094971" sldId="1184"/>
            <ac:cxnSpMk id="22" creationId="{298904BD-3AD8-CA0D-3894-63D565FE11CB}"/>
          </ac:cxnSpMkLst>
        </pc:cxnChg>
      </pc:sldChg>
      <pc:sldChg chg="addSp delSp modSp new mod">
        <pc:chgData name="Palit, Tapti" userId="dec6fbcd-7598-406a-8cbf-504d4a3bac15" providerId="ADAL" clId="{ECD42228-5B96-4A72-B268-C46DF994E6B7}" dt="2024-01-31T03:22:56.834" v="96245" actId="21"/>
        <pc:sldMkLst>
          <pc:docMk/>
          <pc:sldMk cId="4147658582" sldId="1184"/>
        </pc:sldMkLst>
        <pc:spChg chg="del">
          <ac:chgData name="Palit, Tapti" userId="dec6fbcd-7598-406a-8cbf-504d4a3bac15" providerId="ADAL" clId="{ECD42228-5B96-4A72-B268-C46DF994E6B7}" dt="2024-01-31T03:20:01.840" v="96194" actId="478"/>
          <ac:spMkLst>
            <pc:docMk/>
            <pc:sldMk cId="4147658582" sldId="1184"/>
            <ac:spMk id="2" creationId="{4C1FD961-944F-B2D1-3E6F-D4FE60C4C96A}"/>
          </ac:spMkLst>
        </pc:spChg>
        <pc:spChg chg="add del mod">
          <ac:chgData name="Palit, Tapti" userId="dec6fbcd-7598-406a-8cbf-504d4a3bac15" providerId="ADAL" clId="{ECD42228-5B96-4A72-B268-C46DF994E6B7}" dt="2024-01-31T03:22:21.619" v="96239" actId="478"/>
          <ac:spMkLst>
            <pc:docMk/>
            <pc:sldMk cId="4147658582" sldId="1184"/>
            <ac:spMk id="5" creationId="{8013315A-9635-D5FD-386D-60246F328ED6}"/>
          </ac:spMkLst>
        </pc:spChg>
        <pc:spChg chg="add del mod">
          <ac:chgData name="Palit, Tapti" userId="dec6fbcd-7598-406a-8cbf-504d4a3bac15" providerId="ADAL" clId="{ECD42228-5B96-4A72-B268-C46DF994E6B7}" dt="2024-01-31T03:22:56.834" v="96245" actId="21"/>
          <ac:spMkLst>
            <pc:docMk/>
            <pc:sldMk cId="4147658582" sldId="1184"/>
            <ac:spMk id="6" creationId="{5A412095-8CC2-319C-2DA7-1578C1AF6292}"/>
          </ac:spMkLst>
        </pc:spChg>
        <pc:spChg chg="add del mod">
          <ac:chgData name="Palit, Tapti" userId="dec6fbcd-7598-406a-8cbf-504d4a3bac15" providerId="ADAL" clId="{ECD42228-5B96-4A72-B268-C46DF994E6B7}" dt="2024-01-31T03:22:52.623" v="96244" actId="478"/>
          <ac:spMkLst>
            <pc:docMk/>
            <pc:sldMk cId="4147658582" sldId="1184"/>
            <ac:spMk id="9" creationId="{336C4B22-3847-7865-3492-F641B5FC82A7}"/>
          </ac:spMkLst>
        </pc:spChg>
        <pc:spChg chg="mod">
          <ac:chgData name="Palit, Tapti" userId="dec6fbcd-7598-406a-8cbf-504d4a3bac15" providerId="ADAL" clId="{ECD42228-5B96-4A72-B268-C46DF994E6B7}" dt="2024-01-31T03:21:28.691" v="96225" actId="14100"/>
          <ac:spMkLst>
            <pc:docMk/>
            <pc:sldMk cId="4147658582" sldId="1184"/>
            <ac:spMk id="11" creationId="{C9886057-8588-86E0-7AE3-E440D3246225}"/>
          </ac:spMkLst>
        </pc:spChg>
        <pc:spChg chg="mod">
          <ac:chgData name="Palit, Tapti" userId="dec6fbcd-7598-406a-8cbf-504d4a3bac15" providerId="ADAL" clId="{ECD42228-5B96-4A72-B268-C46DF994E6B7}" dt="2024-01-31T03:21:20.333" v="96223" actId="1076"/>
          <ac:spMkLst>
            <pc:docMk/>
            <pc:sldMk cId="4147658582" sldId="1184"/>
            <ac:spMk id="12" creationId="{BED3A421-D0C0-8B11-DD92-F5200AB99BA5}"/>
          </ac:spMkLst>
        </pc:spChg>
        <pc:spChg chg="mod">
          <ac:chgData name="Palit, Tapti" userId="dec6fbcd-7598-406a-8cbf-504d4a3bac15" providerId="ADAL" clId="{ECD42228-5B96-4A72-B268-C46DF994E6B7}" dt="2024-01-31T03:21:04.246" v="96219" actId="14100"/>
          <ac:spMkLst>
            <pc:docMk/>
            <pc:sldMk cId="4147658582" sldId="1184"/>
            <ac:spMk id="13" creationId="{5304FC47-0EEA-0044-D9ED-9A1431A6681D}"/>
          </ac:spMkLst>
        </pc:spChg>
        <pc:spChg chg="del mod">
          <ac:chgData name="Palit, Tapti" userId="dec6fbcd-7598-406a-8cbf-504d4a3bac15" providerId="ADAL" clId="{ECD42228-5B96-4A72-B268-C46DF994E6B7}" dt="2024-01-31T03:20:57.391" v="96218" actId="478"/>
          <ac:spMkLst>
            <pc:docMk/>
            <pc:sldMk cId="4147658582" sldId="1184"/>
            <ac:spMk id="15" creationId="{981CC681-F90D-19D8-1B28-3A26C20CAA83}"/>
          </ac:spMkLst>
        </pc:spChg>
        <pc:spChg chg="mod">
          <ac:chgData name="Palit, Tapti" userId="dec6fbcd-7598-406a-8cbf-504d4a3bac15" providerId="ADAL" clId="{ECD42228-5B96-4A72-B268-C46DF994E6B7}" dt="2024-01-31T03:21:43.476" v="96229" actId="1076"/>
          <ac:spMkLst>
            <pc:docMk/>
            <pc:sldMk cId="4147658582" sldId="1184"/>
            <ac:spMk id="18" creationId="{EC9537C0-723A-AA27-2B3E-CFB4E3A13057}"/>
          </ac:spMkLst>
        </pc:spChg>
        <pc:spChg chg="mod">
          <ac:chgData name="Palit, Tapti" userId="dec6fbcd-7598-406a-8cbf-504d4a3bac15" providerId="ADAL" clId="{ECD42228-5B96-4A72-B268-C46DF994E6B7}" dt="2024-01-31T03:22:02.581" v="96234" actId="14100"/>
          <ac:spMkLst>
            <pc:docMk/>
            <pc:sldMk cId="4147658582" sldId="1184"/>
            <ac:spMk id="20" creationId="{8D91F512-2C05-A3A5-2127-9CD227D6A2B4}"/>
          </ac:spMkLst>
        </pc:spChg>
        <pc:spChg chg="mod">
          <ac:chgData name="Palit, Tapti" userId="dec6fbcd-7598-406a-8cbf-504d4a3bac15" providerId="ADAL" clId="{ECD42228-5B96-4A72-B268-C46DF994E6B7}" dt="2024-01-31T03:21:40.815" v="96228" actId="1076"/>
          <ac:spMkLst>
            <pc:docMk/>
            <pc:sldMk cId="4147658582" sldId="1184"/>
            <ac:spMk id="21" creationId="{AAC24658-CEBA-4C23-1506-48B299846FB0}"/>
          </ac:spMkLst>
        </pc:spChg>
        <pc:spChg chg="mod">
          <ac:chgData name="Palit, Tapti" userId="dec6fbcd-7598-406a-8cbf-504d4a3bac15" providerId="ADAL" clId="{ECD42228-5B96-4A72-B268-C46DF994E6B7}" dt="2024-01-31T03:21:08.038" v="96220" actId="14100"/>
          <ac:spMkLst>
            <pc:docMk/>
            <pc:sldMk cId="4147658582" sldId="1184"/>
            <ac:spMk id="22" creationId="{E928792D-9766-4878-0ECC-1DB61CD55632}"/>
          </ac:spMkLst>
        </pc:spChg>
        <pc:grpChg chg="add del mod">
          <ac:chgData name="Palit, Tapti" userId="dec6fbcd-7598-406a-8cbf-504d4a3bac15" providerId="ADAL" clId="{ECD42228-5B96-4A72-B268-C46DF994E6B7}" dt="2024-01-31T03:22:56.834" v="96245" actId="21"/>
          <ac:grpSpMkLst>
            <pc:docMk/>
            <pc:sldMk cId="4147658582" sldId="1184"/>
            <ac:grpSpMk id="10" creationId="{3FBCE1FD-F3F3-EB0B-850A-CFBDB82419DA}"/>
          </ac:grpSpMkLst>
        </pc:grpChg>
        <pc:grpChg chg="add del mod">
          <ac:chgData name="Palit, Tapti" userId="dec6fbcd-7598-406a-8cbf-504d4a3bac15" providerId="ADAL" clId="{ECD42228-5B96-4A72-B268-C46DF994E6B7}" dt="2024-01-31T03:22:56.834" v="96245" actId="21"/>
          <ac:grpSpMkLst>
            <pc:docMk/>
            <pc:sldMk cId="4147658582" sldId="1184"/>
            <ac:grpSpMk id="16" creationId="{C039DC35-178B-3F02-3AEC-BAC523F849F3}"/>
          </ac:grpSpMkLst>
        </pc:grpChg>
        <pc:grpChg chg="mod">
          <ac:chgData name="Palit, Tapti" userId="dec6fbcd-7598-406a-8cbf-504d4a3bac15" providerId="ADAL" clId="{ECD42228-5B96-4A72-B268-C46DF994E6B7}" dt="2024-01-31T03:20:02.296" v="96195"/>
          <ac:grpSpMkLst>
            <pc:docMk/>
            <pc:sldMk cId="4147658582" sldId="1184"/>
            <ac:grpSpMk id="17" creationId="{3C838660-1E6E-207D-A5CE-7136AD3E0AED}"/>
          </ac:grpSpMkLst>
        </pc:grpChg>
        <pc:picChg chg="add del mod">
          <ac:chgData name="Palit, Tapti" userId="dec6fbcd-7598-406a-8cbf-504d4a3bac15" providerId="ADAL" clId="{ECD42228-5B96-4A72-B268-C46DF994E6B7}" dt="2024-01-31T03:22:56.834" v="96245" actId="21"/>
          <ac:picMkLst>
            <pc:docMk/>
            <pc:sldMk cId="4147658582" sldId="1184"/>
            <ac:picMk id="5122" creationId="{E033299F-905C-18E1-825A-C97CBA773E2F}"/>
          </ac:picMkLst>
        </pc:picChg>
        <pc:cxnChg chg="add del mod">
          <ac:chgData name="Palit, Tapti" userId="dec6fbcd-7598-406a-8cbf-504d4a3bac15" providerId="ADAL" clId="{ECD42228-5B96-4A72-B268-C46DF994E6B7}" dt="2024-01-31T03:22:56.834" v="96245" actId="21"/>
          <ac:cxnSpMkLst>
            <pc:docMk/>
            <pc:sldMk cId="4147658582" sldId="1184"/>
            <ac:cxnSpMk id="7" creationId="{BA0F7DF4-159A-2DA5-345C-44CD87DD175E}"/>
          </ac:cxnSpMkLst>
        </pc:cxnChg>
        <pc:cxnChg chg="add del mod">
          <ac:chgData name="Palit, Tapti" userId="dec6fbcd-7598-406a-8cbf-504d4a3bac15" providerId="ADAL" clId="{ECD42228-5B96-4A72-B268-C46DF994E6B7}" dt="2024-01-31T03:22:56.834" v="96245" actId="21"/>
          <ac:cxnSpMkLst>
            <pc:docMk/>
            <pc:sldMk cId="4147658582" sldId="1184"/>
            <ac:cxnSpMk id="8" creationId="{C8E31C8F-4F14-007C-D248-860EA793FABD}"/>
          </ac:cxnSpMkLst>
        </pc:cxnChg>
        <pc:cxnChg chg="mod">
          <ac:chgData name="Palit, Tapti" userId="dec6fbcd-7598-406a-8cbf-504d4a3bac15" providerId="ADAL" clId="{ECD42228-5B96-4A72-B268-C46DF994E6B7}" dt="2024-01-31T03:21:20.333" v="96223" actId="1076"/>
          <ac:cxnSpMkLst>
            <pc:docMk/>
            <pc:sldMk cId="4147658582" sldId="1184"/>
            <ac:cxnSpMk id="14" creationId="{734E9522-36B3-0D07-19A9-CD626BEAA744}"/>
          </ac:cxnSpMkLst>
        </pc:cxnChg>
        <pc:cxnChg chg="mod">
          <ac:chgData name="Palit, Tapti" userId="dec6fbcd-7598-406a-8cbf-504d4a3bac15" providerId="ADAL" clId="{ECD42228-5B96-4A72-B268-C46DF994E6B7}" dt="2024-01-31T03:21:43.476" v="96229" actId="1076"/>
          <ac:cxnSpMkLst>
            <pc:docMk/>
            <pc:sldMk cId="4147658582" sldId="1184"/>
            <ac:cxnSpMk id="19" creationId="{45EE2912-32DD-75EE-AC36-CCE67096BA97}"/>
          </ac:cxnSpMkLst>
        </pc:cxnChg>
        <pc:cxnChg chg="mod">
          <ac:chgData name="Palit, Tapti" userId="dec6fbcd-7598-406a-8cbf-504d4a3bac15" providerId="ADAL" clId="{ECD42228-5B96-4A72-B268-C46DF994E6B7}" dt="2024-01-31T03:21:40.815" v="96228" actId="1076"/>
          <ac:cxnSpMkLst>
            <pc:docMk/>
            <pc:sldMk cId="4147658582" sldId="1184"/>
            <ac:cxnSpMk id="23" creationId="{49DD1FB0-83A0-CAEB-09C7-1474D67D37FA}"/>
          </ac:cxnSpMkLst>
        </pc:cxnChg>
      </pc:sldChg>
      <pc:sldChg chg="modSp mod modNotesTx">
        <pc:chgData name="Palit, Tapti" userId="dec6fbcd-7598-406a-8cbf-504d4a3bac15" providerId="ADAL" clId="{ECD42228-5B96-4A72-B268-C46DF994E6B7}" dt="2024-02-13T13:14:14.822" v="115794" actId="20577"/>
        <pc:sldMkLst>
          <pc:docMk/>
          <pc:sldMk cId="1970989127" sldId="1188"/>
        </pc:sldMkLst>
        <pc:spChg chg="mod">
          <ac:chgData name="Palit, Tapti" userId="dec6fbcd-7598-406a-8cbf-504d4a3bac15" providerId="ADAL" clId="{ECD42228-5B96-4A72-B268-C46DF994E6B7}" dt="2024-02-07T01:47:42.473" v="99064" actId="20577"/>
          <ac:spMkLst>
            <pc:docMk/>
            <pc:sldMk cId="1970989127" sldId="1188"/>
            <ac:spMk id="6" creationId="{27130B30-B222-C580-5B6E-3EAD98432401}"/>
          </ac:spMkLst>
        </pc:spChg>
      </pc:sldChg>
      <pc:sldChg chg="addSp delSp modSp mod delAnim modAnim addCm delCm modCm modNotesTx">
        <pc:chgData name="Palit, Tapti" userId="dec6fbcd-7598-406a-8cbf-504d4a3bac15" providerId="ADAL" clId="{ECD42228-5B96-4A72-B268-C46DF994E6B7}" dt="2024-02-11T20:05:07.445" v="112333" actId="14826"/>
        <pc:sldMkLst>
          <pc:docMk/>
          <pc:sldMk cId="2183783552" sldId="1192"/>
        </pc:sldMkLst>
        <pc:spChg chg="del mod">
          <ac:chgData name="Palit, Tapti" userId="dec6fbcd-7598-406a-8cbf-504d4a3bac15" providerId="ADAL" clId="{ECD42228-5B96-4A72-B268-C46DF994E6B7}" dt="2024-02-09T03:08:56.006" v="102998" actId="478"/>
          <ac:spMkLst>
            <pc:docMk/>
            <pc:sldMk cId="2183783552" sldId="1192"/>
            <ac:spMk id="6" creationId="{D854FC9E-93FF-EB26-F45B-F7E5AE253FCA}"/>
          </ac:spMkLst>
        </pc:spChg>
        <pc:spChg chg="del mod">
          <ac:chgData name="Palit, Tapti" userId="dec6fbcd-7598-406a-8cbf-504d4a3bac15" providerId="ADAL" clId="{ECD42228-5B96-4A72-B268-C46DF994E6B7}" dt="2024-02-08T22:20:33.114" v="101018" actId="478"/>
          <ac:spMkLst>
            <pc:docMk/>
            <pc:sldMk cId="2183783552" sldId="1192"/>
            <ac:spMk id="7" creationId="{83086D1F-06D1-25F7-4473-DDFB674F3FBE}"/>
          </ac:spMkLst>
        </pc:spChg>
        <pc:spChg chg="add del mod">
          <ac:chgData name="Palit, Tapti" userId="dec6fbcd-7598-406a-8cbf-504d4a3bac15" providerId="ADAL" clId="{ECD42228-5B96-4A72-B268-C46DF994E6B7}" dt="2024-02-09T03:08:56.006" v="102998" actId="478"/>
          <ac:spMkLst>
            <pc:docMk/>
            <pc:sldMk cId="2183783552" sldId="1192"/>
            <ac:spMk id="12" creationId="{0B4F011C-89FD-6879-F3B3-FF6B664B159E}"/>
          </ac:spMkLst>
        </pc:spChg>
        <pc:spChg chg="add del mod">
          <ac:chgData name="Palit, Tapti" userId="dec6fbcd-7598-406a-8cbf-504d4a3bac15" providerId="ADAL" clId="{ECD42228-5B96-4A72-B268-C46DF994E6B7}" dt="2024-02-09T03:12:16.443" v="103059" actId="478"/>
          <ac:spMkLst>
            <pc:docMk/>
            <pc:sldMk cId="2183783552" sldId="1192"/>
            <ac:spMk id="13" creationId="{4233C756-4F3A-623B-6588-27B3858D2A54}"/>
          </ac:spMkLst>
        </pc:spChg>
        <pc:spChg chg="del mod">
          <ac:chgData name="Palit, Tapti" userId="dec6fbcd-7598-406a-8cbf-504d4a3bac15" providerId="ADAL" clId="{ECD42228-5B96-4A72-B268-C46DF994E6B7}" dt="2024-02-09T03:09:46.706" v="103016" actId="478"/>
          <ac:spMkLst>
            <pc:docMk/>
            <pc:sldMk cId="2183783552" sldId="1192"/>
            <ac:spMk id="14" creationId="{50C36D76-258C-E85D-CE5E-75FE91D4FD12}"/>
          </ac:spMkLst>
        </pc:spChg>
        <pc:spChg chg="add mod">
          <ac:chgData name="Palit, Tapti" userId="dec6fbcd-7598-406a-8cbf-504d4a3bac15" providerId="ADAL" clId="{ECD42228-5B96-4A72-B268-C46DF994E6B7}" dt="2024-02-09T03:09:46.706" v="103016" actId="478"/>
          <ac:spMkLst>
            <pc:docMk/>
            <pc:sldMk cId="2183783552" sldId="1192"/>
            <ac:spMk id="17" creationId="{2F78BB6D-3A96-1F51-7325-1CE0F261DD0C}"/>
          </ac:spMkLst>
        </pc:spChg>
        <pc:spChg chg="add del mod">
          <ac:chgData name="Palit, Tapti" userId="dec6fbcd-7598-406a-8cbf-504d4a3bac15" providerId="ADAL" clId="{ECD42228-5B96-4A72-B268-C46DF994E6B7}" dt="2024-02-09T03:12:09.848" v="103056" actId="478"/>
          <ac:spMkLst>
            <pc:docMk/>
            <pc:sldMk cId="2183783552" sldId="1192"/>
            <ac:spMk id="19" creationId="{983211FA-6BD4-21DA-28A7-E0DCCFD08DC0}"/>
          </ac:spMkLst>
        </pc:spChg>
        <pc:spChg chg="add mod">
          <ac:chgData name="Palit, Tapti" userId="dec6fbcd-7598-406a-8cbf-504d4a3bac15" providerId="ADAL" clId="{ECD42228-5B96-4A72-B268-C46DF994E6B7}" dt="2024-02-09T03:10:52.158" v="103051" actId="164"/>
          <ac:spMkLst>
            <pc:docMk/>
            <pc:sldMk cId="2183783552" sldId="1192"/>
            <ac:spMk id="20" creationId="{F4B733E9-BF7C-6A59-4DD7-8946F62ABA36}"/>
          </ac:spMkLst>
        </pc:spChg>
        <pc:spChg chg="add mod">
          <ac:chgData name="Palit, Tapti" userId="dec6fbcd-7598-406a-8cbf-504d4a3bac15" providerId="ADAL" clId="{ECD42228-5B96-4A72-B268-C46DF994E6B7}" dt="2024-02-09T03:10:52.158" v="103051" actId="164"/>
          <ac:spMkLst>
            <pc:docMk/>
            <pc:sldMk cId="2183783552" sldId="1192"/>
            <ac:spMk id="21" creationId="{E42E3BEE-61B6-F698-019B-9D329815BF2A}"/>
          </ac:spMkLst>
        </pc:spChg>
        <pc:spChg chg="add mod">
          <ac:chgData name="Palit, Tapti" userId="dec6fbcd-7598-406a-8cbf-504d4a3bac15" providerId="ADAL" clId="{ECD42228-5B96-4A72-B268-C46DF994E6B7}" dt="2024-02-09T03:12:16.884" v="103060"/>
          <ac:spMkLst>
            <pc:docMk/>
            <pc:sldMk cId="2183783552" sldId="1192"/>
            <ac:spMk id="23" creationId="{92537B77-B06D-6473-36C4-1409207999A9}"/>
          </ac:spMkLst>
        </pc:spChg>
        <pc:spChg chg="add mod">
          <ac:chgData name="Palit, Tapti" userId="dec6fbcd-7598-406a-8cbf-504d4a3bac15" providerId="ADAL" clId="{ECD42228-5B96-4A72-B268-C46DF994E6B7}" dt="2024-02-09T03:12:16.884" v="103060"/>
          <ac:spMkLst>
            <pc:docMk/>
            <pc:sldMk cId="2183783552" sldId="1192"/>
            <ac:spMk id="24" creationId="{5AE4FC51-06D2-E05F-E15E-325C42108E8C}"/>
          </ac:spMkLst>
        </pc:spChg>
        <pc:grpChg chg="add del mod">
          <ac:chgData name="Palit, Tapti" userId="dec6fbcd-7598-406a-8cbf-504d4a3bac15" providerId="ADAL" clId="{ECD42228-5B96-4A72-B268-C46DF994E6B7}" dt="2024-02-09T03:12:07.034" v="103055" actId="478"/>
          <ac:grpSpMkLst>
            <pc:docMk/>
            <pc:sldMk cId="2183783552" sldId="1192"/>
            <ac:grpSpMk id="22" creationId="{FBA22594-0483-95D4-6654-90821FCAB6EF}"/>
          </ac:grpSpMkLst>
        </pc:grpChg>
        <pc:picChg chg="add mod">
          <ac:chgData name="Palit, Tapti" userId="dec6fbcd-7598-406a-8cbf-504d4a3bac15" providerId="ADAL" clId="{ECD42228-5B96-4A72-B268-C46DF994E6B7}" dt="2024-02-11T20:05:07.445" v="112333" actId="14826"/>
          <ac:picMkLst>
            <pc:docMk/>
            <pc:sldMk cId="2183783552" sldId="1192"/>
            <ac:picMk id="4" creationId="{3B97300D-E293-190A-5602-F17EA8F1D4DD}"/>
          </ac:picMkLst>
        </pc:picChg>
        <pc:picChg chg="del mod">
          <ac:chgData name="Palit, Tapti" userId="dec6fbcd-7598-406a-8cbf-504d4a3bac15" providerId="ADAL" clId="{ECD42228-5B96-4A72-B268-C46DF994E6B7}" dt="2024-02-08T22:20:30.677" v="101017" actId="478"/>
          <ac:picMkLst>
            <pc:docMk/>
            <pc:sldMk cId="2183783552" sldId="1192"/>
            <ac:picMk id="9" creationId="{572B90BA-CCCE-2773-7C3A-920518DFB520}"/>
          </ac:picMkLst>
        </pc:picChg>
        <pc:picChg chg="del mod">
          <ac:chgData name="Palit, Tapti" userId="dec6fbcd-7598-406a-8cbf-504d4a3bac15" providerId="ADAL" clId="{ECD42228-5B96-4A72-B268-C46DF994E6B7}" dt="2024-02-09T03:08:56.006" v="102998" actId="478"/>
          <ac:picMkLst>
            <pc:docMk/>
            <pc:sldMk cId="2183783552" sldId="1192"/>
            <ac:picMk id="10" creationId="{58CD9030-C36D-7B9F-5319-3495B58BB732}"/>
          </ac:picMkLst>
        </pc:picChg>
        <pc:picChg chg="add mod">
          <ac:chgData name="Palit, Tapti" userId="dec6fbcd-7598-406a-8cbf-504d4a3bac15" providerId="ADAL" clId="{ECD42228-5B96-4A72-B268-C46DF994E6B7}" dt="2024-02-09T03:12:16.884" v="103060"/>
          <ac:picMkLst>
            <pc:docMk/>
            <pc:sldMk cId="2183783552" sldId="1192"/>
            <ac:picMk id="25" creationId="{762BFA9F-3F4D-DEE2-572D-3D33232D1781}"/>
          </ac:picMkLst>
        </pc:picChg>
        <pc:picChg chg="add del mod">
          <ac:chgData name="Palit, Tapti" userId="dec6fbcd-7598-406a-8cbf-504d4a3bac15" providerId="ADAL" clId="{ECD42228-5B96-4A72-B268-C46DF994E6B7}" dt="2024-02-09T03:57:52.558" v="103945" actId="478"/>
          <ac:picMkLst>
            <pc:docMk/>
            <pc:sldMk cId="2183783552" sldId="1192"/>
            <ac:picMk id="26" creationId="{0E783AB1-73A2-55AE-9AE4-98791FCACBAE}"/>
          </ac:picMkLst>
        </pc:picChg>
        <pc:picChg chg="add del mod">
          <ac:chgData name="Palit, Tapti" userId="dec6fbcd-7598-406a-8cbf-504d4a3bac15" providerId="ADAL" clId="{ECD42228-5B96-4A72-B268-C46DF994E6B7}" dt="2024-02-09T03:08:56.006" v="102998" actId="478"/>
          <ac:picMkLst>
            <pc:docMk/>
            <pc:sldMk cId="2183783552" sldId="1192"/>
            <ac:picMk id="1026" creationId="{8A5B12EA-EA41-F560-FC7C-6BB93C1912AC}"/>
          </ac:picMkLst>
        </pc:picChg>
        <pc:picChg chg="add del mod">
          <ac:chgData name="Palit, Tapti" userId="dec6fbcd-7598-406a-8cbf-504d4a3bac15" providerId="ADAL" clId="{ECD42228-5B96-4A72-B268-C46DF994E6B7}" dt="2024-02-09T03:08:56.006" v="102998" actId="478"/>
          <ac:picMkLst>
            <pc:docMk/>
            <pc:sldMk cId="2183783552" sldId="1192"/>
            <ac:picMk id="1028" creationId="{82EAB410-1FBE-A4C6-35D0-AD0327F3D3E4}"/>
          </ac:picMkLst>
        </pc:picChg>
        <pc:picChg chg="add del mod">
          <ac:chgData name="Palit, Tapti" userId="dec6fbcd-7598-406a-8cbf-504d4a3bac15" providerId="ADAL" clId="{ECD42228-5B96-4A72-B268-C46DF994E6B7}" dt="2024-02-08T23:00:51.531" v="101177" actId="478"/>
          <ac:picMkLst>
            <pc:docMk/>
            <pc:sldMk cId="2183783552" sldId="1192"/>
            <ac:picMk id="1030" creationId="{9C4D984B-C3EA-C997-BF1E-7E593D8344D4}"/>
          </ac:picMkLst>
        </pc:picChg>
        <pc:picChg chg="add del mod">
          <ac:chgData name="Palit, Tapti" userId="dec6fbcd-7598-406a-8cbf-504d4a3bac15" providerId="ADAL" clId="{ECD42228-5B96-4A72-B268-C46DF994E6B7}" dt="2024-02-09T03:08:56.006" v="102998" actId="478"/>
          <ac:picMkLst>
            <pc:docMk/>
            <pc:sldMk cId="2183783552" sldId="1192"/>
            <ac:picMk id="1032" creationId="{E61F7F72-33D3-5BB5-FF5A-51133C03E0FE}"/>
          </ac:picMkLst>
        </pc:picChg>
        <pc:picChg chg="add del mod">
          <ac:chgData name="Palit, Tapti" userId="dec6fbcd-7598-406a-8cbf-504d4a3bac15" providerId="ADAL" clId="{ECD42228-5B96-4A72-B268-C46DF994E6B7}" dt="2024-02-09T03:08:56.006" v="102998" actId="478"/>
          <ac:picMkLst>
            <pc:docMk/>
            <pc:sldMk cId="2183783552" sldId="1192"/>
            <ac:picMk id="1034" creationId="{7A618024-F00A-9241-8A7C-D13BCB899D32}"/>
          </ac:picMkLst>
        </pc:picChg>
        <pc:cxnChg chg="add del mod">
          <ac:chgData name="Palit, Tapti" userId="dec6fbcd-7598-406a-8cbf-504d4a3bac15" providerId="ADAL" clId="{ECD42228-5B96-4A72-B268-C46DF994E6B7}" dt="2024-02-09T03:08:56.006" v="102998" actId="478"/>
          <ac:cxnSpMkLst>
            <pc:docMk/>
            <pc:sldMk cId="2183783552" sldId="1192"/>
            <ac:cxnSpMk id="5" creationId="{29558022-BE6B-A597-3BF9-0397A6A1C692}"/>
          </ac:cxnSpMkLst>
        </pc:cxnChg>
        <pc:cxnChg chg="add del mod">
          <ac:chgData name="Palit, Tapti" userId="dec6fbcd-7598-406a-8cbf-504d4a3bac15" providerId="ADAL" clId="{ECD42228-5B96-4A72-B268-C46DF994E6B7}" dt="2024-02-09T03:12:13.880" v="103058" actId="478"/>
          <ac:cxnSpMkLst>
            <pc:docMk/>
            <pc:sldMk cId="2183783552" sldId="1192"/>
            <ac:cxnSpMk id="7" creationId="{C8CA781B-77B0-5B8C-2A0F-FF079F9B0FF8}"/>
          </ac:cxnSpMkLst>
        </pc:cxnChg>
        <pc:cxnChg chg="add del mod">
          <ac:chgData name="Palit, Tapti" userId="dec6fbcd-7598-406a-8cbf-504d4a3bac15" providerId="ADAL" clId="{ECD42228-5B96-4A72-B268-C46DF994E6B7}" dt="2024-02-09T03:12:11.878" v="103057" actId="478"/>
          <ac:cxnSpMkLst>
            <pc:docMk/>
            <pc:sldMk cId="2183783552" sldId="1192"/>
            <ac:cxnSpMk id="8" creationId="{1ACBFD5A-DBD5-37C3-2606-1A4C4B7AAC5C}"/>
          </ac:cxnSpMkLst>
        </pc:cxnChg>
        <pc:cxnChg chg="add del mod">
          <ac:chgData name="Palit, Tapti" userId="dec6fbcd-7598-406a-8cbf-504d4a3bac15" providerId="ADAL" clId="{ECD42228-5B96-4A72-B268-C46DF994E6B7}" dt="2024-02-09T03:08:56.006" v="102998" actId="478"/>
          <ac:cxnSpMkLst>
            <pc:docMk/>
            <pc:sldMk cId="2183783552" sldId="1192"/>
            <ac:cxnSpMk id="15" creationId="{5475DD2C-05CD-D1C6-7DFC-216A01507A32}"/>
          </ac:cxnSpMkLst>
        </pc:cxnChg>
        <pc:cxnChg chg="add del mod">
          <ac:chgData name="Palit, Tapti" userId="dec6fbcd-7598-406a-8cbf-504d4a3bac15" providerId="ADAL" clId="{ECD42228-5B96-4A72-B268-C46DF994E6B7}" dt="2024-02-09T03:08:56.006" v="102998" actId="478"/>
          <ac:cxnSpMkLst>
            <pc:docMk/>
            <pc:sldMk cId="2183783552" sldId="1192"/>
            <ac:cxnSpMk id="18" creationId="{00A52ADB-149F-A858-D418-5B74E2F3ED17}"/>
          </ac:cxnSpMkLst>
        </pc:cxnChg>
        <pc:extLst>
          <p:ext xmlns:p="http://schemas.openxmlformats.org/presentationml/2006/main" uri="{D6D511B9-2390-475A-947B-AFAB55BFBCF1}">
            <pc226:cmChg xmlns:pc226="http://schemas.microsoft.com/office/powerpoint/2022/06/main/command" chg="add del">
              <pc226:chgData name="Palit, Tapti" userId="dec6fbcd-7598-406a-8cbf-504d4a3bac15" providerId="ADAL" clId="{ECD42228-5B96-4A72-B268-C46DF994E6B7}" dt="2024-02-08T23:10:58.511" v="101225"/>
              <pc2:cmMkLst xmlns:pc2="http://schemas.microsoft.com/office/powerpoint/2019/9/main/command">
                <pc:docMk/>
                <pc:sldMk cId="2183783552" sldId="1192"/>
                <pc2:cmMk id="{7ED3598D-9E95-4F49-8C64-9F14337D3EDE}"/>
              </pc2:cmMkLst>
            </pc226:cmChg>
            <pc226:cmChg xmlns:pc226="http://schemas.microsoft.com/office/powerpoint/2022/06/main/command" chg="">
              <pc226:chgData name="Palit, Tapti" userId="dec6fbcd-7598-406a-8cbf-504d4a3bac15" providerId="ADAL" clId="{ECD42228-5B96-4A72-B268-C46DF994E6B7}" dt="2024-02-09T04:05:52.584" v="104264"/>
              <pc2:cmMkLst xmlns:pc2="http://schemas.microsoft.com/office/powerpoint/2019/9/main/command">
                <pc:docMk/>
                <pc:sldMk cId="2183783552" sldId="1192"/>
                <pc2:cmMk id="{EBB840D1-A0DA-4FB7-821C-B4B477A18BE8}"/>
              </pc2:cmMkLst>
              <pc226:cmRplyChg chg="add">
                <pc226:chgData name="Palit, Tapti" userId="dec6fbcd-7598-406a-8cbf-504d4a3bac15" providerId="ADAL" clId="{ECD42228-5B96-4A72-B268-C46DF994E6B7}" dt="2024-02-09T04:05:18.211" v="104263"/>
                <pc2:cmRplyMkLst xmlns:pc2="http://schemas.microsoft.com/office/powerpoint/2019/9/main/command">
                  <pc:docMk/>
                  <pc:sldMk cId="2183783552" sldId="1192"/>
                  <pc2:cmMk id="{EBB840D1-A0DA-4FB7-821C-B4B477A18BE8}"/>
                  <pc2:cmRplyMk id="{8B5B7391-20A9-466D-8F7A-6CD372830E98}"/>
                </pc2:cmRplyMkLst>
              </pc226:cmRplyChg>
              <pc226:cmRplyChg chg="add">
                <pc226:chgData name="Palit, Tapti" userId="dec6fbcd-7598-406a-8cbf-504d4a3bac15" providerId="ADAL" clId="{ECD42228-5B96-4A72-B268-C46DF994E6B7}" dt="2024-02-09T04:05:52.584" v="104264"/>
                <pc2:cmRplyMkLst xmlns:pc2="http://schemas.microsoft.com/office/powerpoint/2019/9/main/command">
                  <pc:docMk/>
                  <pc:sldMk cId="2183783552" sldId="1192"/>
                  <pc2:cmMk id="{EBB840D1-A0DA-4FB7-821C-B4B477A18BE8}"/>
                  <pc2:cmRplyMk id="{5F654CD0-9635-4A20-805C-58F72370318D}"/>
                </pc2:cmRplyMkLst>
              </pc226:cmRplyChg>
              <pc226:cmRplyChg chg="add">
                <pc226:chgData name="Palit, Tapti" userId="dec6fbcd-7598-406a-8cbf-504d4a3bac15" providerId="ADAL" clId="{ECD42228-5B96-4A72-B268-C46DF994E6B7}" dt="2024-02-08T23:11:06.175" v="101226"/>
                <pc2:cmRplyMkLst xmlns:pc2="http://schemas.microsoft.com/office/powerpoint/2019/9/main/command">
                  <pc:docMk/>
                  <pc:sldMk cId="2183783552" sldId="1192"/>
                  <pc2:cmMk id="{EBB840D1-A0DA-4FB7-821C-B4B477A18BE8}"/>
                  <pc2:cmRplyMk id="{3F7801F3-9932-4DBD-B51D-453DB0BC447F}"/>
                </pc2:cmRplyMkLst>
              </pc226:cmRplyChg>
            </pc226:cmChg>
          </p:ext>
        </pc:extLst>
      </pc:sldChg>
      <pc:sldChg chg="addSp delSp modSp mod modAnim addCm modCm">
        <pc:chgData name="Palit, Tapti" userId="dec6fbcd-7598-406a-8cbf-504d4a3bac15" providerId="ADAL" clId="{ECD42228-5B96-4A72-B268-C46DF994E6B7}" dt="2024-02-11T15:06:03.187" v="110279"/>
        <pc:sldMkLst>
          <pc:docMk/>
          <pc:sldMk cId="1788548575" sldId="1198"/>
        </pc:sldMkLst>
        <pc:spChg chg="mod">
          <ac:chgData name="Palit, Tapti" userId="dec6fbcd-7598-406a-8cbf-504d4a3bac15" providerId="ADAL" clId="{ECD42228-5B96-4A72-B268-C46DF994E6B7}" dt="2024-02-11T14:52:59.093" v="110190" actId="20577"/>
          <ac:spMkLst>
            <pc:docMk/>
            <pc:sldMk cId="1788548575" sldId="1198"/>
            <ac:spMk id="2" creationId="{74CF87A6-E811-118F-455C-709D1BAE0802}"/>
          </ac:spMkLst>
        </pc:spChg>
        <pc:spChg chg="mod">
          <ac:chgData name="Palit, Tapti" userId="dec6fbcd-7598-406a-8cbf-504d4a3bac15" providerId="ADAL" clId="{ECD42228-5B96-4A72-B268-C46DF994E6B7}" dt="2024-02-07T00:36:01.745" v="97711" actId="20577"/>
          <ac:spMkLst>
            <pc:docMk/>
            <pc:sldMk cId="1788548575" sldId="1198"/>
            <ac:spMk id="3" creationId="{3D84E652-3773-6BFB-6879-CDCCC8A1EA9A}"/>
          </ac:spMkLst>
        </pc:spChg>
        <pc:spChg chg="mod">
          <ac:chgData name="Palit, Tapti" userId="dec6fbcd-7598-406a-8cbf-504d4a3bac15" providerId="ADAL" clId="{ECD42228-5B96-4A72-B268-C46DF994E6B7}" dt="2024-02-11T14:51:24.039" v="110167" actId="1076"/>
          <ac:spMkLst>
            <pc:docMk/>
            <pc:sldMk cId="1788548575" sldId="1198"/>
            <ac:spMk id="7" creationId="{541EBE14-A425-961F-C0A0-2D41E02DE9CD}"/>
          </ac:spMkLst>
        </pc:spChg>
        <pc:spChg chg="mod">
          <ac:chgData name="Palit, Tapti" userId="dec6fbcd-7598-406a-8cbf-504d4a3bac15" providerId="ADAL" clId="{ECD42228-5B96-4A72-B268-C46DF994E6B7}" dt="2024-02-11T14:51:01.593" v="110159" actId="1076"/>
          <ac:spMkLst>
            <pc:docMk/>
            <pc:sldMk cId="1788548575" sldId="1198"/>
            <ac:spMk id="8" creationId="{D0FBCA76-3DCA-405B-5ACA-7A4B49BE660F}"/>
          </ac:spMkLst>
        </pc:spChg>
        <pc:spChg chg="mod">
          <ac:chgData name="Palit, Tapti" userId="dec6fbcd-7598-406a-8cbf-504d4a3bac15" providerId="ADAL" clId="{ECD42228-5B96-4A72-B268-C46DF994E6B7}" dt="2024-02-11T14:50:50.381" v="110156" actId="14100"/>
          <ac:spMkLst>
            <pc:docMk/>
            <pc:sldMk cId="1788548575" sldId="1198"/>
            <ac:spMk id="9" creationId="{FBEA197B-4A8C-9D35-6486-31EF43CEA87D}"/>
          </ac:spMkLst>
        </pc:spChg>
        <pc:spChg chg="mod">
          <ac:chgData name="Palit, Tapti" userId="dec6fbcd-7598-406a-8cbf-504d4a3bac15" providerId="ADAL" clId="{ECD42228-5B96-4A72-B268-C46DF994E6B7}" dt="2024-02-11T14:54:12.882" v="110213" actId="1076"/>
          <ac:spMkLst>
            <pc:docMk/>
            <pc:sldMk cId="1788548575" sldId="1198"/>
            <ac:spMk id="11" creationId="{05DD3F33-944D-BF62-9D19-BF633049324F}"/>
          </ac:spMkLst>
        </pc:spChg>
        <pc:spChg chg="add mod">
          <ac:chgData name="Palit, Tapti" userId="dec6fbcd-7598-406a-8cbf-504d4a3bac15" providerId="ADAL" clId="{ECD42228-5B96-4A72-B268-C46DF994E6B7}" dt="2024-02-11T14:59:29.102" v="110246" actId="1076"/>
          <ac:spMkLst>
            <pc:docMk/>
            <pc:sldMk cId="1788548575" sldId="1198"/>
            <ac:spMk id="15" creationId="{5EFF7B73-D36A-5148-4BF5-7672AFADB1EF}"/>
          </ac:spMkLst>
        </pc:spChg>
        <pc:spChg chg="add mod">
          <ac:chgData name="Palit, Tapti" userId="dec6fbcd-7598-406a-8cbf-504d4a3bac15" providerId="ADAL" clId="{ECD42228-5B96-4A72-B268-C46DF994E6B7}" dt="2024-02-11T14:59:29.102" v="110246" actId="1076"/>
          <ac:spMkLst>
            <pc:docMk/>
            <pc:sldMk cId="1788548575" sldId="1198"/>
            <ac:spMk id="20" creationId="{AAAB00DE-7929-E6EC-D934-36097FCA7111}"/>
          </ac:spMkLst>
        </pc:spChg>
        <pc:spChg chg="mod topLvl">
          <ac:chgData name="Palit, Tapti" userId="dec6fbcd-7598-406a-8cbf-504d4a3bac15" providerId="ADAL" clId="{ECD42228-5B96-4A72-B268-C46DF994E6B7}" dt="2024-02-11T15:02:49.725" v="110266" actId="164"/>
          <ac:spMkLst>
            <pc:docMk/>
            <pc:sldMk cId="1788548575" sldId="1198"/>
            <ac:spMk id="23" creationId="{B4590D0D-3DFD-A3A7-DD5D-4EDF5738555D}"/>
          </ac:spMkLst>
        </pc:spChg>
        <pc:spChg chg="mod topLvl">
          <ac:chgData name="Palit, Tapti" userId="dec6fbcd-7598-406a-8cbf-504d4a3bac15" providerId="ADAL" clId="{ECD42228-5B96-4A72-B268-C46DF994E6B7}" dt="2024-02-11T15:02:49.725" v="110266" actId="164"/>
          <ac:spMkLst>
            <pc:docMk/>
            <pc:sldMk cId="1788548575" sldId="1198"/>
            <ac:spMk id="24" creationId="{1A300C6B-1326-D04B-7177-8C6B6877DB9B}"/>
          </ac:spMkLst>
        </pc:spChg>
        <pc:spChg chg="mod topLvl">
          <ac:chgData name="Palit, Tapti" userId="dec6fbcd-7598-406a-8cbf-504d4a3bac15" providerId="ADAL" clId="{ECD42228-5B96-4A72-B268-C46DF994E6B7}" dt="2024-02-11T15:02:49.725" v="110266" actId="164"/>
          <ac:spMkLst>
            <pc:docMk/>
            <pc:sldMk cId="1788548575" sldId="1198"/>
            <ac:spMk id="25" creationId="{3A1E0CC7-8F1D-C49B-18E5-58FBB55EA86C}"/>
          </ac:spMkLst>
        </pc:spChg>
        <pc:spChg chg="mod topLvl">
          <ac:chgData name="Palit, Tapti" userId="dec6fbcd-7598-406a-8cbf-504d4a3bac15" providerId="ADAL" clId="{ECD42228-5B96-4A72-B268-C46DF994E6B7}" dt="2024-02-11T15:02:49.725" v="110266" actId="164"/>
          <ac:spMkLst>
            <pc:docMk/>
            <pc:sldMk cId="1788548575" sldId="1198"/>
            <ac:spMk id="27" creationId="{89C56800-3076-F50D-0273-A36148774CFA}"/>
          </ac:spMkLst>
        </pc:spChg>
        <pc:spChg chg="add mod">
          <ac:chgData name="Palit, Tapti" userId="dec6fbcd-7598-406a-8cbf-504d4a3bac15" providerId="ADAL" clId="{ECD42228-5B96-4A72-B268-C46DF994E6B7}" dt="2024-02-11T15:02:49.725" v="110266" actId="164"/>
          <ac:spMkLst>
            <pc:docMk/>
            <pc:sldMk cId="1788548575" sldId="1198"/>
            <ac:spMk id="29" creationId="{F30EFC5D-4691-46DC-1CCD-5CDB58A35C7C}"/>
          </ac:spMkLst>
        </pc:spChg>
        <pc:grpChg chg="add mod">
          <ac:chgData name="Palit, Tapti" userId="dec6fbcd-7598-406a-8cbf-504d4a3bac15" providerId="ADAL" clId="{ECD42228-5B96-4A72-B268-C46DF994E6B7}" dt="2024-02-11T14:59:29.102" v="110246" actId="1076"/>
          <ac:grpSpMkLst>
            <pc:docMk/>
            <pc:sldMk cId="1788548575" sldId="1198"/>
            <ac:grpSpMk id="6" creationId="{28CE01E2-31BF-8983-1939-B42D672CED15}"/>
          </ac:grpSpMkLst>
        </pc:grpChg>
        <pc:grpChg chg="add del mod">
          <ac:chgData name="Palit, Tapti" userId="dec6fbcd-7598-406a-8cbf-504d4a3bac15" providerId="ADAL" clId="{ECD42228-5B96-4A72-B268-C46DF994E6B7}" dt="2024-02-11T15:01:50.223" v="110263" actId="165"/>
          <ac:grpSpMkLst>
            <pc:docMk/>
            <pc:sldMk cId="1788548575" sldId="1198"/>
            <ac:grpSpMk id="17" creationId="{659E126F-BA12-81E3-820C-2773DB7B01A9}"/>
          </ac:grpSpMkLst>
        </pc:grpChg>
        <pc:grpChg chg="add del mod topLvl">
          <ac:chgData name="Palit, Tapti" userId="dec6fbcd-7598-406a-8cbf-504d4a3bac15" providerId="ADAL" clId="{ECD42228-5B96-4A72-B268-C46DF994E6B7}" dt="2024-02-11T15:02:37.645" v="110265" actId="165"/>
          <ac:grpSpMkLst>
            <pc:docMk/>
            <pc:sldMk cId="1788548575" sldId="1198"/>
            <ac:grpSpMk id="22" creationId="{4336188F-D110-E7DC-5615-943503FD6B3E}"/>
          </ac:grpSpMkLst>
        </pc:grpChg>
        <pc:grpChg chg="add mod">
          <ac:chgData name="Palit, Tapti" userId="dec6fbcd-7598-406a-8cbf-504d4a3bac15" providerId="ADAL" clId="{ECD42228-5B96-4A72-B268-C46DF994E6B7}" dt="2024-02-11T15:02:49.725" v="110266" actId="164"/>
          <ac:grpSpMkLst>
            <pc:docMk/>
            <pc:sldMk cId="1788548575" sldId="1198"/>
            <ac:grpSpMk id="43" creationId="{350BAEA9-F9C8-8613-F0C2-BFDE622336CE}"/>
          </ac:grpSpMkLst>
        </pc:grpChg>
        <pc:graphicFrameChg chg="add del mod">
          <ac:chgData name="Palit, Tapti" userId="dec6fbcd-7598-406a-8cbf-504d4a3bac15" providerId="ADAL" clId="{ECD42228-5B96-4A72-B268-C46DF994E6B7}" dt="2024-02-07T00:39:51.691" v="98112" actId="478"/>
          <ac:graphicFrameMkLst>
            <pc:docMk/>
            <pc:sldMk cId="1788548575" sldId="1198"/>
            <ac:graphicFrameMk id="6" creationId="{F0877819-A7D1-A14C-2643-999587B33295}"/>
          </ac:graphicFrameMkLst>
        </pc:graphicFrameChg>
        <pc:cxnChg chg="mod">
          <ac:chgData name="Palit, Tapti" userId="dec6fbcd-7598-406a-8cbf-504d4a3bac15" providerId="ADAL" clId="{ECD42228-5B96-4A72-B268-C46DF994E6B7}" dt="2024-02-11T14:51:01.593" v="110159" actId="1076"/>
          <ac:cxnSpMkLst>
            <pc:docMk/>
            <pc:sldMk cId="1788548575" sldId="1198"/>
            <ac:cxnSpMk id="10" creationId="{F38203A9-DF54-A525-ACE6-B4E9210CA0A2}"/>
          </ac:cxnSpMkLst>
        </pc:cxnChg>
        <pc:cxnChg chg="add mod topLvl">
          <ac:chgData name="Palit, Tapti" userId="dec6fbcd-7598-406a-8cbf-504d4a3bac15" providerId="ADAL" clId="{ECD42228-5B96-4A72-B268-C46DF994E6B7}" dt="2024-02-11T15:02:49.725" v="110266" actId="164"/>
          <ac:cxnSpMkLst>
            <pc:docMk/>
            <pc:sldMk cId="1788548575" sldId="1198"/>
            <ac:cxnSpMk id="12" creationId="{35482677-4032-1D04-850E-6E4C70BA96B5}"/>
          </ac:cxnSpMkLst>
        </pc:cxnChg>
        <pc:cxnChg chg="add mod">
          <ac:chgData name="Palit, Tapti" userId="dec6fbcd-7598-406a-8cbf-504d4a3bac15" providerId="ADAL" clId="{ECD42228-5B96-4A72-B268-C46DF994E6B7}" dt="2024-02-11T14:59:29.102" v="110246" actId="1076"/>
          <ac:cxnSpMkLst>
            <pc:docMk/>
            <pc:sldMk cId="1788548575" sldId="1198"/>
            <ac:cxnSpMk id="16" creationId="{C08C3BC1-7682-DB95-97F9-F0DDA9F64C34}"/>
          </ac:cxnSpMkLst>
        </pc:cxnChg>
        <pc:cxnChg chg="mod topLvl">
          <ac:chgData name="Palit, Tapti" userId="dec6fbcd-7598-406a-8cbf-504d4a3bac15" providerId="ADAL" clId="{ECD42228-5B96-4A72-B268-C46DF994E6B7}" dt="2024-02-11T15:02:49.725" v="110266" actId="164"/>
          <ac:cxnSpMkLst>
            <pc:docMk/>
            <pc:sldMk cId="1788548575" sldId="1198"/>
            <ac:cxnSpMk id="26" creationId="{586BD724-86E8-63A6-701C-95696B0CB4FA}"/>
          </ac:cxnSpMkLst>
        </pc:cxnChg>
        <pc:cxnChg chg="add mod">
          <ac:chgData name="Palit, Tapti" userId="dec6fbcd-7598-406a-8cbf-504d4a3bac15" providerId="ADAL" clId="{ECD42228-5B96-4A72-B268-C46DF994E6B7}" dt="2024-02-11T14:59:29.102" v="110246" actId="1076"/>
          <ac:cxnSpMkLst>
            <pc:docMk/>
            <pc:sldMk cId="1788548575" sldId="1198"/>
            <ac:cxnSpMk id="31" creationId="{B17A9948-D80B-E696-3007-7F5BB1E63323}"/>
          </ac:cxnSpMkLst>
        </pc:cxnChg>
        <pc:cxnChg chg="add mod">
          <ac:chgData name="Palit, Tapti" userId="dec6fbcd-7598-406a-8cbf-504d4a3bac15" providerId="ADAL" clId="{ECD42228-5B96-4A72-B268-C46DF994E6B7}" dt="2024-02-11T14:59:29.102" v="110246" actId="1076"/>
          <ac:cxnSpMkLst>
            <pc:docMk/>
            <pc:sldMk cId="1788548575" sldId="1198"/>
            <ac:cxnSpMk id="36" creationId="{CDC0155E-855F-4562-C7FD-ACD34FE36187}"/>
          </ac:cxnSpMkLst>
        </pc:cxnChg>
        <pc:cxnChg chg="add mod">
          <ac:chgData name="Palit, Tapti" userId="dec6fbcd-7598-406a-8cbf-504d4a3bac15" providerId="ADAL" clId="{ECD42228-5B96-4A72-B268-C46DF994E6B7}" dt="2024-02-11T15:00:08.123" v="110250" actId="14100"/>
          <ac:cxnSpMkLst>
            <pc:docMk/>
            <pc:sldMk cId="1788548575" sldId="1198"/>
            <ac:cxnSpMk id="39" creationId="{ED27EC7D-2AF3-E8B8-1365-249AE0C6CC95}"/>
          </ac:cxnSpMkLst>
        </pc:cxnChg>
        <pc:extLst>
          <p:ext xmlns:p="http://schemas.openxmlformats.org/presentationml/2006/main" uri="{D6D511B9-2390-475A-947B-AFAB55BFBCF1}">
            <pc226:cmChg xmlns:pc226="http://schemas.microsoft.com/office/powerpoint/2022/06/main/command" chg="add mod">
              <pc226:chgData name="Palit, Tapti" userId="dec6fbcd-7598-406a-8cbf-504d4a3bac15" providerId="ADAL" clId="{ECD42228-5B96-4A72-B268-C46DF994E6B7}" dt="2024-02-11T14:59:35.121" v="110247"/>
              <pc2:cmMkLst xmlns:pc2="http://schemas.microsoft.com/office/powerpoint/2019/9/main/command">
                <pc:docMk/>
                <pc:sldMk cId="1788548575" sldId="1198"/>
                <pc2:cmMk id="{FC59A80F-5E81-419E-B623-627D532650CE}"/>
              </pc2:cmMkLst>
            </pc226:cmChg>
          </p:ext>
        </pc:extLst>
      </pc:sldChg>
      <pc:sldChg chg="modSp mod">
        <pc:chgData name="Palit, Tapti" userId="dec6fbcd-7598-406a-8cbf-504d4a3bac15" providerId="ADAL" clId="{ECD42228-5B96-4A72-B268-C46DF994E6B7}" dt="2024-02-12T19:45:10.215" v="112952" actId="1076"/>
        <pc:sldMkLst>
          <pc:docMk/>
          <pc:sldMk cId="4042136570" sldId="1199"/>
        </pc:sldMkLst>
        <pc:spChg chg="mod">
          <ac:chgData name="Palit, Tapti" userId="dec6fbcd-7598-406a-8cbf-504d4a3bac15" providerId="ADAL" clId="{ECD42228-5B96-4A72-B268-C46DF994E6B7}" dt="2024-02-10T00:54:37.431" v="109281" actId="20577"/>
          <ac:spMkLst>
            <pc:docMk/>
            <pc:sldMk cId="4042136570" sldId="1199"/>
            <ac:spMk id="2" creationId="{70943C05-705A-375F-5DCE-3D5EB9E5CA53}"/>
          </ac:spMkLst>
        </pc:spChg>
        <pc:spChg chg="mod">
          <ac:chgData name="Palit, Tapti" userId="dec6fbcd-7598-406a-8cbf-504d4a3bac15" providerId="ADAL" clId="{ECD42228-5B96-4A72-B268-C46DF994E6B7}" dt="2024-02-12T19:45:00.565" v="112950" actId="1076"/>
          <ac:spMkLst>
            <pc:docMk/>
            <pc:sldMk cId="4042136570" sldId="1199"/>
            <ac:spMk id="3" creationId="{99996FAE-EEAF-8A43-5AE4-B2A267240156}"/>
          </ac:spMkLst>
        </pc:spChg>
        <pc:spChg chg="mod">
          <ac:chgData name="Palit, Tapti" userId="dec6fbcd-7598-406a-8cbf-504d4a3bac15" providerId="ADAL" clId="{ECD42228-5B96-4A72-B268-C46DF994E6B7}" dt="2024-02-12T19:45:10.215" v="112952" actId="1076"/>
          <ac:spMkLst>
            <pc:docMk/>
            <pc:sldMk cId="4042136570" sldId="1199"/>
            <ac:spMk id="5" creationId="{5B9DBC0D-154E-AA0C-9C04-B7516A348568}"/>
          </ac:spMkLst>
        </pc:spChg>
        <pc:spChg chg="mod">
          <ac:chgData name="Palit, Tapti" userId="dec6fbcd-7598-406a-8cbf-504d4a3bac15" providerId="ADAL" clId="{ECD42228-5B96-4A72-B268-C46DF994E6B7}" dt="2024-02-12T19:45:10.215" v="112952" actId="1076"/>
          <ac:spMkLst>
            <pc:docMk/>
            <pc:sldMk cId="4042136570" sldId="1199"/>
            <ac:spMk id="6" creationId="{BC8A0015-899E-2374-C018-5CEFAD7BB615}"/>
          </ac:spMkLst>
        </pc:spChg>
        <pc:spChg chg="mod">
          <ac:chgData name="Palit, Tapti" userId="dec6fbcd-7598-406a-8cbf-504d4a3bac15" providerId="ADAL" clId="{ECD42228-5B96-4A72-B268-C46DF994E6B7}" dt="2024-02-12T19:45:10.215" v="112952" actId="1076"/>
          <ac:spMkLst>
            <pc:docMk/>
            <pc:sldMk cId="4042136570" sldId="1199"/>
            <ac:spMk id="9" creationId="{8AF83101-2651-53D3-520C-7FA3AB74F97A}"/>
          </ac:spMkLst>
        </pc:spChg>
        <pc:spChg chg="mod">
          <ac:chgData name="Palit, Tapti" userId="dec6fbcd-7598-406a-8cbf-504d4a3bac15" providerId="ADAL" clId="{ECD42228-5B96-4A72-B268-C46DF994E6B7}" dt="2024-02-12T19:45:10.215" v="112952" actId="1076"/>
          <ac:spMkLst>
            <pc:docMk/>
            <pc:sldMk cId="4042136570" sldId="1199"/>
            <ac:spMk id="10" creationId="{91937978-9536-D49F-3631-BBE6F43B0F17}"/>
          </ac:spMkLst>
        </pc:spChg>
        <pc:spChg chg="mod">
          <ac:chgData name="Palit, Tapti" userId="dec6fbcd-7598-406a-8cbf-504d4a3bac15" providerId="ADAL" clId="{ECD42228-5B96-4A72-B268-C46DF994E6B7}" dt="2024-02-12T19:45:10.215" v="112952" actId="1076"/>
          <ac:spMkLst>
            <pc:docMk/>
            <pc:sldMk cId="4042136570" sldId="1199"/>
            <ac:spMk id="13" creationId="{7E74DDE7-5BC4-AAD7-ADC5-608C93598268}"/>
          </ac:spMkLst>
        </pc:spChg>
        <pc:spChg chg="mod">
          <ac:chgData name="Palit, Tapti" userId="dec6fbcd-7598-406a-8cbf-504d4a3bac15" providerId="ADAL" clId="{ECD42228-5B96-4A72-B268-C46DF994E6B7}" dt="2024-02-12T19:45:10.215" v="112952" actId="1076"/>
          <ac:spMkLst>
            <pc:docMk/>
            <pc:sldMk cId="4042136570" sldId="1199"/>
            <ac:spMk id="14" creationId="{DDC5A5E4-B7A5-DAE6-2DF4-FCE38C2A255D}"/>
          </ac:spMkLst>
        </pc:spChg>
        <pc:spChg chg="mod">
          <ac:chgData name="Palit, Tapti" userId="dec6fbcd-7598-406a-8cbf-504d4a3bac15" providerId="ADAL" clId="{ECD42228-5B96-4A72-B268-C46DF994E6B7}" dt="2024-02-12T19:45:10.215" v="112952" actId="1076"/>
          <ac:spMkLst>
            <pc:docMk/>
            <pc:sldMk cId="4042136570" sldId="1199"/>
            <ac:spMk id="22" creationId="{8B1CAB58-6910-69B0-140F-EA895DB76D3F}"/>
          </ac:spMkLst>
        </pc:spChg>
        <pc:spChg chg="mod">
          <ac:chgData name="Palit, Tapti" userId="dec6fbcd-7598-406a-8cbf-504d4a3bac15" providerId="ADAL" clId="{ECD42228-5B96-4A72-B268-C46DF994E6B7}" dt="2024-02-12T19:45:10.215" v="112952" actId="1076"/>
          <ac:spMkLst>
            <pc:docMk/>
            <pc:sldMk cId="4042136570" sldId="1199"/>
            <ac:spMk id="23" creationId="{B43B3D7A-DF03-53A1-A81C-E3E4D11559CB}"/>
          </ac:spMkLst>
        </pc:spChg>
        <pc:spChg chg="mod">
          <ac:chgData name="Palit, Tapti" userId="dec6fbcd-7598-406a-8cbf-504d4a3bac15" providerId="ADAL" clId="{ECD42228-5B96-4A72-B268-C46DF994E6B7}" dt="2024-02-12T19:45:10.215" v="112952" actId="1076"/>
          <ac:spMkLst>
            <pc:docMk/>
            <pc:sldMk cId="4042136570" sldId="1199"/>
            <ac:spMk id="24" creationId="{01CF8B0E-AE75-F1F7-3006-F1629212E28E}"/>
          </ac:spMkLst>
        </pc:spChg>
        <pc:spChg chg="mod">
          <ac:chgData name="Palit, Tapti" userId="dec6fbcd-7598-406a-8cbf-504d4a3bac15" providerId="ADAL" clId="{ECD42228-5B96-4A72-B268-C46DF994E6B7}" dt="2024-02-12T19:45:10.215" v="112952" actId="1076"/>
          <ac:spMkLst>
            <pc:docMk/>
            <pc:sldMk cId="4042136570" sldId="1199"/>
            <ac:spMk id="26" creationId="{D4ED8A26-792D-ABB3-865B-8FA2CAEB3A1B}"/>
          </ac:spMkLst>
        </pc:spChg>
        <pc:spChg chg="mod">
          <ac:chgData name="Palit, Tapti" userId="dec6fbcd-7598-406a-8cbf-504d4a3bac15" providerId="ADAL" clId="{ECD42228-5B96-4A72-B268-C46DF994E6B7}" dt="2024-02-12T19:45:10.215" v="112952" actId="1076"/>
          <ac:spMkLst>
            <pc:docMk/>
            <pc:sldMk cId="4042136570" sldId="1199"/>
            <ac:spMk id="27" creationId="{5B49C65F-34AF-5891-7151-006B8BF7A875}"/>
          </ac:spMkLst>
        </pc:spChg>
        <pc:spChg chg="mod">
          <ac:chgData name="Palit, Tapti" userId="dec6fbcd-7598-406a-8cbf-504d4a3bac15" providerId="ADAL" clId="{ECD42228-5B96-4A72-B268-C46DF994E6B7}" dt="2024-02-12T19:45:10.215" v="112952" actId="1076"/>
          <ac:spMkLst>
            <pc:docMk/>
            <pc:sldMk cId="4042136570" sldId="1199"/>
            <ac:spMk id="28" creationId="{529C8A94-EA67-50F2-005C-AACD30C550B1}"/>
          </ac:spMkLst>
        </pc:spChg>
        <pc:spChg chg="mod">
          <ac:chgData name="Palit, Tapti" userId="dec6fbcd-7598-406a-8cbf-504d4a3bac15" providerId="ADAL" clId="{ECD42228-5B96-4A72-B268-C46DF994E6B7}" dt="2024-02-12T19:45:10.215" v="112952" actId="1076"/>
          <ac:spMkLst>
            <pc:docMk/>
            <pc:sldMk cId="4042136570" sldId="1199"/>
            <ac:spMk id="29" creationId="{D6A78E8E-6BD4-9B22-4E6D-5A8ADE338A24}"/>
          </ac:spMkLst>
        </pc:spChg>
        <pc:spChg chg="mod">
          <ac:chgData name="Palit, Tapti" userId="dec6fbcd-7598-406a-8cbf-504d4a3bac15" providerId="ADAL" clId="{ECD42228-5B96-4A72-B268-C46DF994E6B7}" dt="2024-02-12T19:45:10.215" v="112952" actId="1076"/>
          <ac:spMkLst>
            <pc:docMk/>
            <pc:sldMk cId="4042136570" sldId="1199"/>
            <ac:spMk id="38" creationId="{827B02F5-E080-CA40-4FD6-78BFF345E533}"/>
          </ac:spMkLst>
        </pc:spChg>
        <pc:spChg chg="mod">
          <ac:chgData name="Palit, Tapti" userId="dec6fbcd-7598-406a-8cbf-504d4a3bac15" providerId="ADAL" clId="{ECD42228-5B96-4A72-B268-C46DF994E6B7}" dt="2024-02-12T19:45:10.215" v="112952" actId="1076"/>
          <ac:spMkLst>
            <pc:docMk/>
            <pc:sldMk cId="4042136570" sldId="1199"/>
            <ac:spMk id="42" creationId="{84468FD9-483C-4058-B82E-A09583DCA901}"/>
          </ac:spMkLst>
        </pc:spChg>
        <pc:grpChg chg="mod">
          <ac:chgData name="Palit, Tapti" userId="dec6fbcd-7598-406a-8cbf-504d4a3bac15" providerId="ADAL" clId="{ECD42228-5B96-4A72-B268-C46DF994E6B7}" dt="2024-02-12T19:45:10.215" v="112952" actId="1076"/>
          <ac:grpSpMkLst>
            <pc:docMk/>
            <pc:sldMk cId="4042136570" sldId="1199"/>
            <ac:grpSpMk id="8" creationId="{A303B1C2-0ED8-0205-231A-D8CF182C64F0}"/>
          </ac:grpSpMkLst>
        </pc:grpChg>
        <pc:grpChg chg="mod">
          <ac:chgData name="Palit, Tapti" userId="dec6fbcd-7598-406a-8cbf-504d4a3bac15" providerId="ADAL" clId="{ECD42228-5B96-4A72-B268-C46DF994E6B7}" dt="2024-02-12T19:45:10.215" v="112952" actId="1076"/>
          <ac:grpSpMkLst>
            <pc:docMk/>
            <pc:sldMk cId="4042136570" sldId="1199"/>
            <ac:grpSpMk id="11" creationId="{4964653E-A96F-2956-E8D0-012A1AA44177}"/>
          </ac:grpSpMkLst>
        </pc:grpChg>
        <pc:grpChg chg="mod">
          <ac:chgData name="Palit, Tapti" userId="dec6fbcd-7598-406a-8cbf-504d4a3bac15" providerId="ADAL" clId="{ECD42228-5B96-4A72-B268-C46DF994E6B7}" dt="2024-02-12T19:45:10.215" v="112952" actId="1076"/>
          <ac:grpSpMkLst>
            <pc:docMk/>
            <pc:sldMk cId="4042136570" sldId="1199"/>
            <ac:grpSpMk id="16" creationId="{D1C3978E-56E7-0ECE-7D78-572224B04B28}"/>
          </ac:grpSpMkLst>
        </pc:grpChg>
        <pc:grpChg chg="mod">
          <ac:chgData name="Palit, Tapti" userId="dec6fbcd-7598-406a-8cbf-504d4a3bac15" providerId="ADAL" clId="{ECD42228-5B96-4A72-B268-C46DF994E6B7}" dt="2024-02-12T19:45:10.215" v="112952" actId="1076"/>
          <ac:grpSpMkLst>
            <pc:docMk/>
            <pc:sldMk cId="4042136570" sldId="1199"/>
            <ac:grpSpMk id="25" creationId="{0465CFCC-97C6-4092-35DB-B844AD619D38}"/>
          </ac:grpSpMkLst>
        </pc:grpChg>
        <pc:grpChg chg="mod">
          <ac:chgData name="Palit, Tapti" userId="dec6fbcd-7598-406a-8cbf-504d4a3bac15" providerId="ADAL" clId="{ECD42228-5B96-4A72-B268-C46DF994E6B7}" dt="2024-02-12T19:45:10.215" v="112952" actId="1076"/>
          <ac:grpSpMkLst>
            <pc:docMk/>
            <pc:sldMk cId="4042136570" sldId="1199"/>
            <ac:grpSpMk id="30" creationId="{1E495E1E-DA4E-2576-2EC7-12EE34165E6B}"/>
          </ac:grpSpMkLst>
        </pc:grpChg>
        <pc:picChg chg="mod">
          <ac:chgData name="Palit, Tapti" userId="dec6fbcd-7598-406a-8cbf-504d4a3bac15" providerId="ADAL" clId="{ECD42228-5B96-4A72-B268-C46DF994E6B7}" dt="2024-02-12T19:45:10.215" v="112952" actId="1076"/>
          <ac:picMkLst>
            <pc:docMk/>
            <pc:sldMk cId="4042136570" sldId="1199"/>
            <ac:picMk id="7" creationId="{4F3FFEC7-1909-9513-4DF3-8D533C856A04}"/>
          </ac:picMkLst>
        </pc:picChg>
        <pc:cxnChg chg="mod">
          <ac:chgData name="Palit, Tapti" userId="dec6fbcd-7598-406a-8cbf-504d4a3bac15" providerId="ADAL" clId="{ECD42228-5B96-4A72-B268-C46DF994E6B7}" dt="2024-02-12T19:45:10.215" v="112952" actId="1076"/>
          <ac:cxnSpMkLst>
            <pc:docMk/>
            <pc:sldMk cId="4042136570" sldId="1199"/>
            <ac:cxnSpMk id="32" creationId="{541C548D-09CD-59A2-A89D-4BBB73245F9D}"/>
          </ac:cxnSpMkLst>
        </pc:cxnChg>
      </pc:sldChg>
      <pc:sldChg chg="addSp delSp modSp mod modClrScheme modAnim chgLayout">
        <pc:chgData name="Palit, Tapti" userId="dec6fbcd-7598-406a-8cbf-504d4a3bac15" providerId="ADAL" clId="{ECD42228-5B96-4A72-B268-C46DF994E6B7}" dt="2024-02-10T00:54:42.567" v="109282"/>
        <pc:sldMkLst>
          <pc:docMk/>
          <pc:sldMk cId="3768287891" sldId="1200"/>
        </pc:sldMkLst>
        <pc:spChg chg="mod ord">
          <ac:chgData name="Palit, Tapti" userId="dec6fbcd-7598-406a-8cbf-504d4a3bac15" providerId="ADAL" clId="{ECD42228-5B96-4A72-B268-C46DF994E6B7}" dt="2024-02-10T00:54:42.567" v="109282"/>
          <ac:spMkLst>
            <pc:docMk/>
            <pc:sldMk cId="3768287891" sldId="1200"/>
            <ac:spMk id="2" creationId="{6530DED4-0580-55DC-9011-7477C8675B73}"/>
          </ac:spMkLst>
        </pc:spChg>
        <pc:spChg chg="mod ord">
          <ac:chgData name="Palit, Tapti" userId="dec6fbcd-7598-406a-8cbf-504d4a3bac15" providerId="ADAL" clId="{ECD42228-5B96-4A72-B268-C46DF994E6B7}" dt="2024-02-09T02:58:44.056" v="102838" actId="5793"/>
          <ac:spMkLst>
            <pc:docMk/>
            <pc:sldMk cId="3768287891" sldId="1200"/>
            <ac:spMk id="3" creationId="{D4378041-6CE9-61D9-88E2-C6504AA0D553}"/>
          </ac:spMkLst>
        </pc:spChg>
        <pc:spChg chg="add mod ord">
          <ac:chgData name="Palit, Tapti" userId="dec6fbcd-7598-406a-8cbf-504d4a3bac15" providerId="ADAL" clId="{ECD42228-5B96-4A72-B268-C46DF994E6B7}" dt="2024-02-09T02:57:18.253" v="102737" actId="20577"/>
          <ac:spMkLst>
            <pc:docMk/>
            <pc:sldMk cId="3768287891" sldId="1200"/>
            <ac:spMk id="4" creationId="{4C9F2168-20DC-FD01-C54B-93EE659E344B}"/>
          </ac:spMkLst>
        </pc:spChg>
        <pc:spChg chg="mod ord">
          <ac:chgData name="Palit, Tapti" userId="dec6fbcd-7598-406a-8cbf-504d4a3bac15" providerId="ADAL" clId="{ECD42228-5B96-4A72-B268-C46DF994E6B7}" dt="2024-02-07T02:46:40.487" v="99384" actId="6264"/>
          <ac:spMkLst>
            <pc:docMk/>
            <pc:sldMk cId="3768287891" sldId="1200"/>
            <ac:spMk id="4" creationId="{C3684352-E06E-6DDC-1D8C-F6F03FBC88EA}"/>
          </ac:spMkLst>
        </pc:spChg>
        <pc:spChg chg="add del mod">
          <ac:chgData name="Palit, Tapti" userId="dec6fbcd-7598-406a-8cbf-504d4a3bac15" providerId="ADAL" clId="{ECD42228-5B96-4A72-B268-C46DF994E6B7}" dt="2024-02-07T02:46:40.487" v="99384" actId="6264"/>
          <ac:spMkLst>
            <pc:docMk/>
            <pc:sldMk cId="3768287891" sldId="1200"/>
            <ac:spMk id="12" creationId="{79284191-1AAC-F97A-A349-BCA733498B26}"/>
          </ac:spMkLst>
        </pc:spChg>
        <pc:spChg chg="add del mod">
          <ac:chgData name="Palit, Tapti" userId="dec6fbcd-7598-406a-8cbf-504d4a3bac15" providerId="ADAL" clId="{ECD42228-5B96-4A72-B268-C46DF994E6B7}" dt="2024-02-07T02:46:40.487" v="99384" actId="6264"/>
          <ac:spMkLst>
            <pc:docMk/>
            <pc:sldMk cId="3768287891" sldId="1200"/>
            <ac:spMk id="15" creationId="{4C1D797E-9335-3FC8-F7FA-34D72B622BDB}"/>
          </ac:spMkLst>
        </pc:spChg>
        <pc:spChg chg="add del mod">
          <ac:chgData name="Palit, Tapti" userId="dec6fbcd-7598-406a-8cbf-504d4a3bac15" providerId="ADAL" clId="{ECD42228-5B96-4A72-B268-C46DF994E6B7}" dt="2024-02-07T02:46:40.487" v="99384" actId="6264"/>
          <ac:spMkLst>
            <pc:docMk/>
            <pc:sldMk cId="3768287891" sldId="1200"/>
            <ac:spMk id="17" creationId="{CD46E0C6-AE65-B0AE-9AC6-B98730CA252F}"/>
          </ac:spMkLst>
        </pc:spChg>
      </pc:sldChg>
      <pc:sldChg chg="addSp delSp modSp del mod delAnim modAnim">
        <pc:chgData name="Palit, Tapti" userId="dec6fbcd-7598-406a-8cbf-504d4a3bac15" providerId="ADAL" clId="{ECD42228-5B96-4A72-B268-C46DF994E6B7}" dt="2024-02-07T02:48:26.563" v="99466" actId="47"/>
        <pc:sldMkLst>
          <pc:docMk/>
          <pc:sldMk cId="1051057103" sldId="1201"/>
        </pc:sldMkLst>
        <pc:spChg chg="mod">
          <ac:chgData name="Palit, Tapti" userId="dec6fbcd-7598-406a-8cbf-504d4a3bac15" providerId="ADAL" clId="{ECD42228-5B96-4A72-B268-C46DF994E6B7}" dt="2024-02-07T02:44:48.334" v="99372" actId="2711"/>
          <ac:spMkLst>
            <pc:docMk/>
            <pc:sldMk cId="1051057103" sldId="1201"/>
            <ac:spMk id="6" creationId="{47E33047-228C-B495-5A0A-7A2021833A17}"/>
          </ac:spMkLst>
        </pc:spChg>
        <pc:spChg chg="mod">
          <ac:chgData name="Palit, Tapti" userId="dec6fbcd-7598-406a-8cbf-504d4a3bac15" providerId="ADAL" clId="{ECD42228-5B96-4A72-B268-C46DF994E6B7}" dt="2024-02-07T02:44:11.227" v="99322"/>
          <ac:spMkLst>
            <pc:docMk/>
            <pc:sldMk cId="1051057103" sldId="1201"/>
            <ac:spMk id="7" creationId="{450C5090-CBD8-31A8-1815-5F0EE8BD5433}"/>
          </ac:spMkLst>
        </pc:spChg>
        <pc:grpChg chg="add del mod">
          <ac:chgData name="Palit, Tapti" userId="dec6fbcd-7598-406a-8cbf-504d4a3bac15" providerId="ADAL" clId="{ECD42228-5B96-4A72-B268-C46DF994E6B7}" dt="2024-02-07T02:48:23.174" v="99464" actId="21"/>
          <ac:grpSpMkLst>
            <pc:docMk/>
            <pc:sldMk cId="1051057103" sldId="1201"/>
            <ac:grpSpMk id="5" creationId="{CEB3A53A-1C06-CE84-BAEF-571A44CCF4F1}"/>
          </ac:grpSpMkLst>
        </pc:grpChg>
      </pc:sldChg>
      <pc:sldChg chg="addSp delSp modSp mod delAnim modAnim chgLayout modNotesTx">
        <pc:chgData name="Palit, Tapti" userId="dec6fbcd-7598-406a-8cbf-504d4a3bac15" providerId="ADAL" clId="{ECD42228-5B96-4A72-B268-C46DF994E6B7}" dt="2024-02-12T21:08:17.500" v="113523" actId="1076"/>
        <pc:sldMkLst>
          <pc:docMk/>
          <pc:sldMk cId="2515159250" sldId="1202"/>
        </pc:sldMkLst>
        <pc:spChg chg="mod ord">
          <ac:chgData name="Palit, Tapti" userId="dec6fbcd-7598-406a-8cbf-504d4a3bac15" providerId="ADAL" clId="{ECD42228-5B96-4A72-B268-C46DF994E6B7}" dt="2024-02-11T14:29:29.120" v="109696" actId="14"/>
          <ac:spMkLst>
            <pc:docMk/>
            <pc:sldMk cId="2515159250" sldId="1202"/>
            <ac:spMk id="2" creationId="{2A70FAA0-97D6-AB4C-A5EF-C46A5722EDDF}"/>
          </ac:spMkLst>
        </pc:spChg>
        <pc:spChg chg="mod ord">
          <ac:chgData name="Palit, Tapti" userId="dec6fbcd-7598-406a-8cbf-504d4a3bac15" providerId="ADAL" clId="{ECD42228-5B96-4A72-B268-C46DF994E6B7}" dt="2024-02-10T00:55:04.293" v="109298"/>
          <ac:spMkLst>
            <pc:docMk/>
            <pc:sldMk cId="2515159250" sldId="1202"/>
            <ac:spMk id="3" creationId="{351B4105-D7DF-6FF8-C3C0-2ADA4E3FE36E}"/>
          </ac:spMkLst>
        </pc:spChg>
        <pc:spChg chg="mod ord">
          <ac:chgData name="Palit, Tapti" userId="dec6fbcd-7598-406a-8cbf-504d4a3bac15" providerId="ADAL" clId="{ECD42228-5B96-4A72-B268-C46DF994E6B7}" dt="2024-02-06T23:37:06.908" v="97128" actId="6264"/>
          <ac:spMkLst>
            <pc:docMk/>
            <pc:sldMk cId="2515159250" sldId="1202"/>
            <ac:spMk id="4" creationId="{85090158-F364-0108-74F9-3881E33A41EA}"/>
          </ac:spMkLst>
        </pc:spChg>
        <pc:spChg chg="del">
          <ac:chgData name="Palit, Tapti" userId="dec6fbcd-7598-406a-8cbf-504d4a3bac15" providerId="ADAL" clId="{ECD42228-5B96-4A72-B268-C46DF994E6B7}" dt="2024-02-09T02:48:03.897" v="102504" actId="478"/>
          <ac:spMkLst>
            <pc:docMk/>
            <pc:sldMk cId="2515159250" sldId="1202"/>
            <ac:spMk id="7" creationId="{4A887AA2-98DD-1E15-03A3-D291CACC6013}"/>
          </ac:spMkLst>
        </pc:spChg>
        <pc:spChg chg="del">
          <ac:chgData name="Palit, Tapti" userId="dec6fbcd-7598-406a-8cbf-504d4a3bac15" providerId="ADAL" clId="{ECD42228-5B96-4A72-B268-C46DF994E6B7}" dt="2024-02-09T02:48:03.897" v="102504" actId="478"/>
          <ac:spMkLst>
            <pc:docMk/>
            <pc:sldMk cId="2515159250" sldId="1202"/>
            <ac:spMk id="8" creationId="{602E9820-28ED-E45E-93EF-DAE41B463581}"/>
          </ac:spMkLst>
        </pc:spChg>
        <pc:spChg chg="del mod ord">
          <ac:chgData name="Palit, Tapti" userId="dec6fbcd-7598-406a-8cbf-504d4a3bac15" providerId="ADAL" clId="{ECD42228-5B96-4A72-B268-C46DF994E6B7}" dt="2024-02-06T23:37:06.908" v="97128" actId="6264"/>
          <ac:spMkLst>
            <pc:docMk/>
            <pc:sldMk cId="2515159250" sldId="1202"/>
            <ac:spMk id="9" creationId="{EA880391-4380-D670-1883-02F8C0719755}"/>
          </ac:spMkLst>
        </pc:spChg>
        <pc:spChg chg="add del mod">
          <ac:chgData name="Palit, Tapti" userId="dec6fbcd-7598-406a-8cbf-504d4a3bac15" providerId="ADAL" clId="{ECD42228-5B96-4A72-B268-C46DF994E6B7}" dt="2024-02-06T23:34:25.774" v="96781" actId="6264"/>
          <ac:spMkLst>
            <pc:docMk/>
            <pc:sldMk cId="2515159250" sldId="1202"/>
            <ac:spMk id="10" creationId="{716D75C5-73B1-B63E-AA47-D476F2603D27}"/>
          </ac:spMkLst>
        </pc:spChg>
        <pc:spChg chg="add del mod">
          <ac:chgData name="Palit, Tapti" userId="dec6fbcd-7598-406a-8cbf-504d4a3bac15" providerId="ADAL" clId="{ECD42228-5B96-4A72-B268-C46DF994E6B7}" dt="2024-02-06T23:34:25.774" v="96781" actId="6264"/>
          <ac:spMkLst>
            <pc:docMk/>
            <pc:sldMk cId="2515159250" sldId="1202"/>
            <ac:spMk id="11" creationId="{E3CF9414-B3DF-A57F-B307-467240E1B683}"/>
          </ac:spMkLst>
        </pc:spChg>
        <pc:spChg chg="add del mod">
          <ac:chgData name="Palit, Tapti" userId="dec6fbcd-7598-406a-8cbf-504d4a3bac15" providerId="ADAL" clId="{ECD42228-5B96-4A72-B268-C46DF994E6B7}" dt="2024-02-06T23:34:25.774" v="96781" actId="6264"/>
          <ac:spMkLst>
            <pc:docMk/>
            <pc:sldMk cId="2515159250" sldId="1202"/>
            <ac:spMk id="12" creationId="{3E9554EC-49FE-03E7-9876-BB4D07BFDCB7}"/>
          </ac:spMkLst>
        </pc:spChg>
        <pc:spChg chg="add del mod">
          <ac:chgData name="Palit, Tapti" userId="dec6fbcd-7598-406a-8cbf-504d4a3bac15" providerId="ADAL" clId="{ECD42228-5B96-4A72-B268-C46DF994E6B7}" dt="2024-02-06T23:34:25.774" v="96781" actId="6264"/>
          <ac:spMkLst>
            <pc:docMk/>
            <pc:sldMk cId="2515159250" sldId="1202"/>
            <ac:spMk id="13" creationId="{ADED8484-7799-C04E-AC34-C94ABA313C9B}"/>
          </ac:spMkLst>
        </pc:spChg>
        <pc:spChg chg="add del mod">
          <ac:chgData name="Palit, Tapti" userId="dec6fbcd-7598-406a-8cbf-504d4a3bac15" providerId="ADAL" clId="{ECD42228-5B96-4A72-B268-C46DF994E6B7}" dt="2024-02-06T23:37:06.908" v="97128" actId="6264"/>
          <ac:spMkLst>
            <pc:docMk/>
            <pc:sldMk cId="2515159250" sldId="1202"/>
            <ac:spMk id="14" creationId="{86E8C289-A7C7-2B09-6720-167B50DBD2B4}"/>
          </ac:spMkLst>
        </pc:spChg>
        <pc:spChg chg="add del mod">
          <ac:chgData name="Palit, Tapti" userId="dec6fbcd-7598-406a-8cbf-504d4a3bac15" providerId="ADAL" clId="{ECD42228-5B96-4A72-B268-C46DF994E6B7}" dt="2024-02-06T23:37:06.908" v="97128" actId="6264"/>
          <ac:spMkLst>
            <pc:docMk/>
            <pc:sldMk cId="2515159250" sldId="1202"/>
            <ac:spMk id="15" creationId="{105D3935-E563-098F-6932-73CE7F52E620}"/>
          </ac:spMkLst>
        </pc:spChg>
        <pc:spChg chg="add del mod">
          <ac:chgData name="Palit, Tapti" userId="dec6fbcd-7598-406a-8cbf-504d4a3bac15" providerId="ADAL" clId="{ECD42228-5B96-4A72-B268-C46DF994E6B7}" dt="2024-02-06T23:37:06.908" v="97128" actId="6264"/>
          <ac:spMkLst>
            <pc:docMk/>
            <pc:sldMk cId="2515159250" sldId="1202"/>
            <ac:spMk id="16" creationId="{25EF7A8A-B864-198E-97B6-BB95A4C45577}"/>
          </ac:spMkLst>
        </pc:spChg>
        <pc:spChg chg="add mod ord">
          <ac:chgData name="Palit, Tapti" userId="dec6fbcd-7598-406a-8cbf-504d4a3bac15" providerId="ADAL" clId="{ECD42228-5B96-4A72-B268-C46DF994E6B7}" dt="2024-02-11T18:23:06.839" v="112145" actId="20577"/>
          <ac:spMkLst>
            <pc:docMk/>
            <pc:sldMk cId="2515159250" sldId="1202"/>
            <ac:spMk id="17" creationId="{4ED272E3-E897-0B8A-9B92-639C9D284B35}"/>
          </ac:spMkLst>
        </pc:spChg>
        <pc:spChg chg="mod">
          <ac:chgData name="Palit, Tapti" userId="dec6fbcd-7598-406a-8cbf-504d4a3bac15" providerId="ADAL" clId="{ECD42228-5B96-4A72-B268-C46DF994E6B7}" dt="2024-02-12T21:08:17.500" v="113523" actId="1076"/>
          <ac:spMkLst>
            <pc:docMk/>
            <pc:sldMk cId="2515159250" sldId="1202"/>
            <ac:spMk id="19" creationId="{F9A9E779-A4AB-BEDA-0653-313C80014B84}"/>
          </ac:spMkLst>
        </pc:spChg>
        <pc:spChg chg="mod">
          <ac:chgData name="Palit, Tapti" userId="dec6fbcd-7598-406a-8cbf-504d4a3bac15" providerId="ADAL" clId="{ECD42228-5B96-4A72-B268-C46DF994E6B7}" dt="2024-02-12T21:08:17.500" v="113523" actId="1076"/>
          <ac:spMkLst>
            <pc:docMk/>
            <pc:sldMk cId="2515159250" sldId="1202"/>
            <ac:spMk id="20" creationId="{15190D98-9AB6-FE56-42DD-8A38CAACFDAA}"/>
          </ac:spMkLst>
        </pc:spChg>
        <pc:grpChg chg="add mod">
          <ac:chgData name="Palit, Tapti" userId="dec6fbcd-7598-406a-8cbf-504d4a3bac15" providerId="ADAL" clId="{ECD42228-5B96-4A72-B268-C46DF994E6B7}" dt="2024-02-12T21:08:17.500" v="113523" actId="1076"/>
          <ac:grpSpMkLst>
            <pc:docMk/>
            <pc:sldMk cId="2515159250" sldId="1202"/>
            <ac:grpSpMk id="10" creationId="{0843F51B-7834-61A0-9A9B-C626A2C53121}"/>
          </ac:grpSpMkLst>
        </pc:grpChg>
        <pc:picChg chg="add del mod">
          <ac:chgData name="Palit, Tapti" userId="dec6fbcd-7598-406a-8cbf-504d4a3bac15" providerId="ADAL" clId="{ECD42228-5B96-4A72-B268-C46DF994E6B7}" dt="2024-02-09T02:51:10.035" v="102658" actId="478"/>
          <ac:picMkLst>
            <pc:docMk/>
            <pc:sldMk cId="2515159250" sldId="1202"/>
            <ac:picMk id="4" creationId="{5B5A7F26-5D60-A882-DCFD-0D00A58C5F89}"/>
          </ac:picMkLst>
        </pc:picChg>
        <pc:picChg chg="del">
          <ac:chgData name="Palit, Tapti" userId="dec6fbcd-7598-406a-8cbf-504d4a3bac15" providerId="ADAL" clId="{ECD42228-5B96-4A72-B268-C46DF994E6B7}" dt="2024-02-09T02:48:03.897" v="102504" actId="478"/>
          <ac:picMkLst>
            <pc:docMk/>
            <pc:sldMk cId="2515159250" sldId="1202"/>
            <ac:picMk id="5" creationId="{35B2253E-1A4B-01D3-0EEE-ACB4B047E83F}"/>
          </ac:picMkLst>
        </pc:picChg>
        <pc:picChg chg="add mod">
          <ac:chgData name="Palit, Tapti" userId="dec6fbcd-7598-406a-8cbf-504d4a3bac15" providerId="ADAL" clId="{ECD42228-5B96-4A72-B268-C46DF994E6B7}" dt="2024-02-12T21:08:17.500" v="113523" actId="1076"/>
          <ac:picMkLst>
            <pc:docMk/>
            <pc:sldMk cId="2515159250" sldId="1202"/>
            <ac:picMk id="9" creationId="{1FC57D3D-1ECA-1560-155D-81FB1D0E1A0C}"/>
          </ac:picMkLst>
        </pc:picChg>
        <pc:picChg chg="mod">
          <ac:chgData name="Palit, Tapti" userId="dec6fbcd-7598-406a-8cbf-504d4a3bac15" providerId="ADAL" clId="{ECD42228-5B96-4A72-B268-C46DF994E6B7}" dt="2024-02-12T21:08:17.500" v="113523" actId="1076"/>
          <ac:picMkLst>
            <pc:docMk/>
            <pc:sldMk cId="2515159250" sldId="1202"/>
            <ac:picMk id="11" creationId="{8F8F7591-D160-8A2F-C3AE-17F498564D67}"/>
          </ac:picMkLst>
        </pc:picChg>
        <pc:picChg chg="mod">
          <ac:chgData name="Palit, Tapti" userId="dec6fbcd-7598-406a-8cbf-504d4a3bac15" providerId="ADAL" clId="{ECD42228-5B96-4A72-B268-C46DF994E6B7}" dt="2024-02-12T21:08:17.500" v="113523" actId="1076"/>
          <ac:picMkLst>
            <pc:docMk/>
            <pc:sldMk cId="2515159250" sldId="1202"/>
            <ac:picMk id="12" creationId="{9C7D64B0-8631-6966-6E83-C361E3F7C69D}"/>
          </ac:picMkLst>
        </pc:picChg>
        <pc:picChg chg="mod">
          <ac:chgData name="Palit, Tapti" userId="dec6fbcd-7598-406a-8cbf-504d4a3bac15" providerId="ADAL" clId="{ECD42228-5B96-4A72-B268-C46DF994E6B7}" dt="2024-02-12T21:08:17.500" v="113523" actId="1076"/>
          <ac:picMkLst>
            <pc:docMk/>
            <pc:sldMk cId="2515159250" sldId="1202"/>
            <ac:picMk id="13" creationId="{40FA7FB2-28B4-63E4-12D4-A393F1E2C1E5}"/>
          </ac:picMkLst>
        </pc:picChg>
        <pc:picChg chg="mod">
          <ac:chgData name="Palit, Tapti" userId="dec6fbcd-7598-406a-8cbf-504d4a3bac15" providerId="ADAL" clId="{ECD42228-5B96-4A72-B268-C46DF994E6B7}" dt="2024-02-12T21:08:17.500" v="113523" actId="1076"/>
          <ac:picMkLst>
            <pc:docMk/>
            <pc:sldMk cId="2515159250" sldId="1202"/>
            <ac:picMk id="14" creationId="{7402F24F-7DB2-5D01-9F73-97019CA9CD73}"/>
          </ac:picMkLst>
        </pc:picChg>
        <pc:picChg chg="add mod">
          <ac:chgData name="Palit, Tapti" userId="dec6fbcd-7598-406a-8cbf-504d4a3bac15" providerId="ADAL" clId="{ECD42228-5B96-4A72-B268-C46DF994E6B7}" dt="2024-02-12T21:08:17.500" v="113523" actId="1076"/>
          <ac:picMkLst>
            <pc:docMk/>
            <pc:sldMk cId="2515159250" sldId="1202"/>
            <ac:picMk id="22" creationId="{4FC3B243-5C00-BF52-0A0D-CBA568C4DBEA}"/>
          </ac:picMkLst>
        </pc:picChg>
        <pc:picChg chg="del mod">
          <ac:chgData name="Palit, Tapti" userId="dec6fbcd-7598-406a-8cbf-504d4a3bac15" providerId="ADAL" clId="{ECD42228-5B96-4A72-B268-C46DF994E6B7}" dt="2024-02-09T02:48:03.897" v="102504" actId="478"/>
          <ac:picMkLst>
            <pc:docMk/>
            <pc:sldMk cId="2515159250" sldId="1202"/>
            <ac:picMk id="1026" creationId="{6D5C5623-DF05-8C0B-5A91-39F9D85A5B69}"/>
          </ac:picMkLst>
        </pc:picChg>
        <pc:picChg chg="del">
          <ac:chgData name="Palit, Tapti" userId="dec6fbcd-7598-406a-8cbf-504d4a3bac15" providerId="ADAL" clId="{ECD42228-5B96-4A72-B268-C46DF994E6B7}" dt="2024-02-09T02:48:03.897" v="102504" actId="478"/>
          <ac:picMkLst>
            <pc:docMk/>
            <pc:sldMk cId="2515159250" sldId="1202"/>
            <ac:picMk id="1028" creationId="{39914A1B-54BB-11FC-1282-1645953B11CF}"/>
          </ac:picMkLst>
        </pc:picChg>
        <pc:picChg chg="add del mod">
          <ac:chgData name="Palit, Tapti" userId="dec6fbcd-7598-406a-8cbf-504d4a3bac15" providerId="ADAL" clId="{ECD42228-5B96-4A72-B268-C46DF994E6B7}" dt="2024-02-09T02:54:58.454" v="102691" actId="478"/>
          <ac:picMkLst>
            <pc:docMk/>
            <pc:sldMk cId="2515159250" sldId="1202"/>
            <ac:picMk id="1030" creationId="{45FB45D0-3F52-838B-AF19-D026EBBB7616}"/>
          </ac:picMkLst>
        </pc:picChg>
        <pc:cxnChg chg="del">
          <ac:chgData name="Palit, Tapti" userId="dec6fbcd-7598-406a-8cbf-504d4a3bac15" providerId="ADAL" clId="{ECD42228-5B96-4A72-B268-C46DF994E6B7}" dt="2024-02-09T02:48:03.897" v="102504" actId="478"/>
          <ac:cxnSpMkLst>
            <pc:docMk/>
            <pc:sldMk cId="2515159250" sldId="1202"/>
            <ac:cxnSpMk id="6" creationId="{0F0BDE3A-601E-AE37-B097-0A7CD0A053D2}"/>
          </ac:cxnSpMkLst>
        </pc:cxnChg>
        <pc:cxnChg chg="mod">
          <ac:chgData name="Palit, Tapti" userId="dec6fbcd-7598-406a-8cbf-504d4a3bac15" providerId="ADAL" clId="{ECD42228-5B96-4A72-B268-C46DF994E6B7}" dt="2024-02-12T21:08:17.500" v="113523" actId="1076"/>
          <ac:cxnSpMkLst>
            <pc:docMk/>
            <pc:sldMk cId="2515159250" sldId="1202"/>
            <ac:cxnSpMk id="15" creationId="{2A833E29-97AA-DF22-FF84-73E5A62752BE}"/>
          </ac:cxnSpMkLst>
        </pc:cxnChg>
        <pc:cxnChg chg="mod">
          <ac:chgData name="Palit, Tapti" userId="dec6fbcd-7598-406a-8cbf-504d4a3bac15" providerId="ADAL" clId="{ECD42228-5B96-4A72-B268-C46DF994E6B7}" dt="2024-02-12T21:08:17.500" v="113523" actId="1076"/>
          <ac:cxnSpMkLst>
            <pc:docMk/>
            <pc:sldMk cId="2515159250" sldId="1202"/>
            <ac:cxnSpMk id="16" creationId="{B0FFD107-8473-9A1F-337A-23077D37C822}"/>
          </ac:cxnSpMkLst>
        </pc:cxnChg>
        <pc:cxnChg chg="mod">
          <ac:chgData name="Palit, Tapti" userId="dec6fbcd-7598-406a-8cbf-504d4a3bac15" providerId="ADAL" clId="{ECD42228-5B96-4A72-B268-C46DF994E6B7}" dt="2024-02-12T21:08:17.500" v="113523" actId="1076"/>
          <ac:cxnSpMkLst>
            <pc:docMk/>
            <pc:sldMk cId="2515159250" sldId="1202"/>
            <ac:cxnSpMk id="18" creationId="{5EC6C12B-06C3-9F0C-E0B0-C1C6AECE36AC}"/>
          </ac:cxnSpMkLst>
        </pc:cxnChg>
      </pc:sldChg>
      <pc:sldChg chg="addSp delSp modSp del mod modAnim chgLayout">
        <pc:chgData name="Palit, Tapti" userId="dec6fbcd-7598-406a-8cbf-504d4a3bac15" providerId="ADAL" clId="{ECD42228-5B96-4A72-B268-C46DF994E6B7}" dt="2024-02-09T03:01:56.902" v="102893" actId="2696"/>
        <pc:sldMkLst>
          <pc:docMk/>
          <pc:sldMk cId="3016799779" sldId="1203"/>
        </pc:sldMkLst>
        <pc:spChg chg="mod ord">
          <ac:chgData name="Palit, Tapti" userId="dec6fbcd-7598-406a-8cbf-504d4a3bac15" providerId="ADAL" clId="{ECD42228-5B96-4A72-B268-C46DF994E6B7}" dt="2024-02-06T23:36:48.704" v="97127" actId="20577"/>
          <ac:spMkLst>
            <pc:docMk/>
            <pc:sldMk cId="3016799779" sldId="1203"/>
            <ac:spMk id="2" creationId="{03FA1A32-5824-9985-5E41-2303E9375BAB}"/>
          </ac:spMkLst>
        </pc:spChg>
        <pc:spChg chg="mod ord">
          <ac:chgData name="Palit, Tapti" userId="dec6fbcd-7598-406a-8cbf-504d4a3bac15" providerId="ADAL" clId="{ECD42228-5B96-4A72-B268-C46DF994E6B7}" dt="2024-02-06T23:36:04.887" v="97018" actId="6264"/>
          <ac:spMkLst>
            <pc:docMk/>
            <pc:sldMk cId="3016799779" sldId="1203"/>
            <ac:spMk id="3" creationId="{127BBF0A-6E3B-2D59-5D1A-E68906BE4BFB}"/>
          </ac:spMkLst>
        </pc:spChg>
        <pc:spChg chg="mod ord">
          <ac:chgData name="Palit, Tapti" userId="dec6fbcd-7598-406a-8cbf-504d4a3bac15" providerId="ADAL" clId="{ECD42228-5B96-4A72-B268-C46DF994E6B7}" dt="2024-02-06T23:36:04.887" v="97018" actId="6264"/>
          <ac:spMkLst>
            <pc:docMk/>
            <pc:sldMk cId="3016799779" sldId="1203"/>
            <ac:spMk id="4" creationId="{4DBE763C-14BB-29D9-D508-93501698A4B1}"/>
          </ac:spMkLst>
        </pc:spChg>
        <pc:spChg chg="mod ord">
          <ac:chgData name="Palit, Tapti" userId="dec6fbcd-7598-406a-8cbf-504d4a3bac15" providerId="ADAL" clId="{ECD42228-5B96-4A72-B268-C46DF994E6B7}" dt="2024-02-06T23:41:11.257" v="97249" actId="20577"/>
          <ac:spMkLst>
            <pc:docMk/>
            <pc:sldMk cId="3016799779" sldId="1203"/>
            <ac:spMk id="9" creationId="{AEF08731-08B1-355C-F7E1-FE8A0C51368E}"/>
          </ac:spMkLst>
        </pc:spChg>
        <pc:spChg chg="add del mod">
          <ac:chgData name="Palit, Tapti" userId="dec6fbcd-7598-406a-8cbf-504d4a3bac15" providerId="ADAL" clId="{ECD42228-5B96-4A72-B268-C46DF994E6B7}" dt="2024-02-06T23:36:04.887" v="97018" actId="6264"/>
          <ac:spMkLst>
            <pc:docMk/>
            <pc:sldMk cId="3016799779" sldId="1203"/>
            <ac:spMk id="10" creationId="{C8AAF78C-37C3-CBC7-1C58-4F86ED38C5A9}"/>
          </ac:spMkLst>
        </pc:spChg>
        <pc:spChg chg="add del mod">
          <ac:chgData name="Palit, Tapti" userId="dec6fbcd-7598-406a-8cbf-504d4a3bac15" providerId="ADAL" clId="{ECD42228-5B96-4A72-B268-C46DF994E6B7}" dt="2024-02-06T23:36:04.887" v="97018" actId="6264"/>
          <ac:spMkLst>
            <pc:docMk/>
            <pc:sldMk cId="3016799779" sldId="1203"/>
            <ac:spMk id="11" creationId="{46223EAD-C13B-5A51-5B94-3224EC71AA3E}"/>
          </ac:spMkLst>
        </pc:spChg>
        <pc:spChg chg="add del mod">
          <ac:chgData name="Palit, Tapti" userId="dec6fbcd-7598-406a-8cbf-504d4a3bac15" providerId="ADAL" clId="{ECD42228-5B96-4A72-B268-C46DF994E6B7}" dt="2024-02-06T23:36:04.887" v="97018" actId="6264"/>
          <ac:spMkLst>
            <pc:docMk/>
            <pc:sldMk cId="3016799779" sldId="1203"/>
            <ac:spMk id="12" creationId="{9174CFF4-8A8A-D273-03B7-AFB10A13C148}"/>
          </ac:spMkLst>
        </pc:spChg>
        <pc:spChg chg="add del mod">
          <ac:chgData name="Palit, Tapti" userId="dec6fbcd-7598-406a-8cbf-504d4a3bac15" providerId="ADAL" clId="{ECD42228-5B96-4A72-B268-C46DF994E6B7}" dt="2024-02-06T23:36:04.887" v="97018" actId="6264"/>
          <ac:spMkLst>
            <pc:docMk/>
            <pc:sldMk cId="3016799779" sldId="1203"/>
            <ac:spMk id="13" creationId="{0BDA6C4A-B029-D7C0-34ED-9593DCDF1B5F}"/>
          </ac:spMkLst>
        </pc:spChg>
        <pc:spChg chg="mod">
          <ac:chgData name="Palit, Tapti" userId="dec6fbcd-7598-406a-8cbf-504d4a3bac15" providerId="ADAL" clId="{ECD42228-5B96-4A72-B268-C46DF994E6B7}" dt="2024-02-07T01:08:42.083" v="98716" actId="164"/>
          <ac:spMkLst>
            <pc:docMk/>
            <pc:sldMk cId="3016799779" sldId="1203"/>
            <ac:spMk id="43" creationId="{AEFF050B-22BB-D019-B966-30BCFFC8C78A}"/>
          </ac:spMkLst>
        </pc:spChg>
        <pc:spChg chg="mod">
          <ac:chgData name="Palit, Tapti" userId="dec6fbcd-7598-406a-8cbf-504d4a3bac15" providerId="ADAL" clId="{ECD42228-5B96-4A72-B268-C46DF994E6B7}" dt="2024-02-07T01:08:42.083" v="98716" actId="164"/>
          <ac:spMkLst>
            <pc:docMk/>
            <pc:sldMk cId="3016799779" sldId="1203"/>
            <ac:spMk id="46" creationId="{09FEF288-2E6A-CF9C-DC43-79F9BF795829}"/>
          </ac:spMkLst>
        </pc:spChg>
        <pc:grpChg chg="add mod">
          <ac:chgData name="Palit, Tapti" userId="dec6fbcd-7598-406a-8cbf-504d4a3bac15" providerId="ADAL" clId="{ECD42228-5B96-4A72-B268-C46DF994E6B7}" dt="2024-02-07T01:08:42.083" v="98716" actId="164"/>
          <ac:grpSpMkLst>
            <pc:docMk/>
            <pc:sldMk cId="3016799779" sldId="1203"/>
            <ac:grpSpMk id="10" creationId="{CB0189AE-148C-99C8-B0EE-C25BC7DFE27B}"/>
          </ac:grpSpMkLst>
        </pc:grpChg>
        <pc:picChg chg="mod">
          <ac:chgData name="Palit, Tapti" userId="dec6fbcd-7598-406a-8cbf-504d4a3bac15" providerId="ADAL" clId="{ECD42228-5B96-4A72-B268-C46DF994E6B7}" dt="2024-02-07T01:08:35.905" v="98715" actId="1076"/>
          <ac:picMkLst>
            <pc:docMk/>
            <pc:sldMk cId="3016799779" sldId="1203"/>
            <ac:picMk id="5" creationId="{722B97B6-8EFE-8DD5-36EC-499E04D9CEFD}"/>
          </ac:picMkLst>
        </pc:picChg>
        <pc:picChg chg="mod">
          <ac:chgData name="Palit, Tapti" userId="dec6fbcd-7598-406a-8cbf-504d4a3bac15" providerId="ADAL" clId="{ECD42228-5B96-4A72-B268-C46DF994E6B7}" dt="2024-02-07T01:08:42.083" v="98716" actId="164"/>
          <ac:picMkLst>
            <pc:docMk/>
            <pc:sldMk cId="3016799779" sldId="1203"/>
            <ac:picMk id="20" creationId="{9FC79036-51C6-410C-75BE-9CFFD374C15B}"/>
          </ac:picMkLst>
        </pc:picChg>
        <pc:picChg chg="mod">
          <ac:chgData name="Palit, Tapti" userId="dec6fbcd-7598-406a-8cbf-504d4a3bac15" providerId="ADAL" clId="{ECD42228-5B96-4A72-B268-C46DF994E6B7}" dt="2024-02-07T01:08:42.083" v="98716" actId="164"/>
          <ac:picMkLst>
            <pc:docMk/>
            <pc:sldMk cId="3016799779" sldId="1203"/>
            <ac:picMk id="21" creationId="{DC965327-19CC-3E45-3F09-B31D9E214B9E}"/>
          </ac:picMkLst>
        </pc:picChg>
        <pc:picChg chg="mod">
          <ac:chgData name="Palit, Tapti" userId="dec6fbcd-7598-406a-8cbf-504d4a3bac15" providerId="ADAL" clId="{ECD42228-5B96-4A72-B268-C46DF994E6B7}" dt="2024-02-07T01:08:42.083" v="98716" actId="164"/>
          <ac:picMkLst>
            <pc:docMk/>
            <pc:sldMk cId="3016799779" sldId="1203"/>
            <ac:picMk id="22" creationId="{C8031E95-90E9-83C4-2BC2-7895C19B270E}"/>
          </ac:picMkLst>
        </pc:picChg>
        <pc:picChg chg="mod">
          <ac:chgData name="Palit, Tapti" userId="dec6fbcd-7598-406a-8cbf-504d4a3bac15" providerId="ADAL" clId="{ECD42228-5B96-4A72-B268-C46DF994E6B7}" dt="2024-02-07T01:08:42.083" v="98716" actId="164"/>
          <ac:picMkLst>
            <pc:docMk/>
            <pc:sldMk cId="3016799779" sldId="1203"/>
            <ac:picMk id="23" creationId="{656F6BC0-D807-644D-0E56-BEB296A059E5}"/>
          </ac:picMkLst>
        </pc:picChg>
        <pc:cxnChg chg="mod">
          <ac:chgData name="Palit, Tapti" userId="dec6fbcd-7598-406a-8cbf-504d4a3bac15" providerId="ADAL" clId="{ECD42228-5B96-4A72-B268-C46DF994E6B7}" dt="2024-02-07T01:08:42.083" v="98716" actId="164"/>
          <ac:cxnSpMkLst>
            <pc:docMk/>
            <pc:sldMk cId="3016799779" sldId="1203"/>
            <ac:cxnSpMk id="24" creationId="{F8093AFA-2178-0DC5-B0E8-F677F91417C8}"/>
          </ac:cxnSpMkLst>
        </pc:cxnChg>
        <pc:cxnChg chg="mod">
          <ac:chgData name="Palit, Tapti" userId="dec6fbcd-7598-406a-8cbf-504d4a3bac15" providerId="ADAL" clId="{ECD42228-5B96-4A72-B268-C46DF994E6B7}" dt="2024-02-07T01:08:42.083" v="98716" actId="164"/>
          <ac:cxnSpMkLst>
            <pc:docMk/>
            <pc:sldMk cId="3016799779" sldId="1203"/>
            <ac:cxnSpMk id="25" creationId="{DF720B9E-B9FF-8457-7842-35BD4E544A4B}"/>
          </ac:cxnSpMkLst>
        </pc:cxnChg>
        <pc:cxnChg chg="mod">
          <ac:chgData name="Palit, Tapti" userId="dec6fbcd-7598-406a-8cbf-504d4a3bac15" providerId="ADAL" clId="{ECD42228-5B96-4A72-B268-C46DF994E6B7}" dt="2024-02-07T01:08:42.083" v="98716" actId="164"/>
          <ac:cxnSpMkLst>
            <pc:docMk/>
            <pc:sldMk cId="3016799779" sldId="1203"/>
            <ac:cxnSpMk id="26" creationId="{7C6AC42D-7BD6-B9D1-6D0D-3386CC6D0D88}"/>
          </ac:cxnSpMkLst>
        </pc:cxnChg>
      </pc:sldChg>
      <pc:sldChg chg="add mod modShow">
        <pc:chgData name="Palit, Tapti" userId="dec6fbcd-7598-406a-8cbf-504d4a3bac15" providerId="ADAL" clId="{ECD42228-5B96-4A72-B268-C46DF994E6B7}" dt="2024-02-09T03:02:01.545" v="102895" actId="729"/>
        <pc:sldMkLst>
          <pc:docMk/>
          <pc:sldMk cId="3286660172" sldId="1203"/>
        </pc:sldMkLst>
      </pc:sldChg>
      <pc:sldChg chg="addSp delSp modSp add del mod ord modShow">
        <pc:chgData name="Palit, Tapti" userId="dec6fbcd-7598-406a-8cbf-504d4a3bac15" providerId="ADAL" clId="{ECD42228-5B96-4A72-B268-C46DF994E6B7}" dt="2024-02-07T01:13:55.108" v="98826" actId="47"/>
        <pc:sldMkLst>
          <pc:docMk/>
          <pc:sldMk cId="1504403626" sldId="1204"/>
        </pc:sldMkLst>
        <pc:spChg chg="mod">
          <ac:chgData name="Palit, Tapti" userId="dec6fbcd-7598-406a-8cbf-504d4a3bac15" providerId="ADAL" clId="{ECD42228-5B96-4A72-B268-C46DF994E6B7}" dt="2024-02-07T00:56:29.783" v="98553" actId="20577"/>
          <ac:spMkLst>
            <pc:docMk/>
            <pc:sldMk cId="1504403626" sldId="1204"/>
            <ac:spMk id="2" creationId="{0FE02A0C-FD5E-3D05-F3DE-141C8442AABF}"/>
          </ac:spMkLst>
        </pc:spChg>
        <pc:spChg chg="add del">
          <ac:chgData name="Palit, Tapti" userId="dec6fbcd-7598-406a-8cbf-504d4a3bac15" providerId="ADAL" clId="{ECD42228-5B96-4A72-B268-C46DF994E6B7}" dt="2024-02-07T00:56:57.787" v="98560" actId="21"/>
          <ac:spMkLst>
            <pc:docMk/>
            <pc:sldMk cId="1504403626" sldId="1204"/>
            <ac:spMk id="29" creationId="{4B15FEB8-B604-5BF9-198A-2829C7240FC5}"/>
          </ac:spMkLst>
        </pc:spChg>
        <pc:spChg chg="add del">
          <ac:chgData name="Palit, Tapti" userId="dec6fbcd-7598-406a-8cbf-504d4a3bac15" providerId="ADAL" clId="{ECD42228-5B96-4A72-B268-C46DF994E6B7}" dt="2024-02-07T00:57:29.618" v="98565" actId="21"/>
          <ac:spMkLst>
            <pc:docMk/>
            <pc:sldMk cId="1504403626" sldId="1204"/>
            <ac:spMk id="31" creationId="{146611FA-95AD-AAC0-6C2A-E0D47F1A30EA}"/>
          </ac:spMkLst>
        </pc:spChg>
        <pc:spChg chg="mod">
          <ac:chgData name="Palit, Tapti" userId="dec6fbcd-7598-406a-8cbf-504d4a3bac15" providerId="ADAL" clId="{ECD42228-5B96-4A72-B268-C46DF994E6B7}" dt="2024-02-07T00:57:26.110" v="98563" actId="1076"/>
          <ac:spMkLst>
            <pc:docMk/>
            <pc:sldMk cId="1504403626" sldId="1204"/>
            <ac:spMk id="33" creationId="{166FBCE8-EAD0-29F9-B62E-B51B2CF815DF}"/>
          </ac:spMkLst>
        </pc:spChg>
        <pc:grpChg chg="add del">
          <ac:chgData name="Palit, Tapti" userId="dec6fbcd-7598-406a-8cbf-504d4a3bac15" providerId="ADAL" clId="{ECD42228-5B96-4A72-B268-C46DF994E6B7}" dt="2024-02-07T00:57:29.618" v="98565" actId="21"/>
          <ac:grpSpMkLst>
            <pc:docMk/>
            <pc:sldMk cId="1504403626" sldId="1204"/>
            <ac:grpSpMk id="11" creationId="{0288ABAE-FA58-2B71-9E63-000F082B35EA}"/>
          </ac:grpSpMkLst>
        </pc:grpChg>
        <pc:grpChg chg="mod">
          <ac:chgData name="Palit, Tapti" userId="dec6fbcd-7598-406a-8cbf-504d4a3bac15" providerId="ADAL" clId="{ECD42228-5B96-4A72-B268-C46DF994E6B7}" dt="2024-02-07T01:03:18.331" v="98655" actId="571"/>
          <ac:grpSpMkLst>
            <pc:docMk/>
            <pc:sldMk cId="1504403626" sldId="1204"/>
            <ac:grpSpMk id="50" creationId="{170CFD6D-75D9-2039-864F-DE3F6E30F800}"/>
          </ac:grpSpMkLst>
        </pc:grpChg>
        <pc:picChg chg="add mod">
          <ac:chgData name="Palit, Tapti" userId="dec6fbcd-7598-406a-8cbf-504d4a3bac15" providerId="ADAL" clId="{ECD42228-5B96-4A72-B268-C46DF994E6B7}" dt="2024-02-07T01:03:18.331" v="98655" actId="571"/>
          <ac:picMkLst>
            <pc:docMk/>
            <pc:sldMk cId="1504403626" sldId="1204"/>
            <ac:picMk id="20" creationId="{4B2C3759-C1E4-1F0B-8EF7-030D2BC6AEF0}"/>
          </ac:picMkLst>
        </pc:picChg>
        <pc:picChg chg="add mod">
          <ac:chgData name="Palit, Tapti" userId="dec6fbcd-7598-406a-8cbf-504d4a3bac15" providerId="ADAL" clId="{ECD42228-5B96-4A72-B268-C46DF994E6B7}" dt="2024-02-07T01:03:18.331" v="98655" actId="571"/>
          <ac:picMkLst>
            <pc:docMk/>
            <pc:sldMk cId="1504403626" sldId="1204"/>
            <ac:picMk id="21" creationId="{6F1C65F6-BC9D-332B-AE5D-D079E4A615F6}"/>
          </ac:picMkLst>
        </pc:picChg>
        <pc:picChg chg="mod">
          <ac:chgData name="Palit, Tapti" userId="dec6fbcd-7598-406a-8cbf-504d4a3bac15" providerId="ADAL" clId="{ECD42228-5B96-4A72-B268-C46DF994E6B7}" dt="2024-02-07T01:03:18.331" v="98655" actId="571"/>
          <ac:picMkLst>
            <pc:docMk/>
            <pc:sldMk cId="1504403626" sldId="1204"/>
            <ac:picMk id="37" creationId="{9F83617B-5334-BBB3-C358-E6CD447D27DB}"/>
          </ac:picMkLst>
        </pc:picChg>
        <pc:picChg chg="mod">
          <ac:chgData name="Palit, Tapti" userId="dec6fbcd-7598-406a-8cbf-504d4a3bac15" providerId="ADAL" clId="{ECD42228-5B96-4A72-B268-C46DF994E6B7}" dt="2024-02-07T01:03:18.331" v="98655" actId="571"/>
          <ac:picMkLst>
            <pc:docMk/>
            <pc:sldMk cId="1504403626" sldId="1204"/>
            <ac:picMk id="3074" creationId="{0FBB0FF4-2CDA-C1DF-2F05-335587B92FA2}"/>
          </ac:picMkLst>
        </pc:picChg>
        <pc:cxnChg chg="add mod">
          <ac:chgData name="Palit, Tapti" userId="dec6fbcd-7598-406a-8cbf-504d4a3bac15" providerId="ADAL" clId="{ECD42228-5B96-4A72-B268-C46DF994E6B7}" dt="2024-02-07T01:03:18.331" v="98655" actId="571"/>
          <ac:cxnSpMkLst>
            <pc:docMk/>
            <pc:sldMk cId="1504403626" sldId="1204"/>
            <ac:cxnSpMk id="22" creationId="{09F3BFE7-40DC-0934-9C5A-C6CDB1267FD8}"/>
          </ac:cxnSpMkLst>
        </pc:cxnChg>
        <pc:cxnChg chg="mod">
          <ac:chgData name="Palit, Tapti" userId="dec6fbcd-7598-406a-8cbf-504d4a3bac15" providerId="ADAL" clId="{ECD42228-5B96-4A72-B268-C46DF994E6B7}" dt="2024-02-07T01:03:18.331" v="98655" actId="571"/>
          <ac:cxnSpMkLst>
            <pc:docMk/>
            <pc:sldMk cId="1504403626" sldId="1204"/>
            <ac:cxnSpMk id="38" creationId="{03E7F8A5-7CDA-20CA-18B6-18B34738F416}"/>
          </ac:cxnSpMkLst>
        </pc:cxnChg>
      </pc:sldChg>
      <pc:sldChg chg="addSp delSp modSp new mod ord delAnim modAnim modCm modNotesTx">
        <pc:chgData name="Palit, Tapti" userId="dec6fbcd-7598-406a-8cbf-504d4a3bac15" providerId="ADAL" clId="{ECD42228-5B96-4A72-B268-C46DF994E6B7}" dt="2024-02-13T04:15:54.796" v="115351"/>
        <pc:sldMkLst>
          <pc:docMk/>
          <pc:sldMk cId="1398096310" sldId="1205"/>
        </pc:sldMkLst>
        <pc:spChg chg="add del">
          <ac:chgData name="Palit, Tapti" userId="dec6fbcd-7598-406a-8cbf-504d4a3bac15" providerId="ADAL" clId="{ECD42228-5B96-4A72-B268-C46DF994E6B7}" dt="2024-02-07T00:15:42.435" v="97276" actId="3680"/>
          <ac:spMkLst>
            <pc:docMk/>
            <pc:sldMk cId="1398096310" sldId="1205"/>
            <ac:spMk id="2" creationId="{C9722E7A-A97A-F525-3DFA-1A0BA7DBC0B9}"/>
          </ac:spMkLst>
        </pc:spChg>
        <pc:spChg chg="mod">
          <ac:chgData name="Palit, Tapti" userId="dec6fbcd-7598-406a-8cbf-504d4a3bac15" providerId="ADAL" clId="{ECD42228-5B96-4A72-B268-C46DF994E6B7}" dt="2024-02-07T00:08:37.641" v="97265" actId="20577"/>
          <ac:spMkLst>
            <pc:docMk/>
            <pc:sldMk cId="1398096310" sldId="1205"/>
            <ac:spMk id="3" creationId="{FC7EDE75-A6E7-44C0-D017-1EF23D2231B7}"/>
          </ac:spMkLst>
        </pc:spChg>
        <pc:spChg chg="add del mod">
          <ac:chgData name="Palit, Tapti" userId="dec6fbcd-7598-406a-8cbf-504d4a3bac15" providerId="ADAL" clId="{ECD42228-5B96-4A72-B268-C46DF994E6B7}" dt="2024-02-11T18:26:56.113" v="112295" actId="478"/>
          <ac:spMkLst>
            <pc:docMk/>
            <pc:sldMk cId="1398096310" sldId="1205"/>
            <ac:spMk id="4" creationId="{0F2EA7BF-889E-C05C-5845-5ABD5365E7AD}"/>
          </ac:spMkLst>
        </pc:spChg>
        <pc:spChg chg="add mod">
          <ac:chgData name="Palit, Tapti" userId="dec6fbcd-7598-406a-8cbf-504d4a3bac15" providerId="ADAL" clId="{ECD42228-5B96-4A72-B268-C46DF994E6B7}" dt="2024-02-13T02:51:28.915" v="114140" actId="207"/>
          <ac:spMkLst>
            <pc:docMk/>
            <pc:sldMk cId="1398096310" sldId="1205"/>
            <ac:spMk id="4" creationId="{52BE84B2-FF14-A3F4-DCCE-A0C895539F98}"/>
          </ac:spMkLst>
        </pc:spChg>
        <pc:spChg chg="add del mod">
          <ac:chgData name="Palit, Tapti" userId="dec6fbcd-7598-406a-8cbf-504d4a3bac15" providerId="ADAL" clId="{ECD42228-5B96-4A72-B268-C46DF994E6B7}" dt="2024-02-08T23:27:46.352" v="101297" actId="478"/>
          <ac:spMkLst>
            <pc:docMk/>
            <pc:sldMk cId="1398096310" sldId="1205"/>
            <ac:spMk id="4" creationId="{9D18E6BA-FE80-3049-9FB2-1FA28628F521}"/>
          </ac:spMkLst>
        </pc:spChg>
        <pc:spChg chg="add del mod">
          <ac:chgData name="Palit, Tapti" userId="dec6fbcd-7598-406a-8cbf-504d4a3bac15" providerId="ADAL" clId="{ECD42228-5B96-4A72-B268-C46DF994E6B7}" dt="2024-02-12T20:24:03.332" v="113052" actId="478"/>
          <ac:spMkLst>
            <pc:docMk/>
            <pc:sldMk cId="1398096310" sldId="1205"/>
            <ac:spMk id="7" creationId="{ACC402D8-5916-9791-B2FC-6889069D91D9}"/>
          </ac:spMkLst>
        </pc:spChg>
        <pc:spChg chg="add del mod">
          <ac:chgData name="Palit, Tapti" userId="dec6fbcd-7598-406a-8cbf-504d4a3bac15" providerId="ADAL" clId="{ECD42228-5B96-4A72-B268-C46DF994E6B7}" dt="2024-02-12T20:24:10.748" v="113055" actId="478"/>
          <ac:spMkLst>
            <pc:docMk/>
            <pc:sldMk cId="1398096310" sldId="1205"/>
            <ac:spMk id="9" creationId="{25CB8286-4C89-6ADE-A49D-31827C4E5521}"/>
          </ac:spMkLst>
        </pc:spChg>
        <pc:spChg chg="add del mod">
          <ac:chgData name="Palit, Tapti" userId="dec6fbcd-7598-406a-8cbf-504d4a3bac15" providerId="ADAL" clId="{ECD42228-5B96-4A72-B268-C46DF994E6B7}" dt="2024-02-12T20:24:10.748" v="113055" actId="478"/>
          <ac:spMkLst>
            <pc:docMk/>
            <pc:sldMk cId="1398096310" sldId="1205"/>
            <ac:spMk id="10" creationId="{A5F22E1C-45A8-0BAC-3C2D-13CE996C7931}"/>
          </ac:spMkLst>
        </pc:spChg>
        <pc:spChg chg="add del mod">
          <ac:chgData name="Palit, Tapti" userId="dec6fbcd-7598-406a-8cbf-504d4a3bac15" providerId="ADAL" clId="{ECD42228-5B96-4A72-B268-C46DF994E6B7}" dt="2024-02-12T20:24:03.332" v="113052" actId="478"/>
          <ac:spMkLst>
            <pc:docMk/>
            <pc:sldMk cId="1398096310" sldId="1205"/>
            <ac:spMk id="11" creationId="{ECBF5772-AE88-C516-4A05-05344DC66CF9}"/>
          </ac:spMkLst>
        </pc:spChg>
        <pc:spChg chg="add del mod">
          <ac:chgData name="Palit, Tapti" userId="dec6fbcd-7598-406a-8cbf-504d4a3bac15" providerId="ADAL" clId="{ECD42228-5B96-4A72-B268-C46DF994E6B7}" dt="2024-02-12T20:24:04.720" v="113053" actId="478"/>
          <ac:spMkLst>
            <pc:docMk/>
            <pc:sldMk cId="1398096310" sldId="1205"/>
            <ac:spMk id="12" creationId="{8491E948-8CEF-0BCC-087B-C1506B64E388}"/>
          </ac:spMkLst>
        </pc:spChg>
        <pc:spChg chg="add del mod">
          <ac:chgData name="Palit, Tapti" userId="dec6fbcd-7598-406a-8cbf-504d4a3bac15" providerId="ADAL" clId="{ECD42228-5B96-4A72-B268-C46DF994E6B7}" dt="2024-02-08T23:33:30.788" v="101324" actId="478"/>
          <ac:spMkLst>
            <pc:docMk/>
            <pc:sldMk cId="1398096310" sldId="1205"/>
            <ac:spMk id="13" creationId="{8EC49839-5387-7E00-6DF5-284E9295BA68}"/>
          </ac:spMkLst>
        </pc:spChg>
        <pc:spChg chg="add del mod">
          <ac:chgData name="Palit, Tapti" userId="dec6fbcd-7598-406a-8cbf-504d4a3bac15" providerId="ADAL" clId="{ECD42228-5B96-4A72-B268-C46DF994E6B7}" dt="2024-02-08T23:32:42.419" v="101318" actId="478"/>
          <ac:spMkLst>
            <pc:docMk/>
            <pc:sldMk cId="1398096310" sldId="1205"/>
            <ac:spMk id="14" creationId="{4F5AC6D7-5839-BB6A-EFA4-DD779F52B10E}"/>
          </ac:spMkLst>
        </pc:spChg>
        <pc:spChg chg="add mod ord">
          <ac:chgData name="Palit, Tapti" userId="dec6fbcd-7598-406a-8cbf-504d4a3bac15" providerId="ADAL" clId="{ECD42228-5B96-4A72-B268-C46DF994E6B7}" dt="2024-02-13T02:51:29.718" v="114141" actId="166"/>
          <ac:spMkLst>
            <pc:docMk/>
            <pc:sldMk cId="1398096310" sldId="1205"/>
            <ac:spMk id="14" creationId="{CA5E1F40-B885-0DED-E3AD-6D2C23D2BCE8}"/>
          </ac:spMkLst>
        </pc:spChg>
        <pc:spChg chg="add mod ord">
          <ac:chgData name="Palit, Tapti" userId="dec6fbcd-7598-406a-8cbf-504d4a3bac15" providerId="ADAL" clId="{ECD42228-5B96-4A72-B268-C46DF994E6B7}" dt="2024-02-13T04:15:23.856" v="115343" actId="166"/>
          <ac:spMkLst>
            <pc:docMk/>
            <pc:sldMk cId="1398096310" sldId="1205"/>
            <ac:spMk id="15" creationId="{D6CD26EE-3A40-9D38-6531-564253BCA4CB}"/>
          </ac:spMkLst>
        </pc:spChg>
        <pc:spChg chg="add del mod">
          <ac:chgData name="Palit, Tapti" userId="dec6fbcd-7598-406a-8cbf-504d4a3bac15" providerId="ADAL" clId="{ECD42228-5B96-4A72-B268-C46DF994E6B7}" dt="2024-02-08T23:32:34.234" v="101314" actId="478"/>
          <ac:spMkLst>
            <pc:docMk/>
            <pc:sldMk cId="1398096310" sldId="1205"/>
            <ac:spMk id="15" creationId="{DE478125-0D75-01AA-E798-FE471BDE29FA}"/>
          </ac:spMkLst>
        </pc:spChg>
        <pc:spChg chg="add del mod">
          <ac:chgData name="Palit, Tapti" userId="dec6fbcd-7598-406a-8cbf-504d4a3bac15" providerId="ADAL" clId="{ECD42228-5B96-4A72-B268-C46DF994E6B7}" dt="2024-02-12T20:24:14.844" v="113057" actId="478"/>
          <ac:spMkLst>
            <pc:docMk/>
            <pc:sldMk cId="1398096310" sldId="1205"/>
            <ac:spMk id="16" creationId="{AECE0635-5768-B427-227A-35221EEF6928}"/>
          </ac:spMkLst>
        </pc:spChg>
        <pc:spChg chg="add del mod">
          <ac:chgData name="Palit, Tapti" userId="dec6fbcd-7598-406a-8cbf-504d4a3bac15" providerId="ADAL" clId="{ECD42228-5B96-4A72-B268-C46DF994E6B7}" dt="2024-02-12T20:24:16.496" v="113058" actId="478"/>
          <ac:spMkLst>
            <pc:docMk/>
            <pc:sldMk cId="1398096310" sldId="1205"/>
            <ac:spMk id="17" creationId="{9966EED1-26CB-3789-DC59-2ED369FFF0C5}"/>
          </ac:spMkLst>
        </pc:spChg>
        <pc:spChg chg="add del mod">
          <ac:chgData name="Palit, Tapti" userId="dec6fbcd-7598-406a-8cbf-504d4a3bac15" providerId="ADAL" clId="{ECD42228-5B96-4A72-B268-C46DF994E6B7}" dt="2024-02-12T20:24:03.332" v="113052" actId="478"/>
          <ac:spMkLst>
            <pc:docMk/>
            <pc:sldMk cId="1398096310" sldId="1205"/>
            <ac:spMk id="18" creationId="{8C784AD8-11BC-ECDA-7E14-BA8E0099A01D}"/>
          </ac:spMkLst>
        </pc:spChg>
        <pc:spChg chg="add del mod">
          <ac:chgData name="Palit, Tapti" userId="dec6fbcd-7598-406a-8cbf-504d4a3bac15" providerId="ADAL" clId="{ECD42228-5B96-4A72-B268-C46DF994E6B7}" dt="2024-02-12T20:24:18.252" v="113059" actId="478"/>
          <ac:spMkLst>
            <pc:docMk/>
            <pc:sldMk cId="1398096310" sldId="1205"/>
            <ac:spMk id="19" creationId="{C318A696-3607-6DD7-D21F-09FE1A5F87BA}"/>
          </ac:spMkLst>
        </pc:spChg>
        <pc:spChg chg="add mod">
          <ac:chgData name="Palit, Tapti" userId="dec6fbcd-7598-406a-8cbf-504d4a3bac15" providerId="ADAL" clId="{ECD42228-5B96-4A72-B268-C46DF994E6B7}" dt="2024-02-08T23:35:56.810" v="101339"/>
          <ac:spMkLst>
            <pc:docMk/>
            <pc:sldMk cId="1398096310" sldId="1205"/>
            <ac:spMk id="20" creationId="{F64DB693-0070-A90D-498A-FC884A67695B}"/>
          </ac:spMkLst>
        </pc:spChg>
        <pc:spChg chg="add del mod">
          <ac:chgData name="Palit, Tapti" userId="dec6fbcd-7598-406a-8cbf-504d4a3bac15" providerId="ADAL" clId="{ECD42228-5B96-4A72-B268-C46DF994E6B7}" dt="2024-02-12T20:23:40.650" v="113050" actId="478"/>
          <ac:spMkLst>
            <pc:docMk/>
            <pc:sldMk cId="1398096310" sldId="1205"/>
            <ac:spMk id="22" creationId="{E44B6495-E255-8748-8F92-B282729F5E6B}"/>
          </ac:spMkLst>
        </pc:spChg>
        <pc:spChg chg="add del mod">
          <ac:chgData name="Palit, Tapti" userId="dec6fbcd-7598-406a-8cbf-504d4a3bac15" providerId="ADAL" clId="{ECD42228-5B96-4A72-B268-C46DF994E6B7}" dt="2024-02-12T20:23:47.572" v="113051" actId="478"/>
          <ac:spMkLst>
            <pc:docMk/>
            <pc:sldMk cId="1398096310" sldId="1205"/>
            <ac:spMk id="23" creationId="{0B157FDE-7B2E-4789-EADB-1073E85B2805}"/>
          </ac:spMkLst>
        </pc:spChg>
        <pc:spChg chg="add del mod">
          <ac:chgData name="Palit, Tapti" userId="dec6fbcd-7598-406a-8cbf-504d4a3bac15" providerId="ADAL" clId="{ECD42228-5B96-4A72-B268-C46DF994E6B7}" dt="2024-02-12T20:24:03.332" v="113052" actId="478"/>
          <ac:spMkLst>
            <pc:docMk/>
            <pc:sldMk cId="1398096310" sldId="1205"/>
            <ac:spMk id="25" creationId="{EBF49C80-FA2C-53AA-02B7-B0836FE2FA1D}"/>
          </ac:spMkLst>
        </pc:spChg>
        <pc:spChg chg="add mod">
          <ac:chgData name="Palit, Tapti" userId="dec6fbcd-7598-406a-8cbf-504d4a3bac15" providerId="ADAL" clId="{ECD42228-5B96-4A72-B268-C46DF994E6B7}" dt="2024-02-12T20:38:35.302" v="113252" actId="1076"/>
          <ac:spMkLst>
            <pc:docMk/>
            <pc:sldMk cId="1398096310" sldId="1205"/>
            <ac:spMk id="28" creationId="{36C2AFDC-B4B2-5992-640A-9D8733ACE4B5}"/>
          </ac:spMkLst>
        </pc:spChg>
        <pc:spChg chg="add mod topLvl">
          <ac:chgData name="Palit, Tapti" userId="dec6fbcd-7598-406a-8cbf-504d4a3bac15" providerId="ADAL" clId="{ECD42228-5B96-4A72-B268-C46DF994E6B7}" dt="2024-02-12T20:47:01.620" v="113441" actId="14100"/>
          <ac:spMkLst>
            <pc:docMk/>
            <pc:sldMk cId="1398096310" sldId="1205"/>
            <ac:spMk id="29" creationId="{46EF52ED-F56D-099A-5AEB-EA78A73181D8}"/>
          </ac:spMkLst>
        </pc:spChg>
        <pc:spChg chg="add del mod topLvl">
          <ac:chgData name="Palit, Tapti" userId="dec6fbcd-7598-406a-8cbf-504d4a3bac15" providerId="ADAL" clId="{ECD42228-5B96-4A72-B268-C46DF994E6B7}" dt="2024-02-12T20:37:01.067" v="113243" actId="478"/>
          <ac:spMkLst>
            <pc:docMk/>
            <pc:sldMk cId="1398096310" sldId="1205"/>
            <ac:spMk id="30" creationId="{6717DC82-BCD5-90B2-F15D-3C4F8828A6F9}"/>
          </ac:spMkLst>
        </pc:spChg>
        <pc:spChg chg="add mod">
          <ac:chgData name="Palit, Tapti" userId="dec6fbcd-7598-406a-8cbf-504d4a3bac15" providerId="ADAL" clId="{ECD42228-5B96-4A72-B268-C46DF994E6B7}" dt="2024-02-12T20:47:32.476" v="113445" actId="164"/>
          <ac:spMkLst>
            <pc:docMk/>
            <pc:sldMk cId="1398096310" sldId="1205"/>
            <ac:spMk id="37" creationId="{1CA26251-1471-8A20-9E6B-916F2D952860}"/>
          </ac:spMkLst>
        </pc:spChg>
        <pc:spChg chg="add mod ord">
          <ac:chgData name="Palit, Tapti" userId="dec6fbcd-7598-406a-8cbf-504d4a3bac15" providerId="ADAL" clId="{ECD42228-5B96-4A72-B268-C46DF994E6B7}" dt="2024-02-13T04:15:41.167" v="115350" actId="167"/>
          <ac:spMkLst>
            <pc:docMk/>
            <pc:sldMk cId="1398096310" sldId="1205"/>
            <ac:spMk id="40" creationId="{6CE11216-EDEB-D403-C593-63556AFCA6C6}"/>
          </ac:spMkLst>
        </pc:spChg>
        <pc:grpChg chg="add del mod">
          <ac:chgData name="Palit, Tapti" userId="dec6fbcd-7598-406a-8cbf-504d4a3bac15" providerId="ADAL" clId="{ECD42228-5B96-4A72-B268-C46DF994E6B7}" dt="2024-02-12T20:37:01.067" v="113243" actId="478"/>
          <ac:grpSpMkLst>
            <pc:docMk/>
            <pc:sldMk cId="1398096310" sldId="1205"/>
            <ac:grpSpMk id="31" creationId="{E45A3589-1912-D4DA-2139-540C1E7E1546}"/>
          </ac:grpSpMkLst>
        </pc:grpChg>
        <pc:grpChg chg="add mod">
          <ac:chgData name="Palit, Tapti" userId="dec6fbcd-7598-406a-8cbf-504d4a3bac15" providerId="ADAL" clId="{ECD42228-5B96-4A72-B268-C46DF994E6B7}" dt="2024-02-12T20:38:26.950" v="113249" actId="1076"/>
          <ac:grpSpMkLst>
            <pc:docMk/>
            <pc:sldMk cId="1398096310" sldId="1205"/>
            <ac:grpSpMk id="34" creationId="{7055EB7D-B32C-5A84-69FA-2A43B9FCFE67}"/>
          </ac:grpSpMkLst>
        </pc:grpChg>
        <pc:grpChg chg="add mod">
          <ac:chgData name="Palit, Tapti" userId="dec6fbcd-7598-406a-8cbf-504d4a3bac15" providerId="ADAL" clId="{ECD42228-5B96-4A72-B268-C46DF994E6B7}" dt="2024-02-13T02:51:08.945" v="114136" actId="166"/>
          <ac:grpSpMkLst>
            <pc:docMk/>
            <pc:sldMk cId="1398096310" sldId="1205"/>
            <ac:grpSpMk id="39" creationId="{65BB1717-874A-7ABA-78C3-E2E775A0BE45}"/>
          </ac:grpSpMkLst>
        </pc:grpChg>
        <pc:graphicFrameChg chg="add del mod ord modGraphic">
          <ac:chgData name="Palit, Tapti" userId="dec6fbcd-7598-406a-8cbf-504d4a3bac15" providerId="ADAL" clId="{ECD42228-5B96-4A72-B268-C46DF994E6B7}" dt="2024-02-07T00:14:18.252" v="97275" actId="3680"/>
          <ac:graphicFrameMkLst>
            <pc:docMk/>
            <pc:sldMk cId="1398096310" sldId="1205"/>
            <ac:graphicFrameMk id="6" creationId="{1D34A491-7E66-AE31-F5DA-23A7BB78B8F1}"/>
          </ac:graphicFrameMkLst>
        </pc:graphicFrameChg>
        <pc:graphicFrameChg chg="add del mod ord modGraphic">
          <ac:chgData name="Palit, Tapti" userId="dec6fbcd-7598-406a-8cbf-504d4a3bac15" providerId="ADAL" clId="{ECD42228-5B96-4A72-B268-C46DF994E6B7}" dt="2024-02-08T23:21:45.664" v="101228" actId="478"/>
          <ac:graphicFrameMkLst>
            <pc:docMk/>
            <pc:sldMk cId="1398096310" sldId="1205"/>
            <ac:graphicFrameMk id="7" creationId="{873BC080-4BD2-C392-BB49-71ABF032B989}"/>
          </ac:graphicFrameMkLst>
        </pc:graphicFrameChg>
        <pc:picChg chg="add del mod">
          <ac:chgData name="Palit, Tapti" userId="dec6fbcd-7598-406a-8cbf-504d4a3bac15" providerId="ADAL" clId="{ECD42228-5B96-4A72-B268-C46DF994E6B7}" dt="2024-02-07T00:24:57.461" v="97520" actId="478"/>
          <ac:picMkLst>
            <pc:docMk/>
            <pc:sldMk cId="1398096310" sldId="1205"/>
            <ac:picMk id="8" creationId="{FD47FDB6-91FE-CBD3-4016-6FAF5A0CFE26}"/>
          </ac:picMkLst>
        </pc:picChg>
        <pc:picChg chg="add mod">
          <ac:chgData name="Palit, Tapti" userId="dec6fbcd-7598-406a-8cbf-504d4a3bac15" providerId="ADAL" clId="{ECD42228-5B96-4A72-B268-C46DF994E6B7}" dt="2024-02-13T04:15:38.308" v="115348" actId="1076"/>
          <ac:picMkLst>
            <pc:docMk/>
            <pc:sldMk cId="1398096310" sldId="1205"/>
            <ac:picMk id="20" creationId="{9E8A2336-EF91-AC82-D6AD-AC128AFC92F7}"/>
          </ac:picMkLst>
        </pc:picChg>
        <pc:picChg chg="add del mod">
          <ac:chgData name="Palit, Tapti" userId="dec6fbcd-7598-406a-8cbf-504d4a3bac15" providerId="ADAL" clId="{ECD42228-5B96-4A72-B268-C46DF994E6B7}" dt="2024-02-12T20:26:45.686" v="113060" actId="478"/>
          <ac:picMkLst>
            <pc:docMk/>
            <pc:sldMk cId="1398096310" sldId="1205"/>
            <ac:picMk id="21" creationId="{57FFE535-ED88-29FE-C1F5-A085C74407FD}"/>
          </ac:picMkLst>
        </pc:picChg>
        <pc:picChg chg="add del mod">
          <ac:chgData name="Palit, Tapti" userId="dec6fbcd-7598-406a-8cbf-504d4a3bac15" providerId="ADAL" clId="{ECD42228-5B96-4A72-B268-C46DF994E6B7}" dt="2024-02-12T20:23:39.116" v="113049" actId="478"/>
          <ac:picMkLst>
            <pc:docMk/>
            <pc:sldMk cId="1398096310" sldId="1205"/>
            <ac:picMk id="24" creationId="{38239903-AA1A-26F6-8991-101FF382D59F}"/>
          </ac:picMkLst>
        </pc:picChg>
        <pc:picChg chg="add mod">
          <ac:chgData name="Palit, Tapti" userId="dec6fbcd-7598-406a-8cbf-504d4a3bac15" providerId="ADAL" clId="{ECD42228-5B96-4A72-B268-C46DF994E6B7}" dt="2024-02-12T20:38:26.950" v="113249" actId="1076"/>
          <ac:picMkLst>
            <pc:docMk/>
            <pc:sldMk cId="1398096310" sldId="1205"/>
            <ac:picMk id="26" creationId="{695A46EA-47EE-508D-5754-8358ED391190}"/>
          </ac:picMkLst>
        </pc:picChg>
        <pc:picChg chg="add mod">
          <ac:chgData name="Palit, Tapti" userId="dec6fbcd-7598-406a-8cbf-504d4a3bac15" providerId="ADAL" clId="{ECD42228-5B96-4A72-B268-C46DF994E6B7}" dt="2024-02-12T20:47:32.476" v="113445" actId="164"/>
          <ac:picMkLst>
            <pc:docMk/>
            <pc:sldMk cId="1398096310" sldId="1205"/>
            <ac:picMk id="32" creationId="{47597D07-F57D-3B4E-8E55-AFE4E1B57140}"/>
          </ac:picMkLst>
        </pc:picChg>
        <pc:picChg chg="add mod">
          <ac:chgData name="Palit, Tapti" userId="dec6fbcd-7598-406a-8cbf-504d4a3bac15" providerId="ADAL" clId="{ECD42228-5B96-4A72-B268-C46DF994E6B7}" dt="2024-02-13T02:51:08.945" v="114136" actId="166"/>
          <ac:picMkLst>
            <pc:docMk/>
            <pc:sldMk cId="1398096310" sldId="1205"/>
            <ac:picMk id="2050" creationId="{0EA428D6-6CA3-1F4E-A39D-2C51F2539D54}"/>
          </ac:picMkLst>
        </pc:picChg>
        <pc:picChg chg="add del mod">
          <ac:chgData name="Palit, Tapti" userId="dec6fbcd-7598-406a-8cbf-504d4a3bac15" providerId="ADAL" clId="{ECD42228-5B96-4A72-B268-C46DF994E6B7}" dt="2024-02-12T20:26:47.550" v="113061" actId="478"/>
          <ac:picMkLst>
            <pc:docMk/>
            <pc:sldMk cId="1398096310" sldId="1205"/>
            <ac:picMk id="2052" creationId="{8023B1B8-8ECB-E2E8-F1A9-791E1201A6ED}"/>
          </ac:picMkLst>
        </pc:picChg>
        <pc:picChg chg="add del mod">
          <ac:chgData name="Palit, Tapti" userId="dec6fbcd-7598-406a-8cbf-504d4a3bac15" providerId="ADAL" clId="{ECD42228-5B96-4A72-B268-C46DF994E6B7}" dt="2024-02-12T20:24:06.427" v="113054" actId="478"/>
          <ac:picMkLst>
            <pc:docMk/>
            <pc:sldMk cId="1398096310" sldId="1205"/>
            <ac:picMk id="2054" creationId="{A1550F1F-D4C6-604F-3839-2D812A42335E}"/>
          </ac:picMkLst>
        </pc:picChg>
        <pc:picChg chg="add del mod">
          <ac:chgData name="Palit, Tapti" userId="dec6fbcd-7598-406a-8cbf-504d4a3bac15" providerId="ADAL" clId="{ECD42228-5B96-4A72-B268-C46DF994E6B7}" dt="2024-02-12T20:24:13.223" v="113056" actId="478"/>
          <ac:picMkLst>
            <pc:docMk/>
            <pc:sldMk cId="1398096310" sldId="1205"/>
            <ac:picMk id="2056" creationId="{0835A589-862B-25F2-2B3E-3DE8F770D7B1}"/>
          </ac:picMkLst>
        </pc:picChg>
        <pc:cxnChg chg="add del mod">
          <ac:chgData name="Palit, Tapti" userId="dec6fbcd-7598-406a-8cbf-504d4a3bac15" providerId="ADAL" clId="{ECD42228-5B96-4A72-B268-C46DF994E6B7}" dt="2024-02-12T20:24:10.748" v="113055" actId="478"/>
          <ac:cxnSpMkLst>
            <pc:docMk/>
            <pc:sldMk cId="1398096310" sldId="1205"/>
            <ac:cxnSpMk id="8" creationId="{5C980207-1AB0-CC18-839A-3444CC128EBA}"/>
          </ac:cxnSpMkLst>
        </pc:cxnChg>
        <pc:cxnChg chg="add del mod">
          <ac:chgData name="Palit, Tapti" userId="dec6fbcd-7598-406a-8cbf-504d4a3bac15" providerId="ADAL" clId="{ECD42228-5B96-4A72-B268-C46DF994E6B7}" dt="2024-02-13T02:49:23.948" v="114104" actId="478"/>
          <ac:cxnSpMkLst>
            <pc:docMk/>
            <pc:sldMk cId="1398096310" sldId="1205"/>
            <ac:cxnSpMk id="13" creationId="{5FA9260B-15A3-37A6-8A25-7537690A2062}"/>
          </ac:cxnSpMkLst>
        </pc:cxnChg>
        <pc:cxnChg chg="add mod">
          <ac:chgData name="Palit, Tapti" userId="dec6fbcd-7598-406a-8cbf-504d4a3bac15" providerId="ADAL" clId="{ECD42228-5B96-4A72-B268-C46DF994E6B7}" dt="2024-02-12T20:47:01.620" v="113441" actId="14100"/>
          <ac:cxnSpMkLst>
            <pc:docMk/>
            <pc:sldMk cId="1398096310" sldId="1205"/>
            <ac:cxnSpMk id="27" creationId="{B558BB07-C857-8A66-85E2-4A3B32334061}"/>
          </ac:cxnSpMkLst>
        </pc:cxnChg>
        <pc:extLst>
          <p:ext xmlns:p="http://schemas.openxmlformats.org/presentationml/2006/main" uri="{D6D511B9-2390-475A-947B-AFAB55BFBCF1}">
            <pc226:cmChg xmlns:pc226="http://schemas.microsoft.com/office/powerpoint/2022/06/main/command" chg="">
              <pc226:chgData name="Palit, Tapti" userId="dec6fbcd-7598-406a-8cbf-504d4a3bac15" providerId="ADAL" clId="{ECD42228-5B96-4A72-B268-C46DF994E6B7}" dt="2024-02-09T00:02:44.002" v="101467"/>
              <pc2:cmMkLst xmlns:pc2="http://schemas.microsoft.com/office/powerpoint/2019/9/main/command">
                <pc:docMk/>
                <pc:sldMk cId="1398096310" sldId="1205"/>
                <pc2:cmMk id="{9561B0FA-505A-4F51-AADA-60D061BBCD03}"/>
              </pc2:cmMkLst>
              <pc226:cmRplyChg chg="add">
                <pc226:chgData name="Palit, Tapti" userId="dec6fbcd-7598-406a-8cbf-504d4a3bac15" providerId="ADAL" clId="{ECD42228-5B96-4A72-B268-C46DF994E6B7}" dt="2024-02-09T00:02:44.002" v="101467"/>
                <pc2:cmRplyMkLst xmlns:pc2="http://schemas.microsoft.com/office/powerpoint/2019/9/main/command">
                  <pc:docMk/>
                  <pc:sldMk cId="1398096310" sldId="1205"/>
                  <pc2:cmMk id="{9561B0FA-505A-4F51-AADA-60D061BBCD03}"/>
                  <pc2:cmRplyMk id="{65D5A9F5-905F-4754-9D21-7DC9B0BDC195}"/>
                </pc2:cmRplyMkLst>
              </pc226:cmRplyChg>
            </pc226:cmChg>
          </p:ext>
        </pc:extLst>
      </pc:sldChg>
      <pc:sldChg chg="modSp new del mod">
        <pc:chgData name="Palit, Tapti" userId="dec6fbcd-7598-406a-8cbf-504d4a3bac15" providerId="ADAL" clId="{ECD42228-5B96-4A72-B268-C46DF994E6B7}" dt="2024-02-07T00:40:25.780" v="98165" actId="47"/>
        <pc:sldMkLst>
          <pc:docMk/>
          <pc:sldMk cId="414741311" sldId="1206"/>
        </pc:sldMkLst>
        <pc:spChg chg="mod">
          <ac:chgData name="Palit, Tapti" userId="dec6fbcd-7598-406a-8cbf-504d4a3bac15" providerId="ADAL" clId="{ECD42228-5B96-4A72-B268-C46DF994E6B7}" dt="2024-02-07T00:40:16.209" v="98164" actId="20577"/>
          <ac:spMkLst>
            <pc:docMk/>
            <pc:sldMk cId="414741311" sldId="1206"/>
            <ac:spMk id="3" creationId="{8760BFFE-0591-A54B-D8A7-2E5CB041F133}"/>
          </ac:spMkLst>
        </pc:spChg>
      </pc:sldChg>
      <pc:sldChg chg="addSp modSp new del mod">
        <pc:chgData name="Palit, Tapti" userId="dec6fbcd-7598-406a-8cbf-504d4a3bac15" providerId="ADAL" clId="{ECD42228-5B96-4A72-B268-C46DF994E6B7}" dt="2024-02-07T00:46:05.951" v="98490" actId="47"/>
        <pc:sldMkLst>
          <pc:docMk/>
          <pc:sldMk cId="2422059033" sldId="1206"/>
        </pc:sldMkLst>
        <pc:spChg chg="mod">
          <ac:chgData name="Palit, Tapti" userId="dec6fbcd-7598-406a-8cbf-504d4a3bac15" providerId="ADAL" clId="{ECD42228-5B96-4A72-B268-C46DF994E6B7}" dt="2024-02-07T00:44:33.593" v="98474" actId="20577"/>
          <ac:spMkLst>
            <pc:docMk/>
            <pc:sldMk cId="2422059033" sldId="1206"/>
            <ac:spMk id="2" creationId="{5B1A144E-74AE-9376-F3A2-17E9CE92E7D5}"/>
          </ac:spMkLst>
        </pc:spChg>
        <pc:spChg chg="mod">
          <ac:chgData name="Palit, Tapti" userId="dec6fbcd-7598-406a-8cbf-504d4a3bac15" providerId="ADAL" clId="{ECD42228-5B96-4A72-B268-C46DF994E6B7}" dt="2024-02-07T00:40:50.176" v="98211" actId="20577"/>
          <ac:spMkLst>
            <pc:docMk/>
            <pc:sldMk cId="2422059033" sldId="1206"/>
            <ac:spMk id="3" creationId="{17B5D90D-DEEB-A5FF-21C5-5F4B07F64D0B}"/>
          </ac:spMkLst>
        </pc:spChg>
        <pc:spChg chg="add mod">
          <ac:chgData name="Palit, Tapti" userId="dec6fbcd-7598-406a-8cbf-504d4a3bac15" providerId="ADAL" clId="{ECD42228-5B96-4A72-B268-C46DF994E6B7}" dt="2024-02-07T00:45:32.448" v="98481" actId="2711"/>
          <ac:spMkLst>
            <pc:docMk/>
            <pc:sldMk cId="2422059033" sldId="1206"/>
            <ac:spMk id="5" creationId="{4244F101-8584-45D4-9ACE-999EE378FEB9}"/>
          </ac:spMkLst>
        </pc:spChg>
        <pc:spChg chg="add mod">
          <ac:chgData name="Palit, Tapti" userId="dec6fbcd-7598-406a-8cbf-504d4a3bac15" providerId="ADAL" clId="{ECD42228-5B96-4A72-B268-C46DF994E6B7}" dt="2024-02-07T00:45:48.043" v="98486" actId="20577"/>
          <ac:spMkLst>
            <pc:docMk/>
            <pc:sldMk cId="2422059033" sldId="1206"/>
            <ac:spMk id="6" creationId="{D68CDFD3-4C28-C608-425F-7BEF99C7F17E}"/>
          </ac:spMkLst>
        </pc:spChg>
        <pc:spChg chg="add mod">
          <ac:chgData name="Palit, Tapti" userId="dec6fbcd-7598-406a-8cbf-504d4a3bac15" providerId="ADAL" clId="{ECD42228-5B96-4A72-B268-C46DF994E6B7}" dt="2024-02-07T00:45:49.650" v="98487" actId="20577"/>
          <ac:spMkLst>
            <pc:docMk/>
            <pc:sldMk cId="2422059033" sldId="1206"/>
            <ac:spMk id="7" creationId="{6F68DAD5-EE76-C182-DF8D-DF921F9E4FD3}"/>
          </ac:spMkLst>
        </pc:spChg>
        <pc:cxnChg chg="add mod">
          <ac:chgData name="Palit, Tapti" userId="dec6fbcd-7598-406a-8cbf-504d4a3bac15" providerId="ADAL" clId="{ECD42228-5B96-4A72-B268-C46DF994E6B7}" dt="2024-02-07T00:46:03.341" v="98489" actId="13822"/>
          <ac:cxnSpMkLst>
            <pc:docMk/>
            <pc:sldMk cId="2422059033" sldId="1206"/>
            <ac:cxnSpMk id="9" creationId="{786FCA54-0BAA-2C14-9EE2-6B3F77AA2EFE}"/>
          </ac:cxnSpMkLst>
        </pc:cxnChg>
      </pc:sldChg>
      <pc:sldChg chg="modSp new del mod">
        <pc:chgData name="Palit, Tapti" userId="dec6fbcd-7598-406a-8cbf-504d4a3bac15" providerId="ADAL" clId="{ECD42228-5B96-4A72-B268-C46DF994E6B7}" dt="2024-02-07T00:34:28.498" v="97701" actId="47"/>
        <pc:sldMkLst>
          <pc:docMk/>
          <pc:sldMk cId="2461190495" sldId="1206"/>
        </pc:sldMkLst>
        <pc:spChg chg="mod">
          <ac:chgData name="Palit, Tapti" userId="dec6fbcd-7598-406a-8cbf-504d4a3bac15" providerId="ADAL" clId="{ECD42228-5B96-4A72-B268-C46DF994E6B7}" dt="2024-02-07T00:33:59.870" v="97700" actId="20577"/>
          <ac:spMkLst>
            <pc:docMk/>
            <pc:sldMk cId="2461190495" sldId="1206"/>
            <ac:spMk id="2" creationId="{B53AB67B-22FD-4AAD-9ADB-A1D501C66BB3}"/>
          </ac:spMkLst>
        </pc:spChg>
        <pc:spChg chg="mod">
          <ac:chgData name="Palit, Tapti" userId="dec6fbcd-7598-406a-8cbf-504d4a3bac15" providerId="ADAL" clId="{ECD42228-5B96-4A72-B268-C46DF994E6B7}" dt="2024-02-07T00:32:45.312" v="97560" actId="20577"/>
          <ac:spMkLst>
            <pc:docMk/>
            <pc:sldMk cId="2461190495" sldId="1206"/>
            <ac:spMk id="3" creationId="{FF29CBC8-D50E-7DA1-0740-F0D96DFCE1DB}"/>
          </ac:spMkLst>
        </pc:spChg>
      </pc:sldChg>
      <pc:sldChg chg="add mod modShow">
        <pc:chgData name="Palit, Tapti" userId="dec6fbcd-7598-406a-8cbf-504d4a3bac15" providerId="ADAL" clId="{ECD42228-5B96-4A72-B268-C46DF994E6B7}" dt="2024-02-09T00:06:29.337" v="101492" actId="729"/>
        <pc:sldMkLst>
          <pc:docMk/>
          <pc:sldMk cId="1359043439" sldId="1207"/>
        </pc:sldMkLst>
      </pc:sldChg>
      <pc:sldChg chg="modSp add del mod ord">
        <pc:chgData name="Palit, Tapti" userId="dec6fbcd-7598-406a-8cbf-504d4a3bac15" providerId="ADAL" clId="{ECD42228-5B96-4A72-B268-C46DF994E6B7}" dt="2024-02-09T00:06:24.141" v="101490" actId="2696"/>
        <pc:sldMkLst>
          <pc:docMk/>
          <pc:sldMk cId="2731928100" sldId="1207"/>
        </pc:sldMkLst>
        <pc:graphicFrameChg chg="mod modGraphic">
          <ac:chgData name="Palit, Tapti" userId="dec6fbcd-7598-406a-8cbf-504d4a3bac15" providerId="ADAL" clId="{ECD42228-5B96-4A72-B268-C46DF994E6B7}" dt="2024-02-07T00:42:42.341" v="98317" actId="1076"/>
          <ac:graphicFrameMkLst>
            <pc:docMk/>
            <pc:sldMk cId="2731928100" sldId="1207"/>
            <ac:graphicFrameMk id="7" creationId="{A1266F03-3189-7318-619B-D45631DC8385}"/>
          </ac:graphicFrameMkLst>
        </pc:graphicFrameChg>
      </pc:sldChg>
      <pc:sldChg chg="addSp delSp modSp new mod modAnim modNotesTx">
        <pc:chgData name="Palit, Tapti" userId="dec6fbcd-7598-406a-8cbf-504d4a3bac15" providerId="ADAL" clId="{ECD42228-5B96-4A72-B268-C46DF994E6B7}" dt="2024-02-26T00:01:17.498" v="116145" actId="21"/>
        <pc:sldMkLst>
          <pc:docMk/>
          <pc:sldMk cId="464758406" sldId="1208"/>
        </pc:sldMkLst>
        <pc:spChg chg="del">
          <ac:chgData name="Palit, Tapti" userId="dec6fbcd-7598-406a-8cbf-504d4a3bac15" providerId="ADAL" clId="{ECD42228-5B96-4A72-B268-C46DF994E6B7}" dt="2024-02-07T00:56:16.660" v="98526" actId="478"/>
          <ac:spMkLst>
            <pc:docMk/>
            <pc:sldMk cId="464758406" sldId="1208"/>
            <ac:spMk id="2" creationId="{AFA12262-9113-A996-AC55-BB5E07D26FAA}"/>
          </ac:spMkLst>
        </pc:spChg>
        <pc:spChg chg="mod">
          <ac:chgData name="Palit, Tapti" userId="dec6fbcd-7598-406a-8cbf-504d4a3bac15" providerId="ADAL" clId="{ECD42228-5B96-4A72-B268-C46DF994E6B7}" dt="2024-02-07T00:51:45.374" v="98510" actId="20577"/>
          <ac:spMkLst>
            <pc:docMk/>
            <pc:sldMk cId="464758406" sldId="1208"/>
            <ac:spMk id="3" creationId="{6DCCF931-5AD4-C12E-47C2-819276866ED8}"/>
          </ac:spMkLst>
        </pc:spChg>
        <pc:spChg chg="mod">
          <ac:chgData name="Palit, Tapti" userId="dec6fbcd-7598-406a-8cbf-504d4a3bac15" providerId="ADAL" clId="{ECD42228-5B96-4A72-B268-C46DF994E6B7}" dt="2024-02-13T04:20:07.859" v="115614" actId="6549"/>
          <ac:spMkLst>
            <pc:docMk/>
            <pc:sldMk cId="464758406" sldId="1208"/>
            <ac:spMk id="5" creationId="{E4C63F31-73EE-AFD8-DDCC-7203FD3B9FCE}"/>
          </ac:spMkLst>
        </pc:spChg>
        <pc:spChg chg="add mod">
          <ac:chgData name="Palit, Tapti" userId="dec6fbcd-7598-406a-8cbf-504d4a3bac15" providerId="ADAL" clId="{ECD42228-5B96-4A72-B268-C46DF994E6B7}" dt="2024-02-11T14:55:47.322" v="110219" actId="1076"/>
          <ac:spMkLst>
            <pc:docMk/>
            <pc:sldMk cId="464758406" sldId="1208"/>
            <ac:spMk id="6" creationId="{C4158739-80F3-2794-A53D-E1CD4FF51874}"/>
          </ac:spMkLst>
        </pc:spChg>
        <pc:spChg chg="add mod">
          <ac:chgData name="Palit, Tapti" userId="dec6fbcd-7598-406a-8cbf-504d4a3bac15" providerId="ADAL" clId="{ECD42228-5B96-4A72-B268-C46DF994E6B7}" dt="2024-02-09T04:10:46.054" v="104308" actId="692"/>
          <ac:spMkLst>
            <pc:docMk/>
            <pc:sldMk cId="464758406" sldId="1208"/>
            <ac:spMk id="7" creationId="{23D4FF75-9A6E-AE39-D4E7-3B2977AD427C}"/>
          </ac:spMkLst>
        </pc:spChg>
        <pc:spChg chg="del mod">
          <ac:chgData name="Palit, Tapti" userId="dec6fbcd-7598-406a-8cbf-504d4a3bac15" providerId="ADAL" clId="{ECD42228-5B96-4A72-B268-C46DF994E6B7}" dt="2024-02-11T14:31:25.864" v="109716" actId="478"/>
          <ac:spMkLst>
            <pc:docMk/>
            <pc:sldMk cId="464758406" sldId="1208"/>
            <ac:spMk id="12" creationId="{4EE2CC11-0933-DF2F-D8ED-2AB50FC2ADE7}"/>
          </ac:spMkLst>
        </pc:spChg>
        <pc:spChg chg="del mod">
          <ac:chgData name="Palit, Tapti" userId="dec6fbcd-7598-406a-8cbf-504d4a3bac15" providerId="ADAL" clId="{ECD42228-5B96-4A72-B268-C46DF994E6B7}" dt="2024-02-11T14:31:28.186" v="109717" actId="478"/>
          <ac:spMkLst>
            <pc:docMk/>
            <pc:sldMk cId="464758406" sldId="1208"/>
            <ac:spMk id="13" creationId="{D812812A-6254-E5BA-3209-044A32B5E5BE}"/>
          </ac:spMkLst>
        </pc:spChg>
        <pc:spChg chg="del mod topLvl">
          <ac:chgData name="Palit, Tapti" userId="dec6fbcd-7598-406a-8cbf-504d4a3bac15" providerId="ADAL" clId="{ECD42228-5B96-4A72-B268-C46DF994E6B7}" dt="2024-02-11T14:31:31.570" v="109719" actId="478"/>
          <ac:spMkLst>
            <pc:docMk/>
            <pc:sldMk cId="464758406" sldId="1208"/>
            <ac:spMk id="14" creationId="{18C279B1-04A3-47BE-1F1C-67A899F27AF4}"/>
          </ac:spMkLst>
        </pc:spChg>
        <pc:spChg chg="del mod">
          <ac:chgData name="Palit, Tapti" userId="dec6fbcd-7598-406a-8cbf-504d4a3bac15" providerId="ADAL" clId="{ECD42228-5B96-4A72-B268-C46DF994E6B7}" dt="2024-02-11T14:31:29.839" v="109718" actId="478"/>
          <ac:spMkLst>
            <pc:docMk/>
            <pc:sldMk cId="464758406" sldId="1208"/>
            <ac:spMk id="15" creationId="{1D41E707-90BF-F192-2627-265A6CC1202A}"/>
          </ac:spMkLst>
        </pc:spChg>
        <pc:spChg chg="add mod">
          <ac:chgData name="Palit, Tapti" userId="dec6fbcd-7598-406a-8cbf-504d4a3bac15" providerId="ADAL" clId="{ECD42228-5B96-4A72-B268-C46DF994E6B7}" dt="2024-02-11T14:55:26.803" v="110218" actId="1076"/>
          <ac:spMkLst>
            <pc:docMk/>
            <pc:sldMk cId="464758406" sldId="1208"/>
            <ac:spMk id="16" creationId="{0EED2028-096B-CD2D-C08C-8ADAE899D7DA}"/>
          </ac:spMkLst>
        </pc:spChg>
        <pc:spChg chg="add mod">
          <ac:chgData name="Palit, Tapti" userId="dec6fbcd-7598-406a-8cbf-504d4a3bac15" providerId="ADAL" clId="{ECD42228-5B96-4A72-B268-C46DF994E6B7}" dt="2024-02-09T04:12:19.899" v="104321" actId="1076"/>
          <ac:spMkLst>
            <pc:docMk/>
            <pc:sldMk cId="464758406" sldId="1208"/>
            <ac:spMk id="17" creationId="{B1358D06-A338-DA40-DC13-673DE9B0D5AB}"/>
          </ac:spMkLst>
        </pc:spChg>
        <pc:spChg chg="add mod">
          <ac:chgData name="Palit, Tapti" userId="dec6fbcd-7598-406a-8cbf-504d4a3bac15" providerId="ADAL" clId="{ECD42228-5B96-4A72-B268-C46DF994E6B7}" dt="2024-02-11T14:55:18.765" v="110217" actId="1076"/>
          <ac:spMkLst>
            <pc:docMk/>
            <pc:sldMk cId="464758406" sldId="1208"/>
            <ac:spMk id="20" creationId="{7177A045-F0FD-4BD7-F3BE-5E8662976297}"/>
          </ac:spMkLst>
        </pc:spChg>
        <pc:spChg chg="add del mod">
          <ac:chgData name="Palit, Tapti" userId="dec6fbcd-7598-406a-8cbf-504d4a3bac15" providerId="ADAL" clId="{ECD42228-5B96-4A72-B268-C46DF994E6B7}" dt="2024-02-11T14:30:23.082" v="109705" actId="478"/>
          <ac:spMkLst>
            <pc:docMk/>
            <pc:sldMk cId="464758406" sldId="1208"/>
            <ac:spMk id="21" creationId="{2A30EC91-14E9-5E8D-9100-CFCBD22F41E1}"/>
          </ac:spMkLst>
        </pc:spChg>
        <pc:spChg chg="add mod">
          <ac:chgData name="Palit, Tapti" userId="dec6fbcd-7598-406a-8cbf-504d4a3bac15" providerId="ADAL" clId="{ECD42228-5B96-4A72-B268-C46DF994E6B7}" dt="2024-02-09T04:12:19.899" v="104321" actId="1076"/>
          <ac:spMkLst>
            <pc:docMk/>
            <pc:sldMk cId="464758406" sldId="1208"/>
            <ac:spMk id="22" creationId="{304854F3-10B5-692E-E0E9-B41130865A09}"/>
          </ac:spMkLst>
        </pc:spChg>
        <pc:spChg chg="add del mod">
          <ac:chgData name="Palit, Tapti" userId="dec6fbcd-7598-406a-8cbf-504d4a3bac15" providerId="ADAL" clId="{ECD42228-5B96-4A72-B268-C46DF994E6B7}" dt="2024-02-11T14:30:24.605" v="109706" actId="478"/>
          <ac:spMkLst>
            <pc:docMk/>
            <pc:sldMk cId="464758406" sldId="1208"/>
            <ac:spMk id="23" creationId="{C03CDA6A-17CE-6F8A-D9BD-42727CE99C8E}"/>
          </ac:spMkLst>
        </pc:spChg>
        <pc:spChg chg="add mod">
          <ac:chgData name="Palit, Tapti" userId="dec6fbcd-7598-406a-8cbf-504d4a3bac15" providerId="ADAL" clId="{ECD42228-5B96-4A72-B268-C46DF994E6B7}" dt="2024-02-11T14:55:07.700" v="110216" actId="1076"/>
          <ac:spMkLst>
            <pc:docMk/>
            <pc:sldMk cId="464758406" sldId="1208"/>
            <ac:spMk id="29" creationId="{0EBC15A0-11CB-8B1F-71F8-5F397BC88AF0}"/>
          </ac:spMkLst>
        </pc:spChg>
        <pc:spChg chg="add mod">
          <ac:chgData name="Palit, Tapti" userId="dec6fbcd-7598-406a-8cbf-504d4a3bac15" providerId="ADAL" clId="{ECD42228-5B96-4A72-B268-C46DF994E6B7}" dt="2024-02-09T04:12:34.122" v="104324" actId="1076"/>
          <ac:spMkLst>
            <pc:docMk/>
            <pc:sldMk cId="464758406" sldId="1208"/>
            <ac:spMk id="38" creationId="{D5CCA776-1136-C249-20FD-C0A6C95EDCF6}"/>
          </ac:spMkLst>
        </pc:spChg>
        <pc:spChg chg="add mod">
          <ac:chgData name="Palit, Tapti" userId="dec6fbcd-7598-406a-8cbf-504d4a3bac15" providerId="ADAL" clId="{ECD42228-5B96-4A72-B268-C46DF994E6B7}" dt="2024-02-07T01:26:47.379" v="98846" actId="1076"/>
          <ac:spMkLst>
            <pc:docMk/>
            <pc:sldMk cId="464758406" sldId="1208"/>
            <ac:spMk id="39" creationId="{3CF477B0-2D78-958E-4AFE-8D248F786D83}"/>
          </ac:spMkLst>
        </pc:spChg>
        <pc:spChg chg="add mod">
          <ac:chgData name="Palit, Tapti" userId="dec6fbcd-7598-406a-8cbf-504d4a3bac15" providerId="ADAL" clId="{ECD42228-5B96-4A72-B268-C46DF994E6B7}" dt="2024-02-07T01:26:51.898" v="98847" actId="1076"/>
          <ac:spMkLst>
            <pc:docMk/>
            <pc:sldMk cId="464758406" sldId="1208"/>
            <ac:spMk id="41" creationId="{65B26A7A-4D85-EE53-E09C-A007AD518164}"/>
          </ac:spMkLst>
        </pc:spChg>
        <pc:spChg chg="add mod">
          <ac:chgData name="Palit, Tapti" userId="dec6fbcd-7598-406a-8cbf-504d4a3bac15" providerId="ADAL" clId="{ECD42228-5B96-4A72-B268-C46DF994E6B7}" dt="2024-02-09T04:10:52.595" v="104309" actId="692"/>
          <ac:spMkLst>
            <pc:docMk/>
            <pc:sldMk cId="464758406" sldId="1208"/>
            <ac:spMk id="65" creationId="{1E142D23-ECB1-6FEE-30C1-F860EB1B871E}"/>
          </ac:spMkLst>
        </pc:spChg>
        <pc:spChg chg="add mod">
          <ac:chgData name="Palit, Tapti" userId="dec6fbcd-7598-406a-8cbf-504d4a3bac15" providerId="ADAL" clId="{ECD42228-5B96-4A72-B268-C46DF994E6B7}" dt="2024-02-09T04:10:52.595" v="104309" actId="692"/>
          <ac:spMkLst>
            <pc:docMk/>
            <pc:sldMk cId="464758406" sldId="1208"/>
            <ac:spMk id="66" creationId="{ABB49D0F-4E19-CE3D-9990-6A6BED6D1D0D}"/>
          </ac:spMkLst>
        </pc:spChg>
        <pc:grpChg chg="add del mod">
          <ac:chgData name="Palit, Tapti" userId="dec6fbcd-7598-406a-8cbf-504d4a3bac15" providerId="ADAL" clId="{ECD42228-5B96-4A72-B268-C46DF994E6B7}" dt="2024-02-11T14:31:31.570" v="109719" actId="478"/>
          <ac:grpSpMkLst>
            <pc:docMk/>
            <pc:sldMk cId="464758406" sldId="1208"/>
            <ac:grpSpMk id="8" creationId="{026990A3-A7E6-1046-0D79-D48C17D7714C}"/>
          </ac:grpSpMkLst>
        </pc:grpChg>
        <pc:grpChg chg="del mod">
          <ac:chgData name="Palit, Tapti" userId="dec6fbcd-7598-406a-8cbf-504d4a3bac15" providerId="ADAL" clId="{ECD42228-5B96-4A72-B268-C46DF994E6B7}" dt="2024-02-11T14:31:29.839" v="109718" actId="478"/>
          <ac:grpSpMkLst>
            <pc:docMk/>
            <pc:sldMk cId="464758406" sldId="1208"/>
            <ac:grpSpMk id="11" creationId="{5C7E4692-6DA6-E078-1021-E265A770D937}"/>
          </ac:grpSpMkLst>
        </pc:grpChg>
        <pc:grpChg chg="add mod">
          <ac:chgData name="Palit, Tapti" userId="dec6fbcd-7598-406a-8cbf-504d4a3bac15" providerId="ADAL" clId="{ECD42228-5B96-4A72-B268-C46DF994E6B7}" dt="2024-02-11T14:55:03.378" v="110215" actId="1076"/>
          <ac:grpSpMkLst>
            <pc:docMk/>
            <pc:sldMk cId="464758406" sldId="1208"/>
            <ac:grpSpMk id="26" creationId="{1445CD8A-10F0-373A-4752-7464D4F914DD}"/>
          </ac:grpSpMkLst>
        </pc:grpChg>
        <pc:grpChg chg="add mod">
          <ac:chgData name="Palit, Tapti" userId="dec6fbcd-7598-406a-8cbf-504d4a3bac15" providerId="ADAL" clId="{ECD42228-5B96-4A72-B268-C46DF994E6B7}" dt="2024-02-09T04:12:36.891" v="104325" actId="1076"/>
          <ac:grpSpMkLst>
            <pc:docMk/>
            <pc:sldMk cId="464758406" sldId="1208"/>
            <ac:grpSpMk id="30" creationId="{74DE334A-7EA6-E15C-7117-C009592BDF76}"/>
          </ac:grpSpMkLst>
        </pc:grpChg>
        <pc:grpChg chg="add del mod">
          <ac:chgData name="Palit, Tapti" userId="dec6fbcd-7598-406a-8cbf-504d4a3bac15" providerId="ADAL" clId="{ECD42228-5B96-4A72-B268-C46DF994E6B7}" dt="2024-02-11T14:30:23.082" v="109705" actId="478"/>
          <ac:grpSpMkLst>
            <pc:docMk/>
            <pc:sldMk cId="464758406" sldId="1208"/>
            <ac:grpSpMk id="40" creationId="{A9A8783C-FA60-CF6C-C0E9-D1008614128F}"/>
          </ac:grpSpMkLst>
        </pc:grpChg>
        <pc:grpChg chg="add mod">
          <ac:chgData name="Palit, Tapti" userId="dec6fbcd-7598-406a-8cbf-504d4a3bac15" providerId="ADAL" clId="{ECD42228-5B96-4A72-B268-C46DF994E6B7}" dt="2024-02-07T01:26:19.581" v="98844" actId="164"/>
          <ac:grpSpMkLst>
            <pc:docMk/>
            <pc:sldMk cId="464758406" sldId="1208"/>
            <ac:grpSpMk id="42" creationId="{E73F82F6-75D1-E4FC-6591-6139D3720A58}"/>
          </ac:grpSpMkLst>
        </pc:grpChg>
        <pc:grpChg chg="add mod">
          <ac:chgData name="Palit, Tapti" userId="dec6fbcd-7598-406a-8cbf-504d4a3bac15" providerId="ADAL" clId="{ECD42228-5B96-4A72-B268-C46DF994E6B7}" dt="2024-02-07T01:26:19.581" v="98844" actId="164"/>
          <ac:grpSpMkLst>
            <pc:docMk/>
            <pc:sldMk cId="464758406" sldId="1208"/>
            <ac:grpSpMk id="43" creationId="{48E4CE9D-E9BE-BF49-F205-C914CEA50799}"/>
          </ac:grpSpMkLst>
        </pc:grpChg>
        <pc:picChg chg="mod topLvl">
          <ac:chgData name="Palit, Tapti" userId="dec6fbcd-7598-406a-8cbf-504d4a3bac15" providerId="ADAL" clId="{ECD42228-5B96-4A72-B268-C46DF994E6B7}" dt="2024-02-11T14:31:36.563" v="109721" actId="1076"/>
          <ac:picMkLst>
            <pc:docMk/>
            <pc:sldMk cId="464758406" sldId="1208"/>
            <ac:picMk id="9" creationId="{86F0DE32-FEE3-C346-5919-C51DABC6042F}"/>
          </ac:picMkLst>
        </pc:picChg>
        <pc:picChg chg="del mod">
          <ac:chgData name="Palit, Tapti" userId="dec6fbcd-7598-406a-8cbf-504d4a3bac15" providerId="ADAL" clId="{ECD42228-5B96-4A72-B268-C46DF994E6B7}" dt="2024-02-11T14:31:24.135" v="109715" actId="478"/>
          <ac:picMkLst>
            <pc:docMk/>
            <pc:sldMk cId="464758406" sldId="1208"/>
            <ac:picMk id="10" creationId="{E9D885C2-39A8-2602-6AFC-84708BE680F2}"/>
          </ac:picMkLst>
        </pc:picChg>
        <pc:picChg chg="add mod">
          <ac:chgData name="Palit, Tapti" userId="dec6fbcd-7598-406a-8cbf-504d4a3bac15" providerId="ADAL" clId="{ECD42228-5B96-4A72-B268-C46DF994E6B7}" dt="2024-02-11T14:30:28.552" v="109709" actId="14100"/>
          <ac:picMkLst>
            <pc:docMk/>
            <pc:sldMk cId="464758406" sldId="1208"/>
            <ac:picMk id="18" creationId="{4768F707-A439-D784-F446-C6D34A5CFF02}"/>
          </ac:picMkLst>
        </pc:picChg>
        <pc:picChg chg="mod">
          <ac:chgData name="Palit, Tapti" userId="dec6fbcd-7598-406a-8cbf-504d4a3bac15" providerId="ADAL" clId="{ECD42228-5B96-4A72-B268-C46DF994E6B7}" dt="2024-02-11T14:55:03.378" v="110215" actId="1076"/>
          <ac:picMkLst>
            <pc:docMk/>
            <pc:sldMk cId="464758406" sldId="1208"/>
            <ac:picMk id="27" creationId="{FBE98D76-6F54-398E-9655-1EEE70B8FBA8}"/>
          </ac:picMkLst>
        </pc:picChg>
        <pc:picChg chg="mod">
          <ac:chgData name="Palit, Tapti" userId="dec6fbcd-7598-406a-8cbf-504d4a3bac15" providerId="ADAL" clId="{ECD42228-5B96-4A72-B268-C46DF994E6B7}" dt="2024-02-11T14:55:03.378" v="110215" actId="1076"/>
          <ac:picMkLst>
            <pc:docMk/>
            <pc:sldMk cId="464758406" sldId="1208"/>
            <ac:picMk id="28" creationId="{F17941FA-46E3-9512-F6DD-E97E446EFE37}"/>
          </ac:picMkLst>
        </pc:picChg>
        <pc:picChg chg="mod">
          <ac:chgData name="Palit, Tapti" userId="dec6fbcd-7598-406a-8cbf-504d4a3bac15" providerId="ADAL" clId="{ECD42228-5B96-4A72-B268-C46DF994E6B7}" dt="2024-02-09T04:12:36.891" v="104325" actId="1076"/>
          <ac:picMkLst>
            <pc:docMk/>
            <pc:sldMk cId="464758406" sldId="1208"/>
            <ac:picMk id="31" creationId="{94401072-2D68-5A5B-9242-A42E73ED6B04}"/>
          </ac:picMkLst>
        </pc:picChg>
        <pc:picChg chg="mod">
          <ac:chgData name="Palit, Tapti" userId="dec6fbcd-7598-406a-8cbf-504d4a3bac15" providerId="ADAL" clId="{ECD42228-5B96-4A72-B268-C46DF994E6B7}" dt="2024-02-09T04:12:36.891" v="104325" actId="1076"/>
          <ac:picMkLst>
            <pc:docMk/>
            <pc:sldMk cId="464758406" sldId="1208"/>
            <ac:picMk id="32" creationId="{E28CA757-3C94-D449-5CB8-4750006EF313}"/>
          </ac:picMkLst>
        </pc:picChg>
        <pc:picChg chg="mod">
          <ac:chgData name="Palit, Tapti" userId="dec6fbcd-7598-406a-8cbf-504d4a3bac15" providerId="ADAL" clId="{ECD42228-5B96-4A72-B268-C46DF994E6B7}" dt="2024-02-09T04:12:36.891" v="104325" actId="1076"/>
          <ac:picMkLst>
            <pc:docMk/>
            <pc:sldMk cId="464758406" sldId="1208"/>
            <ac:picMk id="33" creationId="{7DB2331E-3B6A-5AFC-2514-101AA7DCAF98}"/>
          </ac:picMkLst>
        </pc:picChg>
        <pc:picChg chg="mod">
          <ac:chgData name="Palit, Tapti" userId="dec6fbcd-7598-406a-8cbf-504d4a3bac15" providerId="ADAL" clId="{ECD42228-5B96-4A72-B268-C46DF994E6B7}" dt="2024-02-09T04:12:36.891" v="104325" actId="1076"/>
          <ac:picMkLst>
            <pc:docMk/>
            <pc:sldMk cId="464758406" sldId="1208"/>
            <ac:picMk id="34" creationId="{FFE280AB-D1CB-6536-2389-3D29C91C30C8}"/>
          </ac:picMkLst>
        </pc:picChg>
        <pc:picChg chg="add mod">
          <ac:chgData name="Palit, Tapti" userId="dec6fbcd-7598-406a-8cbf-504d4a3bac15" providerId="ADAL" clId="{ECD42228-5B96-4A72-B268-C46DF994E6B7}" dt="2024-02-07T01:26:05.946" v="98840" actId="164"/>
          <ac:picMkLst>
            <pc:docMk/>
            <pc:sldMk cId="464758406" sldId="1208"/>
            <ac:picMk id="54" creationId="{F6356980-9760-01E2-73A6-2DB409DFC14F}"/>
          </ac:picMkLst>
        </pc:picChg>
        <pc:picChg chg="add mod">
          <ac:chgData name="Palit, Tapti" userId="dec6fbcd-7598-406a-8cbf-504d4a3bac15" providerId="ADAL" clId="{ECD42228-5B96-4A72-B268-C46DF994E6B7}" dt="2024-02-07T01:26:05.946" v="98840" actId="164"/>
          <ac:picMkLst>
            <pc:docMk/>
            <pc:sldMk cId="464758406" sldId="1208"/>
            <ac:picMk id="55" creationId="{F4472382-FA41-9EB5-18B9-54F6FB7634E2}"/>
          </ac:picMkLst>
        </pc:picChg>
        <pc:picChg chg="add mod">
          <ac:chgData name="Palit, Tapti" userId="dec6fbcd-7598-406a-8cbf-504d4a3bac15" providerId="ADAL" clId="{ECD42228-5B96-4A72-B268-C46DF994E6B7}" dt="2024-02-11T14:31:05.146" v="109714" actId="1076"/>
          <ac:picMkLst>
            <pc:docMk/>
            <pc:sldMk cId="464758406" sldId="1208"/>
            <ac:picMk id="1026" creationId="{DD55DBE1-6458-F720-3B92-7EA56B848C4C}"/>
          </ac:picMkLst>
        </pc:picChg>
        <pc:picChg chg="add mod">
          <ac:chgData name="Palit, Tapti" userId="dec6fbcd-7598-406a-8cbf-504d4a3bac15" providerId="ADAL" clId="{ECD42228-5B96-4A72-B268-C46DF994E6B7}" dt="2024-02-11T14:31:51.676" v="109724" actId="1076"/>
          <ac:picMkLst>
            <pc:docMk/>
            <pc:sldMk cId="464758406" sldId="1208"/>
            <ac:picMk id="1028" creationId="{B5C77AAB-37F7-218F-D032-57D45604DF7C}"/>
          </ac:picMkLst>
        </pc:picChg>
        <pc:picChg chg="add del mod">
          <ac:chgData name="Palit, Tapti" userId="dec6fbcd-7598-406a-8cbf-504d4a3bac15" providerId="ADAL" clId="{ECD42228-5B96-4A72-B268-C46DF994E6B7}" dt="2024-02-26T00:01:17.498" v="116145" actId="21"/>
          <ac:picMkLst>
            <pc:docMk/>
            <pc:sldMk cId="464758406" sldId="1208"/>
            <ac:picMk id="1030" creationId="{8E404D65-63F6-472F-57E1-4D7DB503A2DE}"/>
          </ac:picMkLst>
        </pc:picChg>
        <pc:cxnChg chg="add del mod">
          <ac:chgData name="Palit, Tapti" userId="dec6fbcd-7598-406a-8cbf-504d4a3bac15" providerId="ADAL" clId="{ECD42228-5B96-4A72-B268-C46DF994E6B7}" dt="2024-02-07T01:05:34.553" v="98695" actId="478"/>
          <ac:cxnSpMkLst>
            <pc:docMk/>
            <pc:sldMk cId="464758406" sldId="1208"/>
            <ac:cxnSpMk id="7" creationId="{7F7D57E8-36D2-619B-55A9-52C7F053C7D3}"/>
          </ac:cxnSpMkLst>
        </pc:cxnChg>
        <pc:cxnChg chg="add del mod">
          <ac:chgData name="Palit, Tapti" userId="dec6fbcd-7598-406a-8cbf-504d4a3bac15" providerId="ADAL" clId="{ECD42228-5B96-4A72-B268-C46DF994E6B7}" dt="2024-02-11T14:30:25.431" v="109707" actId="478"/>
          <ac:cxnSpMkLst>
            <pc:docMk/>
            <pc:sldMk cId="464758406" sldId="1208"/>
            <ac:cxnSpMk id="19" creationId="{E8411030-EB5C-A0D3-A59D-0DB6A75576F7}"/>
          </ac:cxnSpMkLst>
        </pc:cxnChg>
        <pc:cxnChg chg="mod">
          <ac:chgData name="Palit, Tapti" userId="dec6fbcd-7598-406a-8cbf-504d4a3bac15" providerId="ADAL" clId="{ECD42228-5B96-4A72-B268-C46DF994E6B7}" dt="2024-02-09T04:12:36.891" v="104325" actId="1076"/>
          <ac:cxnSpMkLst>
            <pc:docMk/>
            <pc:sldMk cId="464758406" sldId="1208"/>
            <ac:cxnSpMk id="35" creationId="{5CBBB607-E6F0-37CA-BDFB-0D6C1DE5B2D1}"/>
          </ac:cxnSpMkLst>
        </pc:cxnChg>
        <pc:cxnChg chg="mod">
          <ac:chgData name="Palit, Tapti" userId="dec6fbcd-7598-406a-8cbf-504d4a3bac15" providerId="ADAL" clId="{ECD42228-5B96-4A72-B268-C46DF994E6B7}" dt="2024-02-09T04:12:36.891" v="104325" actId="1076"/>
          <ac:cxnSpMkLst>
            <pc:docMk/>
            <pc:sldMk cId="464758406" sldId="1208"/>
            <ac:cxnSpMk id="36" creationId="{B316DB16-018A-FB1B-A9CD-AD223DB5E809}"/>
          </ac:cxnSpMkLst>
        </pc:cxnChg>
        <pc:cxnChg chg="mod">
          <ac:chgData name="Palit, Tapti" userId="dec6fbcd-7598-406a-8cbf-504d4a3bac15" providerId="ADAL" clId="{ECD42228-5B96-4A72-B268-C46DF994E6B7}" dt="2024-02-09T04:12:36.891" v="104325" actId="1076"/>
          <ac:cxnSpMkLst>
            <pc:docMk/>
            <pc:sldMk cId="464758406" sldId="1208"/>
            <ac:cxnSpMk id="37" creationId="{B077EF08-CE78-F0EB-C5DD-46DBA9C9A67B}"/>
          </ac:cxnSpMkLst>
        </pc:cxnChg>
        <pc:cxnChg chg="add mod">
          <ac:chgData name="Palit, Tapti" userId="dec6fbcd-7598-406a-8cbf-504d4a3bac15" providerId="ADAL" clId="{ECD42228-5B96-4A72-B268-C46DF994E6B7}" dt="2024-02-11T14:32:37.741" v="109746" actId="692"/>
          <ac:cxnSpMkLst>
            <pc:docMk/>
            <pc:sldMk cId="464758406" sldId="1208"/>
            <ac:cxnSpMk id="56" creationId="{7747F2D7-EFD4-EB89-8929-D6FF32E3BEA3}"/>
          </ac:cxnSpMkLst>
        </pc:cxnChg>
      </pc:sldChg>
      <pc:sldChg chg="addSp delSp modSp add mod modAnim modCm">
        <pc:chgData name="Palit, Tapti" userId="dec6fbcd-7598-406a-8cbf-504d4a3bac15" providerId="ADAL" clId="{ECD42228-5B96-4A72-B268-C46DF994E6B7}" dt="2024-02-12T19:19:42.318" v="112363" actId="20577"/>
        <pc:sldMkLst>
          <pc:docMk/>
          <pc:sldMk cId="3305435457" sldId="1209"/>
        </pc:sldMkLst>
        <pc:spChg chg="add del mod">
          <ac:chgData name="Palit, Tapti" userId="dec6fbcd-7598-406a-8cbf-504d4a3bac15" providerId="ADAL" clId="{ECD42228-5B96-4A72-B268-C46DF994E6B7}" dt="2024-02-09T01:22:45.745" v="102260" actId="478"/>
          <ac:spMkLst>
            <pc:docMk/>
            <pc:sldMk cId="3305435457" sldId="1209"/>
            <ac:spMk id="10" creationId="{921FD426-45FF-8A6C-53E3-7C47FC84C9E4}"/>
          </ac:spMkLst>
        </pc:spChg>
        <pc:spChg chg="mod">
          <ac:chgData name="Palit, Tapti" userId="dec6fbcd-7598-406a-8cbf-504d4a3bac15" providerId="ADAL" clId="{ECD42228-5B96-4A72-B268-C46DF994E6B7}" dt="2024-02-12T19:19:42.318" v="112363" actId="20577"/>
          <ac:spMkLst>
            <pc:docMk/>
            <pc:sldMk cId="3305435457" sldId="1209"/>
            <ac:spMk id="14" creationId="{9E2B80B5-2D91-2907-FE48-80CA59B13F98}"/>
          </ac:spMkLst>
        </pc:spChg>
        <pc:extLst>
          <p:ext xmlns:p="http://schemas.openxmlformats.org/presentationml/2006/main" uri="{D6D511B9-2390-475A-947B-AFAB55BFBCF1}">
            <pc226:cmChg xmlns:pc226="http://schemas.microsoft.com/office/powerpoint/2022/06/main/command" chg="">
              <pc226:chgData name="Palit, Tapti" userId="dec6fbcd-7598-406a-8cbf-504d4a3bac15" providerId="ADAL" clId="{ECD42228-5B96-4A72-B268-C46DF994E6B7}" dt="2024-02-08T20:42:38.489" v="100664"/>
              <pc2:cmMkLst xmlns:pc2="http://schemas.microsoft.com/office/powerpoint/2019/9/main/command">
                <pc:docMk/>
                <pc:sldMk cId="3305435457" sldId="1209"/>
                <pc2:cmMk id="{9F9D4D83-B94F-4C34-A272-0D32B94D86BA}"/>
              </pc2:cmMkLst>
              <pc226:cmRplyChg chg="add">
                <pc226:chgData name="Palit, Tapti" userId="dec6fbcd-7598-406a-8cbf-504d4a3bac15" providerId="ADAL" clId="{ECD42228-5B96-4A72-B268-C46DF994E6B7}" dt="2024-02-08T20:42:38.489" v="100664"/>
                <pc2:cmRplyMkLst xmlns:pc2="http://schemas.microsoft.com/office/powerpoint/2019/9/main/command">
                  <pc:docMk/>
                  <pc:sldMk cId="3305435457" sldId="1209"/>
                  <pc2:cmMk id="{9F9D4D83-B94F-4C34-A272-0D32B94D86BA}"/>
                  <pc2:cmRplyMk id="{8DF4DC95-96C3-4C27-AEC3-9F6127A90A85}"/>
                </pc2:cmRplyMkLst>
              </pc226:cmRplyChg>
            </pc226:cmChg>
          </p:ext>
        </pc:extLst>
      </pc:sldChg>
      <pc:sldChg chg="add del ord">
        <pc:chgData name="Palit, Tapti" userId="dec6fbcd-7598-406a-8cbf-504d4a3bac15" providerId="ADAL" clId="{ECD42228-5B96-4A72-B268-C46DF994E6B7}" dt="2024-02-08T21:21:09.291" v="100771" actId="47"/>
        <pc:sldMkLst>
          <pc:docMk/>
          <pc:sldMk cId="1282466282" sldId="1210"/>
        </pc:sldMkLst>
      </pc:sldChg>
      <pc:sldChg chg="addSp delSp modSp new add del mod modClrScheme chgLayout">
        <pc:chgData name="Palit, Tapti" userId="dec6fbcd-7598-406a-8cbf-504d4a3bac15" providerId="ADAL" clId="{ECD42228-5B96-4A72-B268-C46DF994E6B7}" dt="2024-02-09T05:01:24.537" v="104564" actId="2696"/>
        <pc:sldMkLst>
          <pc:docMk/>
          <pc:sldMk cId="1407695452" sldId="1210"/>
        </pc:sldMkLst>
        <pc:spChg chg="del">
          <ac:chgData name="Palit, Tapti" userId="dec6fbcd-7598-406a-8cbf-504d4a3bac15" providerId="ADAL" clId="{ECD42228-5B96-4A72-B268-C46DF994E6B7}" dt="2024-02-08T21:24:38.866" v="100777" actId="700"/>
          <ac:spMkLst>
            <pc:docMk/>
            <pc:sldMk cId="1407695452" sldId="1210"/>
            <ac:spMk id="2" creationId="{9A6DCC31-06DF-7BAE-FC5F-4D526DED2C1C}"/>
          </ac:spMkLst>
        </pc:spChg>
        <pc:spChg chg="del mod ord">
          <ac:chgData name="Palit, Tapti" userId="dec6fbcd-7598-406a-8cbf-504d4a3bac15" providerId="ADAL" clId="{ECD42228-5B96-4A72-B268-C46DF994E6B7}" dt="2024-02-08T21:24:38.866" v="100777" actId="700"/>
          <ac:spMkLst>
            <pc:docMk/>
            <pc:sldMk cId="1407695452" sldId="1210"/>
            <ac:spMk id="3" creationId="{C4BD3778-CC90-9034-BF0D-C4F860D0A4D0}"/>
          </ac:spMkLst>
        </pc:spChg>
        <pc:spChg chg="del">
          <ac:chgData name="Palit, Tapti" userId="dec6fbcd-7598-406a-8cbf-504d4a3bac15" providerId="ADAL" clId="{ECD42228-5B96-4A72-B268-C46DF994E6B7}" dt="2024-02-08T21:24:38.866" v="100777" actId="700"/>
          <ac:spMkLst>
            <pc:docMk/>
            <pc:sldMk cId="1407695452" sldId="1210"/>
            <ac:spMk id="4" creationId="{124C6935-31D5-BBD5-4141-E16565DFEB8F}"/>
          </ac:spMkLst>
        </pc:spChg>
        <pc:spChg chg="add mod ord">
          <ac:chgData name="Palit, Tapti" userId="dec6fbcd-7598-406a-8cbf-504d4a3bac15" providerId="ADAL" clId="{ECD42228-5B96-4A72-B268-C46DF994E6B7}" dt="2024-02-08T21:24:59.751" v="100869" actId="20577"/>
          <ac:spMkLst>
            <pc:docMk/>
            <pc:sldMk cId="1407695452" sldId="1210"/>
            <ac:spMk id="5" creationId="{EA8E3B47-C3F5-E888-8A21-936AACBDA45D}"/>
          </ac:spMkLst>
        </pc:spChg>
      </pc:sldChg>
      <pc:sldChg chg="add mod modShow">
        <pc:chgData name="Palit, Tapti" userId="dec6fbcd-7598-406a-8cbf-504d4a3bac15" providerId="ADAL" clId="{ECD42228-5B96-4A72-B268-C46DF994E6B7}" dt="2024-02-09T05:01:31.704" v="104566" actId="729"/>
        <pc:sldMkLst>
          <pc:docMk/>
          <pc:sldMk cId="1438509292" sldId="1210"/>
        </pc:sldMkLst>
      </pc:sldChg>
      <pc:sldChg chg="add del">
        <pc:chgData name="Palit, Tapti" userId="dec6fbcd-7598-406a-8cbf-504d4a3bac15" providerId="ADAL" clId="{ECD42228-5B96-4A72-B268-C46DF994E6B7}" dt="2024-02-09T00:02:47.675" v="101468" actId="2696"/>
        <pc:sldMkLst>
          <pc:docMk/>
          <pc:sldMk cId="716205125" sldId="1211"/>
        </pc:sldMkLst>
      </pc:sldChg>
      <pc:sldChg chg="add mod modShow">
        <pc:chgData name="Palit, Tapti" userId="dec6fbcd-7598-406a-8cbf-504d4a3bac15" providerId="ADAL" clId="{ECD42228-5B96-4A72-B268-C46DF994E6B7}" dt="2024-02-09T00:02:52.448" v="101470" actId="729"/>
        <pc:sldMkLst>
          <pc:docMk/>
          <pc:sldMk cId="2130521875" sldId="1211"/>
        </pc:sldMkLst>
      </pc:sldChg>
      <pc:sldChg chg="addSp delSp modSp add del mod modAnim modNotesTx">
        <pc:chgData name="Palit, Tapti" userId="dec6fbcd-7598-406a-8cbf-504d4a3bac15" providerId="ADAL" clId="{ECD42228-5B96-4A72-B268-C46DF994E6B7}" dt="2024-02-12T20:38:53.533" v="113254" actId="47"/>
        <pc:sldMkLst>
          <pc:docMk/>
          <pc:sldMk cId="4001070171" sldId="1212"/>
        </pc:sldMkLst>
        <pc:spChg chg="mod">
          <ac:chgData name="Palit, Tapti" userId="dec6fbcd-7598-406a-8cbf-504d4a3bac15" providerId="ADAL" clId="{ECD42228-5B96-4A72-B268-C46DF994E6B7}" dt="2024-02-11T14:37:28.873" v="109782" actId="692"/>
          <ac:spMkLst>
            <pc:docMk/>
            <pc:sldMk cId="4001070171" sldId="1212"/>
            <ac:spMk id="22" creationId="{3DBD562E-F1B0-E04F-3973-2BA96EDA90DF}"/>
          </ac:spMkLst>
        </pc:spChg>
        <pc:spChg chg="mod">
          <ac:chgData name="Palit, Tapti" userId="dec6fbcd-7598-406a-8cbf-504d4a3bac15" providerId="ADAL" clId="{ECD42228-5B96-4A72-B268-C46DF994E6B7}" dt="2024-02-11T14:38:37.890" v="109803" actId="14100"/>
          <ac:spMkLst>
            <pc:docMk/>
            <pc:sldMk cId="4001070171" sldId="1212"/>
            <ac:spMk id="23" creationId="{B7813DAC-E06B-2D8A-B450-283C4508F736}"/>
          </ac:spMkLst>
        </pc:spChg>
        <pc:spChg chg="mod">
          <ac:chgData name="Palit, Tapti" userId="dec6fbcd-7598-406a-8cbf-504d4a3bac15" providerId="ADAL" clId="{ECD42228-5B96-4A72-B268-C46DF994E6B7}" dt="2024-02-11T14:38:57.865" v="109808" actId="14100"/>
          <ac:spMkLst>
            <pc:docMk/>
            <pc:sldMk cId="4001070171" sldId="1212"/>
            <ac:spMk id="25" creationId="{AD986564-35F3-07DE-B96C-4AA7B6B7A6B9}"/>
          </ac:spMkLst>
        </pc:spChg>
        <pc:spChg chg="mod">
          <ac:chgData name="Palit, Tapti" userId="dec6fbcd-7598-406a-8cbf-504d4a3bac15" providerId="ADAL" clId="{ECD42228-5B96-4A72-B268-C46DF994E6B7}" dt="2024-02-09T00:04:27.544" v="101478" actId="1076"/>
          <ac:spMkLst>
            <pc:docMk/>
            <pc:sldMk cId="4001070171" sldId="1212"/>
            <ac:spMk id="28" creationId="{3FD75C22-7A6F-AC1E-8D9B-76ED44CF53C2}"/>
          </ac:spMkLst>
        </pc:spChg>
        <pc:picChg chg="add del mod">
          <ac:chgData name="Palit, Tapti" userId="dec6fbcd-7598-406a-8cbf-504d4a3bac15" providerId="ADAL" clId="{ECD42228-5B96-4A72-B268-C46DF994E6B7}" dt="2024-02-11T14:38:01.582" v="109790" actId="478"/>
          <ac:picMkLst>
            <pc:docMk/>
            <pc:sldMk cId="4001070171" sldId="1212"/>
            <ac:picMk id="4" creationId="{ED241B61-83E1-F2A3-7F61-575332EFE1CE}"/>
          </ac:picMkLst>
        </pc:picChg>
        <pc:picChg chg="add mod">
          <ac:chgData name="Palit, Tapti" userId="dec6fbcd-7598-406a-8cbf-504d4a3bac15" providerId="ADAL" clId="{ECD42228-5B96-4A72-B268-C46DF994E6B7}" dt="2024-02-11T14:38:06.361" v="109792" actId="1076"/>
          <ac:picMkLst>
            <pc:docMk/>
            <pc:sldMk cId="4001070171" sldId="1212"/>
            <ac:picMk id="7" creationId="{DB41BB5A-3394-EA0A-B7A1-4B347D10EFA1}"/>
          </ac:picMkLst>
        </pc:picChg>
        <pc:picChg chg="mod">
          <ac:chgData name="Palit, Tapti" userId="dec6fbcd-7598-406a-8cbf-504d4a3bac15" providerId="ADAL" clId="{ECD42228-5B96-4A72-B268-C46DF994E6B7}" dt="2024-02-11T14:37:35.250" v="109783" actId="1076"/>
          <ac:picMkLst>
            <pc:docMk/>
            <pc:sldMk cId="4001070171" sldId="1212"/>
            <ac:picMk id="24" creationId="{B96956C9-C70B-EB14-B037-FE305C2BFF95}"/>
          </ac:picMkLst>
        </pc:picChg>
        <pc:picChg chg="mod">
          <ac:chgData name="Palit, Tapti" userId="dec6fbcd-7598-406a-8cbf-504d4a3bac15" providerId="ADAL" clId="{ECD42228-5B96-4A72-B268-C46DF994E6B7}" dt="2024-02-11T14:38:21.339" v="109795" actId="1076"/>
          <ac:picMkLst>
            <pc:docMk/>
            <pc:sldMk cId="4001070171" sldId="1212"/>
            <ac:picMk id="26" creationId="{A9AEA78C-FAA5-AE7D-312A-3E44564CD1EA}"/>
          </ac:picMkLst>
        </pc:picChg>
        <pc:picChg chg="mod">
          <ac:chgData name="Palit, Tapti" userId="dec6fbcd-7598-406a-8cbf-504d4a3bac15" providerId="ADAL" clId="{ECD42228-5B96-4A72-B268-C46DF994E6B7}" dt="2024-02-09T00:04:17.066" v="101476" actId="166"/>
          <ac:picMkLst>
            <pc:docMk/>
            <pc:sldMk cId="4001070171" sldId="1212"/>
            <ac:picMk id="2054" creationId="{154E3885-00E9-CFCD-828E-0592A7F923B0}"/>
          </ac:picMkLst>
        </pc:picChg>
        <pc:picChg chg="mod">
          <ac:chgData name="Palit, Tapti" userId="dec6fbcd-7598-406a-8cbf-504d4a3bac15" providerId="ADAL" clId="{ECD42228-5B96-4A72-B268-C46DF994E6B7}" dt="2024-02-11T14:38:44.224" v="109804" actId="1076"/>
          <ac:picMkLst>
            <pc:docMk/>
            <pc:sldMk cId="4001070171" sldId="1212"/>
            <ac:picMk id="2056" creationId="{5DFF5A29-0949-195D-FC25-F10F4232EF6B}"/>
          </ac:picMkLst>
        </pc:picChg>
        <pc:cxnChg chg="mod">
          <ac:chgData name="Palit, Tapti" userId="dec6fbcd-7598-406a-8cbf-504d4a3bac15" providerId="ADAL" clId="{ECD42228-5B96-4A72-B268-C46DF994E6B7}" dt="2024-02-11T14:38:24.149" v="109799" actId="692"/>
          <ac:cxnSpMkLst>
            <pc:docMk/>
            <pc:sldMk cId="4001070171" sldId="1212"/>
            <ac:cxnSpMk id="27" creationId="{31277BDB-6DF9-1AB4-208E-4FF32B2E055C}"/>
          </ac:cxnSpMkLst>
        </pc:cxnChg>
      </pc:sldChg>
      <pc:sldChg chg="add del">
        <pc:chgData name="Palit, Tapti" userId="dec6fbcd-7598-406a-8cbf-504d4a3bac15" providerId="ADAL" clId="{ECD42228-5B96-4A72-B268-C46DF994E6B7}" dt="2024-02-09T03:18:20.912" v="103246" actId="2696"/>
        <pc:sldMkLst>
          <pc:docMk/>
          <pc:sldMk cId="1235997929" sldId="1213"/>
        </pc:sldMkLst>
      </pc:sldChg>
      <pc:sldChg chg="add mod modShow">
        <pc:chgData name="Palit, Tapti" userId="dec6fbcd-7598-406a-8cbf-504d4a3bac15" providerId="ADAL" clId="{ECD42228-5B96-4A72-B268-C46DF994E6B7}" dt="2024-02-09T03:18:27.518" v="103248" actId="729"/>
        <pc:sldMkLst>
          <pc:docMk/>
          <pc:sldMk cId="1384191373" sldId="1213"/>
        </pc:sldMkLst>
      </pc:sldChg>
      <pc:sldChg chg="addSp delSp modSp new del mod modAnim">
        <pc:chgData name="Palit, Tapti" userId="dec6fbcd-7598-406a-8cbf-504d4a3bac15" providerId="ADAL" clId="{ECD42228-5B96-4A72-B268-C46DF994E6B7}" dt="2024-02-09T00:39:00.442" v="102101" actId="47"/>
        <pc:sldMkLst>
          <pc:docMk/>
          <pc:sldMk cId="4280509042" sldId="1213"/>
        </pc:sldMkLst>
        <pc:spChg chg="del">
          <ac:chgData name="Palit, Tapti" userId="dec6fbcd-7598-406a-8cbf-504d4a3bac15" providerId="ADAL" clId="{ECD42228-5B96-4A72-B268-C46DF994E6B7}" dt="2024-02-09T00:28:34.920" v="101778" actId="478"/>
          <ac:spMkLst>
            <pc:docMk/>
            <pc:sldMk cId="4280509042" sldId="1213"/>
            <ac:spMk id="2" creationId="{D3A83794-0F98-E5A1-6F55-1CFDFD06B615}"/>
          </ac:spMkLst>
        </pc:spChg>
        <pc:spChg chg="add mod">
          <ac:chgData name="Palit, Tapti" userId="dec6fbcd-7598-406a-8cbf-504d4a3bac15" providerId="ADAL" clId="{ECD42228-5B96-4A72-B268-C46DF994E6B7}" dt="2024-02-09T00:29:03.943" v="101788" actId="20577"/>
          <ac:spMkLst>
            <pc:docMk/>
            <pc:sldMk cId="4280509042" sldId="1213"/>
            <ac:spMk id="9" creationId="{61C179F6-315E-4672-02B1-53BD98F1BE47}"/>
          </ac:spMkLst>
        </pc:spChg>
        <pc:spChg chg="add mod">
          <ac:chgData name="Palit, Tapti" userId="dec6fbcd-7598-406a-8cbf-504d4a3bac15" providerId="ADAL" clId="{ECD42228-5B96-4A72-B268-C46DF994E6B7}" dt="2024-02-09T00:29:16.296" v="101799" actId="20577"/>
          <ac:spMkLst>
            <pc:docMk/>
            <pc:sldMk cId="4280509042" sldId="1213"/>
            <ac:spMk id="10" creationId="{6152C762-B434-B5E3-72FB-35FE303F5C23}"/>
          </ac:spMkLst>
        </pc:spChg>
        <pc:spChg chg="add del mod">
          <ac:chgData name="Palit, Tapti" userId="dec6fbcd-7598-406a-8cbf-504d4a3bac15" providerId="ADAL" clId="{ECD42228-5B96-4A72-B268-C46DF994E6B7}" dt="2024-02-09T00:33:54.008" v="102022" actId="478"/>
          <ac:spMkLst>
            <pc:docMk/>
            <pc:sldMk cId="4280509042" sldId="1213"/>
            <ac:spMk id="16" creationId="{2F7EC153-2854-9916-AB00-5771D85C13E4}"/>
          </ac:spMkLst>
        </pc:spChg>
        <pc:spChg chg="add del mod">
          <ac:chgData name="Palit, Tapti" userId="dec6fbcd-7598-406a-8cbf-504d4a3bac15" providerId="ADAL" clId="{ECD42228-5B96-4A72-B268-C46DF994E6B7}" dt="2024-02-09T00:33:55.838" v="102023" actId="478"/>
          <ac:spMkLst>
            <pc:docMk/>
            <pc:sldMk cId="4280509042" sldId="1213"/>
            <ac:spMk id="17" creationId="{6AEEB31F-1BBE-CFFF-CAEB-A5BFF6FB37B1}"/>
          </ac:spMkLst>
        </pc:spChg>
        <pc:spChg chg="add del mod">
          <ac:chgData name="Palit, Tapti" userId="dec6fbcd-7598-406a-8cbf-504d4a3bac15" providerId="ADAL" clId="{ECD42228-5B96-4A72-B268-C46DF994E6B7}" dt="2024-02-09T00:33:52.643" v="102021" actId="478"/>
          <ac:spMkLst>
            <pc:docMk/>
            <pc:sldMk cId="4280509042" sldId="1213"/>
            <ac:spMk id="22" creationId="{B4B57ECB-D5A7-02B8-5330-00DD8E03D37B}"/>
          </ac:spMkLst>
        </pc:spChg>
        <pc:spChg chg="add del mod">
          <ac:chgData name="Palit, Tapti" userId="dec6fbcd-7598-406a-8cbf-504d4a3bac15" providerId="ADAL" clId="{ECD42228-5B96-4A72-B268-C46DF994E6B7}" dt="2024-02-09T00:33:50.519" v="102020" actId="478"/>
          <ac:spMkLst>
            <pc:docMk/>
            <pc:sldMk cId="4280509042" sldId="1213"/>
            <ac:spMk id="23" creationId="{6671D721-9F5D-BBCB-6238-81CB5F57E62A}"/>
          </ac:spMkLst>
        </pc:spChg>
        <pc:spChg chg="add mod">
          <ac:chgData name="Palit, Tapti" userId="dec6fbcd-7598-406a-8cbf-504d4a3bac15" providerId="ADAL" clId="{ECD42228-5B96-4A72-B268-C46DF994E6B7}" dt="2024-02-09T00:34:19.863" v="102069" actId="14100"/>
          <ac:spMkLst>
            <pc:docMk/>
            <pc:sldMk cId="4280509042" sldId="1213"/>
            <ac:spMk id="24" creationId="{F6998E83-9A01-8402-4EE3-B61A30F36595}"/>
          </ac:spMkLst>
        </pc:spChg>
        <pc:spChg chg="add mod">
          <ac:chgData name="Palit, Tapti" userId="dec6fbcd-7598-406a-8cbf-504d4a3bac15" providerId="ADAL" clId="{ECD42228-5B96-4A72-B268-C46DF994E6B7}" dt="2024-02-09T00:34:30.352" v="102078" actId="20577"/>
          <ac:spMkLst>
            <pc:docMk/>
            <pc:sldMk cId="4280509042" sldId="1213"/>
            <ac:spMk id="25" creationId="{9EA04E68-57B7-504B-EE50-4A7DDB157FA7}"/>
          </ac:spMkLst>
        </pc:spChg>
        <pc:grpChg chg="mod">
          <ac:chgData name="Palit, Tapti" userId="dec6fbcd-7598-406a-8cbf-504d4a3bac15" providerId="ADAL" clId="{ECD42228-5B96-4A72-B268-C46DF994E6B7}" dt="2024-02-09T00:29:46.804" v="101808"/>
          <ac:grpSpMkLst>
            <pc:docMk/>
            <pc:sldMk cId="4280509042" sldId="1213"/>
            <ac:grpSpMk id="15" creationId="{1324C51B-6E04-D760-C6AB-C32F3CA70E24}"/>
          </ac:grpSpMkLst>
        </pc:grpChg>
        <pc:inkChg chg="add del">
          <ac:chgData name="Palit, Tapti" userId="dec6fbcd-7598-406a-8cbf-504d4a3bac15" providerId="ADAL" clId="{ECD42228-5B96-4A72-B268-C46DF994E6B7}" dt="2024-02-09T00:29:37.118" v="101803" actId="9405"/>
          <ac:inkMkLst>
            <pc:docMk/>
            <pc:sldMk cId="4280509042" sldId="1213"/>
            <ac:inkMk id="11" creationId="{3657187D-8DC4-A522-6AA1-BFA21654A41A}"/>
          </ac:inkMkLst>
        </pc:inkChg>
        <pc:inkChg chg="add del">
          <ac:chgData name="Palit, Tapti" userId="dec6fbcd-7598-406a-8cbf-504d4a3bac15" providerId="ADAL" clId="{ECD42228-5B96-4A72-B268-C46DF994E6B7}" dt="2024-02-09T00:29:36.718" v="101802" actId="9405"/>
          <ac:inkMkLst>
            <pc:docMk/>
            <pc:sldMk cId="4280509042" sldId="1213"/>
            <ac:inkMk id="12" creationId="{93DB257C-5CAD-0C4A-E4EE-95029C68D66D}"/>
          </ac:inkMkLst>
        </pc:inkChg>
        <pc:inkChg chg="add del mod">
          <ac:chgData name="Palit, Tapti" userId="dec6fbcd-7598-406a-8cbf-504d4a3bac15" providerId="ADAL" clId="{ECD42228-5B96-4A72-B268-C46DF994E6B7}" dt="2024-02-09T00:29:47.221" v="101809" actId="9405"/>
          <ac:inkMkLst>
            <pc:docMk/>
            <pc:sldMk cId="4280509042" sldId="1213"/>
            <ac:inkMk id="13" creationId="{85D7DD40-8848-8312-2EED-6FE1964F5032}"/>
          </ac:inkMkLst>
        </pc:inkChg>
        <pc:inkChg chg="add del mod">
          <ac:chgData name="Palit, Tapti" userId="dec6fbcd-7598-406a-8cbf-504d4a3bac15" providerId="ADAL" clId="{ECD42228-5B96-4A72-B268-C46DF994E6B7}" dt="2024-02-09T00:29:46.804" v="101808"/>
          <ac:inkMkLst>
            <pc:docMk/>
            <pc:sldMk cId="4280509042" sldId="1213"/>
            <ac:inkMk id="14" creationId="{05A022CC-EEF4-7FDC-6B03-73591A64C374}"/>
          </ac:inkMkLst>
        </pc:inkChg>
        <pc:inkChg chg="add del">
          <ac:chgData name="Palit, Tapti" userId="dec6fbcd-7598-406a-8cbf-504d4a3bac15" providerId="ADAL" clId="{ECD42228-5B96-4A72-B268-C46DF994E6B7}" dt="2024-02-09T00:31:50.775" v="101993" actId="9405"/>
          <ac:inkMkLst>
            <pc:docMk/>
            <pc:sldMk cId="4280509042" sldId="1213"/>
            <ac:inkMk id="18" creationId="{2E3B2A84-D655-1AD0-78C2-19FC8364C17F}"/>
          </ac:inkMkLst>
        </pc:inkChg>
        <pc:inkChg chg="add del">
          <ac:chgData name="Palit, Tapti" userId="dec6fbcd-7598-406a-8cbf-504d4a3bac15" providerId="ADAL" clId="{ECD42228-5B96-4A72-B268-C46DF994E6B7}" dt="2024-02-09T00:32:02.697" v="101995" actId="9405"/>
          <ac:inkMkLst>
            <pc:docMk/>
            <pc:sldMk cId="4280509042" sldId="1213"/>
            <ac:inkMk id="19" creationId="{F2AD3594-3B04-420D-623E-873963DCF920}"/>
          </ac:inkMkLst>
        </pc:inkChg>
        <pc:inkChg chg="add del">
          <ac:chgData name="Palit, Tapti" userId="dec6fbcd-7598-406a-8cbf-504d4a3bac15" providerId="ADAL" clId="{ECD42228-5B96-4A72-B268-C46DF994E6B7}" dt="2024-02-09T00:32:15.531" v="101999" actId="9405"/>
          <ac:inkMkLst>
            <pc:docMk/>
            <pc:sldMk cId="4280509042" sldId="1213"/>
            <ac:inkMk id="20" creationId="{4E2B7785-8B41-32C5-FCD6-AB59B5F3CE85}"/>
          </ac:inkMkLst>
        </pc:inkChg>
        <pc:inkChg chg="add del">
          <ac:chgData name="Palit, Tapti" userId="dec6fbcd-7598-406a-8cbf-504d4a3bac15" providerId="ADAL" clId="{ECD42228-5B96-4A72-B268-C46DF994E6B7}" dt="2024-02-09T00:32:15.220" v="101998" actId="9405"/>
          <ac:inkMkLst>
            <pc:docMk/>
            <pc:sldMk cId="4280509042" sldId="1213"/>
            <ac:inkMk id="21" creationId="{F617FFF8-AB23-DD65-6452-47CD4B5F7698}"/>
          </ac:inkMkLst>
        </pc:inkChg>
        <pc:cxnChg chg="add mod">
          <ac:chgData name="Palit, Tapti" userId="dec6fbcd-7598-406a-8cbf-504d4a3bac15" providerId="ADAL" clId="{ECD42228-5B96-4A72-B268-C46DF994E6B7}" dt="2024-02-09T00:37:20.827" v="102090" actId="692"/>
          <ac:cxnSpMkLst>
            <pc:docMk/>
            <pc:sldMk cId="4280509042" sldId="1213"/>
            <ac:cxnSpMk id="6" creationId="{5A374949-1AC2-C16C-D413-2571B92E27C9}"/>
          </ac:cxnSpMkLst>
        </pc:cxnChg>
        <pc:cxnChg chg="add mod">
          <ac:chgData name="Palit, Tapti" userId="dec6fbcd-7598-406a-8cbf-504d4a3bac15" providerId="ADAL" clId="{ECD42228-5B96-4A72-B268-C46DF994E6B7}" dt="2024-02-09T00:37:11.074" v="102085" actId="692"/>
          <ac:cxnSpMkLst>
            <pc:docMk/>
            <pc:sldMk cId="4280509042" sldId="1213"/>
            <ac:cxnSpMk id="7" creationId="{30903DB4-C660-E3E1-C373-F16BB8C8CBED}"/>
          </ac:cxnSpMkLst>
        </pc:cxnChg>
      </pc:sldChg>
      <pc:sldChg chg="addSp delSp modSp add mod delAnim modAnim modNotesTx">
        <pc:chgData name="Palit, Tapti" userId="dec6fbcd-7598-406a-8cbf-504d4a3bac15" providerId="ADAL" clId="{ECD42228-5B96-4A72-B268-C46DF994E6B7}" dt="2024-02-13T13:16:25.711" v="115915" actId="20577"/>
        <pc:sldMkLst>
          <pc:docMk/>
          <pc:sldMk cId="935703387" sldId="1214"/>
        </pc:sldMkLst>
        <pc:spChg chg="del mod">
          <ac:chgData name="Palit, Tapti" userId="dec6fbcd-7598-406a-8cbf-504d4a3bac15" providerId="ADAL" clId="{ECD42228-5B96-4A72-B268-C46DF994E6B7}" dt="2024-02-09T03:13:04.975" v="103064" actId="478"/>
          <ac:spMkLst>
            <pc:docMk/>
            <pc:sldMk cId="935703387" sldId="1214"/>
            <ac:spMk id="2" creationId="{B3996D9C-6E16-73DE-BF28-09902D227C1C}"/>
          </ac:spMkLst>
        </pc:spChg>
        <pc:spChg chg="mod">
          <ac:chgData name="Palit, Tapti" userId="dec6fbcd-7598-406a-8cbf-504d4a3bac15" providerId="ADAL" clId="{ECD42228-5B96-4A72-B268-C46DF994E6B7}" dt="2024-02-09T03:17:22.791" v="103239" actId="1076"/>
          <ac:spMkLst>
            <pc:docMk/>
            <pc:sldMk cId="935703387" sldId="1214"/>
            <ac:spMk id="3" creationId="{91848295-2D29-4B12-C281-85592EF958BF}"/>
          </ac:spMkLst>
        </pc:spChg>
        <pc:spChg chg="add mod topLvl">
          <ac:chgData name="Palit, Tapti" userId="dec6fbcd-7598-406a-8cbf-504d4a3bac15" providerId="ADAL" clId="{ECD42228-5B96-4A72-B268-C46DF994E6B7}" dt="2024-02-11T14:08:48.829" v="109601" actId="164"/>
          <ac:spMkLst>
            <pc:docMk/>
            <pc:sldMk cId="935703387" sldId="1214"/>
            <ac:spMk id="4" creationId="{24D10F16-A961-56DE-8E51-7DD25423BE99}"/>
          </ac:spMkLst>
        </pc:spChg>
        <pc:spChg chg="add mod">
          <ac:chgData name="Palit, Tapti" userId="dec6fbcd-7598-406a-8cbf-504d4a3bac15" providerId="ADAL" clId="{ECD42228-5B96-4A72-B268-C46DF994E6B7}" dt="2024-02-09T20:48:19.904" v="109051" actId="1076"/>
          <ac:spMkLst>
            <pc:docMk/>
            <pc:sldMk cId="935703387" sldId="1214"/>
            <ac:spMk id="6" creationId="{F8990C32-20C0-C4FF-112F-98ECC8788233}"/>
          </ac:spMkLst>
        </pc:spChg>
        <pc:spChg chg="add mod">
          <ac:chgData name="Palit, Tapti" userId="dec6fbcd-7598-406a-8cbf-504d4a3bac15" providerId="ADAL" clId="{ECD42228-5B96-4A72-B268-C46DF994E6B7}" dt="2024-02-09T16:59:42.873" v="106010" actId="207"/>
          <ac:spMkLst>
            <pc:docMk/>
            <pc:sldMk cId="935703387" sldId="1214"/>
            <ac:spMk id="9" creationId="{67A02E4C-BB9A-DF9E-BE09-3B7A9DEEF049}"/>
          </ac:spMkLst>
        </pc:spChg>
        <pc:spChg chg="add mod">
          <ac:chgData name="Palit, Tapti" userId="dec6fbcd-7598-406a-8cbf-504d4a3bac15" providerId="ADAL" clId="{ECD42228-5B96-4A72-B268-C46DF994E6B7}" dt="2024-02-12T21:03:26.188" v="113511" actId="207"/>
          <ac:spMkLst>
            <pc:docMk/>
            <pc:sldMk cId="935703387" sldId="1214"/>
            <ac:spMk id="10" creationId="{F71CB876-7692-0617-3589-4BD550FACA65}"/>
          </ac:spMkLst>
        </pc:spChg>
        <pc:spChg chg="mod topLvl">
          <ac:chgData name="Palit, Tapti" userId="dec6fbcd-7598-406a-8cbf-504d4a3bac15" providerId="ADAL" clId="{ECD42228-5B96-4A72-B268-C46DF994E6B7}" dt="2024-02-11T14:08:45.625" v="109600" actId="164"/>
          <ac:spMkLst>
            <pc:docMk/>
            <pc:sldMk cId="935703387" sldId="1214"/>
            <ac:spMk id="15" creationId="{437DAD1A-28B2-636B-AF2F-0F5370F752E8}"/>
          </ac:spMkLst>
        </pc:spChg>
        <pc:spChg chg="mod">
          <ac:chgData name="Palit, Tapti" userId="dec6fbcd-7598-406a-8cbf-504d4a3bac15" providerId="ADAL" clId="{ECD42228-5B96-4A72-B268-C46DF994E6B7}" dt="2024-02-09T03:14:05.374" v="103150" actId="20577"/>
          <ac:spMkLst>
            <pc:docMk/>
            <pc:sldMk cId="935703387" sldId="1214"/>
            <ac:spMk id="17" creationId="{3409FF27-F0DD-49A7-CA57-71D958805F3C}"/>
          </ac:spMkLst>
        </pc:spChg>
        <pc:spChg chg="add mod">
          <ac:chgData name="Palit, Tapti" userId="dec6fbcd-7598-406a-8cbf-504d4a3bac15" providerId="ADAL" clId="{ECD42228-5B96-4A72-B268-C46DF994E6B7}" dt="2024-02-11T14:06:23.206" v="109568" actId="692"/>
          <ac:spMkLst>
            <pc:docMk/>
            <pc:sldMk cId="935703387" sldId="1214"/>
            <ac:spMk id="18" creationId="{B6EF243D-C9AD-A769-2375-8214FE991BC2}"/>
          </ac:spMkLst>
        </pc:spChg>
        <pc:spChg chg="mod">
          <ac:chgData name="Palit, Tapti" userId="dec6fbcd-7598-406a-8cbf-504d4a3bac15" providerId="ADAL" clId="{ECD42228-5B96-4A72-B268-C46DF994E6B7}" dt="2024-02-09T03:17:42.363" v="103241" actId="1076"/>
          <ac:spMkLst>
            <pc:docMk/>
            <pc:sldMk cId="935703387" sldId="1214"/>
            <ac:spMk id="19" creationId="{C80ACAB0-E636-7EDA-F898-87762FF01423}"/>
          </ac:spMkLst>
        </pc:spChg>
        <pc:spChg chg="mod">
          <ac:chgData name="Palit, Tapti" userId="dec6fbcd-7598-406a-8cbf-504d4a3bac15" providerId="ADAL" clId="{ECD42228-5B96-4A72-B268-C46DF994E6B7}" dt="2024-02-09T20:48:20.930" v="109054" actId="14100"/>
          <ac:spMkLst>
            <pc:docMk/>
            <pc:sldMk cId="935703387" sldId="1214"/>
            <ac:spMk id="20" creationId="{225B8B3F-399C-9DD5-DE0C-F3F8870387FD}"/>
          </ac:spMkLst>
        </pc:spChg>
        <pc:spChg chg="mod">
          <ac:chgData name="Palit, Tapti" userId="dec6fbcd-7598-406a-8cbf-504d4a3bac15" providerId="ADAL" clId="{ECD42228-5B96-4A72-B268-C46DF994E6B7}" dt="2024-02-09T20:48:22.486" v="109056" actId="14100"/>
          <ac:spMkLst>
            <pc:docMk/>
            <pc:sldMk cId="935703387" sldId="1214"/>
            <ac:spMk id="21" creationId="{3B25D3F0-56C5-3BC9-A649-9C684A6AEEBE}"/>
          </ac:spMkLst>
        </pc:spChg>
        <pc:spChg chg="add mod">
          <ac:chgData name="Palit, Tapti" userId="dec6fbcd-7598-406a-8cbf-504d4a3bac15" providerId="ADAL" clId="{ECD42228-5B96-4A72-B268-C46DF994E6B7}" dt="2024-02-11T14:44:25.402" v="109883" actId="1076"/>
          <ac:spMkLst>
            <pc:docMk/>
            <pc:sldMk cId="935703387" sldId="1214"/>
            <ac:spMk id="24" creationId="{E9BEA999-0E4E-4C1D-162F-367C1C3B6DF6}"/>
          </ac:spMkLst>
        </pc:spChg>
        <pc:grpChg chg="add del mod">
          <ac:chgData name="Palit, Tapti" userId="dec6fbcd-7598-406a-8cbf-504d4a3bac15" providerId="ADAL" clId="{ECD42228-5B96-4A72-B268-C46DF994E6B7}" dt="2024-02-11T14:10:26.008" v="109615" actId="1076"/>
          <ac:grpSpMkLst>
            <pc:docMk/>
            <pc:sldMk cId="935703387" sldId="1214"/>
            <ac:grpSpMk id="11" creationId="{D96ED237-FF97-BBD1-5CCC-9991C3C5E9A2}"/>
          </ac:grpSpMkLst>
        </pc:grpChg>
        <pc:grpChg chg="add del mod">
          <ac:chgData name="Palit, Tapti" userId="dec6fbcd-7598-406a-8cbf-504d4a3bac15" providerId="ADAL" clId="{ECD42228-5B96-4A72-B268-C46DF994E6B7}" dt="2024-02-11T14:07:56.961" v="109587" actId="478"/>
          <ac:grpSpMkLst>
            <pc:docMk/>
            <pc:sldMk cId="935703387" sldId="1214"/>
            <ac:grpSpMk id="12" creationId="{1876C37D-DD2E-6B54-99BE-5AEFC3288D7F}"/>
          </ac:grpSpMkLst>
        </pc:grpChg>
        <pc:grpChg chg="add del mod">
          <ac:chgData name="Palit, Tapti" userId="dec6fbcd-7598-406a-8cbf-504d4a3bac15" providerId="ADAL" clId="{ECD42228-5B96-4A72-B268-C46DF994E6B7}" dt="2024-02-11T14:08:12.012" v="109593" actId="478"/>
          <ac:grpSpMkLst>
            <pc:docMk/>
            <pc:sldMk cId="935703387" sldId="1214"/>
            <ac:grpSpMk id="14" creationId="{5E670C57-95F2-97B0-0F46-E6293451404D}"/>
          </ac:grpSpMkLst>
        </pc:grpChg>
        <pc:grpChg chg="mod">
          <ac:chgData name="Palit, Tapti" userId="dec6fbcd-7598-406a-8cbf-504d4a3bac15" providerId="ADAL" clId="{ECD42228-5B96-4A72-B268-C46DF994E6B7}" dt="2024-02-09T16:59:35.686" v="106008" actId="1076"/>
          <ac:grpSpMkLst>
            <pc:docMk/>
            <pc:sldMk cId="935703387" sldId="1214"/>
            <ac:grpSpMk id="22" creationId="{0ECDDA7B-6548-02A2-CF02-2EB8FFB17C17}"/>
          </ac:grpSpMkLst>
        </pc:grpChg>
        <pc:grpChg chg="add mod">
          <ac:chgData name="Palit, Tapti" userId="dec6fbcd-7598-406a-8cbf-504d4a3bac15" providerId="ADAL" clId="{ECD42228-5B96-4A72-B268-C46DF994E6B7}" dt="2024-02-11T14:08:45.625" v="109600" actId="164"/>
          <ac:grpSpMkLst>
            <pc:docMk/>
            <pc:sldMk cId="935703387" sldId="1214"/>
            <ac:grpSpMk id="29" creationId="{1F6A471B-F22D-6C4F-0F86-8F8015282093}"/>
          </ac:grpSpMkLst>
        </pc:grpChg>
        <pc:grpChg chg="add mod">
          <ac:chgData name="Palit, Tapti" userId="dec6fbcd-7598-406a-8cbf-504d4a3bac15" providerId="ADAL" clId="{ECD42228-5B96-4A72-B268-C46DF994E6B7}" dt="2024-02-11T14:08:48.829" v="109601" actId="164"/>
          <ac:grpSpMkLst>
            <pc:docMk/>
            <pc:sldMk cId="935703387" sldId="1214"/>
            <ac:grpSpMk id="30" creationId="{A7BAFD4A-2564-463F-D2F4-F4922FBC60B6}"/>
          </ac:grpSpMkLst>
        </pc:grpChg>
        <pc:picChg chg="add del mod topLvl">
          <ac:chgData name="Palit, Tapti" userId="dec6fbcd-7598-406a-8cbf-504d4a3bac15" providerId="ADAL" clId="{ECD42228-5B96-4A72-B268-C46DF994E6B7}" dt="2024-02-11T14:07:56.961" v="109587" actId="478"/>
          <ac:picMkLst>
            <pc:docMk/>
            <pc:sldMk cId="935703387" sldId="1214"/>
            <ac:picMk id="5" creationId="{02DE3063-B865-FB7C-031D-84D747799571}"/>
          </ac:picMkLst>
        </pc:picChg>
        <pc:picChg chg="del mod topLvl">
          <ac:chgData name="Palit, Tapti" userId="dec6fbcd-7598-406a-8cbf-504d4a3bac15" providerId="ADAL" clId="{ECD42228-5B96-4A72-B268-C46DF994E6B7}" dt="2024-02-11T14:08:12.012" v="109593" actId="478"/>
          <ac:picMkLst>
            <pc:docMk/>
            <pc:sldMk cId="935703387" sldId="1214"/>
            <ac:picMk id="16" creationId="{9D569EF2-256E-9CA4-BB14-DD218579E73E}"/>
          </ac:picMkLst>
        </pc:picChg>
        <pc:picChg chg="add mod">
          <ac:chgData name="Palit, Tapti" userId="dec6fbcd-7598-406a-8cbf-504d4a3bac15" providerId="ADAL" clId="{ECD42228-5B96-4A72-B268-C46DF994E6B7}" dt="2024-02-11T14:08:48.829" v="109601" actId="164"/>
          <ac:picMkLst>
            <pc:docMk/>
            <pc:sldMk cId="935703387" sldId="1214"/>
            <ac:picMk id="25" creationId="{2870EBC2-D69D-B1AF-C212-2F9B8861731D}"/>
          </ac:picMkLst>
        </pc:picChg>
        <pc:picChg chg="add del mod">
          <ac:chgData name="Palit, Tapti" userId="dec6fbcd-7598-406a-8cbf-504d4a3bac15" providerId="ADAL" clId="{ECD42228-5B96-4A72-B268-C46DF994E6B7}" dt="2024-02-11T14:08:14.820" v="109595" actId="478"/>
          <ac:picMkLst>
            <pc:docMk/>
            <pc:sldMk cId="935703387" sldId="1214"/>
            <ac:picMk id="26" creationId="{07FFEF6D-7436-16CA-4AAA-F78D86FC8F3F}"/>
          </ac:picMkLst>
        </pc:picChg>
        <pc:picChg chg="add mod">
          <ac:chgData name="Palit, Tapti" userId="dec6fbcd-7598-406a-8cbf-504d4a3bac15" providerId="ADAL" clId="{ECD42228-5B96-4A72-B268-C46DF994E6B7}" dt="2024-02-11T14:08:17.472" v="109596"/>
          <ac:picMkLst>
            <pc:docMk/>
            <pc:sldMk cId="935703387" sldId="1214"/>
            <ac:picMk id="27" creationId="{48B964C4-5DBB-3414-435B-80A24AE4FF1E}"/>
          </ac:picMkLst>
        </pc:picChg>
        <pc:picChg chg="add mod">
          <ac:chgData name="Palit, Tapti" userId="dec6fbcd-7598-406a-8cbf-504d4a3bac15" providerId="ADAL" clId="{ECD42228-5B96-4A72-B268-C46DF994E6B7}" dt="2024-02-11T14:08:45.625" v="109600" actId="164"/>
          <ac:picMkLst>
            <pc:docMk/>
            <pc:sldMk cId="935703387" sldId="1214"/>
            <ac:picMk id="28" creationId="{CB669C61-4356-E6B5-0D3E-90493725A32C}"/>
          </ac:picMkLst>
        </pc:picChg>
        <pc:picChg chg="add mod">
          <ac:chgData name="Palit, Tapti" userId="dec6fbcd-7598-406a-8cbf-504d4a3bac15" providerId="ADAL" clId="{ECD42228-5B96-4A72-B268-C46DF994E6B7}" dt="2024-02-11T14:10:26.008" v="109615" actId="1076"/>
          <ac:picMkLst>
            <pc:docMk/>
            <pc:sldMk cId="935703387" sldId="1214"/>
            <ac:picMk id="2050" creationId="{9BFEE07D-67B9-4D09-2565-99DAB48B6700}"/>
          </ac:picMkLst>
        </pc:picChg>
        <pc:picChg chg="add mod">
          <ac:chgData name="Palit, Tapti" userId="dec6fbcd-7598-406a-8cbf-504d4a3bac15" providerId="ADAL" clId="{ECD42228-5B96-4A72-B268-C46DF994E6B7}" dt="2024-02-11T14:10:26.008" v="109615" actId="1076"/>
          <ac:picMkLst>
            <pc:docMk/>
            <pc:sldMk cId="935703387" sldId="1214"/>
            <ac:picMk id="2052" creationId="{D71E12FE-ADD7-6ABF-7417-993D36F6DBE4}"/>
          </ac:picMkLst>
        </pc:picChg>
        <pc:picChg chg="add del mod">
          <ac:chgData name="Palit, Tapti" userId="dec6fbcd-7598-406a-8cbf-504d4a3bac15" providerId="ADAL" clId="{ECD42228-5B96-4A72-B268-C46DF994E6B7}" dt="2024-02-10T00:43:21.770" v="109158" actId="478"/>
          <ac:picMkLst>
            <pc:docMk/>
            <pc:sldMk cId="935703387" sldId="1214"/>
            <ac:picMk id="2054" creationId="{EB8064CD-5134-68C0-369F-837612608E8B}"/>
          </ac:picMkLst>
        </pc:picChg>
        <pc:cxnChg chg="mod">
          <ac:chgData name="Palit, Tapti" userId="dec6fbcd-7598-406a-8cbf-504d4a3bac15" providerId="ADAL" clId="{ECD42228-5B96-4A72-B268-C46DF994E6B7}" dt="2024-02-09T03:17:36.729" v="103240" actId="1076"/>
          <ac:cxnSpMkLst>
            <pc:docMk/>
            <pc:sldMk cId="935703387" sldId="1214"/>
            <ac:cxnSpMk id="7" creationId="{F2309B6A-73DE-D465-CA45-954E3E7C26D9}"/>
          </ac:cxnSpMkLst>
        </pc:cxnChg>
        <pc:cxnChg chg="mod">
          <ac:chgData name="Palit, Tapti" userId="dec6fbcd-7598-406a-8cbf-504d4a3bac15" providerId="ADAL" clId="{ECD42228-5B96-4A72-B268-C46DF994E6B7}" dt="2024-02-09T03:17:36.729" v="103240" actId="1076"/>
          <ac:cxnSpMkLst>
            <pc:docMk/>
            <pc:sldMk cId="935703387" sldId="1214"/>
            <ac:cxnSpMk id="8" creationId="{60A91828-A537-2A61-116B-7D04144D0EE1}"/>
          </ac:cxnSpMkLst>
        </pc:cxnChg>
        <pc:cxnChg chg="add mod">
          <ac:chgData name="Palit, Tapti" userId="dec6fbcd-7598-406a-8cbf-504d4a3bac15" providerId="ADAL" clId="{ECD42228-5B96-4A72-B268-C46DF994E6B7}" dt="2024-02-11T14:10:26.008" v="109615" actId="1076"/>
          <ac:cxnSpMkLst>
            <pc:docMk/>
            <pc:sldMk cId="935703387" sldId="1214"/>
            <ac:cxnSpMk id="23" creationId="{D60C8C2A-BADC-4E36-7DB4-162E3465D981}"/>
          </ac:cxnSpMkLst>
        </pc:cxnChg>
      </pc:sldChg>
      <pc:sldChg chg="addSp delSp modSp add del mod modAnim">
        <pc:chgData name="Palit, Tapti" userId="dec6fbcd-7598-406a-8cbf-504d4a3bac15" providerId="ADAL" clId="{ECD42228-5B96-4A72-B268-C46DF994E6B7}" dt="2024-02-09T00:54:59.112" v="102108" actId="47"/>
        <pc:sldMkLst>
          <pc:docMk/>
          <pc:sldMk cId="3468256163" sldId="1214"/>
        </pc:sldMkLst>
        <pc:spChg chg="del">
          <ac:chgData name="Palit, Tapti" userId="dec6fbcd-7598-406a-8cbf-504d4a3bac15" providerId="ADAL" clId="{ECD42228-5B96-4A72-B268-C46DF994E6B7}" dt="2024-02-09T00:36:54.066" v="102080" actId="478"/>
          <ac:spMkLst>
            <pc:docMk/>
            <pc:sldMk cId="3468256163" sldId="1214"/>
            <ac:spMk id="6" creationId="{41EE9637-7938-1402-E682-8422387298DF}"/>
          </ac:spMkLst>
        </pc:spChg>
        <pc:spChg chg="add mod">
          <ac:chgData name="Palit, Tapti" userId="dec6fbcd-7598-406a-8cbf-504d4a3bac15" providerId="ADAL" clId="{ECD42228-5B96-4A72-B268-C46DF994E6B7}" dt="2024-02-09T00:38:01.254" v="102098" actId="164"/>
          <ac:spMkLst>
            <pc:docMk/>
            <pc:sldMk cId="3468256163" sldId="1214"/>
            <ac:spMk id="8" creationId="{85D708BA-17B7-4124-BE88-91898E84B3E8}"/>
          </ac:spMkLst>
        </pc:spChg>
        <pc:spChg chg="add mod">
          <ac:chgData name="Palit, Tapti" userId="dec6fbcd-7598-406a-8cbf-504d4a3bac15" providerId="ADAL" clId="{ECD42228-5B96-4A72-B268-C46DF994E6B7}" dt="2024-02-09T00:38:01.254" v="102098" actId="164"/>
          <ac:spMkLst>
            <pc:docMk/>
            <pc:sldMk cId="3468256163" sldId="1214"/>
            <ac:spMk id="9" creationId="{71729B83-2CEF-E1C7-5E53-B5AA31E254C4}"/>
          </ac:spMkLst>
        </pc:spChg>
        <pc:spChg chg="add mod">
          <ac:chgData name="Palit, Tapti" userId="dec6fbcd-7598-406a-8cbf-504d4a3bac15" providerId="ADAL" clId="{ECD42228-5B96-4A72-B268-C46DF994E6B7}" dt="2024-02-09T00:37:34.873" v="102092" actId="1076"/>
          <ac:spMkLst>
            <pc:docMk/>
            <pc:sldMk cId="3468256163" sldId="1214"/>
            <ac:spMk id="11" creationId="{ACF9D4FC-A8D0-B2DB-DEB5-F6E81874109E}"/>
          </ac:spMkLst>
        </pc:spChg>
        <pc:spChg chg="del">
          <ac:chgData name="Palit, Tapti" userId="dec6fbcd-7598-406a-8cbf-504d4a3bac15" providerId="ADAL" clId="{ECD42228-5B96-4A72-B268-C46DF994E6B7}" dt="2024-02-09T00:36:54.066" v="102080" actId="478"/>
          <ac:spMkLst>
            <pc:docMk/>
            <pc:sldMk cId="3468256163" sldId="1214"/>
            <ac:spMk id="12" creationId="{5ADC2C8D-014D-2DA6-9BB8-1123E123C5B9}"/>
          </ac:spMkLst>
        </pc:spChg>
        <pc:spChg chg="add mod">
          <ac:chgData name="Palit, Tapti" userId="dec6fbcd-7598-406a-8cbf-504d4a3bac15" providerId="ADAL" clId="{ECD42228-5B96-4A72-B268-C46DF994E6B7}" dt="2024-02-09T00:37:55.806" v="102097" actId="1076"/>
          <ac:spMkLst>
            <pc:docMk/>
            <pc:sldMk cId="3468256163" sldId="1214"/>
            <ac:spMk id="13" creationId="{F9471524-BE45-E313-9BE7-035ED714EC3A}"/>
          </ac:spMkLst>
        </pc:spChg>
        <pc:grpChg chg="add mod">
          <ac:chgData name="Palit, Tapti" userId="dec6fbcd-7598-406a-8cbf-504d4a3bac15" providerId="ADAL" clId="{ECD42228-5B96-4A72-B268-C46DF994E6B7}" dt="2024-02-09T00:38:01.254" v="102098" actId="164"/>
          <ac:grpSpMkLst>
            <pc:docMk/>
            <pc:sldMk cId="3468256163" sldId="1214"/>
            <ac:grpSpMk id="17" creationId="{0020BB3A-E8FE-2B98-49EE-9FD6D123664F}"/>
          </ac:grpSpMkLst>
        </pc:grpChg>
        <pc:picChg chg="del">
          <ac:chgData name="Palit, Tapti" userId="dec6fbcd-7598-406a-8cbf-504d4a3bac15" providerId="ADAL" clId="{ECD42228-5B96-4A72-B268-C46DF994E6B7}" dt="2024-02-09T00:36:54.066" v="102080" actId="478"/>
          <ac:picMkLst>
            <pc:docMk/>
            <pc:sldMk cId="3468256163" sldId="1214"/>
            <ac:picMk id="10" creationId="{79F2CE87-E54A-0412-05D2-78DE7AE32E93}"/>
          </ac:picMkLst>
        </pc:picChg>
        <pc:picChg chg="add mod">
          <ac:chgData name="Palit, Tapti" userId="dec6fbcd-7598-406a-8cbf-504d4a3bac15" providerId="ADAL" clId="{ECD42228-5B96-4A72-B268-C46DF994E6B7}" dt="2024-02-09T00:39:42.849" v="102103" actId="1076"/>
          <ac:picMkLst>
            <pc:docMk/>
            <pc:sldMk cId="3468256163" sldId="1214"/>
            <ac:picMk id="19" creationId="{74842DEB-C73B-17D3-A340-8828C1ECFB64}"/>
          </ac:picMkLst>
        </pc:picChg>
        <pc:picChg chg="add mod">
          <ac:chgData name="Palit, Tapti" userId="dec6fbcd-7598-406a-8cbf-504d4a3bac15" providerId="ADAL" clId="{ECD42228-5B96-4A72-B268-C46DF994E6B7}" dt="2024-02-09T00:39:42.849" v="102103" actId="1076"/>
          <ac:picMkLst>
            <pc:docMk/>
            <pc:sldMk cId="3468256163" sldId="1214"/>
            <ac:picMk id="20" creationId="{6C2E1AAF-ADBB-D705-63DF-1FC49B6A3BE1}"/>
          </ac:picMkLst>
        </pc:picChg>
        <pc:picChg chg="add mod">
          <ac:chgData name="Palit, Tapti" userId="dec6fbcd-7598-406a-8cbf-504d4a3bac15" providerId="ADAL" clId="{ECD42228-5B96-4A72-B268-C46DF994E6B7}" dt="2024-02-09T00:39:56.888" v="102105" actId="1076"/>
          <ac:picMkLst>
            <pc:docMk/>
            <pc:sldMk cId="3468256163" sldId="1214"/>
            <ac:picMk id="21" creationId="{42F3CE44-6E62-C2AA-B101-6CD8B3A7DC7D}"/>
          </ac:picMkLst>
        </pc:picChg>
        <pc:picChg chg="add mod">
          <ac:chgData name="Palit, Tapti" userId="dec6fbcd-7598-406a-8cbf-504d4a3bac15" providerId="ADAL" clId="{ECD42228-5B96-4A72-B268-C46DF994E6B7}" dt="2024-02-09T00:39:56.888" v="102105" actId="1076"/>
          <ac:picMkLst>
            <pc:docMk/>
            <pc:sldMk cId="3468256163" sldId="1214"/>
            <ac:picMk id="22" creationId="{F3CAB181-F445-EF14-203D-3377BF6E4E3A}"/>
          </ac:picMkLst>
        </pc:picChg>
        <pc:picChg chg="del">
          <ac:chgData name="Palit, Tapti" userId="dec6fbcd-7598-406a-8cbf-504d4a3bac15" providerId="ADAL" clId="{ECD42228-5B96-4A72-B268-C46DF994E6B7}" dt="2024-02-09T00:36:54.066" v="102080" actId="478"/>
          <ac:picMkLst>
            <pc:docMk/>
            <pc:sldMk cId="3468256163" sldId="1214"/>
            <ac:picMk id="1026" creationId="{51E8FD93-F37C-1144-5E2C-A4E584E64220}"/>
          </ac:picMkLst>
        </pc:picChg>
        <pc:picChg chg="del">
          <ac:chgData name="Palit, Tapti" userId="dec6fbcd-7598-406a-8cbf-504d4a3bac15" providerId="ADAL" clId="{ECD42228-5B96-4A72-B268-C46DF994E6B7}" dt="2024-02-09T00:36:54.066" v="102080" actId="478"/>
          <ac:picMkLst>
            <pc:docMk/>
            <pc:sldMk cId="3468256163" sldId="1214"/>
            <ac:picMk id="1028" creationId="{7522B12D-A626-0440-62BF-91844CE4AFC4}"/>
          </ac:picMkLst>
        </pc:picChg>
        <pc:picChg chg="del">
          <ac:chgData name="Palit, Tapti" userId="dec6fbcd-7598-406a-8cbf-504d4a3bac15" providerId="ADAL" clId="{ECD42228-5B96-4A72-B268-C46DF994E6B7}" dt="2024-02-09T00:36:54.066" v="102080" actId="478"/>
          <ac:picMkLst>
            <pc:docMk/>
            <pc:sldMk cId="3468256163" sldId="1214"/>
            <ac:picMk id="1032" creationId="{AEAF4077-B476-948D-E109-FEC4B189D3D1}"/>
          </ac:picMkLst>
        </pc:picChg>
        <pc:picChg chg="del">
          <ac:chgData name="Palit, Tapti" userId="dec6fbcd-7598-406a-8cbf-504d4a3bac15" providerId="ADAL" clId="{ECD42228-5B96-4A72-B268-C46DF994E6B7}" dt="2024-02-09T00:36:55.751" v="102081" actId="478"/>
          <ac:picMkLst>
            <pc:docMk/>
            <pc:sldMk cId="3468256163" sldId="1214"/>
            <ac:picMk id="1034" creationId="{B3BF3629-95C2-7227-2768-1612217D4817}"/>
          </ac:picMkLst>
        </pc:picChg>
        <pc:cxnChg chg="add mod">
          <ac:chgData name="Palit, Tapti" userId="dec6fbcd-7598-406a-8cbf-504d4a3bac15" providerId="ADAL" clId="{ECD42228-5B96-4A72-B268-C46DF994E6B7}" dt="2024-02-09T00:38:01.254" v="102098" actId="164"/>
          <ac:cxnSpMkLst>
            <pc:docMk/>
            <pc:sldMk cId="3468256163" sldId="1214"/>
            <ac:cxnSpMk id="4" creationId="{0DE78118-67ED-4142-81D5-F87D38C85A9E}"/>
          </ac:cxnSpMkLst>
        </pc:cxnChg>
        <pc:cxnChg chg="del">
          <ac:chgData name="Palit, Tapti" userId="dec6fbcd-7598-406a-8cbf-504d4a3bac15" providerId="ADAL" clId="{ECD42228-5B96-4A72-B268-C46DF994E6B7}" dt="2024-02-09T00:36:54.066" v="102080" actId="478"/>
          <ac:cxnSpMkLst>
            <pc:docMk/>
            <pc:sldMk cId="3468256163" sldId="1214"/>
            <ac:cxnSpMk id="5" creationId="{239A985C-B7E3-F3CE-3610-17F56CE1F8A1}"/>
          </ac:cxnSpMkLst>
        </pc:cxnChg>
        <pc:cxnChg chg="add mod">
          <ac:chgData name="Palit, Tapti" userId="dec6fbcd-7598-406a-8cbf-504d4a3bac15" providerId="ADAL" clId="{ECD42228-5B96-4A72-B268-C46DF994E6B7}" dt="2024-02-09T00:38:01.254" v="102098" actId="164"/>
          <ac:cxnSpMkLst>
            <pc:docMk/>
            <pc:sldMk cId="3468256163" sldId="1214"/>
            <ac:cxnSpMk id="7" creationId="{2AD6EAFD-F730-3A68-2395-EAB657B1BA86}"/>
          </ac:cxnSpMkLst>
        </pc:cxnChg>
        <pc:cxnChg chg="del">
          <ac:chgData name="Palit, Tapti" userId="dec6fbcd-7598-406a-8cbf-504d4a3bac15" providerId="ADAL" clId="{ECD42228-5B96-4A72-B268-C46DF994E6B7}" dt="2024-02-09T00:36:54.066" v="102080" actId="478"/>
          <ac:cxnSpMkLst>
            <pc:docMk/>
            <pc:sldMk cId="3468256163" sldId="1214"/>
            <ac:cxnSpMk id="15" creationId="{CB1087B6-F99F-90DE-CBFB-9739C36208FE}"/>
          </ac:cxnSpMkLst>
        </pc:cxnChg>
        <pc:cxnChg chg="del">
          <ac:chgData name="Palit, Tapti" userId="dec6fbcd-7598-406a-8cbf-504d4a3bac15" providerId="ADAL" clId="{ECD42228-5B96-4A72-B268-C46DF994E6B7}" dt="2024-02-09T00:36:54.066" v="102080" actId="478"/>
          <ac:cxnSpMkLst>
            <pc:docMk/>
            <pc:sldMk cId="3468256163" sldId="1214"/>
            <ac:cxnSpMk id="18" creationId="{D40D68D1-A6F8-9F2A-C893-5A932620FFC4}"/>
          </ac:cxnSpMkLst>
        </pc:cxnChg>
      </pc:sldChg>
      <pc:sldChg chg="addSp delSp modSp add del mod modAnim">
        <pc:chgData name="Palit, Tapti" userId="dec6fbcd-7598-406a-8cbf-504d4a3bac15" providerId="ADAL" clId="{ECD42228-5B96-4A72-B268-C46DF994E6B7}" dt="2024-02-09T03:57:44.853" v="103944" actId="47"/>
        <pc:sldMkLst>
          <pc:docMk/>
          <pc:sldMk cId="4091863074" sldId="1215"/>
        </pc:sldMkLst>
        <pc:spChg chg="add mod">
          <ac:chgData name="Palit, Tapti" userId="dec6fbcd-7598-406a-8cbf-504d4a3bac15" providerId="ADAL" clId="{ECD42228-5B96-4A72-B268-C46DF994E6B7}" dt="2024-02-09T03:34:43.787" v="103422" actId="1076"/>
          <ac:spMkLst>
            <pc:docMk/>
            <pc:sldMk cId="4091863074" sldId="1215"/>
            <ac:spMk id="2" creationId="{EC518872-74E6-DD16-44D1-D051563F8F15}"/>
          </ac:spMkLst>
        </pc:spChg>
        <pc:spChg chg="mod">
          <ac:chgData name="Palit, Tapti" userId="dec6fbcd-7598-406a-8cbf-504d4a3bac15" providerId="ADAL" clId="{ECD42228-5B96-4A72-B268-C46DF994E6B7}" dt="2024-02-09T03:22:44.270" v="103329" actId="20577"/>
          <ac:spMkLst>
            <pc:docMk/>
            <pc:sldMk cId="4091863074" sldId="1215"/>
            <ac:spMk id="3" creationId="{4EFE84D3-EA90-DC27-C8E0-74D08F341D37}"/>
          </ac:spMkLst>
        </pc:spChg>
        <pc:spChg chg="add mod">
          <ac:chgData name="Palit, Tapti" userId="dec6fbcd-7598-406a-8cbf-504d4a3bac15" providerId="ADAL" clId="{ECD42228-5B96-4A72-B268-C46DF994E6B7}" dt="2024-02-09T03:22:59.167" v="103333" actId="478"/>
          <ac:spMkLst>
            <pc:docMk/>
            <pc:sldMk cId="4091863074" sldId="1215"/>
            <ac:spMk id="4" creationId="{9CF62F63-2910-10D0-A275-E2FF18464393}"/>
          </ac:spMkLst>
        </pc:spChg>
        <pc:spChg chg="add mod">
          <ac:chgData name="Palit, Tapti" userId="dec6fbcd-7598-406a-8cbf-504d4a3bac15" providerId="ADAL" clId="{ECD42228-5B96-4A72-B268-C46DF994E6B7}" dt="2024-02-09T03:26:14.602" v="103338" actId="1076"/>
          <ac:spMkLst>
            <pc:docMk/>
            <pc:sldMk cId="4091863074" sldId="1215"/>
            <ac:spMk id="5" creationId="{352EB674-B31E-7B0D-C109-6DB39DA4590B}"/>
          </ac:spMkLst>
        </pc:spChg>
        <pc:spChg chg="mod">
          <ac:chgData name="Palit, Tapti" userId="dec6fbcd-7598-406a-8cbf-504d4a3bac15" providerId="ADAL" clId="{ECD42228-5B96-4A72-B268-C46DF994E6B7}" dt="2024-02-09T03:27:02.086" v="103365" actId="207"/>
          <ac:spMkLst>
            <pc:docMk/>
            <pc:sldMk cId="4091863074" sldId="1215"/>
            <ac:spMk id="6" creationId="{732D40D6-E528-56F7-C1B3-DF7E39600417}"/>
          </ac:spMkLst>
        </pc:spChg>
        <pc:spChg chg="mod">
          <ac:chgData name="Palit, Tapti" userId="dec6fbcd-7598-406a-8cbf-504d4a3bac15" providerId="ADAL" clId="{ECD42228-5B96-4A72-B268-C46DF994E6B7}" dt="2024-02-09T03:27:05.491" v="103366" actId="207"/>
          <ac:spMkLst>
            <pc:docMk/>
            <pc:sldMk cId="4091863074" sldId="1215"/>
            <ac:spMk id="9" creationId="{C66F6460-B86F-3671-9889-6F654C7A1EA8}"/>
          </ac:spMkLst>
        </pc:spChg>
        <pc:spChg chg="add mod ord">
          <ac:chgData name="Palit, Tapti" userId="dec6fbcd-7598-406a-8cbf-504d4a3bac15" providerId="ADAL" clId="{ECD42228-5B96-4A72-B268-C46DF994E6B7}" dt="2024-02-09T03:28:59.347" v="103380" actId="166"/>
          <ac:spMkLst>
            <pc:docMk/>
            <pc:sldMk cId="4091863074" sldId="1215"/>
            <ac:spMk id="12" creationId="{1611CBBD-7B3F-424F-A8A3-102B165B1CD0}"/>
          </ac:spMkLst>
        </pc:spChg>
        <pc:spChg chg="add mod ord">
          <ac:chgData name="Palit, Tapti" userId="dec6fbcd-7598-406a-8cbf-504d4a3bac15" providerId="ADAL" clId="{ECD42228-5B96-4A72-B268-C46DF994E6B7}" dt="2024-02-09T03:30:21.262" v="103388" actId="171"/>
          <ac:spMkLst>
            <pc:docMk/>
            <pc:sldMk cId="4091863074" sldId="1215"/>
            <ac:spMk id="14" creationId="{39E818CA-30EA-3B92-AED4-933E880A37FF}"/>
          </ac:spMkLst>
        </pc:spChg>
        <pc:spChg chg="del">
          <ac:chgData name="Palit, Tapti" userId="dec6fbcd-7598-406a-8cbf-504d4a3bac15" providerId="ADAL" clId="{ECD42228-5B96-4A72-B268-C46DF994E6B7}" dt="2024-02-09T03:22:59.167" v="103333" actId="478"/>
          <ac:spMkLst>
            <pc:docMk/>
            <pc:sldMk cId="4091863074" sldId="1215"/>
            <ac:spMk id="17" creationId="{B9842A51-B594-0EF7-2C51-EB7E6108431B}"/>
          </ac:spMkLst>
        </pc:spChg>
        <pc:grpChg chg="del">
          <ac:chgData name="Palit, Tapti" userId="dec6fbcd-7598-406a-8cbf-504d4a3bac15" providerId="ADAL" clId="{ECD42228-5B96-4A72-B268-C46DF994E6B7}" dt="2024-02-09T03:22:48.849" v="103331" actId="478"/>
          <ac:grpSpMkLst>
            <pc:docMk/>
            <pc:sldMk cId="4091863074" sldId="1215"/>
            <ac:grpSpMk id="11" creationId="{C2F00FD9-ED5D-A84C-6FF2-DA5FE931EC95}"/>
          </ac:grpSpMkLst>
        </pc:grpChg>
        <pc:picChg chg="del">
          <ac:chgData name="Palit, Tapti" userId="dec6fbcd-7598-406a-8cbf-504d4a3bac15" providerId="ADAL" clId="{ECD42228-5B96-4A72-B268-C46DF994E6B7}" dt="2024-02-09T03:22:46.840" v="103330" actId="478"/>
          <ac:picMkLst>
            <pc:docMk/>
            <pc:sldMk cId="4091863074" sldId="1215"/>
            <ac:picMk id="2054" creationId="{AE186419-D1BC-1E3A-5E3F-87CD3408CAF7}"/>
          </ac:picMkLst>
        </pc:picChg>
      </pc:sldChg>
      <pc:sldChg chg="addSp delSp modSp add mod ord delAnim modAnim modNotesTx">
        <pc:chgData name="Palit, Tapti" userId="dec6fbcd-7598-406a-8cbf-504d4a3bac15" providerId="ADAL" clId="{ECD42228-5B96-4A72-B268-C46DF994E6B7}" dt="2024-02-12T21:03:46.154" v="113518" actId="207"/>
        <pc:sldMkLst>
          <pc:docMk/>
          <pc:sldMk cId="165622816" sldId="1216"/>
        </pc:sldMkLst>
        <pc:spChg chg="add del mod">
          <ac:chgData name="Palit, Tapti" userId="dec6fbcd-7598-406a-8cbf-504d4a3bac15" providerId="ADAL" clId="{ECD42228-5B96-4A72-B268-C46DF994E6B7}" dt="2024-02-11T17:59:32.642" v="110922" actId="478"/>
          <ac:spMkLst>
            <pc:docMk/>
            <pc:sldMk cId="165622816" sldId="1216"/>
            <ac:spMk id="2" creationId="{23195B52-B933-D791-0B86-F29A06AFCB38}"/>
          </ac:spMkLst>
        </pc:spChg>
        <pc:spChg chg="del mod">
          <ac:chgData name="Palit, Tapti" userId="dec6fbcd-7598-406a-8cbf-504d4a3bac15" providerId="ADAL" clId="{ECD42228-5B96-4A72-B268-C46DF994E6B7}" dt="2024-02-09T03:49:17.077" v="103802" actId="478"/>
          <ac:spMkLst>
            <pc:docMk/>
            <pc:sldMk cId="165622816" sldId="1216"/>
            <ac:spMk id="2" creationId="{6F82A6CF-0262-3F27-277D-8AD49536B967}"/>
          </ac:spMkLst>
        </pc:spChg>
        <pc:spChg chg="mod">
          <ac:chgData name="Palit, Tapti" userId="dec6fbcd-7598-406a-8cbf-504d4a3bac15" providerId="ADAL" clId="{ECD42228-5B96-4A72-B268-C46DF994E6B7}" dt="2024-02-09T04:06:02.320" v="104293" actId="20577"/>
          <ac:spMkLst>
            <pc:docMk/>
            <pc:sldMk cId="165622816" sldId="1216"/>
            <ac:spMk id="3" creationId="{87B15876-FA9D-ADE6-38D8-CED90BE62F3E}"/>
          </ac:spMkLst>
        </pc:spChg>
        <pc:spChg chg="mod">
          <ac:chgData name="Palit, Tapti" userId="dec6fbcd-7598-406a-8cbf-504d4a3bac15" providerId="ADAL" clId="{ECD42228-5B96-4A72-B268-C46DF994E6B7}" dt="2024-02-09T17:03:02.687" v="106130" actId="20577"/>
          <ac:spMkLst>
            <pc:docMk/>
            <pc:sldMk cId="165622816" sldId="1216"/>
            <ac:spMk id="4" creationId="{8F141849-1EB1-83AB-B40F-6515383E8DA5}"/>
          </ac:spMkLst>
        </pc:spChg>
        <pc:spChg chg="add del mod">
          <ac:chgData name="Palit, Tapti" userId="dec6fbcd-7598-406a-8cbf-504d4a3bac15" providerId="ADAL" clId="{ECD42228-5B96-4A72-B268-C46DF994E6B7}" dt="2024-02-11T17:59:29.847" v="110921" actId="478"/>
          <ac:spMkLst>
            <pc:docMk/>
            <pc:sldMk cId="165622816" sldId="1216"/>
            <ac:spMk id="5" creationId="{4A4F7140-5638-052A-B394-C0F9749B4057}"/>
          </ac:spMkLst>
        </pc:spChg>
        <pc:spChg chg="del mod">
          <ac:chgData name="Palit, Tapti" userId="dec6fbcd-7598-406a-8cbf-504d4a3bac15" providerId="ADAL" clId="{ECD42228-5B96-4A72-B268-C46DF994E6B7}" dt="2024-02-09T03:59:10.961" v="103955" actId="478"/>
          <ac:spMkLst>
            <pc:docMk/>
            <pc:sldMk cId="165622816" sldId="1216"/>
            <ac:spMk id="5" creationId="{D512C597-6F97-0BCC-EB49-510E314030A1}"/>
          </ac:spMkLst>
        </pc:spChg>
        <pc:spChg chg="mod">
          <ac:chgData name="Palit, Tapti" userId="dec6fbcd-7598-406a-8cbf-504d4a3bac15" providerId="ADAL" clId="{ECD42228-5B96-4A72-B268-C46DF994E6B7}" dt="2024-02-09T16:56:42.242" v="105942" actId="1076"/>
          <ac:spMkLst>
            <pc:docMk/>
            <pc:sldMk cId="165622816" sldId="1216"/>
            <ac:spMk id="6" creationId="{5EB25C9A-F956-AC09-33BA-5FA20C021AE9}"/>
          </ac:spMkLst>
        </pc:spChg>
        <pc:spChg chg="mod">
          <ac:chgData name="Palit, Tapti" userId="dec6fbcd-7598-406a-8cbf-504d4a3bac15" providerId="ADAL" clId="{ECD42228-5B96-4A72-B268-C46DF994E6B7}" dt="2024-02-09T16:56:34.895" v="105941" actId="1076"/>
          <ac:spMkLst>
            <pc:docMk/>
            <pc:sldMk cId="165622816" sldId="1216"/>
            <ac:spMk id="9" creationId="{5C65CE94-6882-91AC-1520-7E1FBD704C00}"/>
          </ac:spMkLst>
        </pc:spChg>
        <pc:spChg chg="mod">
          <ac:chgData name="Palit, Tapti" userId="dec6fbcd-7598-406a-8cbf-504d4a3bac15" providerId="ADAL" clId="{ECD42228-5B96-4A72-B268-C46DF994E6B7}" dt="2024-02-12T21:03:46.154" v="113518" actId="207"/>
          <ac:spMkLst>
            <pc:docMk/>
            <pc:sldMk cId="165622816" sldId="1216"/>
            <ac:spMk id="10" creationId="{1242C127-4234-464B-CD43-275CE8C839D7}"/>
          </ac:spMkLst>
        </pc:spChg>
        <pc:spChg chg="add mod">
          <ac:chgData name="Palit, Tapti" userId="dec6fbcd-7598-406a-8cbf-504d4a3bac15" providerId="ADAL" clId="{ECD42228-5B96-4A72-B268-C46DF994E6B7}" dt="2024-02-09T17:11:30.674" v="106370" actId="1076"/>
          <ac:spMkLst>
            <pc:docMk/>
            <pc:sldMk cId="165622816" sldId="1216"/>
            <ac:spMk id="11" creationId="{9978D99B-9E60-8928-8FC3-43DE851CD3C0}"/>
          </ac:spMkLst>
        </pc:spChg>
        <pc:spChg chg="del">
          <ac:chgData name="Palit, Tapti" userId="dec6fbcd-7598-406a-8cbf-504d4a3bac15" providerId="ADAL" clId="{ECD42228-5B96-4A72-B268-C46DF994E6B7}" dt="2024-02-09T03:40:35.885" v="103669" actId="478"/>
          <ac:spMkLst>
            <pc:docMk/>
            <pc:sldMk cId="165622816" sldId="1216"/>
            <ac:spMk id="12" creationId="{28BA1E05-09E1-B0E8-88E1-A7CAC78DBCE1}"/>
          </ac:spMkLst>
        </pc:spChg>
        <pc:spChg chg="add del mod">
          <ac:chgData name="Palit, Tapti" userId="dec6fbcd-7598-406a-8cbf-504d4a3bac15" providerId="ADAL" clId="{ECD42228-5B96-4A72-B268-C46DF994E6B7}" dt="2024-02-09T17:13:13.417" v="106450" actId="478"/>
          <ac:spMkLst>
            <pc:docMk/>
            <pc:sldMk cId="165622816" sldId="1216"/>
            <ac:spMk id="12" creationId="{E97B6D6B-2B52-C5F0-4CCE-E237D0A7B5BB}"/>
          </ac:spMkLst>
        </pc:spChg>
        <pc:spChg chg="add del mod">
          <ac:chgData name="Palit, Tapti" userId="dec6fbcd-7598-406a-8cbf-504d4a3bac15" providerId="ADAL" clId="{ECD42228-5B96-4A72-B268-C46DF994E6B7}" dt="2024-02-09T03:49:21.352" v="103804" actId="478"/>
          <ac:spMkLst>
            <pc:docMk/>
            <pc:sldMk cId="165622816" sldId="1216"/>
            <ac:spMk id="14" creationId="{72A2B2AB-DE9A-BE6A-096D-96277AB0593B}"/>
          </ac:spMkLst>
        </pc:spChg>
        <pc:spChg chg="add del mod">
          <ac:chgData name="Palit, Tapti" userId="dec6fbcd-7598-406a-8cbf-504d4a3bac15" providerId="ADAL" clId="{ECD42228-5B96-4A72-B268-C46DF994E6B7}" dt="2024-02-09T03:49:14.104" v="103801" actId="478"/>
          <ac:spMkLst>
            <pc:docMk/>
            <pc:sldMk cId="165622816" sldId="1216"/>
            <ac:spMk id="15" creationId="{BD80BC4D-2C88-F22A-4294-D12D5DD030E6}"/>
          </ac:spMkLst>
        </pc:spChg>
        <pc:spChg chg="add del mod">
          <ac:chgData name="Palit, Tapti" userId="dec6fbcd-7598-406a-8cbf-504d4a3bac15" providerId="ADAL" clId="{ECD42228-5B96-4A72-B268-C46DF994E6B7}" dt="2024-02-09T03:49:02.720" v="103798" actId="478"/>
          <ac:spMkLst>
            <pc:docMk/>
            <pc:sldMk cId="165622816" sldId="1216"/>
            <ac:spMk id="16" creationId="{6292B2FA-1842-74CE-B0EE-FEEE71B9D533}"/>
          </ac:spMkLst>
        </pc:spChg>
        <pc:spChg chg="add del mod">
          <ac:chgData name="Palit, Tapti" userId="dec6fbcd-7598-406a-8cbf-504d4a3bac15" providerId="ADAL" clId="{ECD42228-5B96-4A72-B268-C46DF994E6B7}" dt="2024-02-09T03:49:19.687" v="103803" actId="478"/>
          <ac:spMkLst>
            <pc:docMk/>
            <pc:sldMk cId="165622816" sldId="1216"/>
            <ac:spMk id="17" creationId="{5BC9BE3F-F95F-ECBF-29B7-F83D8656099D}"/>
          </ac:spMkLst>
        </pc:spChg>
        <pc:picChg chg="add mod">
          <ac:chgData name="Palit, Tapti" userId="dec6fbcd-7598-406a-8cbf-504d4a3bac15" providerId="ADAL" clId="{ECD42228-5B96-4A72-B268-C46DF994E6B7}" dt="2024-02-11T14:23:45.898" v="109624" actId="14826"/>
          <ac:picMkLst>
            <pc:docMk/>
            <pc:sldMk cId="165622816" sldId="1216"/>
            <ac:picMk id="18" creationId="{DADD662B-9B25-5D02-28D9-7F1AC5E6A7E5}"/>
          </ac:picMkLst>
        </pc:picChg>
        <pc:cxnChg chg="add del mod">
          <ac:chgData name="Palit, Tapti" userId="dec6fbcd-7598-406a-8cbf-504d4a3bac15" providerId="ADAL" clId="{ECD42228-5B96-4A72-B268-C46DF994E6B7}" dt="2024-02-09T17:13:13.417" v="106450" actId="478"/>
          <ac:cxnSpMkLst>
            <pc:docMk/>
            <pc:sldMk cId="165622816" sldId="1216"/>
            <ac:cxnSpMk id="5" creationId="{40FC8EAC-3967-8ABD-07AC-9787B3B80A62}"/>
          </ac:cxnSpMkLst>
        </pc:cxnChg>
      </pc:sldChg>
      <pc:sldChg chg="add del">
        <pc:chgData name="Palit, Tapti" userId="dec6fbcd-7598-406a-8cbf-504d4a3bac15" providerId="ADAL" clId="{ECD42228-5B96-4A72-B268-C46DF994E6B7}" dt="2024-02-09T03:39:17.243" v="103563" actId="2696"/>
        <pc:sldMkLst>
          <pc:docMk/>
          <pc:sldMk cId="1636660279" sldId="1216"/>
        </pc:sldMkLst>
      </pc:sldChg>
      <pc:sldChg chg="add del">
        <pc:chgData name="Palit, Tapti" userId="dec6fbcd-7598-406a-8cbf-504d4a3bac15" providerId="ADAL" clId="{ECD42228-5B96-4A72-B268-C46DF994E6B7}" dt="2024-02-09T03:37:59.744" v="103468" actId="47"/>
        <pc:sldMkLst>
          <pc:docMk/>
          <pc:sldMk cId="3056514474" sldId="1216"/>
        </pc:sldMkLst>
      </pc:sldChg>
      <pc:sldChg chg="addSp delSp modSp add mod addAnim delAnim modAnim modNotesTx">
        <pc:chgData name="Palit, Tapti" userId="dec6fbcd-7598-406a-8cbf-504d4a3bac15" providerId="ADAL" clId="{ECD42228-5B96-4A72-B268-C46DF994E6B7}" dt="2024-02-12T21:03:52.453" v="113519" actId="207"/>
        <pc:sldMkLst>
          <pc:docMk/>
          <pc:sldMk cId="529729010" sldId="1217"/>
        </pc:sldMkLst>
        <pc:spChg chg="mod">
          <ac:chgData name="Palit, Tapti" userId="dec6fbcd-7598-406a-8cbf-504d4a3bac15" providerId="ADAL" clId="{ECD42228-5B96-4A72-B268-C46DF994E6B7}" dt="2024-02-09T17:20:40.643" v="106839" actId="1037"/>
          <ac:spMkLst>
            <pc:docMk/>
            <pc:sldMk cId="529729010" sldId="1217"/>
            <ac:spMk id="5" creationId="{56A9B60B-E1FF-1436-55E5-8BCD82699D86}"/>
          </ac:spMkLst>
        </pc:spChg>
        <pc:spChg chg="mod">
          <ac:chgData name="Palit, Tapti" userId="dec6fbcd-7598-406a-8cbf-504d4a3bac15" providerId="ADAL" clId="{ECD42228-5B96-4A72-B268-C46DF994E6B7}" dt="2024-02-12T21:03:52.453" v="113519" actId="207"/>
          <ac:spMkLst>
            <pc:docMk/>
            <pc:sldMk cId="529729010" sldId="1217"/>
            <ac:spMk id="10" creationId="{F314E6C6-FD42-DE9E-5C1B-DE9D9176D4B1}"/>
          </ac:spMkLst>
        </pc:spChg>
        <pc:picChg chg="mod">
          <ac:chgData name="Palit, Tapti" userId="dec6fbcd-7598-406a-8cbf-504d4a3bac15" providerId="ADAL" clId="{ECD42228-5B96-4A72-B268-C46DF994E6B7}" dt="2024-02-11T14:24:04.425" v="109625" actId="14826"/>
          <ac:picMkLst>
            <pc:docMk/>
            <pc:sldMk cId="529729010" sldId="1217"/>
            <ac:picMk id="16" creationId="{515D8DA5-2F61-C8B8-7FA1-FB85B92CC787}"/>
          </ac:picMkLst>
        </pc:picChg>
        <pc:picChg chg="add del">
          <ac:chgData name="Palit, Tapti" userId="dec6fbcd-7598-406a-8cbf-504d4a3bac15" providerId="ADAL" clId="{ECD42228-5B96-4A72-B268-C46DF994E6B7}" dt="2024-02-11T14:24:41.171" v="109630" actId="478"/>
          <ac:picMkLst>
            <pc:docMk/>
            <pc:sldMk cId="529729010" sldId="1217"/>
            <ac:picMk id="24" creationId="{D1B605BA-DF47-9B15-CBFD-AF08B285BAF0}"/>
          </ac:picMkLst>
        </pc:picChg>
      </pc:sldChg>
      <pc:sldChg chg="add del">
        <pc:chgData name="Palit, Tapti" userId="dec6fbcd-7598-406a-8cbf-504d4a3bac15" providerId="ADAL" clId="{ECD42228-5B96-4A72-B268-C46DF994E6B7}" dt="2024-02-09T17:13:49.601" v="106539" actId="2696"/>
        <pc:sldMkLst>
          <pc:docMk/>
          <pc:sldMk cId="1317204178" sldId="1217"/>
        </pc:sldMkLst>
      </pc:sldChg>
      <pc:sldChg chg="addSp delSp modSp add del mod delAnim modAnim modNotesTx">
        <pc:chgData name="Palit, Tapti" userId="dec6fbcd-7598-406a-8cbf-504d4a3bac15" providerId="ADAL" clId="{ECD42228-5B96-4A72-B268-C46DF994E6B7}" dt="2024-02-09T17:09:07.088" v="106333" actId="2696"/>
        <pc:sldMkLst>
          <pc:docMk/>
          <pc:sldMk cId="2960534633" sldId="1217"/>
        </pc:sldMkLst>
        <pc:spChg chg="del">
          <ac:chgData name="Palit, Tapti" userId="dec6fbcd-7598-406a-8cbf-504d4a3bac15" providerId="ADAL" clId="{ECD42228-5B96-4A72-B268-C46DF994E6B7}" dt="2024-02-09T16:56:17.544" v="105940" actId="478"/>
          <ac:spMkLst>
            <pc:docMk/>
            <pc:sldMk cId="2960534633" sldId="1217"/>
            <ac:spMk id="2" creationId="{4875897E-3DAC-E713-130C-97D65581C856}"/>
          </ac:spMkLst>
        </pc:spChg>
        <pc:spChg chg="mod">
          <ac:chgData name="Palit, Tapti" userId="dec6fbcd-7598-406a-8cbf-504d4a3bac15" providerId="ADAL" clId="{ECD42228-5B96-4A72-B268-C46DF994E6B7}" dt="2024-02-09T16:58:32.255" v="105983" actId="20577"/>
          <ac:spMkLst>
            <pc:docMk/>
            <pc:sldMk cId="2960534633" sldId="1217"/>
            <ac:spMk id="3" creationId="{C0AB989F-64D6-2632-F8D7-2C27051731DC}"/>
          </ac:spMkLst>
        </pc:spChg>
        <pc:spChg chg="mod">
          <ac:chgData name="Palit, Tapti" userId="dec6fbcd-7598-406a-8cbf-504d4a3bac15" providerId="ADAL" clId="{ECD42228-5B96-4A72-B268-C46DF994E6B7}" dt="2024-02-09T17:05:52.465" v="106225" actId="20577"/>
          <ac:spMkLst>
            <pc:docMk/>
            <pc:sldMk cId="2960534633" sldId="1217"/>
            <ac:spMk id="4" creationId="{1C8184AF-DE89-F855-94CA-FBBA9B55D84B}"/>
          </ac:spMkLst>
        </pc:spChg>
        <pc:spChg chg="add mod">
          <ac:chgData name="Palit, Tapti" userId="dec6fbcd-7598-406a-8cbf-504d4a3bac15" providerId="ADAL" clId="{ECD42228-5B96-4A72-B268-C46DF994E6B7}" dt="2024-02-09T16:41:16.553" v="105813" actId="20577"/>
          <ac:spMkLst>
            <pc:docMk/>
            <pc:sldMk cId="2960534633" sldId="1217"/>
            <ac:spMk id="5" creationId="{07FD0ACA-D5A1-DC8F-6BBC-8A7552178095}"/>
          </ac:spMkLst>
        </pc:spChg>
        <pc:spChg chg="del">
          <ac:chgData name="Palit, Tapti" userId="dec6fbcd-7598-406a-8cbf-504d4a3bac15" providerId="ADAL" clId="{ECD42228-5B96-4A72-B268-C46DF994E6B7}" dt="2024-02-09T03:59:31.898" v="103961" actId="478"/>
          <ac:spMkLst>
            <pc:docMk/>
            <pc:sldMk cId="2960534633" sldId="1217"/>
            <ac:spMk id="5" creationId="{DC6C8A8E-6B36-83DC-5DA2-A68A0EA35CD1}"/>
          </ac:spMkLst>
        </pc:spChg>
        <pc:spChg chg="del">
          <ac:chgData name="Palit, Tapti" userId="dec6fbcd-7598-406a-8cbf-504d4a3bac15" providerId="ADAL" clId="{ECD42228-5B96-4A72-B268-C46DF994E6B7}" dt="2024-02-09T04:26:17.965" v="104389" actId="478"/>
          <ac:spMkLst>
            <pc:docMk/>
            <pc:sldMk cId="2960534633" sldId="1217"/>
            <ac:spMk id="6" creationId="{1A062CEF-575B-F4CB-C3E9-CDDCFB47F106}"/>
          </ac:spMkLst>
        </pc:spChg>
        <pc:spChg chg="add mod">
          <ac:chgData name="Palit, Tapti" userId="dec6fbcd-7598-406a-8cbf-504d4a3bac15" providerId="ADAL" clId="{ECD42228-5B96-4A72-B268-C46DF994E6B7}" dt="2024-02-09T16:57:02.785" v="105944"/>
          <ac:spMkLst>
            <pc:docMk/>
            <pc:sldMk cId="2960534633" sldId="1217"/>
            <ac:spMk id="6" creationId="{D9B0B932-457D-9894-B238-16E494A733D8}"/>
          </ac:spMkLst>
        </pc:spChg>
        <pc:spChg chg="add mod">
          <ac:chgData name="Palit, Tapti" userId="dec6fbcd-7598-406a-8cbf-504d4a3bac15" providerId="ADAL" clId="{ECD42228-5B96-4A72-B268-C46DF994E6B7}" dt="2024-02-09T16:57:02.785" v="105944"/>
          <ac:spMkLst>
            <pc:docMk/>
            <pc:sldMk cId="2960534633" sldId="1217"/>
            <ac:spMk id="9" creationId="{8DCF38CC-3521-9FBD-154E-FDFA6371EFF7}"/>
          </ac:spMkLst>
        </pc:spChg>
        <pc:spChg chg="del">
          <ac:chgData name="Palit, Tapti" userId="dec6fbcd-7598-406a-8cbf-504d4a3bac15" providerId="ADAL" clId="{ECD42228-5B96-4A72-B268-C46DF994E6B7}" dt="2024-02-09T04:26:15.617" v="104388" actId="478"/>
          <ac:spMkLst>
            <pc:docMk/>
            <pc:sldMk cId="2960534633" sldId="1217"/>
            <ac:spMk id="9" creationId="{9618DAC8-8AB4-27AA-E874-F3444982D3FC}"/>
          </ac:spMkLst>
        </pc:spChg>
        <pc:spChg chg="add mod">
          <ac:chgData name="Palit, Tapti" userId="dec6fbcd-7598-406a-8cbf-504d4a3bac15" providerId="ADAL" clId="{ECD42228-5B96-4A72-B268-C46DF994E6B7}" dt="2024-02-09T17:03:30.463" v="106135"/>
          <ac:spMkLst>
            <pc:docMk/>
            <pc:sldMk cId="2960534633" sldId="1217"/>
            <ac:spMk id="11" creationId="{7EA1ADCE-2919-379C-F5F7-164F11B8D884}"/>
          </ac:spMkLst>
        </pc:spChg>
        <pc:spChg chg="del">
          <ac:chgData name="Palit, Tapti" userId="dec6fbcd-7598-406a-8cbf-504d4a3bac15" providerId="ADAL" clId="{ECD42228-5B96-4A72-B268-C46DF994E6B7}" dt="2024-02-09T04:26:22.446" v="104390" actId="478"/>
          <ac:spMkLst>
            <pc:docMk/>
            <pc:sldMk cId="2960534633" sldId="1217"/>
            <ac:spMk id="11" creationId="{B12E97A2-2C0E-C4E8-3FEB-A50683689790}"/>
          </ac:spMkLst>
        </pc:spChg>
        <pc:spChg chg="add del mod">
          <ac:chgData name="Palit, Tapti" userId="dec6fbcd-7598-406a-8cbf-504d4a3bac15" providerId="ADAL" clId="{ECD42228-5B96-4A72-B268-C46DF994E6B7}" dt="2024-02-09T17:03:30.096" v="106134" actId="478"/>
          <ac:spMkLst>
            <pc:docMk/>
            <pc:sldMk cId="2960534633" sldId="1217"/>
            <ac:spMk id="12" creationId="{F83C9A46-AF3F-B0A7-CBD2-58BFC832E27B}"/>
          </ac:spMkLst>
        </pc:spChg>
        <pc:spChg chg="del mod">
          <ac:chgData name="Palit, Tapti" userId="dec6fbcd-7598-406a-8cbf-504d4a3bac15" providerId="ADAL" clId="{ECD42228-5B96-4A72-B268-C46DF994E6B7}" dt="2024-02-09T16:57:51.109" v="105948" actId="478"/>
          <ac:spMkLst>
            <pc:docMk/>
            <pc:sldMk cId="2960534633" sldId="1217"/>
            <ac:spMk id="14" creationId="{E18E902F-E629-4818-1707-13F468FA8CBA}"/>
          </ac:spMkLst>
        </pc:spChg>
        <pc:spChg chg="mod">
          <ac:chgData name="Palit, Tapti" userId="dec6fbcd-7598-406a-8cbf-504d4a3bac15" providerId="ADAL" clId="{ECD42228-5B96-4A72-B268-C46DF994E6B7}" dt="2024-02-09T16:40:21.277" v="105794" actId="1036"/>
          <ac:spMkLst>
            <pc:docMk/>
            <pc:sldMk cId="2960534633" sldId="1217"/>
            <ac:spMk id="15" creationId="{E8E66BA6-3ECA-980B-550C-C2D9CFDAC6FC}"/>
          </ac:spMkLst>
        </pc:spChg>
        <pc:spChg chg="del">
          <ac:chgData name="Palit, Tapti" userId="dec6fbcd-7598-406a-8cbf-504d4a3bac15" providerId="ADAL" clId="{ECD42228-5B96-4A72-B268-C46DF994E6B7}" dt="2024-02-09T04:00:24.069" v="103973" actId="478"/>
          <ac:spMkLst>
            <pc:docMk/>
            <pc:sldMk cId="2960534633" sldId="1217"/>
            <ac:spMk id="16" creationId="{7F03D0CB-22FE-3BCE-AB89-2C51B6951F51}"/>
          </ac:spMkLst>
        </pc:spChg>
        <pc:spChg chg="del mod">
          <ac:chgData name="Palit, Tapti" userId="dec6fbcd-7598-406a-8cbf-504d4a3bac15" providerId="ADAL" clId="{ECD42228-5B96-4A72-B268-C46DF994E6B7}" dt="2024-02-09T17:06:51.555" v="106314" actId="478"/>
          <ac:spMkLst>
            <pc:docMk/>
            <pc:sldMk cId="2960534633" sldId="1217"/>
            <ac:spMk id="17" creationId="{C69B4E6A-E313-EAFA-61D0-7CA615FC1600}"/>
          </ac:spMkLst>
        </pc:spChg>
        <pc:picChg chg="add mod">
          <ac:chgData name="Palit, Tapti" userId="dec6fbcd-7598-406a-8cbf-504d4a3bac15" providerId="ADAL" clId="{ECD42228-5B96-4A72-B268-C46DF994E6B7}" dt="2024-02-09T04:26:27.712" v="104391"/>
          <ac:picMkLst>
            <pc:docMk/>
            <pc:sldMk cId="2960534633" sldId="1217"/>
            <ac:picMk id="16" creationId="{2634C5AF-4B20-2042-9A47-95D75206B11A}"/>
          </ac:picMkLst>
        </pc:picChg>
        <pc:picChg chg="add del mod">
          <ac:chgData name="Palit, Tapti" userId="dec6fbcd-7598-406a-8cbf-504d4a3bac15" providerId="ADAL" clId="{ECD42228-5B96-4A72-B268-C46DF994E6B7}" dt="2024-02-09T03:59:37.170" v="103964" actId="478"/>
          <ac:picMkLst>
            <pc:docMk/>
            <pc:sldMk cId="2960534633" sldId="1217"/>
            <ac:picMk id="18" creationId="{A065DABD-61F6-3557-5896-FE7C4B6D683A}"/>
          </ac:picMkLst>
        </pc:picChg>
        <pc:picChg chg="add del mod">
          <ac:chgData name="Palit, Tapti" userId="dec6fbcd-7598-406a-8cbf-504d4a3bac15" providerId="ADAL" clId="{ECD42228-5B96-4A72-B268-C46DF994E6B7}" dt="2024-02-09T04:26:22.446" v="104390" actId="478"/>
          <ac:picMkLst>
            <pc:docMk/>
            <pc:sldMk cId="2960534633" sldId="1217"/>
            <ac:picMk id="23" creationId="{BB588E10-D693-B9A1-3847-A645D78446AE}"/>
          </ac:picMkLst>
        </pc:picChg>
        <pc:picChg chg="add mod">
          <ac:chgData name="Palit, Tapti" userId="dec6fbcd-7598-406a-8cbf-504d4a3bac15" providerId="ADAL" clId="{ECD42228-5B96-4A72-B268-C46DF994E6B7}" dt="2024-02-09T04:00:26.962" v="103974" actId="1076"/>
          <ac:picMkLst>
            <pc:docMk/>
            <pc:sldMk cId="2960534633" sldId="1217"/>
            <ac:picMk id="24" creationId="{5F538D7F-3AEE-EE81-AFB8-1B59C38C3AD8}"/>
          </ac:picMkLst>
        </pc:picChg>
      </pc:sldChg>
      <pc:sldChg chg="addSp delSp modSp add mod delAnim modAnim modNotesTx">
        <pc:chgData name="Palit, Tapti" userId="dec6fbcd-7598-406a-8cbf-504d4a3bac15" providerId="ADAL" clId="{ECD42228-5B96-4A72-B268-C46DF994E6B7}" dt="2024-02-13T13:18:15.977" v="115985" actId="20577"/>
        <pc:sldMkLst>
          <pc:docMk/>
          <pc:sldMk cId="3398374061" sldId="1218"/>
        </pc:sldMkLst>
        <pc:spChg chg="mod">
          <ac:chgData name="Palit, Tapti" userId="dec6fbcd-7598-406a-8cbf-504d4a3bac15" providerId="ADAL" clId="{ECD42228-5B96-4A72-B268-C46DF994E6B7}" dt="2024-02-11T14:23:10.481" v="109623" actId="1076"/>
          <ac:spMkLst>
            <pc:docMk/>
            <pc:sldMk cId="3398374061" sldId="1218"/>
            <ac:spMk id="2" creationId="{2D0030BD-27D0-DCF2-4681-242FE1A8F528}"/>
          </ac:spMkLst>
        </pc:spChg>
        <pc:spChg chg="del">
          <ac:chgData name="Palit, Tapti" userId="dec6fbcd-7598-406a-8cbf-504d4a3bac15" providerId="ADAL" clId="{ECD42228-5B96-4A72-B268-C46DF994E6B7}" dt="2024-02-09T03:52:13.750" v="103901" actId="478"/>
          <ac:spMkLst>
            <pc:docMk/>
            <pc:sldMk cId="3398374061" sldId="1218"/>
            <ac:spMk id="5" creationId="{FCE66CFC-DC60-0324-753A-899EF3F0FB25}"/>
          </ac:spMkLst>
        </pc:spChg>
        <pc:spChg chg="mod">
          <ac:chgData name="Palit, Tapti" userId="dec6fbcd-7598-406a-8cbf-504d4a3bac15" providerId="ADAL" clId="{ECD42228-5B96-4A72-B268-C46DF994E6B7}" dt="2024-02-09T20:20:24.191" v="108874" actId="1037"/>
          <ac:spMkLst>
            <pc:docMk/>
            <pc:sldMk cId="3398374061" sldId="1218"/>
            <ac:spMk id="6" creationId="{873F826E-2E1F-20F0-639E-3FDB78F600E9}"/>
          </ac:spMkLst>
        </pc:spChg>
        <pc:spChg chg="mod">
          <ac:chgData name="Palit, Tapti" userId="dec6fbcd-7598-406a-8cbf-504d4a3bac15" providerId="ADAL" clId="{ECD42228-5B96-4A72-B268-C46DF994E6B7}" dt="2024-02-09T16:59:21.479" v="106004" actId="1076"/>
          <ac:spMkLst>
            <pc:docMk/>
            <pc:sldMk cId="3398374061" sldId="1218"/>
            <ac:spMk id="9" creationId="{E03EC7EC-7704-D823-B2D1-78866E0832BE}"/>
          </ac:spMkLst>
        </pc:spChg>
        <pc:spChg chg="mod">
          <ac:chgData name="Palit, Tapti" userId="dec6fbcd-7598-406a-8cbf-504d4a3bac15" providerId="ADAL" clId="{ECD42228-5B96-4A72-B268-C46DF994E6B7}" dt="2024-02-12T21:02:57.031" v="113509" actId="207"/>
          <ac:spMkLst>
            <pc:docMk/>
            <pc:sldMk cId="3398374061" sldId="1218"/>
            <ac:spMk id="10" creationId="{7B292968-BD6C-94CD-285D-4ACFE6AF5E4F}"/>
          </ac:spMkLst>
        </pc:spChg>
        <pc:spChg chg="mod">
          <ac:chgData name="Palit, Tapti" userId="dec6fbcd-7598-406a-8cbf-504d4a3bac15" providerId="ADAL" clId="{ECD42228-5B96-4A72-B268-C46DF994E6B7}" dt="2024-02-09T20:20:14.988" v="108870" actId="20577"/>
          <ac:spMkLst>
            <pc:docMk/>
            <pc:sldMk cId="3398374061" sldId="1218"/>
            <ac:spMk id="12" creationId="{6827EFE9-AECC-16C0-E8FB-DECD92AD3033}"/>
          </ac:spMkLst>
        </pc:spChg>
        <pc:spChg chg="mod">
          <ac:chgData name="Palit, Tapti" userId="dec6fbcd-7598-406a-8cbf-504d4a3bac15" providerId="ADAL" clId="{ECD42228-5B96-4A72-B268-C46DF994E6B7}" dt="2024-02-12T21:03:03.964" v="113510" actId="1076"/>
          <ac:spMkLst>
            <pc:docMk/>
            <pc:sldMk cId="3398374061" sldId="1218"/>
            <ac:spMk id="14" creationId="{0F2F4ED8-4F1E-793A-9621-23FA0F50B0A4}"/>
          </ac:spMkLst>
        </pc:spChg>
        <pc:picChg chg="add del mod">
          <ac:chgData name="Palit, Tapti" userId="dec6fbcd-7598-406a-8cbf-504d4a3bac15" providerId="ADAL" clId="{ECD42228-5B96-4A72-B268-C46DF994E6B7}" dt="2024-02-11T14:22:43.323" v="109621" actId="478"/>
          <ac:picMkLst>
            <pc:docMk/>
            <pc:sldMk cId="3398374061" sldId="1218"/>
            <ac:picMk id="11" creationId="{79FD6770-5668-066E-A974-B74D67F6B0CF}"/>
          </ac:picMkLst>
        </pc:picChg>
        <pc:picChg chg="add mod">
          <ac:chgData name="Palit, Tapti" userId="dec6fbcd-7598-406a-8cbf-504d4a3bac15" providerId="ADAL" clId="{ECD42228-5B96-4A72-B268-C46DF994E6B7}" dt="2024-02-11T14:22:41.281" v="109620" actId="14826"/>
          <ac:picMkLst>
            <pc:docMk/>
            <pc:sldMk cId="3398374061" sldId="1218"/>
            <ac:picMk id="15" creationId="{B660552D-4302-23BA-9F52-7D9FB8141D04}"/>
          </ac:picMkLst>
        </pc:picChg>
        <pc:picChg chg="add">
          <ac:chgData name="Palit, Tapti" userId="dec6fbcd-7598-406a-8cbf-504d4a3bac15" providerId="ADAL" clId="{ECD42228-5B96-4A72-B268-C46DF994E6B7}" dt="2024-02-09T03:52:10.365" v="103900"/>
          <ac:picMkLst>
            <pc:docMk/>
            <pc:sldMk cId="3398374061" sldId="1218"/>
            <ac:picMk id="1026" creationId="{F0C831C9-6F52-AE55-C809-9ACC1BE67FC4}"/>
          </ac:picMkLst>
        </pc:picChg>
        <pc:picChg chg="add del mod">
          <ac:chgData name="Palit, Tapti" userId="dec6fbcd-7598-406a-8cbf-504d4a3bac15" providerId="ADAL" clId="{ECD42228-5B96-4A72-B268-C46DF994E6B7}" dt="2024-02-09T03:52:29.174" v="103905" actId="478"/>
          <ac:picMkLst>
            <pc:docMk/>
            <pc:sldMk cId="3398374061" sldId="1218"/>
            <ac:picMk id="1028" creationId="{632D1B20-2C55-AD3B-D61D-E1178714E799}"/>
          </ac:picMkLst>
        </pc:picChg>
        <pc:picChg chg="add del">
          <ac:chgData name="Palit, Tapti" userId="dec6fbcd-7598-406a-8cbf-504d4a3bac15" providerId="ADAL" clId="{ECD42228-5B96-4A72-B268-C46DF994E6B7}" dt="2024-02-09T03:52:31.618" v="103907" actId="478"/>
          <ac:picMkLst>
            <pc:docMk/>
            <pc:sldMk cId="3398374061" sldId="1218"/>
            <ac:picMk id="1030" creationId="{3C510236-D523-A1C3-A42B-A8A4A3BF5F46}"/>
          </ac:picMkLst>
        </pc:picChg>
        <pc:picChg chg="add del mod">
          <ac:chgData name="Palit, Tapti" userId="dec6fbcd-7598-406a-8cbf-504d4a3bac15" providerId="ADAL" clId="{ECD42228-5B96-4A72-B268-C46DF994E6B7}" dt="2024-02-09T03:53:21.800" v="103910" actId="478"/>
          <ac:picMkLst>
            <pc:docMk/>
            <pc:sldMk cId="3398374061" sldId="1218"/>
            <ac:picMk id="1032" creationId="{DBD2087E-472E-A3E2-80E9-0DC0E5B440B7}"/>
          </ac:picMkLst>
        </pc:picChg>
        <pc:picChg chg="add del">
          <ac:chgData name="Palit, Tapti" userId="dec6fbcd-7598-406a-8cbf-504d4a3bac15" providerId="ADAL" clId="{ECD42228-5B96-4A72-B268-C46DF994E6B7}" dt="2024-02-09T03:53:29.161" v="103912" actId="478"/>
          <ac:picMkLst>
            <pc:docMk/>
            <pc:sldMk cId="3398374061" sldId="1218"/>
            <ac:picMk id="1034" creationId="{28326328-8CAF-5EDF-E1F2-2E750EB2CE62}"/>
          </ac:picMkLst>
        </pc:picChg>
        <pc:picChg chg="add del">
          <ac:chgData name="Palit, Tapti" userId="dec6fbcd-7598-406a-8cbf-504d4a3bac15" providerId="ADAL" clId="{ECD42228-5B96-4A72-B268-C46DF994E6B7}" dt="2024-02-09T03:53:37.741" v="103914" actId="478"/>
          <ac:picMkLst>
            <pc:docMk/>
            <pc:sldMk cId="3398374061" sldId="1218"/>
            <ac:picMk id="1036" creationId="{9A2F552D-142A-19B3-1CBA-591143E1A7E2}"/>
          </ac:picMkLst>
        </pc:picChg>
        <pc:picChg chg="add del">
          <ac:chgData name="Palit, Tapti" userId="dec6fbcd-7598-406a-8cbf-504d4a3bac15" providerId="ADAL" clId="{ECD42228-5B96-4A72-B268-C46DF994E6B7}" dt="2024-02-09T03:53:47.986" v="103916" actId="478"/>
          <ac:picMkLst>
            <pc:docMk/>
            <pc:sldMk cId="3398374061" sldId="1218"/>
            <ac:picMk id="1038" creationId="{952D1971-DEF2-9FB9-EB6A-C319399EBBED}"/>
          </ac:picMkLst>
        </pc:picChg>
      </pc:sldChg>
      <pc:sldChg chg="addSp delSp modSp new mod modClrScheme chgLayout modNotesTx">
        <pc:chgData name="Palit, Tapti" userId="dec6fbcd-7598-406a-8cbf-504d4a3bac15" providerId="ADAL" clId="{ECD42228-5B96-4A72-B268-C46DF994E6B7}" dt="2024-02-11T14:26:23.706" v="109647" actId="20577"/>
        <pc:sldMkLst>
          <pc:docMk/>
          <pc:sldMk cId="552081834" sldId="1219"/>
        </pc:sldMkLst>
        <pc:spChg chg="del">
          <ac:chgData name="Palit, Tapti" userId="dec6fbcd-7598-406a-8cbf-504d4a3bac15" providerId="ADAL" clId="{ECD42228-5B96-4A72-B268-C46DF994E6B7}" dt="2024-02-09T04:03:47.200" v="104143" actId="700"/>
          <ac:spMkLst>
            <pc:docMk/>
            <pc:sldMk cId="552081834" sldId="1219"/>
            <ac:spMk id="2" creationId="{6E1CB8D3-1E6C-AF96-2B56-6267F9A8794A}"/>
          </ac:spMkLst>
        </pc:spChg>
        <pc:spChg chg="del mod ord">
          <ac:chgData name="Palit, Tapti" userId="dec6fbcd-7598-406a-8cbf-504d4a3bac15" providerId="ADAL" clId="{ECD42228-5B96-4A72-B268-C46DF994E6B7}" dt="2024-02-09T04:03:47.200" v="104143" actId="700"/>
          <ac:spMkLst>
            <pc:docMk/>
            <pc:sldMk cId="552081834" sldId="1219"/>
            <ac:spMk id="3" creationId="{9FF55B5D-7C1F-3429-5E00-20368561D439}"/>
          </ac:spMkLst>
        </pc:spChg>
        <pc:spChg chg="del">
          <ac:chgData name="Palit, Tapti" userId="dec6fbcd-7598-406a-8cbf-504d4a3bac15" providerId="ADAL" clId="{ECD42228-5B96-4A72-B268-C46DF994E6B7}" dt="2024-02-09T04:03:47.200" v="104143" actId="700"/>
          <ac:spMkLst>
            <pc:docMk/>
            <pc:sldMk cId="552081834" sldId="1219"/>
            <ac:spMk id="4" creationId="{1A416AA3-92EE-C40A-4366-9207B2058899}"/>
          </ac:spMkLst>
        </pc:spChg>
        <pc:spChg chg="add mod ord">
          <ac:chgData name="Palit, Tapti" userId="dec6fbcd-7598-406a-8cbf-504d4a3bac15" providerId="ADAL" clId="{ECD42228-5B96-4A72-B268-C46DF994E6B7}" dt="2024-02-11T14:26:23.706" v="109647" actId="20577"/>
          <ac:spMkLst>
            <pc:docMk/>
            <pc:sldMk cId="552081834" sldId="1219"/>
            <ac:spMk id="5" creationId="{0FB5C979-B1FB-8342-11BB-139343B13275}"/>
          </ac:spMkLst>
        </pc:spChg>
      </pc:sldChg>
      <pc:sldChg chg="delSp add mod delAnim modAnim">
        <pc:chgData name="Palit, Tapti" userId="dec6fbcd-7598-406a-8cbf-504d4a3bac15" providerId="ADAL" clId="{ECD42228-5B96-4A72-B268-C46DF994E6B7}" dt="2024-02-09T04:50:36.958" v="104528"/>
        <pc:sldMkLst>
          <pc:docMk/>
          <pc:sldMk cId="3076970818" sldId="1220"/>
        </pc:sldMkLst>
        <pc:spChg chg="del">
          <ac:chgData name="Palit, Tapti" userId="dec6fbcd-7598-406a-8cbf-504d4a3bac15" providerId="ADAL" clId="{ECD42228-5B96-4A72-B268-C46DF994E6B7}" dt="2024-02-09T04:38:47.522" v="104439" actId="478"/>
          <ac:spMkLst>
            <pc:docMk/>
            <pc:sldMk cId="3076970818" sldId="1220"/>
            <ac:spMk id="4" creationId="{9BB3ECC4-175A-B78C-4C05-11370D7C592F}"/>
          </ac:spMkLst>
        </pc:spChg>
      </pc:sldChg>
      <pc:sldChg chg="add modAnim">
        <pc:chgData name="Palit, Tapti" userId="dec6fbcd-7598-406a-8cbf-504d4a3bac15" providerId="ADAL" clId="{ECD42228-5B96-4A72-B268-C46DF994E6B7}" dt="2024-02-09T04:38:42.510" v="104438"/>
        <pc:sldMkLst>
          <pc:docMk/>
          <pc:sldMk cId="1803576393" sldId="1221"/>
        </pc:sldMkLst>
      </pc:sldChg>
      <pc:sldChg chg="delSp add mod modAnim">
        <pc:chgData name="Palit, Tapti" userId="dec6fbcd-7598-406a-8cbf-504d4a3bac15" providerId="ADAL" clId="{ECD42228-5B96-4A72-B268-C46DF994E6B7}" dt="2024-02-09T04:51:30.502" v="104532"/>
        <pc:sldMkLst>
          <pc:docMk/>
          <pc:sldMk cId="3560698982" sldId="1222"/>
        </pc:sldMkLst>
        <pc:spChg chg="del">
          <ac:chgData name="Palit, Tapti" userId="dec6fbcd-7598-406a-8cbf-504d4a3bac15" providerId="ADAL" clId="{ECD42228-5B96-4A72-B268-C46DF994E6B7}" dt="2024-02-09T04:42:12.726" v="104459" actId="478"/>
          <ac:spMkLst>
            <pc:docMk/>
            <pc:sldMk cId="3560698982" sldId="1222"/>
            <ac:spMk id="19" creationId="{BF5C67BD-CCC5-8AB3-5130-487432CC6F11}"/>
          </ac:spMkLst>
        </pc:spChg>
        <pc:spChg chg="del">
          <ac:chgData name="Palit, Tapti" userId="dec6fbcd-7598-406a-8cbf-504d4a3bac15" providerId="ADAL" clId="{ECD42228-5B96-4A72-B268-C46DF994E6B7}" dt="2024-02-09T04:42:12.726" v="104459" actId="478"/>
          <ac:spMkLst>
            <pc:docMk/>
            <pc:sldMk cId="3560698982" sldId="1222"/>
            <ac:spMk id="23" creationId="{29A3CC8D-4B2D-404C-0392-922E752B98D5}"/>
          </ac:spMkLst>
        </pc:spChg>
      </pc:sldChg>
      <pc:sldChg chg="modSp add del mod modShow">
        <pc:chgData name="Palit, Tapti" userId="dec6fbcd-7598-406a-8cbf-504d4a3bac15" providerId="ADAL" clId="{ECD42228-5B96-4A72-B268-C46DF994E6B7}" dt="2024-02-09T05:11:57.809" v="104993" actId="47"/>
        <pc:sldMkLst>
          <pc:docMk/>
          <pc:sldMk cId="610371403" sldId="1223"/>
        </pc:sldMkLst>
        <pc:spChg chg="mod">
          <ac:chgData name="Palit, Tapti" userId="dec6fbcd-7598-406a-8cbf-504d4a3bac15" providerId="ADAL" clId="{ECD42228-5B96-4A72-B268-C46DF994E6B7}" dt="2024-02-09T05:11:45.357" v="104992" actId="20577"/>
          <ac:spMkLst>
            <pc:docMk/>
            <pc:sldMk cId="610371403" sldId="1223"/>
            <ac:spMk id="5" creationId="{53A9FFE8-05C3-69C7-A2F1-813BB908ABB2}"/>
          </ac:spMkLst>
        </pc:spChg>
      </pc:sldChg>
      <pc:sldChg chg="addSp delSp modSp add del mod modAnim modNotesTx">
        <pc:chgData name="Palit, Tapti" userId="dec6fbcd-7598-406a-8cbf-504d4a3bac15" providerId="ADAL" clId="{ECD42228-5B96-4A72-B268-C46DF994E6B7}" dt="2024-02-09T17:09:07.088" v="106333" actId="2696"/>
        <pc:sldMkLst>
          <pc:docMk/>
          <pc:sldMk cId="2170203651" sldId="1223"/>
        </pc:sldMkLst>
        <pc:spChg chg="mod">
          <ac:chgData name="Palit, Tapti" userId="dec6fbcd-7598-406a-8cbf-504d4a3bac15" providerId="ADAL" clId="{ECD42228-5B96-4A72-B268-C46DF994E6B7}" dt="2024-02-09T17:07:19.909" v="106332" actId="1036"/>
          <ac:spMkLst>
            <pc:docMk/>
            <pc:sldMk cId="2170203651" sldId="1223"/>
            <ac:spMk id="2" creationId="{9CBDECAB-586C-6D01-8D90-C0A06CCE556A}"/>
          </ac:spMkLst>
        </pc:spChg>
        <pc:spChg chg="mod">
          <ac:chgData name="Palit, Tapti" userId="dec6fbcd-7598-406a-8cbf-504d4a3bac15" providerId="ADAL" clId="{ECD42228-5B96-4A72-B268-C46DF994E6B7}" dt="2024-02-09T17:03:36.903" v="106136"/>
          <ac:spMkLst>
            <pc:docMk/>
            <pc:sldMk cId="2170203651" sldId="1223"/>
            <ac:spMk id="3" creationId="{52387D9C-A235-D9E0-1992-41184BDAD7CE}"/>
          </ac:spMkLst>
        </pc:spChg>
        <pc:spChg chg="add mod">
          <ac:chgData name="Palit, Tapti" userId="dec6fbcd-7598-406a-8cbf-504d4a3bac15" providerId="ADAL" clId="{ECD42228-5B96-4A72-B268-C46DF994E6B7}" dt="2024-02-09T16:57:04.739" v="105945"/>
          <ac:spMkLst>
            <pc:docMk/>
            <pc:sldMk cId="2170203651" sldId="1223"/>
            <ac:spMk id="6" creationId="{D3901A69-5B61-305E-4476-6AC3E0C7A756}"/>
          </ac:spMkLst>
        </pc:spChg>
        <pc:spChg chg="add mod">
          <ac:chgData name="Palit, Tapti" userId="dec6fbcd-7598-406a-8cbf-504d4a3bac15" providerId="ADAL" clId="{ECD42228-5B96-4A72-B268-C46DF994E6B7}" dt="2024-02-09T16:57:04.739" v="105945"/>
          <ac:spMkLst>
            <pc:docMk/>
            <pc:sldMk cId="2170203651" sldId="1223"/>
            <ac:spMk id="9" creationId="{341E945F-52A9-7032-5509-AD536D4B6CF3}"/>
          </ac:spMkLst>
        </pc:spChg>
        <pc:spChg chg="add mod">
          <ac:chgData name="Palit, Tapti" userId="dec6fbcd-7598-406a-8cbf-504d4a3bac15" providerId="ADAL" clId="{ECD42228-5B96-4A72-B268-C46DF994E6B7}" dt="2024-02-09T17:03:52.028" v="106138"/>
          <ac:spMkLst>
            <pc:docMk/>
            <pc:sldMk cId="2170203651" sldId="1223"/>
            <ac:spMk id="11" creationId="{333A1FBB-E17B-E5B0-29EB-E4A8B53E0701}"/>
          </ac:spMkLst>
        </pc:spChg>
        <pc:spChg chg="del">
          <ac:chgData name="Palit, Tapti" userId="dec6fbcd-7598-406a-8cbf-504d4a3bac15" providerId="ADAL" clId="{ECD42228-5B96-4A72-B268-C46DF994E6B7}" dt="2024-02-09T17:03:46.567" v="106137" actId="478"/>
          <ac:spMkLst>
            <pc:docMk/>
            <pc:sldMk cId="2170203651" sldId="1223"/>
            <ac:spMk id="12" creationId="{51978E32-D670-ABA9-40B1-C854A59272D3}"/>
          </ac:spMkLst>
        </pc:spChg>
        <pc:spChg chg="mod">
          <ac:chgData name="Palit, Tapti" userId="dec6fbcd-7598-406a-8cbf-504d4a3bac15" providerId="ADAL" clId="{ECD42228-5B96-4A72-B268-C46DF994E6B7}" dt="2024-02-09T17:02:31.998" v="106078" actId="20577"/>
          <ac:spMkLst>
            <pc:docMk/>
            <pc:sldMk cId="2170203651" sldId="1223"/>
            <ac:spMk id="17" creationId="{E7921299-C3D4-E614-6F23-4405F50FE9F5}"/>
          </ac:spMkLst>
        </pc:spChg>
      </pc:sldChg>
      <pc:sldChg chg="add del">
        <pc:chgData name="Palit, Tapti" userId="dec6fbcd-7598-406a-8cbf-504d4a3bac15" providerId="ADAL" clId="{ECD42228-5B96-4A72-B268-C46DF994E6B7}" dt="2024-02-09T17:13:49.601" v="106539" actId="2696"/>
        <pc:sldMkLst>
          <pc:docMk/>
          <pc:sldMk cId="2667984552" sldId="1223"/>
        </pc:sldMkLst>
      </pc:sldChg>
      <pc:sldChg chg="delSp modSp add mod modNotesTx">
        <pc:chgData name="Palit, Tapti" userId="dec6fbcd-7598-406a-8cbf-504d4a3bac15" providerId="ADAL" clId="{ECD42228-5B96-4A72-B268-C46DF994E6B7}" dt="2024-02-13T04:18:23.417" v="115482" actId="20577"/>
        <pc:sldMkLst>
          <pc:docMk/>
          <pc:sldMk cId="3452037928" sldId="1223"/>
        </pc:sldMkLst>
        <pc:spChg chg="mod">
          <ac:chgData name="Palit, Tapti" userId="dec6fbcd-7598-406a-8cbf-504d4a3bac15" providerId="ADAL" clId="{ECD42228-5B96-4A72-B268-C46DF994E6B7}" dt="2024-02-13T04:18:23.417" v="115482" actId="20577"/>
          <ac:spMkLst>
            <pc:docMk/>
            <pc:sldMk cId="3452037928" sldId="1223"/>
            <ac:spMk id="3" creationId="{EBAC2E5E-9F46-331D-C527-5BEAAE1AC9A0}"/>
          </ac:spMkLst>
        </pc:spChg>
        <pc:spChg chg="del">
          <ac:chgData name="Palit, Tapti" userId="dec6fbcd-7598-406a-8cbf-504d4a3bac15" providerId="ADAL" clId="{ECD42228-5B96-4A72-B268-C46DF994E6B7}" dt="2024-02-09T17:17:01.208" v="106751" actId="478"/>
          <ac:spMkLst>
            <pc:docMk/>
            <pc:sldMk cId="3452037928" sldId="1223"/>
            <ac:spMk id="5" creationId="{1E5B67C2-1EAD-53E1-A6F2-C50355C2A9D2}"/>
          </ac:spMkLst>
        </pc:spChg>
        <pc:spChg chg="mod">
          <ac:chgData name="Palit, Tapti" userId="dec6fbcd-7598-406a-8cbf-504d4a3bac15" providerId="ADAL" clId="{ECD42228-5B96-4A72-B268-C46DF994E6B7}" dt="2024-02-12T21:04:02.075" v="113521" actId="207"/>
          <ac:spMkLst>
            <pc:docMk/>
            <pc:sldMk cId="3452037928" sldId="1223"/>
            <ac:spMk id="10" creationId="{6180097F-D2E9-6A41-D807-1D83B0151047}"/>
          </ac:spMkLst>
        </pc:spChg>
        <pc:spChg chg="mod">
          <ac:chgData name="Palit, Tapti" userId="dec6fbcd-7598-406a-8cbf-504d4a3bac15" providerId="ADAL" clId="{ECD42228-5B96-4A72-B268-C46DF994E6B7}" dt="2024-02-12T21:04:08.068" v="113522" actId="1076"/>
          <ac:spMkLst>
            <pc:docMk/>
            <pc:sldMk cId="3452037928" sldId="1223"/>
            <ac:spMk id="14" creationId="{5B67F9C4-F825-AA8D-3050-1B6154F43E49}"/>
          </ac:spMkLst>
        </pc:spChg>
        <pc:spChg chg="mod">
          <ac:chgData name="Palit, Tapti" userId="dec6fbcd-7598-406a-8cbf-504d4a3bac15" providerId="ADAL" clId="{ECD42228-5B96-4A72-B268-C46DF994E6B7}" dt="2024-02-13T04:18:04.444" v="115442" actId="20577"/>
          <ac:spMkLst>
            <pc:docMk/>
            <pc:sldMk cId="3452037928" sldId="1223"/>
            <ac:spMk id="17" creationId="{03984C0D-2181-BF55-C031-FA3EC38CF09A}"/>
          </ac:spMkLst>
        </pc:spChg>
        <pc:picChg chg="del">
          <ac:chgData name="Palit, Tapti" userId="dec6fbcd-7598-406a-8cbf-504d4a3bac15" providerId="ADAL" clId="{ECD42228-5B96-4A72-B268-C46DF994E6B7}" dt="2024-02-09T17:17:01.208" v="106751" actId="478"/>
          <ac:picMkLst>
            <pc:docMk/>
            <pc:sldMk cId="3452037928" sldId="1223"/>
            <ac:picMk id="16" creationId="{17D89E55-1C11-752B-BF94-E00DA5ED9620}"/>
          </ac:picMkLst>
        </pc:picChg>
        <pc:picChg chg="mod">
          <ac:chgData name="Palit, Tapti" userId="dec6fbcd-7598-406a-8cbf-504d4a3bac15" providerId="ADAL" clId="{ECD42228-5B96-4A72-B268-C46DF994E6B7}" dt="2024-02-11T14:25:13.348" v="109633" actId="14826"/>
          <ac:picMkLst>
            <pc:docMk/>
            <pc:sldMk cId="3452037928" sldId="1223"/>
            <ac:picMk id="24" creationId="{40132989-CB70-49EA-8CB9-7F64CDBF6695}"/>
          </ac:picMkLst>
        </pc:picChg>
      </pc:sldChg>
      <pc:sldChg chg="add mod modShow">
        <pc:chgData name="Palit, Tapti" userId="dec6fbcd-7598-406a-8cbf-504d4a3bac15" providerId="ADAL" clId="{ECD42228-5B96-4A72-B268-C46DF994E6B7}" dt="2024-02-10T00:52:41.787" v="109239" actId="729"/>
        <pc:sldMkLst>
          <pc:docMk/>
          <pc:sldMk cId="2316135424" sldId="1224"/>
        </pc:sldMkLst>
      </pc:sldChg>
      <pc:sldChg chg="addSp delSp modSp add del mod delAnim modAnim modNotesTx">
        <pc:chgData name="Palit, Tapti" userId="dec6fbcd-7598-406a-8cbf-504d4a3bac15" providerId="ADAL" clId="{ECD42228-5B96-4A72-B268-C46DF994E6B7}" dt="2024-02-10T00:52:35.913" v="109237" actId="2696"/>
        <pc:sldMkLst>
          <pc:docMk/>
          <pc:sldMk cId="3150245419" sldId="1224"/>
        </pc:sldMkLst>
        <pc:spChg chg="mod">
          <ac:chgData name="Palit, Tapti" userId="dec6fbcd-7598-406a-8cbf-504d4a3bac15" providerId="ADAL" clId="{ECD42228-5B96-4A72-B268-C46DF994E6B7}" dt="2024-02-09T17:13:08.737" v="106449" actId="20577"/>
          <ac:spMkLst>
            <pc:docMk/>
            <pc:sldMk cId="3150245419" sldId="1224"/>
            <ac:spMk id="3" creationId="{C0F1C0A0-5403-6DE9-ED89-7B96ED74ECA7}"/>
          </ac:spMkLst>
        </pc:spChg>
        <pc:spChg chg="mod">
          <ac:chgData name="Palit, Tapti" userId="dec6fbcd-7598-406a-8cbf-504d4a3bac15" providerId="ADAL" clId="{ECD42228-5B96-4A72-B268-C46DF994E6B7}" dt="2024-02-09T17:14:49.914" v="106689" actId="20577"/>
          <ac:spMkLst>
            <pc:docMk/>
            <pc:sldMk cId="3150245419" sldId="1224"/>
            <ac:spMk id="4" creationId="{0272471D-5413-3339-2146-BEFFF1B6272E}"/>
          </ac:spMkLst>
        </pc:spChg>
        <pc:spChg chg="del">
          <ac:chgData name="Palit, Tapti" userId="dec6fbcd-7598-406a-8cbf-504d4a3bac15" providerId="ADAL" clId="{ECD42228-5B96-4A72-B268-C46DF994E6B7}" dt="2024-02-09T22:08:34.841" v="109059" actId="478"/>
          <ac:spMkLst>
            <pc:docMk/>
            <pc:sldMk cId="3150245419" sldId="1224"/>
            <ac:spMk id="12" creationId="{13E54154-1B9B-2AFF-6DFC-EA95CDEF5D52}"/>
          </ac:spMkLst>
        </pc:spChg>
        <pc:spChg chg="add del mod">
          <ac:chgData name="Palit, Tapti" userId="dec6fbcd-7598-406a-8cbf-504d4a3bac15" providerId="ADAL" clId="{ECD42228-5B96-4A72-B268-C46DF994E6B7}" dt="2024-02-09T22:08:34.841" v="109059" actId="478"/>
          <ac:spMkLst>
            <pc:docMk/>
            <pc:sldMk cId="3150245419" sldId="1224"/>
            <ac:spMk id="16" creationId="{2B62319B-D7D8-6127-6B29-E273BACAB49C}"/>
          </ac:spMkLst>
        </pc:spChg>
        <pc:grpChg chg="mod">
          <ac:chgData name="Palit, Tapti" userId="dec6fbcd-7598-406a-8cbf-504d4a3bac15" providerId="ADAL" clId="{ECD42228-5B96-4A72-B268-C46DF994E6B7}" dt="2024-02-09T17:15:09.369" v="106694" actId="1076"/>
          <ac:grpSpMkLst>
            <pc:docMk/>
            <pc:sldMk cId="3150245419" sldId="1224"/>
            <ac:grpSpMk id="22" creationId="{B8AC7E81-4CC0-B242-9638-D3D984AB64F4}"/>
          </ac:grpSpMkLst>
        </pc:grpChg>
        <pc:cxnChg chg="add del mod">
          <ac:chgData name="Palit, Tapti" userId="dec6fbcd-7598-406a-8cbf-504d4a3bac15" providerId="ADAL" clId="{ECD42228-5B96-4A72-B268-C46DF994E6B7}" dt="2024-02-09T22:08:34.841" v="109059" actId="478"/>
          <ac:cxnSpMkLst>
            <pc:docMk/>
            <pc:sldMk cId="3150245419" sldId="1224"/>
            <ac:cxnSpMk id="2" creationId="{65FA30FC-00E6-8E4C-F8FD-BF23434C54DC}"/>
          </ac:cxnSpMkLst>
        </pc:cxnChg>
        <pc:cxnChg chg="del">
          <ac:chgData name="Palit, Tapti" userId="dec6fbcd-7598-406a-8cbf-504d4a3bac15" providerId="ADAL" clId="{ECD42228-5B96-4A72-B268-C46DF994E6B7}" dt="2024-02-09T22:08:34.841" v="109059" actId="478"/>
          <ac:cxnSpMkLst>
            <pc:docMk/>
            <pc:sldMk cId="3150245419" sldId="1224"/>
            <ac:cxnSpMk id="5" creationId="{6AC0D1BE-A17E-ACDE-925A-6539746CB3C9}"/>
          </ac:cxnSpMkLst>
        </pc:cxnChg>
      </pc:sldChg>
      <pc:sldChg chg="modSp new mod addCm modNotesTx">
        <pc:chgData name="Palit, Tapti" userId="dec6fbcd-7598-406a-8cbf-504d4a3bac15" providerId="ADAL" clId="{ECD42228-5B96-4A72-B268-C46DF994E6B7}" dt="2024-02-13T13:13:27.979" v="115792" actId="20577"/>
        <pc:sldMkLst>
          <pc:docMk/>
          <pc:sldMk cId="592502657" sldId="1225"/>
        </pc:sldMkLst>
        <pc:spChg chg="mod">
          <ac:chgData name="Palit, Tapti" userId="dec6fbcd-7598-406a-8cbf-504d4a3bac15" providerId="ADAL" clId="{ECD42228-5B96-4A72-B268-C46DF994E6B7}" dt="2024-02-13T13:13:27.979" v="115792" actId="20577"/>
          <ac:spMkLst>
            <pc:docMk/>
            <pc:sldMk cId="592502657" sldId="1225"/>
            <ac:spMk id="2" creationId="{DAA2834D-BB3E-D6F0-7BD5-77527E8D0DF5}"/>
          </ac:spMkLst>
        </pc:sp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2-12T19:37:39.579" v="112791"/>
              <pc2:cmMkLst xmlns:pc2="http://schemas.microsoft.com/office/powerpoint/2019/9/main/command">
                <pc:docMk/>
                <pc:sldMk cId="592502657" sldId="1225"/>
                <pc2:cmMk id="{CDF51C8D-B1EE-4D83-BF4A-876FD03E3D05}"/>
              </pc2:cmMkLst>
            </pc226:cmChg>
            <pc226:cmChg xmlns:pc226="http://schemas.microsoft.com/office/powerpoint/2022/06/main/command" chg="add">
              <pc226:chgData name="Palit, Tapti" userId="dec6fbcd-7598-406a-8cbf-504d4a3bac15" providerId="ADAL" clId="{ECD42228-5B96-4A72-B268-C46DF994E6B7}" dt="2024-02-12T19:22:37.433" v="112488"/>
              <pc2:cmMkLst xmlns:pc2="http://schemas.microsoft.com/office/powerpoint/2019/9/main/command">
                <pc:docMk/>
                <pc:sldMk cId="592502657" sldId="1225"/>
                <pc2:cmMk id="{9BDF62FA-83F7-4D43-A85A-1E09CBF8D4B8}"/>
              </pc2:cmMkLst>
            </pc226:cmChg>
          </p:ext>
        </pc:extLst>
      </pc:sldChg>
      <pc:sldChg chg="delSp modSp add del mod delAnim modAnim">
        <pc:chgData name="Palit, Tapti" userId="dec6fbcd-7598-406a-8cbf-504d4a3bac15" providerId="ADAL" clId="{ECD42228-5B96-4A72-B268-C46DF994E6B7}" dt="2024-02-09T18:43:20.589" v="108190" actId="47"/>
        <pc:sldMkLst>
          <pc:docMk/>
          <pc:sldMk cId="2734792801" sldId="1225"/>
        </pc:sldMkLst>
        <pc:spChg chg="mod">
          <ac:chgData name="Palit, Tapti" userId="dec6fbcd-7598-406a-8cbf-504d4a3bac15" providerId="ADAL" clId="{ECD42228-5B96-4A72-B268-C46DF994E6B7}" dt="2024-02-09T18:30:17.863" v="107622" actId="6549"/>
          <ac:spMkLst>
            <pc:docMk/>
            <pc:sldMk cId="2734792801" sldId="1225"/>
            <ac:spMk id="2" creationId="{A0225B33-F097-A46E-7AAB-129BA212FCF3}"/>
          </ac:spMkLst>
        </pc:spChg>
        <pc:spChg chg="del mod">
          <ac:chgData name="Palit, Tapti" userId="dec6fbcd-7598-406a-8cbf-504d4a3bac15" providerId="ADAL" clId="{ECD42228-5B96-4A72-B268-C46DF994E6B7}" dt="2024-02-09T18:42:32.301" v="108080" actId="21"/>
          <ac:spMkLst>
            <pc:docMk/>
            <pc:sldMk cId="2734792801" sldId="1225"/>
            <ac:spMk id="4" creationId="{A5EBA228-637D-A283-95B9-4E1C8D34008C}"/>
          </ac:spMkLst>
        </pc:spChg>
        <pc:spChg chg="del mod">
          <ac:chgData name="Palit, Tapti" userId="dec6fbcd-7598-406a-8cbf-504d4a3bac15" providerId="ADAL" clId="{ECD42228-5B96-4A72-B268-C46DF994E6B7}" dt="2024-02-09T18:42:32.301" v="108080" actId="21"/>
          <ac:spMkLst>
            <pc:docMk/>
            <pc:sldMk cId="2734792801" sldId="1225"/>
            <ac:spMk id="7" creationId="{0A7E8387-7096-B432-1EC7-E14CBFDFAA0D}"/>
          </ac:spMkLst>
        </pc:spChg>
      </pc:sldChg>
      <pc:sldChg chg="new del">
        <pc:chgData name="Palit, Tapti" userId="dec6fbcd-7598-406a-8cbf-504d4a3bac15" providerId="ADAL" clId="{ECD42228-5B96-4A72-B268-C46DF994E6B7}" dt="2024-02-10T01:01:12.521" v="109494" actId="47"/>
        <pc:sldMkLst>
          <pc:docMk/>
          <pc:sldMk cId="3970312864" sldId="1225"/>
        </pc:sldMkLst>
      </pc:sldChg>
      <pc:sldChg chg="addSp delSp modSp add mod ord modAnim modNotesTx">
        <pc:chgData name="Palit, Tapti" userId="dec6fbcd-7598-406a-8cbf-504d4a3bac15" providerId="ADAL" clId="{ECD42228-5B96-4A72-B268-C46DF994E6B7}" dt="2024-02-13T13:17:48.188" v="115933" actId="20577"/>
        <pc:sldMkLst>
          <pc:docMk/>
          <pc:sldMk cId="4068091914" sldId="1226"/>
        </pc:sldMkLst>
        <pc:spChg chg="mod">
          <ac:chgData name="Palit, Tapti" userId="dec6fbcd-7598-406a-8cbf-504d4a3bac15" providerId="ADAL" clId="{ECD42228-5B96-4A72-B268-C46DF994E6B7}" dt="2024-02-13T13:17:48.188" v="115933" actId="20577"/>
          <ac:spMkLst>
            <pc:docMk/>
            <pc:sldMk cId="4068091914" sldId="1226"/>
            <ac:spMk id="2" creationId="{6243E43A-75B4-CF3D-1B57-9B1AE97320E8}"/>
          </ac:spMkLst>
        </pc:spChg>
        <pc:spChg chg="add mod">
          <ac:chgData name="Palit, Tapti" userId="dec6fbcd-7598-406a-8cbf-504d4a3bac15" providerId="ADAL" clId="{ECD42228-5B96-4A72-B268-C46DF994E6B7}" dt="2024-02-11T18:04:54.890" v="111023" actId="1076"/>
          <ac:spMkLst>
            <pc:docMk/>
            <pc:sldMk cId="4068091914" sldId="1226"/>
            <ac:spMk id="5" creationId="{86E19C0D-4613-2CC2-2B02-DA5510B95BBB}"/>
          </ac:spMkLst>
        </pc:spChg>
        <pc:spChg chg="add mod">
          <ac:chgData name="Palit, Tapti" userId="dec6fbcd-7598-406a-8cbf-504d4a3bac15" providerId="ADAL" clId="{ECD42228-5B96-4A72-B268-C46DF994E6B7}" dt="2024-02-11T18:05:14.070" v="111027" actId="164"/>
          <ac:spMkLst>
            <pc:docMk/>
            <pc:sldMk cId="4068091914" sldId="1226"/>
            <ac:spMk id="6" creationId="{162083EA-FEE4-C344-A275-1D2A028997FE}"/>
          </ac:spMkLst>
        </pc:spChg>
        <pc:spChg chg="add mod">
          <ac:chgData name="Palit, Tapti" userId="dec6fbcd-7598-406a-8cbf-504d4a3bac15" providerId="ADAL" clId="{ECD42228-5B96-4A72-B268-C46DF994E6B7}" dt="2024-02-11T18:05:01.444" v="111024" actId="1076"/>
          <ac:spMkLst>
            <pc:docMk/>
            <pc:sldMk cId="4068091914" sldId="1226"/>
            <ac:spMk id="7" creationId="{98E5FE4E-1EB3-A990-1255-C7CC92644C47}"/>
          </ac:spMkLst>
        </pc:spChg>
        <pc:spChg chg="del">
          <ac:chgData name="Palit, Tapti" userId="dec6fbcd-7598-406a-8cbf-504d4a3bac15" providerId="ADAL" clId="{ECD42228-5B96-4A72-B268-C46DF994E6B7}" dt="2024-02-11T14:48:47.649" v="110080" actId="478"/>
          <ac:spMkLst>
            <pc:docMk/>
            <pc:sldMk cId="4068091914" sldId="1226"/>
            <ac:spMk id="7" creationId="{C8274FB6-771E-13A8-B494-2A5BC554DBB0}"/>
          </ac:spMkLst>
        </pc:spChg>
        <pc:spChg chg="add mod">
          <ac:chgData name="Palit, Tapti" userId="dec6fbcd-7598-406a-8cbf-504d4a3bac15" providerId="ADAL" clId="{ECD42228-5B96-4A72-B268-C46DF994E6B7}" dt="2024-02-11T18:05:01.444" v="111024" actId="1076"/>
          <ac:spMkLst>
            <pc:docMk/>
            <pc:sldMk cId="4068091914" sldId="1226"/>
            <ac:spMk id="8" creationId="{D3E77669-6BC5-B1B9-DA22-933A9FEF1ACB}"/>
          </ac:spMkLst>
        </pc:spChg>
        <pc:spChg chg="add mod">
          <ac:chgData name="Palit, Tapti" userId="dec6fbcd-7598-406a-8cbf-504d4a3bac15" providerId="ADAL" clId="{ECD42228-5B96-4A72-B268-C46DF994E6B7}" dt="2024-02-11T18:05:01.444" v="111024" actId="1076"/>
          <ac:spMkLst>
            <pc:docMk/>
            <pc:sldMk cId="4068091914" sldId="1226"/>
            <ac:spMk id="9" creationId="{E96C418A-09C3-B105-C8B8-62FA8067B866}"/>
          </ac:spMkLst>
        </pc:spChg>
        <pc:spChg chg="add mod">
          <ac:chgData name="Palit, Tapti" userId="dec6fbcd-7598-406a-8cbf-504d4a3bac15" providerId="ADAL" clId="{ECD42228-5B96-4A72-B268-C46DF994E6B7}" dt="2024-02-11T18:05:01.444" v="111024" actId="1076"/>
          <ac:spMkLst>
            <pc:docMk/>
            <pc:sldMk cId="4068091914" sldId="1226"/>
            <ac:spMk id="10" creationId="{538B9EB7-55BB-B529-BF92-A1F83FFE2DD5}"/>
          </ac:spMkLst>
        </pc:spChg>
        <pc:spChg chg="add mod">
          <ac:chgData name="Palit, Tapti" userId="dec6fbcd-7598-406a-8cbf-504d4a3bac15" providerId="ADAL" clId="{ECD42228-5B96-4A72-B268-C46DF994E6B7}" dt="2024-02-11T18:05:01.444" v="111024" actId="1076"/>
          <ac:spMkLst>
            <pc:docMk/>
            <pc:sldMk cId="4068091914" sldId="1226"/>
            <ac:spMk id="11" creationId="{F245E94B-88C4-33E3-3633-0B28191573DC}"/>
          </ac:spMkLst>
        </pc:spChg>
        <pc:spChg chg="add mod">
          <ac:chgData name="Palit, Tapti" userId="dec6fbcd-7598-406a-8cbf-504d4a3bac15" providerId="ADAL" clId="{ECD42228-5B96-4A72-B268-C46DF994E6B7}" dt="2024-02-11T18:05:01.444" v="111024" actId="1076"/>
          <ac:spMkLst>
            <pc:docMk/>
            <pc:sldMk cId="4068091914" sldId="1226"/>
            <ac:spMk id="12" creationId="{957426B3-7F65-7A24-CC59-1CE91B137A83}"/>
          </ac:spMkLst>
        </pc:spChg>
        <pc:spChg chg="add mod">
          <ac:chgData name="Palit, Tapti" userId="dec6fbcd-7598-406a-8cbf-504d4a3bac15" providerId="ADAL" clId="{ECD42228-5B96-4A72-B268-C46DF994E6B7}" dt="2024-02-11T18:05:14.070" v="111027" actId="164"/>
          <ac:spMkLst>
            <pc:docMk/>
            <pc:sldMk cId="4068091914" sldId="1226"/>
            <ac:spMk id="18" creationId="{B9D0D614-F4D7-5D42-2307-5952EEFB1C56}"/>
          </ac:spMkLst>
        </pc:spChg>
        <pc:grpChg chg="add mod">
          <ac:chgData name="Palit, Tapti" userId="dec6fbcd-7598-406a-8cbf-504d4a3bac15" providerId="ADAL" clId="{ECD42228-5B96-4A72-B268-C46DF994E6B7}" dt="2024-02-11T18:05:14.070" v="111027" actId="164"/>
          <ac:grpSpMkLst>
            <pc:docMk/>
            <pc:sldMk cId="4068091914" sldId="1226"/>
            <ac:grpSpMk id="34" creationId="{B9AF899E-9C22-3FB1-4F35-DE45E529F50B}"/>
          </ac:grpSpMkLst>
        </pc:grpChg>
        <pc:picChg chg="del">
          <ac:chgData name="Palit, Tapti" userId="dec6fbcd-7598-406a-8cbf-504d4a3bac15" providerId="ADAL" clId="{ECD42228-5B96-4A72-B268-C46DF994E6B7}" dt="2024-02-11T14:48:47.649" v="110080" actId="478"/>
          <ac:picMkLst>
            <pc:docMk/>
            <pc:sldMk cId="4068091914" sldId="1226"/>
            <ac:picMk id="5" creationId="{51E46D16-DF17-B811-D4C4-C208922937EF}"/>
          </ac:picMkLst>
        </pc:picChg>
        <pc:picChg chg="del">
          <ac:chgData name="Palit, Tapti" userId="dec6fbcd-7598-406a-8cbf-504d4a3bac15" providerId="ADAL" clId="{ECD42228-5B96-4A72-B268-C46DF994E6B7}" dt="2024-02-11T14:48:47.649" v="110080" actId="478"/>
          <ac:picMkLst>
            <pc:docMk/>
            <pc:sldMk cId="4068091914" sldId="1226"/>
            <ac:picMk id="6" creationId="{B28ED013-61E5-3B81-9380-6350BB91CE29}"/>
          </ac:picMkLst>
        </pc:picChg>
        <pc:cxnChg chg="add mod">
          <ac:chgData name="Palit, Tapti" userId="dec6fbcd-7598-406a-8cbf-504d4a3bac15" providerId="ADAL" clId="{ECD42228-5B96-4A72-B268-C46DF994E6B7}" dt="2024-02-11T18:05:01.444" v="111024" actId="1076"/>
          <ac:cxnSpMkLst>
            <pc:docMk/>
            <pc:sldMk cId="4068091914" sldId="1226"/>
            <ac:cxnSpMk id="13" creationId="{8E7E16F1-1B0D-C94D-D6F0-547B37DFA4FF}"/>
          </ac:cxnSpMkLst>
        </pc:cxnChg>
        <pc:cxnChg chg="add mod">
          <ac:chgData name="Palit, Tapti" userId="dec6fbcd-7598-406a-8cbf-504d4a3bac15" providerId="ADAL" clId="{ECD42228-5B96-4A72-B268-C46DF994E6B7}" dt="2024-02-11T18:05:01.444" v="111024" actId="1076"/>
          <ac:cxnSpMkLst>
            <pc:docMk/>
            <pc:sldMk cId="4068091914" sldId="1226"/>
            <ac:cxnSpMk id="14" creationId="{775F31D5-A703-05D6-D7FB-9FCB1A6A230E}"/>
          </ac:cxnSpMkLst>
        </pc:cxnChg>
        <pc:cxnChg chg="add mod">
          <ac:chgData name="Palit, Tapti" userId="dec6fbcd-7598-406a-8cbf-504d4a3bac15" providerId="ADAL" clId="{ECD42228-5B96-4A72-B268-C46DF994E6B7}" dt="2024-02-11T18:05:01.444" v="111024" actId="1076"/>
          <ac:cxnSpMkLst>
            <pc:docMk/>
            <pc:sldMk cId="4068091914" sldId="1226"/>
            <ac:cxnSpMk id="15" creationId="{30D03D20-A4DA-FC00-1A31-268F2BA0963F}"/>
          </ac:cxnSpMkLst>
        </pc:cxnChg>
        <pc:cxnChg chg="add mod">
          <ac:chgData name="Palit, Tapti" userId="dec6fbcd-7598-406a-8cbf-504d4a3bac15" providerId="ADAL" clId="{ECD42228-5B96-4A72-B268-C46DF994E6B7}" dt="2024-02-11T18:05:01.444" v="111024" actId="1076"/>
          <ac:cxnSpMkLst>
            <pc:docMk/>
            <pc:sldMk cId="4068091914" sldId="1226"/>
            <ac:cxnSpMk id="16" creationId="{AE98CBC3-38FC-564C-6DB4-166CC92EDAAE}"/>
          </ac:cxnSpMkLst>
        </pc:cxnChg>
        <pc:cxnChg chg="add mod">
          <ac:chgData name="Palit, Tapti" userId="dec6fbcd-7598-406a-8cbf-504d4a3bac15" providerId="ADAL" clId="{ECD42228-5B96-4A72-B268-C46DF994E6B7}" dt="2024-02-11T18:05:14.070" v="111027" actId="164"/>
          <ac:cxnSpMkLst>
            <pc:docMk/>
            <pc:sldMk cId="4068091914" sldId="1226"/>
            <ac:cxnSpMk id="17" creationId="{BD37BF0F-398F-90B5-ADFF-39DDC51F8358}"/>
          </ac:cxnSpMkLst>
        </pc:cxnChg>
        <pc:cxnChg chg="add mod">
          <ac:chgData name="Palit, Tapti" userId="dec6fbcd-7598-406a-8cbf-504d4a3bac15" providerId="ADAL" clId="{ECD42228-5B96-4A72-B268-C46DF994E6B7}" dt="2024-02-11T18:05:01.444" v="111024" actId="1076"/>
          <ac:cxnSpMkLst>
            <pc:docMk/>
            <pc:sldMk cId="4068091914" sldId="1226"/>
            <ac:cxnSpMk id="19" creationId="{293E5A03-E5C0-6028-5D6B-D6BD0F61B6B6}"/>
          </ac:cxnSpMkLst>
        </pc:cxnChg>
        <pc:cxnChg chg="add mod">
          <ac:chgData name="Palit, Tapti" userId="dec6fbcd-7598-406a-8cbf-504d4a3bac15" providerId="ADAL" clId="{ECD42228-5B96-4A72-B268-C46DF994E6B7}" dt="2024-02-11T18:05:01.444" v="111024" actId="1076"/>
          <ac:cxnSpMkLst>
            <pc:docMk/>
            <pc:sldMk cId="4068091914" sldId="1226"/>
            <ac:cxnSpMk id="20" creationId="{4AF3F0E6-917A-2F10-1CDE-100500E1B64A}"/>
          </ac:cxnSpMkLst>
        </pc:cxnChg>
        <pc:cxnChg chg="add mod">
          <ac:chgData name="Palit, Tapti" userId="dec6fbcd-7598-406a-8cbf-504d4a3bac15" providerId="ADAL" clId="{ECD42228-5B96-4A72-B268-C46DF994E6B7}" dt="2024-02-11T18:05:01.444" v="111024" actId="1076"/>
          <ac:cxnSpMkLst>
            <pc:docMk/>
            <pc:sldMk cId="4068091914" sldId="1226"/>
            <ac:cxnSpMk id="21" creationId="{E700C2CF-598C-FA4D-6319-1BD3195C2CC5}"/>
          </ac:cxnSpMkLst>
        </pc:cxnChg>
        <pc:cxnChg chg="add mod">
          <ac:chgData name="Palit, Tapti" userId="dec6fbcd-7598-406a-8cbf-504d4a3bac15" providerId="ADAL" clId="{ECD42228-5B96-4A72-B268-C46DF994E6B7}" dt="2024-02-11T18:05:01.444" v="111024" actId="1076"/>
          <ac:cxnSpMkLst>
            <pc:docMk/>
            <pc:sldMk cId="4068091914" sldId="1226"/>
            <ac:cxnSpMk id="22" creationId="{BD544FA3-76A5-B597-04FA-2F3F2A97401B}"/>
          </ac:cxnSpMkLst>
        </pc:cxnChg>
        <pc:cxnChg chg="add mod">
          <ac:chgData name="Palit, Tapti" userId="dec6fbcd-7598-406a-8cbf-504d4a3bac15" providerId="ADAL" clId="{ECD42228-5B96-4A72-B268-C46DF994E6B7}" dt="2024-02-11T18:05:01.444" v="111024" actId="1076"/>
          <ac:cxnSpMkLst>
            <pc:docMk/>
            <pc:sldMk cId="4068091914" sldId="1226"/>
            <ac:cxnSpMk id="23" creationId="{8C5BCF1C-0C19-78FF-135F-DA89078D844B}"/>
          </ac:cxnSpMkLst>
        </pc:cxnChg>
        <pc:cxnChg chg="add mod">
          <ac:chgData name="Palit, Tapti" userId="dec6fbcd-7598-406a-8cbf-504d4a3bac15" providerId="ADAL" clId="{ECD42228-5B96-4A72-B268-C46DF994E6B7}" dt="2024-02-11T18:05:01.444" v="111024" actId="1076"/>
          <ac:cxnSpMkLst>
            <pc:docMk/>
            <pc:sldMk cId="4068091914" sldId="1226"/>
            <ac:cxnSpMk id="24" creationId="{5E64E52C-0A28-9258-B382-2F1389A96779}"/>
          </ac:cxnSpMkLst>
        </pc:cxnChg>
        <pc:cxnChg chg="add mod">
          <ac:chgData name="Palit, Tapti" userId="dec6fbcd-7598-406a-8cbf-504d4a3bac15" providerId="ADAL" clId="{ECD42228-5B96-4A72-B268-C46DF994E6B7}" dt="2024-02-11T18:05:01.444" v="111024" actId="1076"/>
          <ac:cxnSpMkLst>
            <pc:docMk/>
            <pc:sldMk cId="4068091914" sldId="1226"/>
            <ac:cxnSpMk id="25" creationId="{49453D4A-CFD9-6A18-EFF1-33309BD40C3B}"/>
          </ac:cxnSpMkLst>
        </pc:cxnChg>
        <pc:cxnChg chg="add mod">
          <ac:chgData name="Palit, Tapti" userId="dec6fbcd-7598-406a-8cbf-504d4a3bac15" providerId="ADAL" clId="{ECD42228-5B96-4A72-B268-C46DF994E6B7}" dt="2024-02-11T18:05:01.444" v="111024" actId="1076"/>
          <ac:cxnSpMkLst>
            <pc:docMk/>
            <pc:sldMk cId="4068091914" sldId="1226"/>
            <ac:cxnSpMk id="26" creationId="{94EFDBA6-0FE5-C918-1CD6-BB6A1828AD7E}"/>
          </ac:cxnSpMkLst>
        </pc:cxnChg>
        <pc:cxnChg chg="add mod">
          <ac:chgData name="Palit, Tapti" userId="dec6fbcd-7598-406a-8cbf-504d4a3bac15" providerId="ADAL" clId="{ECD42228-5B96-4A72-B268-C46DF994E6B7}" dt="2024-02-11T18:05:01.444" v="111024" actId="1076"/>
          <ac:cxnSpMkLst>
            <pc:docMk/>
            <pc:sldMk cId="4068091914" sldId="1226"/>
            <ac:cxnSpMk id="27" creationId="{2CA553AA-8DE7-ADE0-B83F-90AC81281AFA}"/>
          </ac:cxnSpMkLst>
        </pc:cxnChg>
        <pc:cxnChg chg="add mod">
          <ac:chgData name="Palit, Tapti" userId="dec6fbcd-7598-406a-8cbf-504d4a3bac15" providerId="ADAL" clId="{ECD42228-5B96-4A72-B268-C46DF994E6B7}" dt="2024-02-11T18:05:01.444" v="111024" actId="1076"/>
          <ac:cxnSpMkLst>
            <pc:docMk/>
            <pc:sldMk cId="4068091914" sldId="1226"/>
            <ac:cxnSpMk id="28" creationId="{68F6A0FD-491B-7305-0669-C981D549C702}"/>
          </ac:cxnSpMkLst>
        </pc:cxnChg>
        <pc:cxnChg chg="add mod">
          <ac:chgData name="Palit, Tapti" userId="dec6fbcd-7598-406a-8cbf-504d4a3bac15" providerId="ADAL" clId="{ECD42228-5B96-4A72-B268-C46DF994E6B7}" dt="2024-02-11T18:05:01.444" v="111024" actId="1076"/>
          <ac:cxnSpMkLst>
            <pc:docMk/>
            <pc:sldMk cId="4068091914" sldId="1226"/>
            <ac:cxnSpMk id="29" creationId="{F027AC86-EC11-8B1D-09D2-75C9553CBD8E}"/>
          </ac:cxnSpMkLst>
        </pc:cxnChg>
        <pc:cxnChg chg="add mod">
          <ac:chgData name="Palit, Tapti" userId="dec6fbcd-7598-406a-8cbf-504d4a3bac15" providerId="ADAL" clId="{ECD42228-5B96-4A72-B268-C46DF994E6B7}" dt="2024-02-11T18:05:01.444" v="111024" actId="1076"/>
          <ac:cxnSpMkLst>
            <pc:docMk/>
            <pc:sldMk cId="4068091914" sldId="1226"/>
            <ac:cxnSpMk id="30" creationId="{D4FB3144-9792-3FB1-9D51-906F27A93F45}"/>
          </ac:cxnSpMkLst>
        </pc:cxnChg>
        <pc:cxnChg chg="add mod">
          <ac:chgData name="Palit, Tapti" userId="dec6fbcd-7598-406a-8cbf-504d4a3bac15" providerId="ADAL" clId="{ECD42228-5B96-4A72-B268-C46DF994E6B7}" dt="2024-02-11T18:05:01.444" v="111024" actId="1076"/>
          <ac:cxnSpMkLst>
            <pc:docMk/>
            <pc:sldMk cId="4068091914" sldId="1226"/>
            <ac:cxnSpMk id="31" creationId="{1028B97C-5606-E2FD-64EC-AE5E2C1A65CB}"/>
          </ac:cxnSpMkLst>
        </pc:cxnChg>
        <pc:cxnChg chg="add mod">
          <ac:chgData name="Palit, Tapti" userId="dec6fbcd-7598-406a-8cbf-504d4a3bac15" providerId="ADAL" clId="{ECD42228-5B96-4A72-B268-C46DF994E6B7}" dt="2024-02-11T18:05:01.444" v="111024" actId="1076"/>
          <ac:cxnSpMkLst>
            <pc:docMk/>
            <pc:sldMk cId="4068091914" sldId="1226"/>
            <ac:cxnSpMk id="32" creationId="{A1E64775-F3C1-0EA7-3028-A9F65BDF230E}"/>
          </ac:cxnSpMkLst>
        </pc:cxnChg>
        <pc:cxnChg chg="add mod">
          <ac:chgData name="Palit, Tapti" userId="dec6fbcd-7598-406a-8cbf-504d4a3bac15" providerId="ADAL" clId="{ECD42228-5B96-4A72-B268-C46DF994E6B7}" dt="2024-02-11T18:05:01.444" v="111024" actId="1076"/>
          <ac:cxnSpMkLst>
            <pc:docMk/>
            <pc:sldMk cId="4068091914" sldId="1226"/>
            <ac:cxnSpMk id="33" creationId="{758F2692-3FD6-2B0C-6D00-F9927B1F5A89}"/>
          </ac:cxnSpMkLst>
        </pc:cxnChg>
      </pc:sldChg>
      <pc:sldChg chg="addSp delSp modSp new mod modClrScheme chgLayout modNotesTx">
        <pc:chgData name="Palit, Tapti" userId="dec6fbcd-7598-406a-8cbf-504d4a3bac15" providerId="ADAL" clId="{ECD42228-5B96-4A72-B268-C46DF994E6B7}" dt="2024-02-13T02:53:56.585" v="114475" actId="20577"/>
        <pc:sldMkLst>
          <pc:docMk/>
          <pc:sldMk cId="812384635" sldId="1227"/>
        </pc:sldMkLst>
        <pc:spChg chg="del">
          <ac:chgData name="Palit, Tapti" userId="dec6fbcd-7598-406a-8cbf-504d4a3bac15" providerId="ADAL" clId="{ECD42228-5B96-4A72-B268-C46DF994E6B7}" dt="2024-02-11T18:00:15.389" v="110924" actId="700"/>
          <ac:spMkLst>
            <pc:docMk/>
            <pc:sldMk cId="812384635" sldId="1227"/>
            <ac:spMk id="2" creationId="{BEA59819-9E6B-3C64-0A13-33A8C9B91D62}"/>
          </ac:spMkLst>
        </pc:spChg>
        <pc:spChg chg="del mod ord">
          <ac:chgData name="Palit, Tapti" userId="dec6fbcd-7598-406a-8cbf-504d4a3bac15" providerId="ADAL" clId="{ECD42228-5B96-4A72-B268-C46DF994E6B7}" dt="2024-02-11T18:00:15.389" v="110924" actId="700"/>
          <ac:spMkLst>
            <pc:docMk/>
            <pc:sldMk cId="812384635" sldId="1227"/>
            <ac:spMk id="3" creationId="{C163DCB7-D897-E1D5-554A-854442CAA760}"/>
          </ac:spMkLst>
        </pc:spChg>
        <pc:spChg chg="mod ord">
          <ac:chgData name="Palit, Tapti" userId="dec6fbcd-7598-406a-8cbf-504d4a3bac15" providerId="ADAL" clId="{ECD42228-5B96-4A72-B268-C46DF994E6B7}" dt="2024-02-11T18:00:15.389" v="110924" actId="700"/>
          <ac:spMkLst>
            <pc:docMk/>
            <pc:sldMk cId="812384635" sldId="1227"/>
            <ac:spMk id="4" creationId="{9311885D-44FC-AD71-E657-EB81498E350E}"/>
          </ac:spMkLst>
        </pc:spChg>
        <pc:spChg chg="del">
          <ac:chgData name="Palit, Tapti" userId="dec6fbcd-7598-406a-8cbf-504d4a3bac15" providerId="ADAL" clId="{ECD42228-5B96-4A72-B268-C46DF994E6B7}" dt="2024-02-11T18:00:15.389" v="110924" actId="700"/>
          <ac:spMkLst>
            <pc:docMk/>
            <pc:sldMk cId="812384635" sldId="1227"/>
            <ac:spMk id="5" creationId="{747D1BE4-4025-993C-EA88-AE67646E72E7}"/>
          </ac:spMkLst>
        </pc:spChg>
        <pc:spChg chg="add mod ord">
          <ac:chgData name="Palit, Tapti" userId="dec6fbcd-7598-406a-8cbf-504d4a3bac15" providerId="ADAL" clId="{ECD42228-5B96-4A72-B268-C46DF994E6B7}" dt="2024-02-13T02:53:56.585" v="114475" actId="20577"/>
          <ac:spMkLst>
            <pc:docMk/>
            <pc:sldMk cId="812384635" sldId="1227"/>
            <ac:spMk id="6" creationId="{9B9199B0-B506-BC07-6E1B-4E4E9A0F0047}"/>
          </ac:spMkLst>
        </pc:spChg>
      </pc:sldChg>
      <pc:sldChg chg="addSp modSp add">
        <pc:chgData name="Palit, Tapti" userId="dec6fbcd-7598-406a-8cbf-504d4a3bac15" providerId="ADAL" clId="{ECD42228-5B96-4A72-B268-C46DF994E6B7}" dt="2024-02-11T18:01:13.936" v="110963"/>
        <pc:sldMkLst>
          <pc:docMk/>
          <pc:sldMk cId="2640232757" sldId="1228"/>
        </pc:sldMkLst>
        <pc:cxnChg chg="add mod">
          <ac:chgData name="Palit, Tapti" userId="dec6fbcd-7598-406a-8cbf-504d4a3bac15" providerId="ADAL" clId="{ECD42228-5B96-4A72-B268-C46DF994E6B7}" dt="2024-02-11T18:01:13.936" v="110963"/>
          <ac:cxnSpMkLst>
            <pc:docMk/>
            <pc:sldMk cId="2640232757" sldId="1228"/>
            <ac:cxnSpMk id="11" creationId="{70A88EE9-79FC-B403-D668-327F6FA4FFF0}"/>
          </ac:cxnSpMkLst>
        </pc:cxnChg>
      </pc:sldChg>
      <pc:sldChg chg="add del">
        <pc:chgData name="Palit, Tapti" userId="dec6fbcd-7598-406a-8cbf-504d4a3bac15" providerId="ADAL" clId="{ECD42228-5B96-4A72-B268-C46DF994E6B7}" dt="2024-02-12T20:37:10.612" v="113245" actId="2696"/>
        <pc:sldMkLst>
          <pc:docMk/>
          <pc:sldMk cId="318258267" sldId="1229"/>
        </pc:sldMkLst>
      </pc:sldChg>
      <pc:sldChg chg="add mod modShow">
        <pc:chgData name="Palit, Tapti" userId="dec6fbcd-7598-406a-8cbf-504d4a3bac15" providerId="ADAL" clId="{ECD42228-5B96-4A72-B268-C46DF994E6B7}" dt="2024-02-12T20:37:17.541" v="113247" actId="729"/>
        <pc:sldMkLst>
          <pc:docMk/>
          <pc:sldMk cId="613410104" sldId="1229"/>
        </pc:sldMkLst>
      </pc:sldChg>
      <pc:sldChg chg="delSp modSp add del mod">
        <pc:chgData name="Palit, Tapti" userId="dec6fbcd-7598-406a-8cbf-504d4a3bac15" providerId="ADAL" clId="{ECD42228-5B96-4A72-B268-C46DF994E6B7}" dt="2024-02-12T19:58:58.099" v="112963" actId="47"/>
        <pc:sldMkLst>
          <pc:docMk/>
          <pc:sldMk cId="3734604933" sldId="1229"/>
        </pc:sldMkLst>
        <pc:spChg chg="del">
          <ac:chgData name="Palit, Tapti" userId="dec6fbcd-7598-406a-8cbf-504d4a3bac15" providerId="ADAL" clId="{ECD42228-5B96-4A72-B268-C46DF994E6B7}" dt="2024-02-12T19:47:16.366" v="112959" actId="478"/>
          <ac:spMkLst>
            <pc:docMk/>
            <pc:sldMk cId="3734604933" sldId="1229"/>
            <ac:spMk id="9" creationId="{1B261D14-FB72-E9EE-389B-ED3E526A8FB6}"/>
          </ac:spMkLst>
        </pc:spChg>
        <pc:graphicFrameChg chg="mod">
          <ac:chgData name="Palit, Tapti" userId="dec6fbcd-7598-406a-8cbf-504d4a3bac15" providerId="ADAL" clId="{ECD42228-5B96-4A72-B268-C46DF994E6B7}" dt="2024-02-12T19:47:41.990" v="112962" actId="113"/>
          <ac:graphicFrameMkLst>
            <pc:docMk/>
            <pc:sldMk cId="3734604933" sldId="1229"/>
            <ac:graphicFrameMk id="6" creationId="{249FC41E-D50A-9C7A-B936-1EA640AB206F}"/>
          </ac:graphicFrameMkLst>
        </pc:graphicFrameChg>
        <pc:cxnChg chg="del">
          <ac:chgData name="Palit, Tapti" userId="dec6fbcd-7598-406a-8cbf-504d4a3bac15" providerId="ADAL" clId="{ECD42228-5B96-4A72-B268-C46DF994E6B7}" dt="2024-02-12T19:47:16.366" v="112959" actId="478"/>
          <ac:cxnSpMkLst>
            <pc:docMk/>
            <pc:sldMk cId="3734604933" sldId="1229"/>
            <ac:cxnSpMk id="7" creationId="{283CA004-CE1B-BB91-60CD-244314C1AF7B}"/>
          </ac:cxnSpMkLst>
        </pc:cxnChg>
      </pc:sldChg>
      <pc:sldChg chg="add mod modShow">
        <pc:chgData name="Palit, Tapti" userId="dec6fbcd-7598-406a-8cbf-504d4a3bac15" providerId="ADAL" clId="{ECD42228-5B96-4A72-B268-C46DF994E6B7}" dt="2024-02-12T20:39:46.896" v="113269" actId="729"/>
        <pc:sldMkLst>
          <pc:docMk/>
          <pc:sldMk cId="768246992" sldId="1230"/>
        </pc:sldMkLst>
      </pc:sldChg>
      <pc:sldChg chg="add del">
        <pc:chgData name="Palit, Tapti" userId="dec6fbcd-7598-406a-8cbf-504d4a3bac15" providerId="ADAL" clId="{ECD42228-5B96-4A72-B268-C46DF994E6B7}" dt="2024-02-12T20:39:40.986" v="113267" actId="2696"/>
        <pc:sldMkLst>
          <pc:docMk/>
          <pc:sldMk cId="1778001806" sldId="1230"/>
        </pc:sldMkLst>
      </pc:sldChg>
      <pc:sldChg chg="addSp delSp modSp add mod modAnim modNotesTx">
        <pc:chgData name="Palit, Tapti" userId="dec6fbcd-7598-406a-8cbf-504d4a3bac15" providerId="ADAL" clId="{ECD42228-5B96-4A72-B268-C46DF994E6B7}" dt="2024-02-13T04:16:14.706" v="115352"/>
        <pc:sldMkLst>
          <pc:docMk/>
          <pc:sldMk cId="1409089435" sldId="1231"/>
        </pc:sldMkLst>
        <pc:spChg chg="add mod topLvl">
          <ac:chgData name="Palit, Tapti" userId="dec6fbcd-7598-406a-8cbf-504d4a3bac15" providerId="ADAL" clId="{ECD42228-5B96-4A72-B268-C46DF994E6B7}" dt="2024-02-12T20:58:50.658" v="113497" actId="165"/>
          <ac:spMkLst>
            <pc:docMk/>
            <pc:sldMk cId="1409089435" sldId="1231"/>
            <ac:spMk id="8" creationId="{BF5CCD93-EF9F-18A9-E314-A57ABD637802}"/>
          </ac:spMkLst>
        </pc:spChg>
        <pc:spChg chg="add mod">
          <ac:chgData name="Palit, Tapti" userId="dec6fbcd-7598-406a-8cbf-504d4a3bac15" providerId="ADAL" clId="{ECD42228-5B96-4A72-B268-C46DF994E6B7}" dt="2024-02-13T02:54:52.946" v="114478" actId="1076"/>
          <ac:spMkLst>
            <pc:docMk/>
            <pc:sldMk cId="1409089435" sldId="1231"/>
            <ac:spMk id="11" creationId="{27888623-0388-7CD9-3069-75F20D8DC5B6}"/>
          </ac:spMkLst>
        </pc:spChg>
        <pc:spChg chg="mod topLvl">
          <ac:chgData name="Palit, Tapti" userId="dec6fbcd-7598-406a-8cbf-504d4a3bac15" providerId="ADAL" clId="{ECD42228-5B96-4A72-B268-C46DF994E6B7}" dt="2024-02-12T20:59:11.803" v="113502" actId="1076"/>
          <ac:spMkLst>
            <pc:docMk/>
            <pc:sldMk cId="1409089435" sldId="1231"/>
            <ac:spMk id="29" creationId="{148C2F7D-94C7-900D-9131-1B6DF222F0E7}"/>
          </ac:spMkLst>
        </pc:spChg>
        <pc:grpChg chg="add del mod">
          <ac:chgData name="Palit, Tapti" userId="dec6fbcd-7598-406a-8cbf-504d4a3bac15" providerId="ADAL" clId="{ECD42228-5B96-4A72-B268-C46DF994E6B7}" dt="2024-02-12T20:58:50.658" v="113497" actId="165"/>
          <ac:grpSpMkLst>
            <pc:docMk/>
            <pc:sldMk cId="1409089435" sldId="1231"/>
            <ac:grpSpMk id="10" creationId="{3711DEC6-E1D0-B6FE-8C9C-2C6420B7DAFE}"/>
          </ac:grpSpMkLst>
        </pc:grpChg>
        <pc:picChg chg="add mod">
          <ac:chgData name="Palit, Tapti" userId="dec6fbcd-7598-406a-8cbf-504d4a3bac15" providerId="ADAL" clId="{ECD42228-5B96-4A72-B268-C46DF994E6B7}" dt="2024-02-12T20:59:17.196" v="113503" actId="1076"/>
          <ac:picMkLst>
            <pc:docMk/>
            <pc:sldMk cId="1409089435" sldId="1231"/>
            <ac:picMk id="6" creationId="{3DC4EB66-E50B-389A-C2E9-E90C0DEEEB53}"/>
          </ac:picMkLst>
        </pc:picChg>
        <pc:picChg chg="mod">
          <ac:chgData name="Palit, Tapti" userId="dec6fbcd-7598-406a-8cbf-504d4a3bac15" providerId="ADAL" clId="{ECD42228-5B96-4A72-B268-C46DF994E6B7}" dt="2024-02-13T02:55:01.164" v="114481" actId="1076"/>
          <ac:picMkLst>
            <pc:docMk/>
            <pc:sldMk cId="1409089435" sldId="1231"/>
            <ac:picMk id="32" creationId="{91D2391D-F2FB-6417-A5F4-EF123C5FCD84}"/>
          </ac:picMkLst>
        </pc:picChg>
        <pc:picChg chg="mod">
          <ac:chgData name="Palit, Tapti" userId="dec6fbcd-7598-406a-8cbf-504d4a3bac15" providerId="ADAL" clId="{ECD42228-5B96-4A72-B268-C46DF994E6B7}" dt="2024-02-13T02:54:52.946" v="114478" actId="1076"/>
          <ac:picMkLst>
            <pc:docMk/>
            <pc:sldMk cId="1409089435" sldId="1231"/>
            <ac:picMk id="2050" creationId="{5B100721-5631-A7B8-1349-8C2F8E7EBD2B}"/>
          </ac:picMkLst>
        </pc:picChg>
        <pc:cxnChg chg="mod">
          <ac:chgData name="Palit, Tapti" userId="dec6fbcd-7598-406a-8cbf-504d4a3bac15" providerId="ADAL" clId="{ECD42228-5B96-4A72-B268-C46DF994E6B7}" dt="2024-02-12T20:39:28.885" v="113265" actId="14100"/>
          <ac:cxnSpMkLst>
            <pc:docMk/>
            <pc:sldMk cId="1409089435" sldId="1231"/>
            <ac:cxnSpMk id="27" creationId="{918928B7-2C9E-FAEF-0C61-6D2EBE284441}"/>
          </ac:cxnSpMkLst>
        </pc:cxnChg>
      </pc:sldChg>
      <pc:sldChg chg="modSp mod">
        <pc:chgData name="Palit, Tapti" userId="dec6fbcd-7598-406a-8cbf-504d4a3bac15" providerId="ADAL" clId="{ECD42228-5B96-4A72-B268-C46DF994E6B7}" dt="2024-02-26T00:01:07.952" v="116143" actId="14100"/>
        <pc:sldMkLst>
          <pc:docMk/>
          <pc:sldMk cId="3542905674" sldId="1232"/>
        </pc:sldMkLst>
        <pc:spChg chg="mod">
          <ac:chgData name="Palit, Tapti" userId="dec6fbcd-7598-406a-8cbf-504d4a3bac15" providerId="ADAL" clId="{ECD42228-5B96-4A72-B268-C46DF994E6B7}" dt="2024-02-26T00:00:40.176" v="116122" actId="20577"/>
          <ac:spMkLst>
            <pc:docMk/>
            <pc:sldMk cId="3542905674" sldId="1232"/>
            <ac:spMk id="42" creationId="{8192DD9C-2AC8-14AC-3107-0FB008570542}"/>
          </ac:spMkLst>
        </pc:spChg>
        <pc:spChg chg="mod">
          <ac:chgData name="Palit, Tapti" userId="dec6fbcd-7598-406a-8cbf-504d4a3bac15" providerId="ADAL" clId="{ECD42228-5B96-4A72-B268-C46DF994E6B7}" dt="2024-02-26T00:01:00.779" v="116142" actId="20577"/>
          <ac:spMkLst>
            <pc:docMk/>
            <pc:sldMk cId="3542905674" sldId="1232"/>
            <ac:spMk id="44" creationId="{FE2E5BE2-5F77-A8D2-0D7F-5DA536951723}"/>
          </ac:spMkLst>
        </pc:spChg>
        <pc:spChg chg="mod">
          <ac:chgData name="Palit, Tapti" userId="dec6fbcd-7598-406a-8cbf-504d4a3bac15" providerId="ADAL" clId="{ECD42228-5B96-4A72-B268-C46DF994E6B7}" dt="2024-02-26T00:01:07.952" v="116143" actId="14100"/>
          <ac:spMkLst>
            <pc:docMk/>
            <pc:sldMk cId="3542905674" sldId="1232"/>
            <ac:spMk id="58" creationId="{3CE2CF36-F254-EBC7-3373-A9FE34A037D5}"/>
          </ac:spMkLst>
        </pc:spChg>
      </pc:sldChg>
      <pc:sldChg chg="addSp modSp mod modAnim">
        <pc:chgData name="Palit, Tapti" userId="dec6fbcd-7598-406a-8cbf-504d4a3bac15" providerId="ADAL" clId="{ECD42228-5B96-4A72-B268-C46DF994E6B7}" dt="2024-02-26T00:02:45.432" v="116162" actId="1076"/>
        <pc:sldMkLst>
          <pc:docMk/>
          <pc:sldMk cId="738092405" sldId="1236"/>
        </pc:sldMkLst>
        <pc:spChg chg="mod">
          <ac:chgData name="Palit, Tapti" userId="dec6fbcd-7598-406a-8cbf-504d4a3bac15" providerId="ADAL" clId="{ECD42228-5B96-4A72-B268-C46DF994E6B7}" dt="2024-02-26T00:02:24.421" v="116157" actId="14100"/>
          <ac:spMkLst>
            <pc:docMk/>
            <pc:sldMk cId="738092405" sldId="1236"/>
            <ac:spMk id="13" creationId="{A15F8F23-0288-1B14-3F1B-DFF90BDA131F}"/>
          </ac:spMkLst>
        </pc:spChg>
        <pc:spChg chg="mod">
          <ac:chgData name="Palit, Tapti" userId="dec6fbcd-7598-406a-8cbf-504d4a3bac15" providerId="ADAL" clId="{ECD42228-5B96-4A72-B268-C46DF994E6B7}" dt="2024-02-26T00:01:36.548" v="116146" actId="14100"/>
          <ac:spMkLst>
            <pc:docMk/>
            <pc:sldMk cId="738092405" sldId="1236"/>
            <ac:spMk id="14" creationId="{A9532657-A0A4-44F8-CAD7-E1427C9DD9F2}"/>
          </ac:spMkLst>
        </pc:spChg>
        <pc:picChg chg="add mod">
          <ac:chgData name="Palit, Tapti" userId="dec6fbcd-7598-406a-8cbf-504d4a3bac15" providerId="ADAL" clId="{ECD42228-5B96-4A72-B268-C46DF994E6B7}" dt="2024-02-26T00:01:47.770" v="116150" actId="1076"/>
          <ac:picMkLst>
            <pc:docMk/>
            <pc:sldMk cId="738092405" sldId="1236"/>
            <ac:picMk id="4" creationId="{C050D66C-47E7-D495-FC0A-9DB21ECEA5F6}"/>
          </ac:picMkLst>
        </pc:picChg>
        <pc:picChg chg="add mod">
          <ac:chgData name="Palit, Tapti" userId="dec6fbcd-7598-406a-8cbf-504d4a3bac15" providerId="ADAL" clId="{ECD42228-5B96-4A72-B268-C46DF994E6B7}" dt="2024-02-26T00:02:45.432" v="116162" actId="1076"/>
          <ac:picMkLst>
            <pc:docMk/>
            <pc:sldMk cId="738092405" sldId="1236"/>
            <ac:picMk id="5" creationId="{888D4BED-5799-C88C-B52B-D91B21E9A2E5}"/>
          </ac:picMkLst>
        </pc:picChg>
        <pc:picChg chg="mod">
          <ac:chgData name="Palit, Tapti" userId="dec6fbcd-7598-406a-8cbf-504d4a3bac15" providerId="ADAL" clId="{ECD42228-5B96-4A72-B268-C46DF994E6B7}" dt="2024-02-26T00:01:51.049" v="116151" actId="1076"/>
          <ac:picMkLst>
            <pc:docMk/>
            <pc:sldMk cId="738092405" sldId="1236"/>
            <ac:picMk id="20" creationId="{0B9412E4-DD76-BBFE-9D35-A14C0FFC34FA}"/>
          </ac:picMkLst>
        </pc:picChg>
      </pc:sldChg>
      <pc:sldMasterChg chg="modSldLayout">
        <pc:chgData name="Palit, Tapti" userId="dec6fbcd-7598-406a-8cbf-504d4a3bac15" providerId="ADAL" clId="{ECD42228-5B96-4A72-B268-C46DF994E6B7}" dt="2024-01-14T19:04:57.701" v="316" actId="14100"/>
        <pc:sldMasterMkLst>
          <pc:docMk/>
          <pc:sldMasterMk cId="1017104076" sldId="2147483648"/>
        </pc:sldMasterMkLst>
        <pc:sldLayoutChg chg="modSp mod">
          <pc:chgData name="Palit, Tapti" userId="dec6fbcd-7598-406a-8cbf-504d4a3bac15" providerId="ADAL" clId="{ECD42228-5B96-4A72-B268-C46DF994E6B7}" dt="2024-01-14T19:04:57.701" v="316" actId="14100"/>
          <pc:sldLayoutMkLst>
            <pc:docMk/>
            <pc:sldMasterMk cId="1017104076" sldId="2147483648"/>
            <pc:sldLayoutMk cId="1638247169" sldId="2147483650"/>
          </pc:sldLayoutMkLst>
          <pc:spChg chg="mod">
            <ac:chgData name="Palit, Tapti" userId="dec6fbcd-7598-406a-8cbf-504d4a3bac15" providerId="ADAL" clId="{ECD42228-5B96-4A72-B268-C46DF994E6B7}" dt="2024-01-14T19:04:57.701" v="316" actId="14100"/>
            <ac:spMkLst>
              <pc:docMk/>
              <pc:sldMasterMk cId="1017104076" sldId="2147483648"/>
              <pc:sldLayoutMk cId="1638247169" sldId="2147483650"/>
              <ac:spMk id="2" creationId="{00000000-0000-0000-0000-000000000000}"/>
            </ac:spMkLst>
          </pc:spChg>
          <pc:spChg chg="mod">
            <ac:chgData name="Palit, Tapti" userId="dec6fbcd-7598-406a-8cbf-504d4a3bac15" providerId="ADAL" clId="{ECD42228-5B96-4A72-B268-C46DF994E6B7}" dt="2024-01-14T19:04:57.393" v="315" actId="14100"/>
            <ac:spMkLst>
              <pc:docMk/>
              <pc:sldMasterMk cId="1017104076" sldId="2147483648"/>
              <pc:sldLayoutMk cId="1638247169" sldId="2147483650"/>
              <ac:spMk id="4" creationId="{00000000-0000-0000-0000-000000000000}"/>
            </ac:spMkLst>
          </pc:spChg>
        </pc:sldLayoutChg>
      </pc:sldMasterChg>
      <pc:sldMasterChg chg="delSldLayout modSldLayout">
        <pc:chgData name="Palit, Tapti" userId="dec6fbcd-7598-406a-8cbf-504d4a3bac15" providerId="ADAL" clId="{ECD42228-5B96-4A72-B268-C46DF994E6B7}" dt="2024-01-14T19:29:50.535" v="471" actId="2696"/>
        <pc:sldMasterMkLst>
          <pc:docMk/>
          <pc:sldMasterMk cId="3173464017" sldId="2147483651"/>
        </pc:sldMasterMkLst>
        <pc:sldLayoutChg chg="del">
          <pc:chgData name="Palit, Tapti" userId="dec6fbcd-7598-406a-8cbf-504d4a3bac15" providerId="ADAL" clId="{ECD42228-5B96-4A72-B268-C46DF994E6B7}" dt="2024-01-14T19:29:50.362" v="449" actId="2696"/>
          <pc:sldLayoutMkLst>
            <pc:docMk/>
            <pc:sldMasterMk cId="3173464017" sldId="2147483651"/>
            <pc:sldLayoutMk cId="2941923368" sldId="2147483652"/>
          </pc:sldLayoutMkLst>
        </pc:sldLayoutChg>
        <pc:sldLayoutChg chg="delSp del mod">
          <pc:chgData name="Palit, Tapti" userId="dec6fbcd-7598-406a-8cbf-504d4a3bac15" providerId="ADAL" clId="{ECD42228-5B96-4A72-B268-C46DF994E6B7}" dt="2024-01-14T19:29:50.377" v="450" actId="2696"/>
          <pc:sldLayoutMkLst>
            <pc:docMk/>
            <pc:sldMasterMk cId="3173464017" sldId="2147483651"/>
            <pc:sldLayoutMk cId="3242566987" sldId="2147483653"/>
          </pc:sldLayoutMkLst>
          <pc:picChg chg="del">
            <ac:chgData name="Palit, Tapti" userId="dec6fbcd-7598-406a-8cbf-504d4a3bac15" providerId="ADAL" clId="{ECD42228-5B96-4A72-B268-C46DF994E6B7}" dt="2024-01-14T19:19:24.175" v="376" actId="478"/>
            <ac:picMkLst>
              <pc:docMk/>
              <pc:sldMasterMk cId="3173464017" sldId="2147483651"/>
              <pc:sldLayoutMk cId="3242566987" sldId="2147483653"/>
              <ac:picMk id="4" creationId="{BA4B2908-555F-78CD-D5EA-D087520FF3FF}"/>
            </ac:picMkLst>
          </pc:picChg>
        </pc:sldLayoutChg>
        <pc:sldLayoutChg chg="del">
          <pc:chgData name="Palit, Tapti" userId="dec6fbcd-7598-406a-8cbf-504d4a3bac15" providerId="ADAL" clId="{ECD42228-5B96-4A72-B268-C46DF994E6B7}" dt="2024-01-14T19:29:50.377" v="451" actId="2696"/>
          <pc:sldLayoutMkLst>
            <pc:docMk/>
            <pc:sldMasterMk cId="3173464017" sldId="2147483651"/>
            <pc:sldLayoutMk cId="4081698455" sldId="2147483654"/>
          </pc:sldLayoutMkLst>
        </pc:sldLayoutChg>
        <pc:sldLayoutChg chg="del">
          <pc:chgData name="Palit, Tapti" userId="dec6fbcd-7598-406a-8cbf-504d4a3bac15" providerId="ADAL" clId="{ECD42228-5B96-4A72-B268-C46DF994E6B7}" dt="2024-01-14T19:29:50.393" v="452" actId="2696"/>
          <pc:sldLayoutMkLst>
            <pc:docMk/>
            <pc:sldMasterMk cId="3173464017" sldId="2147483651"/>
            <pc:sldLayoutMk cId="1582397441" sldId="2147483655"/>
          </pc:sldLayoutMkLst>
        </pc:sldLayoutChg>
        <pc:sldLayoutChg chg="delSp modSp del mod">
          <pc:chgData name="Palit, Tapti" userId="dec6fbcd-7598-406a-8cbf-504d4a3bac15" providerId="ADAL" clId="{ECD42228-5B96-4A72-B268-C46DF994E6B7}" dt="2024-01-14T19:29:50.393" v="453" actId="2696"/>
          <pc:sldLayoutMkLst>
            <pc:docMk/>
            <pc:sldMasterMk cId="3173464017" sldId="2147483651"/>
            <pc:sldLayoutMk cId="1036889926" sldId="2147483656"/>
          </pc:sldLayoutMkLst>
          <pc:spChg chg="mod">
            <ac:chgData name="Palit, Tapti" userId="dec6fbcd-7598-406a-8cbf-504d4a3bac15" providerId="ADAL" clId="{ECD42228-5B96-4A72-B268-C46DF994E6B7}" dt="2024-01-14T19:18:34.131" v="373" actId="14100"/>
            <ac:spMkLst>
              <pc:docMk/>
              <pc:sldMasterMk cId="3173464017" sldId="2147483651"/>
              <pc:sldLayoutMk cId="1036889926" sldId="2147483656"/>
              <ac:spMk id="13" creationId="{6A937CB7-FF71-AF7C-945C-0E285D7B2D54}"/>
            </ac:spMkLst>
          </pc:spChg>
          <pc:spChg chg="del">
            <ac:chgData name="Palit, Tapti" userId="dec6fbcd-7598-406a-8cbf-504d4a3bac15" providerId="ADAL" clId="{ECD42228-5B96-4A72-B268-C46DF994E6B7}" dt="2024-01-14T19:18:26.697" v="372" actId="478"/>
            <ac:spMkLst>
              <pc:docMk/>
              <pc:sldMasterMk cId="3173464017" sldId="2147483651"/>
              <pc:sldLayoutMk cId="1036889926" sldId="2147483656"/>
              <ac:spMk id="14" creationId="{EEA1DABA-769B-1407-1BFC-75930C1DE70F}"/>
            </ac:spMkLst>
          </pc:spChg>
          <pc:picChg chg="del">
            <ac:chgData name="Palit, Tapti" userId="dec6fbcd-7598-406a-8cbf-504d4a3bac15" providerId="ADAL" clId="{ECD42228-5B96-4A72-B268-C46DF994E6B7}" dt="2024-01-14T19:19:48.580" v="377" actId="478"/>
            <ac:picMkLst>
              <pc:docMk/>
              <pc:sldMasterMk cId="3173464017" sldId="2147483651"/>
              <pc:sldLayoutMk cId="1036889926" sldId="2147483656"/>
              <ac:picMk id="4" creationId="{D337403E-4A63-3B42-FC84-47BAEDD7A75E}"/>
            </ac:picMkLst>
          </pc:picChg>
        </pc:sldLayoutChg>
        <pc:sldLayoutChg chg="delSp del mod">
          <pc:chgData name="Palit, Tapti" userId="dec6fbcd-7598-406a-8cbf-504d4a3bac15" providerId="ADAL" clId="{ECD42228-5B96-4A72-B268-C46DF994E6B7}" dt="2024-01-14T19:29:50.409" v="454" actId="2696"/>
          <pc:sldLayoutMkLst>
            <pc:docMk/>
            <pc:sldMasterMk cId="3173464017" sldId="2147483651"/>
            <pc:sldLayoutMk cId="292723333" sldId="2147483657"/>
          </pc:sldLayoutMkLst>
          <pc:picChg chg="del">
            <ac:chgData name="Palit, Tapti" userId="dec6fbcd-7598-406a-8cbf-504d4a3bac15" providerId="ADAL" clId="{ECD42228-5B96-4A72-B268-C46DF994E6B7}" dt="2024-01-14T19:21:33.745" v="387" actId="478"/>
            <ac:picMkLst>
              <pc:docMk/>
              <pc:sldMasterMk cId="3173464017" sldId="2147483651"/>
              <pc:sldLayoutMk cId="292723333" sldId="2147483657"/>
              <ac:picMk id="4" creationId="{D337403E-4A63-3B42-FC84-47BAEDD7A75E}"/>
            </ac:picMkLst>
          </pc:picChg>
        </pc:sldLayoutChg>
        <pc:sldLayoutChg chg="del">
          <pc:chgData name="Palit, Tapti" userId="dec6fbcd-7598-406a-8cbf-504d4a3bac15" providerId="ADAL" clId="{ECD42228-5B96-4A72-B268-C46DF994E6B7}" dt="2024-01-14T19:29:50.422" v="455" actId="2696"/>
          <pc:sldLayoutMkLst>
            <pc:docMk/>
            <pc:sldMasterMk cId="3173464017" sldId="2147483651"/>
            <pc:sldLayoutMk cId="2121790146" sldId="2147483658"/>
          </pc:sldLayoutMkLst>
        </pc:sldLayoutChg>
        <pc:sldLayoutChg chg="delSp del mod">
          <pc:chgData name="Palit, Tapti" userId="dec6fbcd-7598-406a-8cbf-504d4a3bac15" providerId="ADAL" clId="{ECD42228-5B96-4A72-B268-C46DF994E6B7}" dt="2024-01-14T19:29:50.425" v="456" actId="2696"/>
          <pc:sldLayoutMkLst>
            <pc:docMk/>
            <pc:sldMasterMk cId="3173464017" sldId="2147483651"/>
            <pc:sldLayoutMk cId="108553734" sldId="2147483659"/>
          </pc:sldLayoutMkLst>
          <pc:picChg chg="del">
            <ac:chgData name="Palit, Tapti" userId="dec6fbcd-7598-406a-8cbf-504d4a3bac15" providerId="ADAL" clId="{ECD42228-5B96-4A72-B268-C46DF994E6B7}" dt="2024-01-14T19:21:41.401" v="388" actId="478"/>
            <ac:picMkLst>
              <pc:docMk/>
              <pc:sldMasterMk cId="3173464017" sldId="2147483651"/>
              <pc:sldLayoutMk cId="108553734" sldId="2147483659"/>
              <ac:picMk id="12" creationId="{1187A0AE-82DF-15CC-71EB-814F9338E8D6}"/>
            </ac:picMkLst>
          </pc:picChg>
        </pc:sldLayoutChg>
        <pc:sldLayoutChg chg="delSp del mod">
          <pc:chgData name="Palit, Tapti" userId="dec6fbcd-7598-406a-8cbf-504d4a3bac15" providerId="ADAL" clId="{ECD42228-5B96-4A72-B268-C46DF994E6B7}" dt="2024-01-14T19:29:50.440" v="457" actId="2696"/>
          <pc:sldLayoutMkLst>
            <pc:docMk/>
            <pc:sldMasterMk cId="3173464017" sldId="2147483651"/>
            <pc:sldLayoutMk cId="123831168" sldId="2147483660"/>
          </pc:sldLayoutMkLst>
          <pc:picChg chg="del">
            <ac:chgData name="Palit, Tapti" userId="dec6fbcd-7598-406a-8cbf-504d4a3bac15" providerId="ADAL" clId="{ECD42228-5B96-4A72-B268-C46DF994E6B7}" dt="2024-01-14T19:21:43.433" v="389" actId="478"/>
            <ac:picMkLst>
              <pc:docMk/>
              <pc:sldMasterMk cId="3173464017" sldId="2147483651"/>
              <pc:sldLayoutMk cId="123831168" sldId="2147483660"/>
              <ac:picMk id="3" creationId="{D9D56DBC-682D-9000-C377-A3E36338D732}"/>
            </ac:picMkLst>
          </pc:picChg>
        </pc:sldLayoutChg>
        <pc:sldLayoutChg chg="delSp del mod">
          <pc:chgData name="Palit, Tapti" userId="dec6fbcd-7598-406a-8cbf-504d4a3bac15" providerId="ADAL" clId="{ECD42228-5B96-4A72-B268-C46DF994E6B7}" dt="2024-01-14T19:29:50.440" v="458" actId="2696"/>
          <pc:sldLayoutMkLst>
            <pc:docMk/>
            <pc:sldMasterMk cId="3173464017" sldId="2147483651"/>
            <pc:sldLayoutMk cId="3613130407" sldId="2147483661"/>
          </pc:sldLayoutMkLst>
          <pc:picChg chg="del">
            <ac:chgData name="Palit, Tapti" userId="dec6fbcd-7598-406a-8cbf-504d4a3bac15" providerId="ADAL" clId="{ECD42228-5B96-4A72-B268-C46DF994E6B7}" dt="2024-01-14T19:21:44.936" v="390" actId="478"/>
            <ac:picMkLst>
              <pc:docMk/>
              <pc:sldMasterMk cId="3173464017" sldId="2147483651"/>
              <pc:sldLayoutMk cId="3613130407" sldId="2147483661"/>
              <ac:picMk id="4" creationId="{D337403E-4A63-3B42-FC84-47BAEDD7A75E}"/>
            </ac:picMkLst>
          </pc:picChg>
        </pc:sldLayoutChg>
        <pc:sldLayoutChg chg="delSp del mod">
          <pc:chgData name="Palit, Tapti" userId="dec6fbcd-7598-406a-8cbf-504d4a3bac15" providerId="ADAL" clId="{ECD42228-5B96-4A72-B268-C46DF994E6B7}" dt="2024-01-14T19:29:50.456" v="459" actId="2696"/>
          <pc:sldLayoutMkLst>
            <pc:docMk/>
            <pc:sldMasterMk cId="3173464017" sldId="2147483651"/>
            <pc:sldLayoutMk cId="3950343936" sldId="2147483662"/>
          </pc:sldLayoutMkLst>
          <pc:picChg chg="del">
            <ac:chgData name="Palit, Tapti" userId="dec6fbcd-7598-406a-8cbf-504d4a3bac15" providerId="ADAL" clId="{ECD42228-5B96-4A72-B268-C46DF994E6B7}" dt="2024-01-14T19:21:47.092" v="391" actId="478"/>
            <ac:picMkLst>
              <pc:docMk/>
              <pc:sldMasterMk cId="3173464017" sldId="2147483651"/>
              <pc:sldLayoutMk cId="3950343936" sldId="2147483662"/>
              <ac:picMk id="4" creationId="{D337403E-4A63-3B42-FC84-47BAEDD7A75E}"/>
            </ac:picMkLst>
          </pc:picChg>
        </pc:sldLayoutChg>
        <pc:sldLayoutChg chg="delSp del mod">
          <pc:chgData name="Palit, Tapti" userId="dec6fbcd-7598-406a-8cbf-504d4a3bac15" providerId="ADAL" clId="{ECD42228-5B96-4A72-B268-C46DF994E6B7}" dt="2024-01-14T19:29:50.456" v="460" actId="2696"/>
          <pc:sldLayoutMkLst>
            <pc:docMk/>
            <pc:sldMasterMk cId="3173464017" sldId="2147483651"/>
            <pc:sldLayoutMk cId="2092112044" sldId="2147483663"/>
          </pc:sldLayoutMkLst>
          <pc:picChg chg="del">
            <ac:chgData name="Palit, Tapti" userId="dec6fbcd-7598-406a-8cbf-504d4a3bac15" providerId="ADAL" clId="{ECD42228-5B96-4A72-B268-C46DF994E6B7}" dt="2024-01-14T19:21:48.244" v="392" actId="478"/>
            <ac:picMkLst>
              <pc:docMk/>
              <pc:sldMasterMk cId="3173464017" sldId="2147483651"/>
              <pc:sldLayoutMk cId="2092112044" sldId="2147483663"/>
              <ac:picMk id="3" creationId="{821C840C-3AA9-6493-3A9D-CE82D8D49211}"/>
            </ac:picMkLst>
          </pc:picChg>
        </pc:sldLayoutChg>
        <pc:sldLayoutChg chg="delSp del mod">
          <pc:chgData name="Palit, Tapti" userId="dec6fbcd-7598-406a-8cbf-504d4a3bac15" providerId="ADAL" clId="{ECD42228-5B96-4A72-B268-C46DF994E6B7}" dt="2024-01-14T19:29:50.472" v="461" actId="2696"/>
          <pc:sldLayoutMkLst>
            <pc:docMk/>
            <pc:sldMasterMk cId="3173464017" sldId="2147483651"/>
            <pc:sldLayoutMk cId="2677586097" sldId="2147483664"/>
          </pc:sldLayoutMkLst>
          <pc:picChg chg="del">
            <ac:chgData name="Palit, Tapti" userId="dec6fbcd-7598-406a-8cbf-504d4a3bac15" providerId="ADAL" clId="{ECD42228-5B96-4A72-B268-C46DF994E6B7}" dt="2024-01-14T19:21:50.091" v="393" actId="478"/>
            <ac:picMkLst>
              <pc:docMk/>
              <pc:sldMasterMk cId="3173464017" sldId="2147483651"/>
              <pc:sldLayoutMk cId="2677586097" sldId="2147483664"/>
              <ac:picMk id="9" creationId="{0369561B-6E0A-309C-13AF-C89F6E6E2397}"/>
            </ac:picMkLst>
          </pc:picChg>
        </pc:sldLayoutChg>
        <pc:sldLayoutChg chg="delSp del mod">
          <pc:chgData name="Palit, Tapti" userId="dec6fbcd-7598-406a-8cbf-504d4a3bac15" providerId="ADAL" clId="{ECD42228-5B96-4A72-B268-C46DF994E6B7}" dt="2024-01-14T19:29:50.472" v="462" actId="2696"/>
          <pc:sldLayoutMkLst>
            <pc:docMk/>
            <pc:sldMasterMk cId="3173464017" sldId="2147483651"/>
            <pc:sldLayoutMk cId="313800927" sldId="2147483665"/>
          </pc:sldLayoutMkLst>
          <pc:picChg chg="del">
            <ac:chgData name="Palit, Tapti" userId="dec6fbcd-7598-406a-8cbf-504d4a3bac15" providerId="ADAL" clId="{ECD42228-5B96-4A72-B268-C46DF994E6B7}" dt="2024-01-14T19:21:51.412" v="394" actId="478"/>
            <ac:picMkLst>
              <pc:docMk/>
              <pc:sldMasterMk cId="3173464017" sldId="2147483651"/>
              <pc:sldLayoutMk cId="313800927" sldId="2147483665"/>
              <ac:picMk id="9" creationId="{0369561B-6E0A-309C-13AF-C89F6E6E2397}"/>
            </ac:picMkLst>
          </pc:picChg>
        </pc:sldLayoutChg>
        <pc:sldLayoutChg chg="delSp del mod">
          <pc:chgData name="Palit, Tapti" userId="dec6fbcd-7598-406a-8cbf-504d4a3bac15" providerId="ADAL" clId="{ECD42228-5B96-4A72-B268-C46DF994E6B7}" dt="2024-01-14T19:29:50.487" v="463" actId="2696"/>
          <pc:sldLayoutMkLst>
            <pc:docMk/>
            <pc:sldMasterMk cId="3173464017" sldId="2147483651"/>
            <pc:sldLayoutMk cId="3878811258" sldId="2147483666"/>
          </pc:sldLayoutMkLst>
          <pc:picChg chg="del">
            <ac:chgData name="Palit, Tapti" userId="dec6fbcd-7598-406a-8cbf-504d4a3bac15" providerId="ADAL" clId="{ECD42228-5B96-4A72-B268-C46DF994E6B7}" dt="2024-01-14T19:21:52.747" v="395" actId="478"/>
            <ac:picMkLst>
              <pc:docMk/>
              <pc:sldMasterMk cId="3173464017" sldId="2147483651"/>
              <pc:sldLayoutMk cId="3878811258" sldId="2147483666"/>
              <ac:picMk id="9" creationId="{0369561B-6E0A-309C-13AF-C89F6E6E2397}"/>
            </ac:picMkLst>
          </pc:picChg>
        </pc:sldLayoutChg>
        <pc:sldLayoutChg chg="delSp del mod">
          <pc:chgData name="Palit, Tapti" userId="dec6fbcd-7598-406a-8cbf-504d4a3bac15" providerId="ADAL" clId="{ECD42228-5B96-4A72-B268-C46DF994E6B7}" dt="2024-01-14T19:29:50.487" v="464" actId="2696"/>
          <pc:sldLayoutMkLst>
            <pc:docMk/>
            <pc:sldMasterMk cId="3173464017" sldId="2147483651"/>
            <pc:sldLayoutMk cId="3468204412" sldId="2147483667"/>
          </pc:sldLayoutMkLst>
          <pc:picChg chg="del">
            <ac:chgData name="Palit, Tapti" userId="dec6fbcd-7598-406a-8cbf-504d4a3bac15" providerId="ADAL" clId="{ECD42228-5B96-4A72-B268-C46DF994E6B7}" dt="2024-01-14T19:21:54.929" v="396" actId="478"/>
            <ac:picMkLst>
              <pc:docMk/>
              <pc:sldMasterMk cId="3173464017" sldId="2147483651"/>
              <pc:sldLayoutMk cId="3468204412" sldId="2147483667"/>
              <ac:picMk id="9" creationId="{0369561B-6E0A-309C-13AF-C89F6E6E2397}"/>
            </ac:picMkLst>
          </pc:picChg>
        </pc:sldLayoutChg>
        <pc:sldLayoutChg chg="delSp del mod">
          <pc:chgData name="Palit, Tapti" userId="dec6fbcd-7598-406a-8cbf-504d4a3bac15" providerId="ADAL" clId="{ECD42228-5B96-4A72-B268-C46DF994E6B7}" dt="2024-01-14T19:29:50.503" v="465" actId="2696"/>
          <pc:sldLayoutMkLst>
            <pc:docMk/>
            <pc:sldMasterMk cId="3173464017" sldId="2147483651"/>
            <pc:sldLayoutMk cId="3659780843" sldId="2147483668"/>
          </pc:sldLayoutMkLst>
          <pc:picChg chg="del">
            <ac:chgData name="Palit, Tapti" userId="dec6fbcd-7598-406a-8cbf-504d4a3bac15" providerId="ADAL" clId="{ECD42228-5B96-4A72-B268-C46DF994E6B7}" dt="2024-01-14T19:21:57.123" v="397" actId="478"/>
            <ac:picMkLst>
              <pc:docMk/>
              <pc:sldMasterMk cId="3173464017" sldId="2147483651"/>
              <pc:sldLayoutMk cId="3659780843" sldId="2147483668"/>
              <ac:picMk id="4" creationId="{D337403E-4A63-3B42-FC84-47BAEDD7A75E}"/>
            </ac:picMkLst>
          </pc:picChg>
        </pc:sldLayoutChg>
        <pc:sldLayoutChg chg="delSp del mod">
          <pc:chgData name="Palit, Tapti" userId="dec6fbcd-7598-406a-8cbf-504d4a3bac15" providerId="ADAL" clId="{ECD42228-5B96-4A72-B268-C46DF994E6B7}" dt="2024-01-14T19:29:50.503" v="466" actId="2696"/>
          <pc:sldLayoutMkLst>
            <pc:docMk/>
            <pc:sldMasterMk cId="3173464017" sldId="2147483651"/>
            <pc:sldLayoutMk cId="1129563301" sldId="2147483669"/>
          </pc:sldLayoutMkLst>
          <pc:picChg chg="del">
            <ac:chgData name="Palit, Tapti" userId="dec6fbcd-7598-406a-8cbf-504d4a3bac15" providerId="ADAL" clId="{ECD42228-5B96-4A72-B268-C46DF994E6B7}" dt="2024-01-14T19:21:58.817" v="398" actId="478"/>
            <ac:picMkLst>
              <pc:docMk/>
              <pc:sldMasterMk cId="3173464017" sldId="2147483651"/>
              <pc:sldLayoutMk cId="1129563301" sldId="2147483669"/>
              <ac:picMk id="9" creationId="{0369561B-6E0A-309C-13AF-C89F6E6E2397}"/>
            </ac:picMkLst>
          </pc:picChg>
        </pc:sldLayoutChg>
        <pc:sldLayoutChg chg="delSp del mod">
          <pc:chgData name="Palit, Tapti" userId="dec6fbcd-7598-406a-8cbf-504d4a3bac15" providerId="ADAL" clId="{ECD42228-5B96-4A72-B268-C46DF994E6B7}" dt="2024-01-14T19:29:50.523" v="467" actId="2696"/>
          <pc:sldLayoutMkLst>
            <pc:docMk/>
            <pc:sldMasterMk cId="3173464017" sldId="2147483651"/>
            <pc:sldLayoutMk cId="2931877124" sldId="2147483670"/>
          </pc:sldLayoutMkLst>
          <pc:picChg chg="del">
            <ac:chgData name="Palit, Tapti" userId="dec6fbcd-7598-406a-8cbf-504d4a3bac15" providerId="ADAL" clId="{ECD42228-5B96-4A72-B268-C46DF994E6B7}" dt="2024-01-14T19:22:00.230" v="399" actId="478"/>
            <ac:picMkLst>
              <pc:docMk/>
              <pc:sldMasterMk cId="3173464017" sldId="2147483651"/>
              <pc:sldLayoutMk cId="2931877124" sldId="2147483670"/>
              <ac:picMk id="9" creationId="{0369561B-6E0A-309C-13AF-C89F6E6E2397}"/>
            </ac:picMkLst>
          </pc:picChg>
        </pc:sldLayoutChg>
        <pc:sldLayoutChg chg="delSp del mod">
          <pc:chgData name="Palit, Tapti" userId="dec6fbcd-7598-406a-8cbf-504d4a3bac15" providerId="ADAL" clId="{ECD42228-5B96-4A72-B268-C46DF994E6B7}" dt="2024-01-14T19:29:50.523" v="468" actId="2696"/>
          <pc:sldLayoutMkLst>
            <pc:docMk/>
            <pc:sldMasterMk cId="3173464017" sldId="2147483651"/>
            <pc:sldLayoutMk cId="1488486935" sldId="2147483671"/>
          </pc:sldLayoutMkLst>
          <pc:picChg chg="del">
            <ac:chgData name="Palit, Tapti" userId="dec6fbcd-7598-406a-8cbf-504d4a3bac15" providerId="ADAL" clId="{ECD42228-5B96-4A72-B268-C46DF994E6B7}" dt="2024-01-14T19:22:02.355" v="400" actId="478"/>
            <ac:picMkLst>
              <pc:docMk/>
              <pc:sldMasterMk cId="3173464017" sldId="2147483651"/>
              <pc:sldLayoutMk cId="1488486935" sldId="2147483671"/>
              <ac:picMk id="15" creationId="{F444D1CF-9A99-D079-5D89-6DE824A89344}"/>
            </ac:picMkLst>
          </pc:picChg>
        </pc:sldLayoutChg>
        <pc:sldLayoutChg chg="delSp del mod">
          <pc:chgData name="Palit, Tapti" userId="dec6fbcd-7598-406a-8cbf-504d4a3bac15" providerId="ADAL" clId="{ECD42228-5B96-4A72-B268-C46DF994E6B7}" dt="2024-01-14T19:29:50.535" v="469" actId="2696"/>
          <pc:sldLayoutMkLst>
            <pc:docMk/>
            <pc:sldMasterMk cId="3173464017" sldId="2147483651"/>
            <pc:sldLayoutMk cId="1624196253" sldId="2147483672"/>
          </pc:sldLayoutMkLst>
          <pc:picChg chg="del">
            <ac:chgData name="Palit, Tapti" userId="dec6fbcd-7598-406a-8cbf-504d4a3bac15" providerId="ADAL" clId="{ECD42228-5B96-4A72-B268-C46DF994E6B7}" dt="2024-01-14T19:22:03.596" v="401" actId="478"/>
            <ac:picMkLst>
              <pc:docMk/>
              <pc:sldMasterMk cId="3173464017" sldId="2147483651"/>
              <pc:sldLayoutMk cId="1624196253" sldId="2147483672"/>
              <ac:picMk id="39" creationId="{28B0C093-6F71-44D4-5731-9A086B7811BD}"/>
            </ac:picMkLst>
          </pc:picChg>
        </pc:sldLayoutChg>
        <pc:sldLayoutChg chg="delSp del mod">
          <pc:chgData name="Palit, Tapti" userId="dec6fbcd-7598-406a-8cbf-504d4a3bac15" providerId="ADAL" clId="{ECD42228-5B96-4A72-B268-C46DF994E6B7}" dt="2024-01-14T19:29:50.535" v="470" actId="2696"/>
          <pc:sldLayoutMkLst>
            <pc:docMk/>
            <pc:sldMasterMk cId="3173464017" sldId="2147483651"/>
            <pc:sldLayoutMk cId="2605320833" sldId="2147483673"/>
          </pc:sldLayoutMkLst>
          <pc:picChg chg="del">
            <ac:chgData name="Palit, Tapti" userId="dec6fbcd-7598-406a-8cbf-504d4a3bac15" providerId="ADAL" clId="{ECD42228-5B96-4A72-B268-C46DF994E6B7}" dt="2024-01-14T19:22:05.794" v="402" actId="478"/>
            <ac:picMkLst>
              <pc:docMk/>
              <pc:sldMasterMk cId="3173464017" sldId="2147483651"/>
              <pc:sldLayoutMk cId="2605320833" sldId="2147483673"/>
              <ac:picMk id="39" creationId="{28B0C093-6F71-44D4-5731-9A086B7811BD}"/>
            </ac:picMkLst>
          </pc:picChg>
        </pc:sldLayoutChg>
        <pc:sldLayoutChg chg="del">
          <pc:chgData name="Palit, Tapti" userId="dec6fbcd-7598-406a-8cbf-504d4a3bac15" providerId="ADAL" clId="{ECD42228-5B96-4A72-B268-C46DF994E6B7}" dt="2024-01-14T19:29:50.535" v="471" actId="2696"/>
          <pc:sldLayoutMkLst>
            <pc:docMk/>
            <pc:sldMasterMk cId="3173464017" sldId="2147483651"/>
            <pc:sldLayoutMk cId="4082647622" sldId="2147483674"/>
          </pc:sldLayoutMkLst>
        </pc:sldLayoutChg>
        <pc:sldLayoutChg chg="del">
          <pc:chgData name="Palit, Tapti" userId="dec6fbcd-7598-406a-8cbf-504d4a3bac15" providerId="ADAL" clId="{ECD42228-5B96-4A72-B268-C46DF994E6B7}" dt="2024-01-14T19:29:50.346" v="448" actId="2696"/>
          <pc:sldLayoutMkLst>
            <pc:docMk/>
            <pc:sldMasterMk cId="3173464017" sldId="2147483651"/>
            <pc:sldLayoutMk cId="2821962812" sldId="2147483675"/>
          </pc:sldLayoutMkLst>
        </pc:sldLayoutChg>
        <pc:sldLayoutChg chg="del">
          <pc:chgData name="Palit, Tapti" userId="dec6fbcd-7598-406a-8cbf-504d4a3bac15" providerId="ADAL" clId="{ECD42228-5B96-4A72-B268-C46DF994E6B7}" dt="2024-01-14T19:29:45.413" v="447" actId="2696"/>
          <pc:sldLayoutMkLst>
            <pc:docMk/>
            <pc:sldMasterMk cId="3173464017" sldId="2147483651"/>
            <pc:sldLayoutMk cId="1048120041" sldId="2147483676"/>
          </pc:sldLayoutMkLst>
        </pc:sldLayoutChg>
        <pc:sldLayoutChg chg="del">
          <pc:chgData name="Palit, Tapti" userId="dec6fbcd-7598-406a-8cbf-504d4a3bac15" providerId="ADAL" clId="{ECD42228-5B96-4A72-B268-C46DF994E6B7}" dt="2024-01-14T19:29:45.397" v="446" actId="2696"/>
          <pc:sldLayoutMkLst>
            <pc:docMk/>
            <pc:sldMasterMk cId="3173464017" sldId="2147483651"/>
            <pc:sldLayoutMk cId="947820087" sldId="2147483677"/>
          </pc:sldLayoutMkLst>
        </pc:sldLayoutChg>
        <pc:sldLayoutChg chg="del">
          <pc:chgData name="Palit, Tapti" userId="dec6fbcd-7598-406a-8cbf-504d4a3bac15" providerId="ADAL" clId="{ECD42228-5B96-4A72-B268-C46DF994E6B7}" dt="2024-01-14T19:26:27.484" v="441" actId="47"/>
          <pc:sldLayoutMkLst>
            <pc:docMk/>
            <pc:sldMasterMk cId="3173464017" sldId="2147483651"/>
            <pc:sldLayoutMk cId="3195679092" sldId="2147483679"/>
          </pc:sldLayoutMkLst>
        </pc:sldLayoutChg>
      </pc:sldMasterChg>
      <pc:sldMasterChg chg="addSldLayout delSldLayout modSldLayout">
        <pc:chgData name="Palit, Tapti" userId="dec6fbcd-7598-406a-8cbf-504d4a3bac15" providerId="ADAL" clId="{ECD42228-5B96-4A72-B268-C46DF994E6B7}" dt="2024-01-29T23:35:49.110" v="82928" actId="14100"/>
        <pc:sldMasterMkLst>
          <pc:docMk/>
          <pc:sldMasterMk cId="233712816" sldId="2147483680"/>
        </pc:sldMasterMkLst>
        <pc:sldLayoutChg chg="modSp mod">
          <pc:chgData name="Palit, Tapti" userId="dec6fbcd-7598-406a-8cbf-504d4a3bac15" providerId="ADAL" clId="{ECD42228-5B96-4A72-B268-C46DF994E6B7}" dt="2024-01-29T23:35:49.110" v="82928" actId="14100"/>
          <pc:sldLayoutMkLst>
            <pc:docMk/>
            <pc:sldMasterMk cId="233712816" sldId="2147483680"/>
            <pc:sldLayoutMk cId="2376799565" sldId="2147483681"/>
          </pc:sldLayoutMkLst>
          <pc:spChg chg="mod">
            <ac:chgData name="Palit, Tapti" userId="dec6fbcd-7598-406a-8cbf-504d4a3bac15" providerId="ADAL" clId="{ECD42228-5B96-4A72-B268-C46DF994E6B7}" dt="2024-01-29T23:35:49.110" v="82928" actId="14100"/>
            <ac:spMkLst>
              <pc:docMk/>
              <pc:sldMasterMk cId="233712816" sldId="2147483680"/>
              <pc:sldLayoutMk cId="2376799565" sldId="2147483681"/>
              <ac:spMk id="3" creationId="{00000000-0000-0000-0000-000000000000}"/>
            </ac:spMkLst>
          </pc:spChg>
        </pc:sldLayoutChg>
        <pc:sldLayoutChg chg="add del mod modTransition">
          <pc:chgData name="Palit, Tapti" userId="dec6fbcd-7598-406a-8cbf-504d4a3bac15" providerId="ADAL" clId="{ECD42228-5B96-4A72-B268-C46DF994E6B7}" dt="2024-01-16T02:13:50.402" v="4772" actId="2696"/>
          <pc:sldLayoutMkLst>
            <pc:docMk/>
            <pc:sldMasterMk cId="233712816" sldId="2147483680"/>
            <pc:sldLayoutMk cId="216937841" sldId="2147483686"/>
          </pc:sldLayoutMkLst>
        </pc:sldLayoutChg>
        <pc:sldLayoutChg chg="add del mod modTransition">
          <pc:chgData name="Palit, Tapti" userId="dec6fbcd-7598-406a-8cbf-504d4a3bac15" providerId="ADAL" clId="{ECD42228-5B96-4A72-B268-C46DF994E6B7}" dt="2024-01-16T02:14:16.831" v="4776" actId="2890"/>
          <pc:sldLayoutMkLst>
            <pc:docMk/>
            <pc:sldMasterMk cId="233712816" sldId="2147483680"/>
            <pc:sldLayoutMk cId="2243872956" sldId="2147483687"/>
          </pc:sldLayoutMkLst>
        </pc:sldLayoutChg>
        <pc:sldLayoutChg chg="addSp modSp add mod modTransition">
          <pc:chgData name="Palit, Tapti" userId="dec6fbcd-7598-406a-8cbf-504d4a3bac15" providerId="ADAL" clId="{ECD42228-5B96-4A72-B268-C46DF994E6B7}" dt="2024-01-16T02:15:16.682" v="4787" actId="1076"/>
          <pc:sldLayoutMkLst>
            <pc:docMk/>
            <pc:sldMasterMk cId="233712816" sldId="2147483680"/>
            <pc:sldLayoutMk cId="818146410" sldId="2147483691"/>
          </pc:sldLayoutMkLst>
          <pc:spChg chg="mod">
            <ac:chgData name="Palit, Tapti" userId="dec6fbcd-7598-406a-8cbf-504d4a3bac15" providerId="ADAL" clId="{ECD42228-5B96-4A72-B268-C46DF994E6B7}" dt="2024-01-16T02:15:16.682" v="4787" actId="1076"/>
            <ac:spMkLst>
              <pc:docMk/>
              <pc:sldMasterMk cId="233712816" sldId="2147483680"/>
              <pc:sldLayoutMk cId="818146410" sldId="2147483691"/>
              <ac:spMk id="3" creationId="{00000000-0000-0000-0000-000000000000}"/>
            </ac:spMkLst>
          </pc:spChg>
          <pc:spChg chg="mod">
            <ac:chgData name="Palit, Tapti" userId="dec6fbcd-7598-406a-8cbf-504d4a3bac15" providerId="ADAL" clId="{ECD42228-5B96-4A72-B268-C46DF994E6B7}" dt="2024-01-16T02:15:10.083" v="4786" actId="14100"/>
            <ac:spMkLst>
              <pc:docMk/>
              <pc:sldMasterMk cId="233712816" sldId="2147483680"/>
              <pc:sldLayoutMk cId="818146410" sldId="2147483691"/>
              <ac:spMk id="4" creationId="{68978DA0-41BF-B60B-431E-237BD228D02F}"/>
            </ac:spMkLst>
          </pc:spChg>
          <pc:spChg chg="add mod">
            <ac:chgData name="Palit, Tapti" userId="dec6fbcd-7598-406a-8cbf-504d4a3bac15" providerId="ADAL" clId="{ECD42228-5B96-4A72-B268-C46DF994E6B7}" dt="2024-01-16T02:15:10.083" v="4786" actId="14100"/>
            <ac:spMkLst>
              <pc:docMk/>
              <pc:sldMasterMk cId="233712816" sldId="2147483680"/>
              <pc:sldLayoutMk cId="818146410" sldId="2147483691"/>
              <ac:spMk id="5" creationId="{F3B4F57F-52FF-34C9-CA40-49AC10797425}"/>
            </ac:spMkLst>
          </pc:spChg>
        </pc:sldLayoutChg>
      </pc:sldMasterChg>
    </pc:docChg>
  </pc:docChgLst>
  <pc:docChgLst>
    <pc:chgData name="Palit, Tapti" userId="S::tpalit@purdue.edu::dec6fbcd-7598-406a-8cbf-504d4a3bac15" providerId="AD" clId="Web-{6996A47D-AC16-A537-7366-79CD634BF0B7}"/>
    <pc:docChg chg="modSld">
      <pc:chgData name="Palit, Tapti" userId="S::tpalit@purdue.edu::dec6fbcd-7598-406a-8cbf-504d4a3bac15" providerId="AD" clId="Web-{6996A47D-AC16-A537-7366-79CD634BF0B7}" dt="2024-01-26T17:27:06.295" v="53" actId="20577"/>
      <pc:docMkLst>
        <pc:docMk/>
      </pc:docMkLst>
      <pc:sldChg chg="modSp">
        <pc:chgData name="Palit, Tapti" userId="S::tpalit@purdue.edu::dec6fbcd-7598-406a-8cbf-504d4a3bac15" providerId="AD" clId="Web-{6996A47D-AC16-A537-7366-79CD634BF0B7}" dt="2024-01-26T17:26:55.795" v="23" actId="20577"/>
        <pc:sldMkLst>
          <pc:docMk/>
          <pc:sldMk cId="1055822117" sldId="1038"/>
        </pc:sldMkLst>
        <pc:spChg chg="mod">
          <ac:chgData name="Palit, Tapti" userId="S::tpalit@purdue.edu::dec6fbcd-7598-406a-8cbf-504d4a3bac15" providerId="AD" clId="Web-{6996A47D-AC16-A537-7366-79CD634BF0B7}" dt="2024-01-26T17:26:50.466" v="10" actId="20577"/>
          <ac:spMkLst>
            <pc:docMk/>
            <pc:sldMk cId="1055822117" sldId="1038"/>
            <ac:spMk id="3" creationId="{C2AC3463-E898-8385-593F-593DA4125E40}"/>
          </ac:spMkLst>
        </pc:spChg>
        <pc:spChg chg="mod">
          <ac:chgData name="Palit, Tapti" userId="S::tpalit@purdue.edu::dec6fbcd-7598-406a-8cbf-504d4a3bac15" providerId="AD" clId="Web-{6996A47D-AC16-A537-7366-79CD634BF0B7}" dt="2024-01-26T17:26:55.795" v="23" actId="20577"/>
          <ac:spMkLst>
            <pc:docMk/>
            <pc:sldMk cId="1055822117" sldId="1038"/>
            <ac:spMk id="33" creationId="{0FF329FA-AD80-3EF8-2E40-78DBA07B6413}"/>
          </ac:spMkLst>
        </pc:spChg>
      </pc:sldChg>
      <pc:sldChg chg="modSp">
        <pc:chgData name="Palit, Tapti" userId="S::tpalit@purdue.edu::dec6fbcd-7598-406a-8cbf-504d4a3bac15" providerId="AD" clId="Web-{6996A47D-AC16-A537-7366-79CD634BF0B7}" dt="2024-01-26T17:27:06.295" v="53" actId="20577"/>
        <pc:sldMkLst>
          <pc:docMk/>
          <pc:sldMk cId="4270396083" sldId="1039"/>
        </pc:sldMkLst>
        <pc:spChg chg="mod">
          <ac:chgData name="Palit, Tapti" userId="S::tpalit@purdue.edu::dec6fbcd-7598-406a-8cbf-504d4a3bac15" providerId="AD" clId="Web-{6996A47D-AC16-A537-7366-79CD634BF0B7}" dt="2024-01-26T17:27:01.951" v="38" actId="20577"/>
          <ac:spMkLst>
            <pc:docMk/>
            <pc:sldMk cId="4270396083" sldId="1039"/>
            <ac:spMk id="3" creationId="{C2AC3463-E898-8385-593F-593DA4125E40}"/>
          </ac:spMkLst>
        </pc:spChg>
        <pc:spChg chg="mod">
          <ac:chgData name="Palit, Tapti" userId="S::tpalit@purdue.edu::dec6fbcd-7598-406a-8cbf-504d4a3bac15" providerId="AD" clId="Web-{6996A47D-AC16-A537-7366-79CD634BF0B7}" dt="2024-01-26T17:27:06.295" v="53" actId="20577"/>
          <ac:spMkLst>
            <pc:docMk/>
            <pc:sldMk cId="4270396083" sldId="1039"/>
            <ac:spMk id="33" creationId="{0FF329FA-AD80-3EF8-2E40-78DBA07B6413}"/>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Ex1.xml.rels><?xml version="1.0" encoding="UTF-8" standalone="yes"?>
<Relationships xmlns="http://schemas.openxmlformats.org/package/2006/relationships"><Relationship Id="rId3" Type="http://schemas.microsoft.com/office/2011/relationships/chartColorStyle" Target="colors3.xml"/><Relationship Id="rId2" Type="http://schemas.microsoft.com/office/2011/relationships/chartStyle" Target="style3.xml"/><Relationship Id="rId1" Type="http://schemas.openxmlformats.org/officeDocument/2006/relationships/package" Target="../embeddings/Microsoft_Excel_Worksheet2.xlsx"/></Relationships>
</file>

<file path=ppt/charts/_rels/chartEx2.xml.rels><?xml version="1.0" encoding="UTF-8" standalone="yes"?>
<Relationships xmlns="http://schemas.openxmlformats.org/package/2006/relationships"><Relationship Id="rId3" Type="http://schemas.microsoft.com/office/2011/relationships/chartColorStyle" Target="colors6.xml"/><Relationship Id="rId2" Type="http://schemas.microsoft.com/office/2011/relationships/chartStyle" Target="style6.xml"/><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cat>
            <c:strRef>
              <c:f>Sheet1!$A$2:$A$4</c:f>
              <c:strCache>
                <c:ptCount val="3"/>
                <c:pt idx="0">
                  <c:v>a</c:v>
                </c:pt>
                <c:pt idx="1">
                  <c:v>b</c:v>
                </c:pt>
                <c:pt idx="2">
                  <c:v>c</c:v>
                </c:pt>
              </c:strCache>
            </c:strRef>
          </c:cat>
          <c:val>
            <c:numRef>
              <c:f>Sheet1!$B$2:$B$4</c:f>
              <c:numCache>
                <c:formatCode>General</c:formatCode>
                <c:ptCount val="3"/>
                <c:pt idx="0">
                  <c:v>10</c:v>
                </c:pt>
                <c:pt idx="1">
                  <c:v>20</c:v>
                </c:pt>
                <c:pt idx="2">
                  <c:v>3.5</c:v>
                </c:pt>
              </c:numCache>
            </c:numRef>
          </c:val>
          <c:extLst>
            <c:ext xmlns:c16="http://schemas.microsoft.com/office/drawing/2014/chart" uri="{C3380CC4-5D6E-409C-BE32-E72D297353CC}">
              <c16:uniqueId val="{00000000-1488-437D-87DB-0EE3F77BBAB7}"/>
            </c:ext>
          </c:extLst>
        </c:ser>
        <c:dLbls>
          <c:showLegendKey val="0"/>
          <c:showVal val="0"/>
          <c:showCatName val="0"/>
          <c:showSerName val="0"/>
          <c:showPercent val="0"/>
          <c:showBubbleSize val="0"/>
        </c:dLbls>
        <c:gapWidth val="219"/>
        <c:overlap val="-27"/>
        <c:axId val="1008614415"/>
        <c:axId val="1008613455"/>
      </c:barChart>
      <c:catAx>
        <c:axId val="100861441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crossAx val="1008613455"/>
        <c:crosses val="autoZero"/>
        <c:auto val="1"/>
        <c:lblAlgn val="ctr"/>
        <c:lblOffset val="100"/>
        <c:noMultiLvlLbl val="0"/>
      </c:catAx>
      <c:valAx>
        <c:axId val="100861345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1008614415"/>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Series 1</c:v>
                </c:pt>
              </c:strCache>
            </c:strRef>
          </c:tx>
          <c:dPt>
            <c:idx val="0"/>
            <c:bubble3D val="0"/>
            <c:spPr>
              <a:solidFill>
                <a:schemeClr val="accent1"/>
              </a:solidFill>
              <a:ln>
                <a:noFill/>
              </a:ln>
              <a:effectLst/>
            </c:spPr>
            <c:extLst>
              <c:ext xmlns:c16="http://schemas.microsoft.com/office/drawing/2014/chart" uri="{C3380CC4-5D6E-409C-BE32-E72D297353CC}">
                <c16:uniqueId val="{00000001-D91A-4F92-9A73-65DFD0CC5482}"/>
              </c:ext>
            </c:extLst>
          </c:dPt>
          <c:dPt>
            <c:idx val="1"/>
            <c:bubble3D val="0"/>
            <c:spPr>
              <a:solidFill>
                <a:schemeClr val="accent2"/>
              </a:solidFill>
              <a:ln>
                <a:noFill/>
              </a:ln>
              <a:effectLst/>
            </c:spPr>
            <c:extLst>
              <c:ext xmlns:c16="http://schemas.microsoft.com/office/drawing/2014/chart" uri="{C3380CC4-5D6E-409C-BE32-E72D297353CC}">
                <c16:uniqueId val="{00000003-D91A-4F92-9A73-65DFD0CC5482}"/>
              </c:ext>
            </c:extLst>
          </c:dPt>
          <c:dPt>
            <c:idx val="2"/>
            <c:bubble3D val="0"/>
            <c:spPr>
              <a:solidFill>
                <a:schemeClr val="accent3"/>
              </a:solidFill>
              <a:ln>
                <a:noFill/>
              </a:ln>
              <a:effectLst/>
            </c:spPr>
            <c:extLst>
              <c:ext xmlns:c16="http://schemas.microsoft.com/office/drawing/2014/chart" uri="{C3380CC4-5D6E-409C-BE32-E72D297353CC}">
                <c16:uniqueId val="{00000005-D91A-4F92-9A73-65DFD0CC5482}"/>
              </c:ext>
            </c:extLst>
          </c:dPt>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Sheet1!$A$2:$A$4</c:f>
              <c:strCache>
                <c:ptCount val="3"/>
                <c:pt idx="0">
                  <c:v>a</c:v>
                </c:pt>
                <c:pt idx="1">
                  <c:v>b</c:v>
                </c:pt>
                <c:pt idx="2">
                  <c:v>c</c:v>
                </c:pt>
              </c:strCache>
            </c:strRef>
          </c:cat>
          <c:val>
            <c:numRef>
              <c:f>Sheet1!$B$2:$B$4</c:f>
              <c:numCache>
                <c:formatCode>General</c:formatCode>
                <c:ptCount val="3"/>
                <c:pt idx="0">
                  <c:v>10</c:v>
                </c:pt>
                <c:pt idx="1">
                  <c:v>20</c:v>
                </c:pt>
                <c:pt idx="2">
                  <c:v>30</c:v>
                </c:pt>
              </c:numCache>
            </c:numRef>
          </c:val>
          <c:extLst>
            <c:ext xmlns:c16="http://schemas.microsoft.com/office/drawing/2014/chart" uri="{C3380CC4-5D6E-409C-BE32-E72D297353CC}">
              <c16:uniqueId val="{00000000-A74E-4047-97F2-020BA21BFF29}"/>
            </c:ext>
          </c:extLst>
        </c:ser>
        <c:dLbls>
          <c:dLblPos val="bestFit"/>
          <c:showLegendKey val="0"/>
          <c:showVal val="1"/>
          <c:showCatName val="0"/>
          <c:showSerName val="0"/>
          <c:showPercent val="0"/>
          <c:showBubbleSize val="0"/>
          <c:showLeaderLines val="1"/>
        </c:dLbls>
        <c:firstSliceAng val="0"/>
      </c:pieChart>
      <c:spPr>
        <a:noFill/>
        <a:ln>
          <a:noFill/>
        </a:ln>
        <a:effectLst/>
      </c:spPr>
    </c:plotArea>
    <c:legend>
      <c:legendPos val="r"/>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cat>
            <c:strRef>
              <c:f>Sheet1!$A$2:$A$4</c:f>
              <c:strCache>
                <c:ptCount val="3"/>
                <c:pt idx="0">
                  <c:v>a</c:v>
                </c:pt>
                <c:pt idx="1">
                  <c:v>b</c:v>
                </c:pt>
                <c:pt idx="2">
                  <c:v>c</c:v>
                </c:pt>
              </c:strCache>
            </c:strRef>
          </c:cat>
          <c:val>
            <c:numRef>
              <c:f>Sheet1!$B$2:$B$4</c:f>
              <c:numCache>
                <c:formatCode>General</c:formatCode>
                <c:ptCount val="3"/>
                <c:pt idx="0">
                  <c:v>10</c:v>
                </c:pt>
                <c:pt idx="1">
                  <c:v>20</c:v>
                </c:pt>
                <c:pt idx="2">
                  <c:v>3.5</c:v>
                </c:pt>
              </c:numCache>
            </c:numRef>
          </c:val>
          <c:extLst>
            <c:ext xmlns:c16="http://schemas.microsoft.com/office/drawing/2014/chart" uri="{C3380CC4-5D6E-409C-BE32-E72D297353CC}">
              <c16:uniqueId val="{00000000-1488-437D-87DB-0EE3F77BBAB7}"/>
            </c:ext>
          </c:extLst>
        </c:ser>
        <c:dLbls>
          <c:showLegendKey val="0"/>
          <c:showVal val="0"/>
          <c:showCatName val="0"/>
          <c:showSerName val="0"/>
          <c:showPercent val="0"/>
          <c:showBubbleSize val="0"/>
        </c:dLbls>
        <c:gapWidth val="219"/>
        <c:overlap val="-27"/>
        <c:axId val="1008614415"/>
        <c:axId val="1008613455"/>
      </c:barChart>
      <c:catAx>
        <c:axId val="100861441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crossAx val="1008613455"/>
        <c:crosses val="autoZero"/>
        <c:auto val="1"/>
        <c:lblAlgn val="ctr"/>
        <c:lblOffset val="100"/>
        <c:noMultiLvlLbl val="0"/>
      </c:catAx>
      <c:valAx>
        <c:axId val="100861345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1008614415"/>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Series 1</c:v>
                </c:pt>
              </c:strCache>
            </c:strRef>
          </c:tx>
          <c:dPt>
            <c:idx val="0"/>
            <c:bubble3D val="0"/>
            <c:spPr>
              <a:solidFill>
                <a:schemeClr val="accent1"/>
              </a:solidFill>
              <a:ln>
                <a:noFill/>
              </a:ln>
              <a:effectLst/>
            </c:spPr>
            <c:extLst>
              <c:ext xmlns:c16="http://schemas.microsoft.com/office/drawing/2014/chart" uri="{C3380CC4-5D6E-409C-BE32-E72D297353CC}">
                <c16:uniqueId val="{00000001-D91A-4F92-9A73-65DFD0CC5482}"/>
              </c:ext>
            </c:extLst>
          </c:dPt>
          <c:dPt>
            <c:idx val="1"/>
            <c:bubble3D val="0"/>
            <c:spPr>
              <a:solidFill>
                <a:schemeClr val="accent2"/>
              </a:solidFill>
              <a:ln>
                <a:noFill/>
              </a:ln>
              <a:effectLst/>
            </c:spPr>
            <c:extLst>
              <c:ext xmlns:c16="http://schemas.microsoft.com/office/drawing/2014/chart" uri="{C3380CC4-5D6E-409C-BE32-E72D297353CC}">
                <c16:uniqueId val="{00000003-D91A-4F92-9A73-65DFD0CC5482}"/>
              </c:ext>
            </c:extLst>
          </c:dPt>
          <c:dPt>
            <c:idx val="2"/>
            <c:bubble3D val="0"/>
            <c:spPr>
              <a:solidFill>
                <a:schemeClr val="accent3"/>
              </a:solidFill>
              <a:ln>
                <a:noFill/>
              </a:ln>
              <a:effectLst/>
            </c:spPr>
            <c:extLst>
              <c:ext xmlns:c16="http://schemas.microsoft.com/office/drawing/2014/chart" uri="{C3380CC4-5D6E-409C-BE32-E72D297353CC}">
                <c16:uniqueId val="{00000005-D91A-4F92-9A73-65DFD0CC5482}"/>
              </c:ext>
            </c:extLst>
          </c:dPt>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Sheet1!$A$2:$A$4</c:f>
              <c:strCache>
                <c:ptCount val="3"/>
                <c:pt idx="0">
                  <c:v>a</c:v>
                </c:pt>
                <c:pt idx="1">
                  <c:v>b</c:v>
                </c:pt>
                <c:pt idx="2">
                  <c:v>c</c:v>
                </c:pt>
              </c:strCache>
            </c:strRef>
          </c:cat>
          <c:val>
            <c:numRef>
              <c:f>Sheet1!$B$2:$B$4</c:f>
              <c:numCache>
                <c:formatCode>General</c:formatCode>
                <c:ptCount val="3"/>
                <c:pt idx="0">
                  <c:v>10</c:v>
                </c:pt>
                <c:pt idx="1">
                  <c:v>20</c:v>
                </c:pt>
                <c:pt idx="2">
                  <c:v>30</c:v>
                </c:pt>
              </c:numCache>
            </c:numRef>
          </c:val>
          <c:extLst>
            <c:ext xmlns:c16="http://schemas.microsoft.com/office/drawing/2014/chart" uri="{C3380CC4-5D6E-409C-BE32-E72D297353CC}">
              <c16:uniqueId val="{00000000-A74E-4047-97F2-020BA21BFF29}"/>
            </c:ext>
          </c:extLst>
        </c:ser>
        <c:dLbls>
          <c:dLblPos val="bestFit"/>
          <c:showLegendKey val="0"/>
          <c:showVal val="1"/>
          <c:showCatName val="0"/>
          <c:showSerName val="0"/>
          <c:showPercent val="0"/>
          <c:showBubbleSize val="0"/>
          <c:showLeaderLines val="1"/>
        </c:dLbls>
        <c:firstSliceAng val="0"/>
      </c:pieChart>
      <c:spPr>
        <a:noFill/>
        <a:ln>
          <a:noFill/>
        </a:ln>
        <a:effectLst/>
      </c:spPr>
    </c:plotArea>
    <c:legend>
      <c:legendPos val="r"/>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Ex1.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 dir="row">Sheet1!$A$2:$A$4</cx:f>
        <cx:lvl ptCount="3">
          <cx:pt idx="0">a</cx:pt>
          <cx:pt idx="1">b</cx:pt>
          <cx:pt idx="2">c</cx:pt>
        </cx:lvl>
      </cx:strDim>
      <cx:numDim type="size">
        <cx:f dir="row">Sheet1!$B$2:$B$4</cx:f>
        <cx:lvl ptCount="3" formatCode="General">
          <cx:pt idx="0">10</cx:pt>
          <cx:pt idx="1">20</cx:pt>
          <cx:pt idx="2">30</cx:pt>
        </cx:lvl>
      </cx:numDim>
    </cx:data>
  </cx:chartData>
  <cx:chart>
    <cx:plotArea>
      <cx:plotAreaRegion>
        <cx:series layoutId="sunburst" uniqueId="{ECF5EE0C-F7F4-40CA-A582-881CEA022ED8}">
          <cx:tx>
            <cx:txData>
              <cx:f>Sheet1!$B$1</cx:f>
              <cx:v>Series 1</cx:v>
            </cx:txData>
          </cx:tx>
          <cx:dataId val="0"/>
        </cx:series>
      </cx:plotAreaRegion>
    </cx:plotArea>
    <cx:legend pos="t" align="ctr" overlay="0">
      <cx:txPr>
        <a:bodyPr spcFirstLastPara="1" vertOverflow="ellipsis" horzOverflow="overflow" wrap="square" lIns="0" tIns="0" rIns="0" bIns="0" anchor="ctr" anchorCtr="1"/>
        <a:lstStyle/>
        <a:p>
          <a:pPr algn="ctr" rtl="0">
            <a:defRPr sz="1400"/>
          </a:pPr>
          <a:endParaRPr lang="en-US" sz="1400" b="0" i="0" u="none" strike="noStrike" kern="1200" baseline="0">
            <a:solidFill>
              <a:srgbClr val="022850">
                <a:lumMod val="65000"/>
                <a:lumOff val="35000"/>
              </a:srgbClr>
            </a:solidFill>
            <a:latin typeface="Calibri" panose="020F0502020204030204"/>
          </a:endParaRPr>
        </a:p>
      </cx:txPr>
    </cx:legend>
  </cx:chart>
</cx:chartSpace>
</file>

<file path=ppt/charts/chartEx2.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 dir="row">Sheet1!$A$2:$A$4</cx:f>
        <cx:lvl ptCount="3">
          <cx:pt idx="0">a</cx:pt>
          <cx:pt idx="1">b</cx:pt>
          <cx:pt idx="2">c</cx:pt>
        </cx:lvl>
      </cx:strDim>
      <cx:numDim type="size">
        <cx:f dir="row">Sheet1!$B$2:$B$4</cx:f>
        <cx:lvl ptCount="3" formatCode="General">
          <cx:pt idx="0">10</cx:pt>
          <cx:pt idx="1">20</cx:pt>
          <cx:pt idx="2">30</cx:pt>
        </cx:lvl>
      </cx:numDim>
    </cx:data>
  </cx:chartData>
  <cx:chart>
    <cx:plotArea>
      <cx:plotAreaRegion>
        <cx:series layoutId="sunburst" uniqueId="{ECF5EE0C-F7F4-40CA-A582-881CEA022ED8}">
          <cx:tx>
            <cx:txData>
              <cx:f>Sheet1!$B$1</cx:f>
              <cx:v>Series 1</cx:v>
            </cx:txData>
          </cx:tx>
          <cx:dataId val="0"/>
        </cx:series>
      </cx:plotAreaRegion>
    </cx:plotArea>
    <cx:legend pos="t" align="ctr" overlay="0">
      <cx:txPr>
        <a:bodyPr spcFirstLastPara="1" vertOverflow="ellipsis" horzOverflow="overflow" wrap="square" lIns="0" tIns="0" rIns="0" bIns="0" anchor="ctr" anchorCtr="1"/>
        <a:lstStyle/>
        <a:p>
          <a:pPr algn="ctr" rtl="0">
            <a:defRPr sz="1400"/>
          </a:pPr>
          <a:endParaRPr lang="en-US" sz="1400" b="0" i="0" u="none" strike="noStrike" kern="1200" baseline="0">
            <a:solidFill>
              <a:srgbClr val="022850">
                <a:lumMod val="65000"/>
                <a:lumOff val="35000"/>
              </a:srgbClr>
            </a:solidFill>
            <a:latin typeface="Calibri" panose="020F0502020204030204"/>
          </a:endParaRPr>
        </a:p>
      </cx:txPr>
    </cx:legend>
  </cx:chart>
</cx: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0303FB2-A1BE-0DBA-A3AC-DFA8A593047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682844F-6348-C965-3033-4582208182E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1249EDF-C441-401E-BE19-3A9BC3A020D4}" type="datetimeFigureOut">
              <a:rPr lang="en-US" smtClean="0"/>
              <a:t>1/14/26</a:t>
            </a:fld>
            <a:endParaRPr lang="en-US"/>
          </a:p>
        </p:txBody>
      </p:sp>
      <p:sp>
        <p:nvSpPr>
          <p:cNvPr id="4" name="Footer Placeholder 3">
            <a:extLst>
              <a:ext uri="{FF2B5EF4-FFF2-40B4-BE49-F238E27FC236}">
                <a16:creationId xmlns:a16="http://schemas.microsoft.com/office/drawing/2014/main" id="{D5953E46-1D0D-C95C-66B2-3089D233743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C3599E8B-091A-C7E4-8220-7438D090CC1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8D8223A-ACC9-44FE-9CF5-78ACB84FD6BB}" type="slidenum">
              <a:rPr lang="en-US" smtClean="0"/>
              <a:t>‹#›</a:t>
            </a:fld>
            <a:endParaRPr lang="en-US"/>
          </a:p>
        </p:txBody>
      </p:sp>
    </p:spTree>
    <p:extLst>
      <p:ext uri="{BB962C8B-B14F-4D97-AF65-F5344CB8AC3E}">
        <p14:creationId xmlns:p14="http://schemas.microsoft.com/office/powerpoint/2010/main" val="4087802163"/>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53C71B-473E-4814-B444-77926C773EE5}" type="datetimeFigureOut">
              <a:rPr lang="en-US" smtClean="0"/>
              <a:t>1/14/26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5966425-68DF-4337-AE1A-4CA291A8E422}" type="slidenum">
              <a:rPr lang="en-US" smtClean="0"/>
              <a:t>‹#›</a:t>
            </a:fld>
            <a:endParaRPr lang="en-US"/>
          </a:p>
        </p:txBody>
      </p:sp>
    </p:spTree>
    <p:extLst>
      <p:ext uri="{BB962C8B-B14F-4D97-AF65-F5344CB8AC3E}">
        <p14:creationId xmlns:p14="http://schemas.microsoft.com/office/powerpoint/2010/main" val="2261581445"/>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Will have code … slow down?</a:t>
            </a:r>
          </a:p>
        </p:txBody>
      </p:sp>
    </p:spTree>
    <p:extLst>
      <p:ext uri="{BB962C8B-B14F-4D97-AF65-F5344CB8AC3E}">
        <p14:creationId xmlns:p14="http://schemas.microsoft.com/office/powerpoint/2010/main" val="25651689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2105567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7501066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Going back to our code</a:t>
            </a:r>
          </a:p>
          <a:p>
            <a:pPr marL="171450" indent="-171450">
              <a:buFontTx/>
              <a:buChar char="-"/>
            </a:pPr>
            <a:r>
              <a:rPr lang="en-US" dirty="0"/>
              <a:t>Do we want to prevent the instantiation of Vehicle?</a:t>
            </a:r>
          </a:p>
        </p:txBody>
      </p:sp>
    </p:spTree>
    <p:extLst>
      <p:ext uri="{BB962C8B-B14F-4D97-AF65-F5344CB8AC3E}">
        <p14:creationId xmlns:p14="http://schemas.microsoft.com/office/powerpoint/2010/main" val="5634556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3614695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pPr marL="171450" indent="-171450">
              <a:buFontTx/>
              <a:buChar char="-"/>
            </a:pPr>
            <a:endParaRPr lang="en-US" dirty="0"/>
          </a:p>
          <a:p>
            <a:pPr marL="171450" indent="-171450">
              <a:buFontTx/>
              <a:buChar char="-"/>
            </a:pPr>
            <a:endParaRPr lang="en-US" dirty="0"/>
          </a:p>
          <a:p>
            <a:pPr marL="171450" indent="-171450">
              <a:buFontTx/>
              <a:buChar char="-"/>
            </a:pPr>
            <a:endParaRPr lang="en-US" dirty="0"/>
          </a:p>
        </p:txBody>
      </p:sp>
    </p:spTree>
    <p:extLst>
      <p:ext uri="{BB962C8B-B14F-4D97-AF65-F5344CB8AC3E}">
        <p14:creationId xmlns:p14="http://schemas.microsoft.com/office/powerpoint/2010/main" val="38361612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678171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endParaRPr lang="en-US" dirty="0"/>
          </a:p>
        </p:txBody>
      </p:sp>
    </p:spTree>
    <p:extLst>
      <p:ext uri="{BB962C8B-B14F-4D97-AF65-F5344CB8AC3E}">
        <p14:creationId xmlns:p14="http://schemas.microsoft.com/office/powerpoint/2010/main" val="15034578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Factory : manufactures all the objects</a:t>
            </a:r>
          </a:p>
          <a:p>
            <a:r>
              <a:rPr lang="en-US" dirty="0"/>
              <a:t>Abstract: class is abstract</a:t>
            </a:r>
          </a:p>
        </p:txBody>
      </p:sp>
    </p:spTree>
    <p:extLst>
      <p:ext uri="{BB962C8B-B14F-4D97-AF65-F5344CB8AC3E}">
        <p14:creationId xmlns:p14="http://schemas.microsoft.com/office/powerpoint/2010/main" val="42541569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Nothing fancy happening here</a:t>
            </a:r>
          </a:p>
        </p:txBody>
      </p:sp>
    </p:spTree>
    <p:extLst>
      <p:ext uri="{BB962C8B-B14F-4D97-AF65-F5344CB8AC3E}">
        <p14:creationId xmlns:p14="http://schemas.microsoft.com/office/powerpoint/2010/main" val="16352919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What do I mean? Let’s look at a bit of details</a:t>
            </a:r>
          </a:p>
        </p:txBody>
      </p:sp>
    </p:spTree>
    <p:extLst>
      <p:ext uri="{BB962C8B-B14F-4D97-AF65-F5344CB8AC3E}">
        <p14:creationId xmlns:p14="http://schemas.microsoft.com/office/powerpoint/2010/main" val="25244404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6721290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DCE87D-5C00-D78B-1602-D81E6BC400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A87061-6C89-9423-2FA7-D335E9C4DB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9A1FF7-C16A-2A9F-45ED-5D4E0E1A674F}"/>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1070771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EB6DBA-1E36-B006-40EC-9AC9DEF6FD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65A319-4AD5-3781-E894-8B7701F6B3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C7BEA3-247C-EC48-01E7-EB6D2C49CE33}"/>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23250846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9DB8E0-D072-3DE4-1BC2-799E994DFD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B43CDD-8DB0-1E90-D963-9927222EF7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B9A9E4-9FD2-7C30-110D-707FEA817C24}"/>
              </a:ext>
            </a:extLst>
          </p:cNvPr>
          <p:cNvSpPr>
            <a:spLocks noGrp="1"/>
          </p:cNvSpPr>
          <p:nvPr>
            <p:ph type="body" idx="1"/>
          </p:nvPr>
        </p:nvSpPr>
        <p:spPr/>
        <p:txBody>
          <a:bodyPr/>
          <a:lstStyle/>
          <a:p>
            <a:r>
              <a:rPr lang="en-US" dirty="0"/>
              <a:t>- Third party payment gateway</a:t>
            </a:r>
          </a:p>
        </p:txBody>
      </p:sp>
    </p:spTree>
    <p:extLst>
      <p:ext uri="{BB962C8B-B14F-4D97-AF65-F5344CB8AC3E}">
        <p14:creationId xmlns:p14="http://schemas.microsoft.com/office/powerpoint/2010/main" val="25740209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9B2980-862A-4F51-5584-6E8F023964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C21926-78A4-AFC4-5DC4-30C85092AE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647A7A-4AA5-96F2-DBF9-0BBFEC2EE330}"/>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0940262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35B499-0518-A669-FD36-9AE2972FE9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FD88F5-B301-1926-48B2-7BB28E137B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80E3F6-9115-D878-3171-D0BF7F8F1EE4}"/>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04972350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Adapter, Bridge, Composite, Decorator, Proxy</a:t>
            </a:r>
          </a:p>
          <a:p>
            <a:endParaRPr lang="en-US" dirty="0"/>
          </a:p>
        </p:txBody>
      </p:sp>
    </p:spTree>
    <p:extLst>
      <p:ext uri="{BB962C8B-B14F-4D97-AF65-F5344CB8AC3E}">
        <p14:creationId xmlns:p14="http://schemas.microsoft.com/office/powerpoint/2010/main" val="133550521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CD29B6-795E-701B-019F-77AAEC5980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A3E58E-8358-5838-E783-115D6880DD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C3878D-45BF-A81B-C9CD-111B247974A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Adapter, Bridge, Composite, Decorator, Proxy</a:t>
            </a:r>
          </a:p>
          <a:p>
            <a:endParaRPr lang="en-US" dirty="0"/>
          </a:p>
        </p:txBody>
      </p:sp>
    </p:spTree>
    <p:extLst>
      <p:ext uri="{BB962C8B-B14F-4D97-AF65-F5344CB8AC3E}">
        <p14:creationId xmlns:p14="http://schemas.microsoft.com/office/powerpoint/2010/main" val="380620144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B027A2-29C4-4F2E-9715-0F484BF671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DE9B10-E8F6-E25C-AA6D-30AD410A93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6C0511-63F1-9454-CA68-A04F22405209}"/>
              </a:ext>
            </a:extLst>
          </p:cNvPr>
          <p:cNvSpPr>
            <a:spLocks noGrp="1"/>
          </p:cNvSpPr>
          <p:nvPr>
            <p:ph type="body" idx="1"/>
          </p:nvPr>
        </p:nvSpPr>
        <p:spPr/>
        <p:txBody>
          <a:bodyPr/>
          <a:lstStyle/>
          <a:p>
            <a:r>
              <a:rPr lang="en-US" dirty="0"/>
              <a:t>- </a:t>
            </a:r>
            <a:r>
              <a:rPr lang="en-US"/>
              <a:t>Common design patterns</a:t>
            </a:r>
            <a:endParaRPr lang="en-US" dirty="0"/>
          </a:p>
        </p:txBody>
      </p:sp>
    </p:spTree>
    <p:extLst>
      <p:ext uri="{BB962C8B-B14F-4D97-AF65-F5344CB8AC3E}">
        <p14:creationId xmlns:p14="http://schemas.microsoft.com/office/powerpoint/2010/main" val="319689435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1BC0F1-463B-3B9E-8414-5E4933B941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F167E9-21A1-1740-2DDE-126B12A386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EAAF74-41A5-623B-83E0-227AD95F9E31}"/>
              </a:ext>
            </a:extLst>
          </p:cNvPr>
          <p:cNvSpPr>
            <a:spLocks noGrp="1"/>
          </p:cNvSpPr>
          <p:nvPr>
            <p:ph type="body" idx="1"/>
          </p:nvPr>
        </p:nvSpPr>
        <p:spPr/>
        <p:txBody>
          <a:bodyPr/>
          <a:lstStyle/>
          <a:p>
            <a:r>
              <a:rPr lang="en-US" dirty="0"/>
              <a:t>- </a:t>
            </a:r>
            <a:r>
              <a:rPr lang="en-US"/>
              <a:t>Common design patterns</a:t>
            </a:r>
            <a:endParaRPr lang="en-US" dirty="0"/>
          </a:p>
        </p:txBody>
      </p:sp>
    </p:spTree>
    <p:extLst>
      <p:ext uri="{BB962C8B-B14F-4D97-AF65-F5344CB8AC3E}">
        <p14:creationId xmlns:p14="http://schemas.microsoft.com/office/powerpoint/2010/main" val="250044467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61762428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1A5951-DB51-4939-C07E-A63104A762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22A89F-2141-1132-6F52-5ACE00FCB7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BCE477-0154-2615-866B-2EA7424940AA}"/>
              </a:ext>
            </a:extLst>
          </p:cNvPr>
          <p:cNvSpPr>
            <a:spLocks noGrp="1"/>
          </p:cNvSpPr>
          <p:nvPr>
            <p:ph type="body" idx="1"/>
          </p:nvPr>
        </p:nvSpPr>
        <p:spPr/>
        <p:txBody>
          <a:bodyPr/>
          <a:lstStyle/>
          <a:p>
            <a:r>
              <a:rPr lang="en-US" dirty="0"/>
              <a:t>- </a:t>
            </a:r>
            <a:r>
              <a:rPr lang="en-US"/>
              <a:t>Common design patterns</a:t>
            </a:r>
            <a:endParaRPr lang="en-US" dirty="0"/>
          </a:p>
        </p:txBody>
      </p:sp>
    </p:spTree>
    <p:extLst>
      <p:ext uri="{BB962C8B-B14F-4D97-AF65-F5344CB8AC3E}">
        <p14:creationId xmlns:p14="http://schemas.microsoft.com/office/powerpoint/2010/main" val="84425032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9D2F4D-C891-CB34-0947-BDE0FDFB1C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AC1C4D-4D34-A1F3-DB1D-16AA33F79B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D0074F-8691-3C8A-BCA0-8C6532F37335}"/>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5208538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CDF16C-E038-9EEF-0869-E9DAC6CAE7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BF8D7B-5339-E5EF-B53A-4FA530E8F6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4CA588-806E-629D-26CF-2E63C6F1D4E9}"/>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26588880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74FA85-129B-FD55-D295-13F6579B72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79B962-9777-0B90-1582-540F49057B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404116-BD8C-67A9-2D5D-26C6FCF7722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Bridge, Composite, Decorator, Proxy</a:t>
            </a:r>
          </a:p>
          <a:p>
            <a:endParaRPr lang="en-US" dirty="0"/>
          </a:p>
        </p:txBody>
      </p:sp>
    </p:spTree>
    <p:extLst>
      <p:ext uri="{BB962C8B-B14F-4D97-AF65-F5344CB8AC3E}">
        <p14:creationId xmlns:p14="http://schemas.microsoft.com/office/powerpoint/2010/main" val="183392988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F218AA-E7B6-FBB3-2D76-FE19452756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9FDF17-E42B-C9C0-081E-963268F7BB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396993-22B0-018F-470E-6E5B3096C243}"/>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91147476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B4C440-1D4E-1A52-0A09-0BAB9A7218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82E58F-061A-9077-7210-5C3172EBA6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5492EA-38B6-E5D4-D165-4D33BB3BC59C}"/>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06279180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E3426E-732D-383D-7680-070ACA72DF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BC6A37-E148-997A-046E-AA4E3F4875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0DAD66-8A69-C031-4FA1-30D8CC2B43A8}"/>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62145631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04B140-9B05-F047-55E7-C997224CEE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C1FECE-A482-6E02-628A-7D8DFB79F6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36BF51-4963-E0F1-CAAA-9A939F6C1A77}"/>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30422784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err="1"/>
              <a:t>Entrypoint</a:t>
            </a:r>
            <a:endParaRPr lang="en-US" dirty="0"/>
          </a:p>
          <a:p>
            <a:pPr marL="171450" indent="-171450">
              <a:buFontTx/>
              <a:buChar char="-"/>
            </a:pPr>
            <a:r>
              <a:rPr lang="en-US" dirty="0"/>
              <a:t>intuitive</a:t>
            </a:r>
          </a:p>
        </p:txBody>
      </p:sp>
    </p:spTree>
    <p:extLst>
      <p:ext uri="{BB962C8B-B14F-4D97-AF65-F5344CB8AC3E}">
        <p14:creationId xmlns:p14="http://schemas.microsoft.com/office/powerpoint/2010/main" val="424823273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05190385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20E967-D3B3-986D-0D16-7B6E4EF129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7C1A68-9343-A691-3743-81CB6D58D6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6AF2FA-AA45-2365-4160-B39EB09F2EDC}"/>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62343051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3A0293-D3A7-EF6A-2A99-78C2A64057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C2BF07-0F38-6416-CEF1-31AEB77DD5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402951-8DF0-6A3A-ACBF-96BE365A340D}"/>
              </a:ext>
            </a:extLst>
          </p:cNvPr>
          <p:cNvSpPr>
            <a:spLocks noGrp="1"/>
          </p:cNvSpPr>
          <p:nvPr>
            <p:ph type="body" idx="1"/>
          </p:nvPr>
        </p:nvSpPr>
        <p:spPr/>
        <p:txBody>
          <a:bodyPr/>
          <a:lstStyle/>
          <a:p>
            <a:r>
              <a:rPr lang="en-US" dirty="0"/>
              <a:t>- Typically use decorator pattern there are more than one decorator</a:t>
            </a:r>
          </a:p>
        </p:txBody>
      </p:sp>
    </p:spTree>
    <p:extLst>
      <p:ext uri="{BB962C8B-B14F-4D97-AF65-F5344CB8AC3E}">
        <p14:creationId xmlns:p14="http://schemas.microsoft.com/office/powerpoint/2010/main" val="333211381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E57DB5-7C26-7305-955A-1FBF9B48FD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B383E6-C7DF-FE47-799C-6AE7C9964A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38EC02-315B-DCEC-3266-AA9735E3B188}"/>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5016911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B8497-34AC-049A-7A53-030CFFFB5D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807E9D-EA1F-931E-0B04-FC6927B77E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FDE0D8-6F98-F38E-6DCB-20FBEE99D16A}"/>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68587352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C0D561-E144-3343-A1FC-5947B4D0F7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AA2F6B-D66A-A6C0-0E13-C05E6A6ABF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A04A33-2561-23DC-F54F-12D8692DC90A}"/>
              </a:ext>
            </a:extLst>
          </p:cNvPr>
          <p:cNvSpPr>
            <a:spLocks noGrp="1"/>
          </p:cNvSpPr>
          <p:nvPr>
            <p:ph type="body" idx="1"/>
          </p:nvPr>
        </p:nvSpPr>
        <p:spPr/>
        <p:txBody>
          <a:bodyPr/>
          <a:lstStyle/>
          <a:p>
            <a:r>
              <a:rPr lang="en-US" dirty="0"/>
              <a:t>Add the decorator twice</a:t>
            </a:r>
          </a:p>
        </p:txBody>
      </p:sp>
    </p:spTree>
    <p:extLst>
      <p:ext uri="{BB962C8B-B14F-4D97-AF65-F5344CB8AC3E}">
        <p14:creationId xmlns:p14="http://schemas.microsoft.com/office/powerpoint/2010/main" val="26523611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D34BB-6C0D-AF15-F3CF-7E58B0E8D4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2D375C-4712-4CAE-28F6-43DAE46372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4EE395-7F7A-7A30-F9F5-0397ECCABE35}"/>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10485495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Observer, state, template method, visitor</a:t>
            </a:r>
          </a:p>
        </p:txBody>
      </p:sp>
    </p:spTree>
    <p:extLst>
      <p:ext uri="{BB962C8B-B14F-4D97-AF65-F5344CB8AC3E}">
        <p14:creationId xmlns:p14="http://schemas.microsoft.com/office/powerpoint/2010/main" val="313131766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3B256E-D04A-4FFA-485B-20298649B4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DFF9FD-4D27-FAA4-E9ED-23C6EA7672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3E1306-95CB-4245-1090-819D53F2898E}"/>
              </a:ext>
            </a:extLst>
          </p:cNvPr>
          <p:cNvSpPr>
            <a:spLocks noGrp="1"/>
          </p:cNvSpPr>
          <p:nvPr>
            <p:ph type="body" idx="1"/>
          </p:nvPr>
        </p:nvSpPr>
        <p:spPr/>
        <p:txBody>
          <a:bodyPr/>
          <a:lstStyle/>
          <a:p>
            <a:r>
              <a:rPr lang="en-US" dirty="0"/>
              <a:t>Bar chart, pie chart, donut chart</a:t>
            </a:r>
          </a:p>
        </p:txBody>
      </p:sp>
    </p:spTree>
    <p:extLst>
      <p:ext uri="{BB962C8B-B14F-4D97-AF65-F5344CB8AC3E}">
        <p14:creationId xmlns:p14="http://schemas.microsoft.com/office/powerpoint/2010/main" val="260262425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28380B-3A1A-4078-988A-9987C97EE9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BB56A0-D4F0-C9F2-98FC-1DFEEB82D8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A5270A-AC38-34BE-8993-46F26ADCEB59}"/>
              </a:ext>
            </a:extLst>
          </p:cNvPr>
          <p:cNvSpPr>
            <a:spLocks noGrp="1"/>
          </p:cNvSpPr>
          <p:nvPr>
            <p:ph type="body" idx="1"/>
          </p:nvPr>
        </p:nvSpPr>
        <p:spPr/>
        <p:txBody>
          <a:bodyPr/>
          <a:lstStyle/>
          <a:p>
            <a:r>
              <a:rPr lang="en-US" dirty="0"/>
              <a:t>Observer, state, template method, visitor</a:t>
            </a:r>
          </a:p>
        </p:txBody>
      </p:sp>
    </p:spTree>
    <p:extLst>
      <p:ext uri="{BB962C8B-B14F-4D97-AF65-F5344CB8AC3E}">
        <p14:creationId xmlns:p14="http://schemas.microsoft.com/office/powerpoint/2010/main" val="264125781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488433-9C0C-E3D0-9296-DE2748C6DF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A74232-9329-B9DB-8483-6A03918E31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15FC51-170C-F4C2-0443-43CF386C7B39}"/>
              </a:ext>
            </a:extLst>
          </p:cNvPr>
          <p:cNvSpPr>
            <a:spLocks noGrp="1"/>
          </p:cNvSpPr>
          <p:nvPr>
            <p:ph type="body" idx="1"/>
          </p:nvPr>
        </p:nvSpPr>
        <p:spPr/>
        <p:txBody>
          <a:bodyPr/>
          <a:lstStyle/>
          <a:p>
            <a:r>
              <a:rPr lang="en-US" dirty="0"/>
              <a:t>Observer, state, template method, visitor</a:t>
            </a:r>
          </a:p>
        </p:txBody>
      </p:sp>
    </p:spTree>
    <p:extLst>
      <p:ext uri="{BB962C8B-B14F-4D97-AF65-F5344CB8AC3E}">
        <p14:creationId xmlns:p14="http://schemas.microsoft.com/office/powerpoint/2010/main" val="139150222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Observer, state, template method, visitor</a:t>
            </a:r>
          </a:p>
          <a:p>
            <a:endParaRPr lang="en-US" dirty="0"/>
          </a:p>
        </p:txBody>
      </p:sp>
    </p:spTree>
    <p:extLst>
      <p:ext uri="{BB962C8B-B14F-4D97-AF65-F5344CB8AC3E}">
        <p14:creationId xmlns:p14="http://schemas.microsoft.com/office/powerpoint/2010/main" val="143256297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Observer, state, template method, visitor</a:t>
            </a:r>
          </a:p>
          <a:p>
            <a:endParaRPr lang="en-US" dirty="0"/>
          </a:p>
        </p:txBody>
      </p:sp>
    </p:spTree>
    <p:extLst>
      <p:ext uri="{BB962C8B-B14F-4D97-AF65-F5344CB8AC3E}">
        <p14:creationId xmlns:p14="http://schemas.microsoft.com/office/powerpoint/2010/main" val="217742864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Observer, state, template method, visitor</a:t>
            </a:r>
          </a:p>
          <a:p>
            <a:endParaRPr lang="en-US" dirty="0"/>
          </a:p>
        </p:txBody>
      </p:sp>
    </p:spTree>
    <p:extLst>
      <p:ext uri="{BB962C8B-B14F-4D97-AF65-F5344CB8AC3E}">
        <p14:creationId xmlns:p14="http://schemas.microsoft.com/office/powerpoint/2010/main" val="240807863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D26244-1499-F3BA-B9F5-5D4F505976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EBA520-FA5D-98BD-5470-92D59C79A7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069BC3-BB51-2CF2-B9FB-8FA159E612A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Observer, state, template method, visitor</a:t>
            </a:r>
          </a:p>
          <a:p>
            <a:endParaRPr lang="en-US" dirty="0"/>
          </a:p>
        </p:txBody>
      </p:sp>
    </p:spTree>
    <p:extLst>
      <p:ext uri="{BB962C8B-B14F-4D97-AF65-F5344CB8AC3E}">
        <p14:creationId xmlns:p14="http://schemas.microsoft.com/office/powerpoint/2010/main" val="61759913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F2F57-1296-41A4-222E-5B57537093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982ED9-CCCD-8F95-8F8C-50E5883B06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8A9D8C-E814-CD2E-8C84-B4300DC8193F}"/>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09741372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2D1055-E99C-67E6-697F-56C941B65F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354EA3-DC79-FBD1-1B34-D3497159B8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E60959-7606-3383-D589-2DE6C69DDE8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Start, stop, pause invoked when the user presses those buttons</a:t>
            </a:r>
          </a:p>
          <a:p>
            <a:endParaRPr lang="en-US" dirty="0"/>
          </a:p>
        </p:txBody>
      </p:sp>
    </p:spTree>
    <p:extLst>
      <p:ext uri="{BB962C8B-B14F-4D97-AF65-F5344CB8AC3E}">
        <p14:creationId xmlns:p14="http://schemas.microsoft.com/office/powerpoint/2010/main" val="399411802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CAED05-8388-1289-36F9-95821A13A0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1ED0D2-7044-DFF4-00BD-35A03A9DC3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E92424-6566-70BD-026D-63FD00182AB9}"/>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53998957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A04E4F-AA39-616A-E3F1-8BE13C9AA2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0AFCB6-074C-D99D-61EA-4C689ECA4D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B06CDE-9708-DD44-5611-7AD688CB447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Observer, state, </a:t>
            </a:r>
            <a:r>
              <a:rPr lang="en-US"/>
              <a:t>template method, visitor</a:t>
            </a:r>
            <a:endParaRPr lang="en-US" dirty="0"/>
          </a:p>
          <a:p>
            <a:endParaRPr lang="en-US" dirty="0"/>
          </a:p>
        </p:txBody>
      </p:sp>
    </p:spTree>
    <p:extLst>
      <p:ext uri="{BB962C8B-B14F-4D97-AF65-F5344CB8AC3E}">
        <p14:creationId xmlns:p14="http://schemas.microsoft.com/office/powerpoint/2010/main" val="404832572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723B0F-3EC2-6E8A-129B-B7A8EAA21F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572829-A23C-2222-2E19-EF19710052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78443F-A044-9EB3-D456-A161D8CEC9D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Observer, state, </a:t>
            </a:r>
            <a:r>
              <a:rPr lang="en-US"/>
              <a:t>template method, visitor</a:t>
            </a:r>
            <a:endParaRPr lang="en-US" dirty="0"/>
          </a:p>
          <a:p>
            <a:endParaRPr lang="en-US" dirty="0"/>
          </a:p>
        </p:txBody>
      </p:sp>
    </p:spTree>
    <p:extLst>
      <p:ext uri="{BB962C8B-B14F-4D97-AF65-F5344CB8AC3E}">
        <p14:creationId xmlns:p14="http://schemas.microsoft.com/office/powerpoint/2010/main" val="167181192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920FC1-B700-2744-2181-AB4E0864A5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FAEE11-9254-CEC2-FAEE-4AAA030A98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60D33C-650F-1E49-7B5F-F0060C5FC3F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Observer, state, </a:t>
            </a:r>
            <a:r>
              <a:rPr lang="en-US"/>
              <a:t>template method, visitor</a:t>
            </a:r>
            <a:endParaRPr lang="en-US" dirty="0"/>
          </a:p>
          <a:p>
            <a:endParaRPr lang="en-US" dirty="0"/>
          </a:p>
        </p:txBody>
      </p:sp>
    </p:spTree>
    <p:extLst>
      <p:ext uri="{BB962C8B-B14F-4D97-AF65-F5344CB8AC3E}">
        <p14:creationId xmlns:p14="http://schemas.microsoft.com/office/powerpoint/2010/main" val="28676871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D15856-2D14-3BA6-A529-DAE9D91D74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3E7D5E-8483-98FE-C196-238D28AF84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550022-39C5-5FFC-58AA-9CFD43ED177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template method, visitor</a:t>
            </a:r>
          </a:p>
          <a:p>
            <a:endParaRPr lang="en-US" dirty="0"/>
          </a:p>
        </p:txBody>
      </p:sp>
    </p:spTree>
    <p:extLst>
      <p:ext uri="{BB962C8B-B14F-4D97-AF65-F5344CB8AC3E}">
        <p14:creationId xmlns:p14="http://schemas.microsoft.com/office/powerpoint/2010/main" val="341076686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1B78F1-B982-4ADB-4A4D-D7542677E7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1006C5-B8D4-B462-E05A-1F1484E2ED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1C57F5-F312-0F96-9BED-F96A274EED2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template method, visitor</a:t>
            </a:r>
          </a:p>
          <a:p>
            <a:endParaRPr lang="en-US" dirty="0"/>
          </a:p>
        </p:txBody>
      </p:sp>
    </p:spTree>
    <p:extLst>
      <p:ext uri="{BB962C8B-B14F-4D97-AF65-F5344CB8AC3E}">
        <p14:creationId xmlns:p14="http://schemas.microsoft.com/office/powerpoint/2010/main" val="15825195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79F67F-CF1C-9230-E5B2-2FF4B7B001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ACF843-BE09-460D-0CB3-4AA3BE2128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146B1F-5B50-07EE-27F2-904B2B4FC31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template method, visitor</a:t>
            </a:r>
          </a:p>
          <a:p>
            <a:endParaRPr lang="en-US" dirty="0"/>
          </a:p>
        </p:txBody>
      </p:sp>
    </p:spTree>
    <p:extLst>
      <p:ext uri="{BB962C8B-B14F-4D97-AF65-F5344CB8AC3E}">
        <p14:creationId xmlns:p14="http://schemas.microsoft.com/office/powerpoint/2010/main" val="125211224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09517574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B60B85-74BF-F9FC-1D4C-A7A96D8E61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552918-9E4F-51F5-23F3-6EDE667DEE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376445-71E7-8394-B9F5-58A8D5D2D7C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template method, visitor</a:t>
            </a:r>
          </a:p>
          <a:p>
            <a:endParaRPr lang="en-US" dirty="0"/>
          </a:p>
        </p:txBody>
      </p:sp>
    </p:spTree>
    <p:extLst>
      <p:ext uri="{BB962C8B-B14F-4D97-AF65-F5344CB8AC3E}">
        <p14:creationId xmlns:p14="http://schemas.microsoft.com/office/powerpoint/2010/main" val="271526979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super</a:t>
            </a:r>
          </a:p>
        </p:txBody>
      </p:sp>
    </p:spTree>
    <p:extLst>
      <p:ext uri="{BB962C8B-B14F-4D97-AF65-F5344CB8AC3E}">
        <p14:creationId xmlns:p14="http://schemas.microsoft.com/office/powerpoint/2010/main" val="36119850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Start with a contrived case study</a:t>
            </a:r>
          </a:p>
        </p:txBody>
      </p:sp>
    </p:spTree>
    <p:extLst>
      <p:ext uri="{BB962C8B-B14F-4D97-AF65-F5344CB8AC3E}">
        <p14:creationId xmlns:p14="http://schemas.microsoft.com/office/powerpoint/2010/main" val="48475324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p>
        </p:txBody>
      </p:sp>
    </p:spTree>
    <p:extLst>
      <p:ext uri="{BB962C8B-B14F-4D97-AF65-F5344CB8AC3E}">
        <p14:creationId xmlns:p14="http://schemas.microsoft.com/office/powerpoint/2010/main" val="115731925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Not the complete story</a:t>
            </a:r>
          </a:p>
          <a:p>
            <a:pPr marL="171450" indent="-171450">
              <a:buFontTx/>
              <a:buChar char="-"/>
            </a:pPr>
            <a:r>
              <a:rPr lang="en-US" dirty="0"/>
              <a:t>Visitor is abstract</a:t>
            </a:r>
          </a:p>
        </p:txBody>
      </p:sp>
    </p:spTree>
    <p:extLst>
      <p:ext uri="{BB962C8B-B14F-4D97-AF65-F5344CB8AC3E}">
        <p14:creationId xmlns:p14="http://schemas.microsoft.com/office/powerpoint/2010/main" val="251355829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7252C4-1159-850A-F442-AD67E5BCF3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CA33B4-D237-D100-3B8F-92174CE412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85DD37-9948-513D-85FD-A906B8E39F03}"/>
              </a:ext>
            </a:extLst>
          </p:cNvPr>
          <p:cNvSpPr>
            <a:spLocks noGrp="1"/>
          </p:cNvSpPr>
          <p:nvPr>
            <p:ph type="body" idx="1"/>
          </p:nvPr>
        </p:nvSpPr>
        <p:spPr/>
        <p:txBody>
          <a:bodyPr/>
          <a:lstStyle/>
          <a:p>
            <a:pPr marL="171450" indent="-171450">
              <a:buFontTx/>
              <a:buChar char="-"/>
            </a:pPr>
            <a:r>
              <a:rPr lang="en-US" dirty="0"/>
              <a:t>Not the complete story</a:t>
            </a:r>
          </a:p>
          <a:p>
            <a:pPr marL="171450" indent="-171450">
              <a:buFontTx/>
              <a:buChar char="-"/>
            </a:pPr>
            <a:r>
              <a:rPr lang="en-US" dirty="0"/>
              <a:t>Visitor is abstract</a:t>
            </a:r>
          </a:p>
        </p:txBody>
      </p:sp>
    </p:spTree>
    <p:extLst>
      <p:ext uri="{BB962C8B-B14F-4D97-AF65-F5344CB8AC3E}">
        <p14:creationId xmlns:p14="http://schemas.microsoft.com/office/powerpoint/2010/main" val="90707640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7992AB-5D1A-1BB1-2495-5D3080C1D2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E9FE49-7BD5-C43C-1405-946422D95E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DAC1B4-4177-B324-E1A4-D8F411D3D087}"/>
              </a:ext>
            </a:extLst>
          </p:cNvPr>
          <p:cNvSpPr>
            <a:spLocks noGrp="1"/>
          </p:cNvSpPr>
          <p:nvPr>
            <p:ph type="body" idx="1"/>
          </p:nvPr>
        </p:nvSpPr>
        <p:spPr/>
        <p:txBody>
          <a:bodyPr/>
          <a:lstStyle/>
          <a:p>
            <a:pPr marL="171450" indent="-171450">
              <a:buFontTx/>
              <a:buChar char="-"/>
            </a:pPr>
            <a:endParaRPr lang="en-US" dirty="0"/>
          </a:p>
        </p:txBody>
      </p:sp>
    </p:spTree>
    <p:extLst>
      <p:ext uri="{BB962C8B-B14F-4D97-AF65-F5344CB8AC3E}">
        <p14:creationId xmlns:p14="http://schemas.microsoft.com/office/powerpoint/2010/main" val="80813296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7C72DE-5D9D-FCCC-9D29-256744C6C4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8967D6-3515-F5AB-EE05-8A8D78F07D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95B3B-C354-DF4D-2AB2-B36C595EB379}"/>
              </a:ext>
            </a:extLst>
          </p:cNvPr>
          <p:cNvSpPr>
            <a:spLocks noGrp="1"/>
          </p:cNvSpPr>
          <p:nvPr>
            <p:ph type="body" idx="1"/>
          </p:nvPr>
        </p:nvSpPr>
        <p:spPr/>
        <p:txBody>
          <a:bodyPr/>
          <a:lstStyle/>
          <a:p>
            <a:pPr marL="171450" indent="-171450">
              <a:buFontTx/>
              <a:buChar char="-"/>
            </a:pPr>
            <a:r>
              <a:rPr lang="en-US" dirty="0"/>
              <a:t>Not the complete story</a:t>
            </a:r>
          </a:p>
          <a:p>
            <a:pPr marL="171450" indent="-171450">
              <a:buFontTx/>
              <a:buChar char="-"/>
            </a:pPr>
            <a:r>
              <a:rPr lang="en-US" dirty="0"/>
              <a:t>Visitor is abstract</a:t>
            </a:r>
          </a:p>
          <a:p>
            <a:pPr marL="171450" indent="-171450">
              <a:buFontTx/>
              <a:buChar char="-"/>
            </a:pPr>
            <a:r>
              <a:rPr lang="en-US" dirty="0"/>
              <a:t>Haven’t yet provided implementation </a:t>
            </a:r>
          </a:p>
        </p:txBody>
      </p:sp>
    </p:spTree>
    <p:extLst>
      <p:ext uri="{BB962C8B-B14F-4D97-AF65-F5344CB8AC3E}">
        <p14:creationId xmlns:p14="http://schemas.microsoft.com/office/powerpoint/2010/main" val="13060499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Abstract visitor abstracts most of the visiting logic</a:t>
            </a:r>
          </a:p>
        </p:txBody>
      </p:sp>
    </p:spTree>
    <p:extLst>
      <p:ext uri="{BB962C8B-B14F-4D97-AF65-F5344CB8AC3E}">
        <p14:creationId xmlns:p14="http://schemas.microsoft.com/office/powerpoint/2010/main" val="249585803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8CAE29-344C-CF9C-37AC-C7434DFC92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BDD967-1317-C08E-8DD6-8DC0940C30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106675-D88C-577F-53C6-43220BE7CE6C}"/>
              </a:ext>
            </a:extLst>
          </p:cNvPr>
          <p:cNvSpPr>
            <a:spLocks noGrp="1"/>
          </p:cNvSpPr>
          <p:nvPr>
            <p:ph type="body" idx="1"/>
          </p:nvPr>
        </p:nvSpPr>
        <p:spPr/>
        <p:txBody>
          <a:bodyPr/>
          <a:lstStyle/>
          <a:p>
            <a:pPr marL="171450" indent="-171450">
              <a:buFontTx/>
              <a:buChar char="-"/>
            </a:pPr>
            <a:endParaRPr lang="en-US" dirty="0"/>
          </a:p>
        </p:txBody>
      </p:sp>
    </p:spTree>
    <p:extLst>
      <p:ext uri="{BB962C8B-B14F-4D97-AF65-F5344CB8AC3E}">
        <p14:creationId xmlns:p14="http://schemas.microsoft.com/office/powerpoint/2010/main" val="22370565"/>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8A3339-C866-F53F-66C5-7913DBEF78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C113A4-0BD9-2031-8D93-14B2735F57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53A703-A343-DC4F-E97C-8A9C714E7778}"/>
              </a:ext>
            </a:extLst>
          </p:cNvPr>
          <p:cNvSpPr>
            <a:spLocks noGrp="1"/>
          </p:cNvSpPr>
          <p:nvPr>
            <p:ph type="body" idx="1"/>
          </p:nvPr>
        </p:nvSpPr>
        <p:spPr/>
        <p:txBody>
          <a:bodyPr/>
          <a:lstStyle/>
          <a:p>
            <a:pPr marL="171450" indent="-171450">
              <a:buFontTx/>
              <a:buChar char="-"/>
            </a:pPr>
            <a:endParaRPr lang="en-US" dirty="0"/>
          </a:p>
        </p:txBody>
      </p:sp>
    </p:spTree>
    <p:extLst>
      <p:ext uri="{BB962C8B-B14F-4D97-AF65-F5344CB8AC3E}">
        <p14:creationId xmlns:p14="http://schemas.microsoft.com/office/powerpoint/2010/main" val="366280280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4B476F-C29C-19BF-8653-BB1E1E273F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541BF7-DA41-7996-E15C-412082A320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431BCE-3D48-BB3C-A7B5-592C3FCB64D8}"/>
              </a:ext>
            </a:extLst>
          </p:cNvPr>
          <p:cNvSpPr>
            <a:spLocks noGrp="1"/>
          </p:cNvSpPr>
          <p:nvPr>
            <p:ph type="body" idx="1"/>
          </p:nvPr>
        </p:nvSpPr>
        <p:spPr/>
        <p:txBody>
          <a:bodyPr/>
          <a:lstStyle/>
          <a:p>
            <a:pPr marL="171450" indent="-171450">
              <a:buFontTx/>
              <a:buChar char="-"/>
            </a:pPr>
            <a:endParaRPr lang="en-US" dirty="0"/>
          </a:p>
        </p:txBody>
      </p:sp>
    </p:spTree>
    <p:extLst>
      <p:ext uri="{BB962C8B-B14F-4D97-AF65-F5344CB8AC3E}">
        <p14:creationId xmlns:p14="http://schemas.microsoft.com/office/powerpoint/2010/main" val="1994608790"/>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63C943-167C-2813-1AA1-8EDC5DA504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A924A4-376C-9253-0AE8-1C60173D67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3BCDB6-F44E-F8E9-ABC3-6F27218EF107}"/>
              </a:ext>
            </a:extLst>
          </p:cNvPr>
          <p:cNvSpPr>
            <a:spLocks noGrp="1"/>
          </p:cNvSpPr>
          <p:nvPr>
            <p:ph type="body" idx="1"/>
          </p:nvPr>
        </p:nvSpPr>
        <p:spPr/>
        <p:txBody>
          <a:bodyPr/>
          <a:lstStyle/>
          <a:p>
            <a:pPr marL="171450" indent="-171450">
              <a:buFontTx/>
              <a:buChar char="-"/>
            </a:pPr>
            <a:endParaRPr lang="en-US" dirty="0"/>
          </a:p>
        </p:txBody>
      </p:sp>
    </p:spTree>
    <p:extLst>
      <p:ext uri="{BB962C8B-B14F-4D97-AF65-F5344CB8AC3E}">
        <p14:creationId xmlns:p14="http://schemas.microsoft.com/office/powerpoint/2010/main" val="1642208262"/>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21E741-7E18-84C1-B5B4-0486E01CD8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20108E-3751-AD94-792F-A7D9C8B4E3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6C76CE-2F76-F063-7EDF-62E82F0EDAA2}"/>
              </a:ext>
            </a:extLst>
          </p:cNvPr>
          <p:cNvSpPr>
            <a:spLocks noGrp="1"/>
          </p:cNvSpPr>
          <p:nvPr>
            <p:ph type="body" idx="1"/>
          </p:nvPr>
        </p:nvSpPr>
        <p:spPr/>
        <p:txBody>
          <a:bodyPr/>
          <a:lstStyle/>
          <a:p>
            <a:pPr marL="171450" indent="-171450">
              <a:buFontTx/>
              <a:buChar char="-"/>
            </a:pPr>
            <a:endParaRPr lang="en-US" dirty="0"/>
          </a:p>
        </p:txBody>
      </p:sp>
    </p:spTree>
    <p:extLst>
      <p:ext uri="{BB962C8B-B14F-4D97-AF65-F5344CB8AC3E}">
        <p14:creationId xmlns:p14="http://schemas.microsoft.com/office/powerpoint/2010/main" val="2906819093"/>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2B89D5-62EA-FEE8-B5F0-AC4489FA15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9E09B2-1856-EB03-0B8B-386BEEFD4E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CCC1C2-1524-B13C-1C1D-8B6D98C960B4}"/>
              </a:ext>
            </a:extLst>
          </p:cNvPr>
          <p:cNvSpPr>
            <a:spLocks noGrp="1"/>
          </p:cNvSpPr>
          <p:nvPr>
            <p:ph type="body" idx="1"/>
          </p:nvPr>
        </p:nvSpPr>
        <p:spPr/>
        <p:txBody>
          <a:bodyPr/>
          <a:lstStyle/>
          <a:p>
            <a:pPr marL="171450" indent="-171450">
              <a:buFontTx/>
              <a:buChar char="-"/>
            </a:pPr>
            <a:endParaRPr lang="en-US" dirty="0"/>
          </a:p>
        </p:txBody>
      </p:sp>
    </p:spTree>
    <p:extLst>
      <p:ext uri="{BB962C8B-B14F-4D97-AF65-F5344CB8AC3E}">
        <p14:creationId xmlns:p14="http://schemas.microsoft.com/office/powerpoint/2010/main" val="389093164"/>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4E70C1-6885-FC58-2F7B-65CC3920B4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8C7F34-7F27-F362-7F45-F9355E5BBA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78BEFA-6ED8-E337-F5D4-7097489B22A9}"/>
              </a:ext>
            </a:extLst>
          </p:cNvPr>
          <p:cNvSpPr>
            <a:spLocks noGrp="1"/>
          </p:cNvSpPr>
          <p:nvPr>
            <p:ph type="body" idx="1"/>
          </p:nvPr>
        </p:nvSpPr>
        <p:spPr/>
        <p:txBody>
          <a:bodyPr/>
          <a:lstStyle/>
          <a:p>
            <a:pPr marL="171450" indent="-171450">
              <a:buFontTx/>
              <a:buChar char="-"/>
            </a:pPr>
            <a:endParaRPr lang="en-US" dirty="0"/>
          </a:p>
        </p:txBody>
      </p:sp>
    </p:spTree>
    <p:extLst>
      <p:ext uri="{BB962C8B-B14F-4D97-AF65-F5344CB8AC3E}">
        <p14:creationId xmlns:p14="http://schemas.microsoft.com/office/powerpoint/2010/main" val="3676835682"/>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26AFFC-1711-B2F2-4080-E9E1D8135F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F71962-31F4-160D-618D-0CAA1CA861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C4B437-FA15-5F3C-0490-E87EC41AE741}"/>
              </a:ext>
            </a:extLst>
          </p:cNvPr>
          <p:cNvSpPr>
            <a:spLocks noGrp="1"/>
          </p:cNvSpPr>
          <p:nvPr>
            <p:ph type="body" idx="1"/>
          </p:nvPr>
        </p:nvSpPr>
        <p:spPr/>
        <p:txBody>
          <a:bodyPr/>
          <a:lstStyle/>
          <a:p>
            <a:pPr marL="171450" indent="-171450">
              <a:buFontTx/>
              <a:buChar char="-"/>
            </a:pPr>
            <a:endParaRPr lang="en-US" dirty="0"/>
          </a:p>
        </p:txBody>
      </p:sp>
    </p:spTree>
    <p:extLst>
      <p:ext uri="{BB962C8B-B14F-4D97-AF65-F5344CB8AC3E}">
        <p14:creationId xmlns:p14="http://schemas.microsoft.com/office/powerpoint/2010/main" val="4124521189"/>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EC7EBA-A6E5-F090-DE1A-0D8AA678B3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8F46CD-8F1D-46C5-7DA5-67A584E1E9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CC5479-BF98-33F6-3FBD-3841E2083444}"/>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835104797"/>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952FA-7E1F-D996-594A-5EFD033F56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C7930C-92A1-4A3F-25A4-3E332F0C7B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A8D051-4949-01A8-B536-8B0FAEB8592E}"/>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9153318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panel">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60607" y="785004"/>
            <a:ext cx="11449319" cy="5218981"/>
          </a:xfrm>
        </p:spPr>
        <p:txBody>
          <a:bodyPr>
            <a:normAutofit/>
          </a:bodyPr>
          <a:lstStyle>
            <a:lvl1pPr marL="230188" indent="-230188">
              <a:buFont typeface="Arial" panose="020B0604020202020204" pitchFamily="34" charset="0"/>
              <a:buChar char="•"/>
              <a:defRPr sz="2800"/>
            </a:lvl1pPr>
            <a:lvl2pPr marL="454025" indent="-223838">
              <a:defRPr sz="2400"/>
            </a:lvl2pPr>
            <a:lvl3pPr marL="684213" indent="-222250">
              <a:defRPr sz="2000"/>
            </a:lvl3pPr>
            <a:lvl4pPr marL="914400" indent="-230188">
              <a:defRPr sz="1800"/>
            </a:lvl4pPr>
            <a:lvl5pPr marL="1198563" indent="-284163">
              <a:defRPr sz="18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a:xfrm>
            <a:off x="0" y="0"/>
            <a:ext cx="12192000" cy="696277"/>
          </a:xfrm>
          <a:prstGeom prst="rect">
            <a:avLst/>
          </a:prstGeom>
          <a:noFill/>
        </p:spPr>
        <p:txBody>
          <a:bodyPr>
            <a:noAutofit/>
          </a:bodyPr>
          <a:lstStyle>
            <a:lvl1pPr marL="274320" algn="ctr">
              <a:lnSpc>
                <a:spcPct val="100000"/>
              </a:lnSpc>
              <a:spcBef>
                <a:spcPts val="2500"/>
              </a:spcBef>
              <a:defRPr sz="3600" b="0">
                <a:solidFill>
                  <a:schemeClr val="tx1"/>
                </a:solidFill>
                <a:latin typeface="Helvetica" panose="020B0604020202020204" pitchFamily="34" charset="0"/>
                <a:cs typeface="Helvetica" panose="020B0604020202020204" pitchFamily="34" charset="0"/>
              </a:defRPr>
            </a:lvl1pPr>
          </a:lstStyle>
          <a:p>
            <a:r>
              <a:rPr lang="en-US" dirty="0"/>
              <a:t>Click to edit Master title style</a:t>
            </a:r>
          </a:p>
        </p:txBody>
      </p:sp>
      <p:sp>
        <p:nvSpPr>
          <p:cNvPr id="4" name="Date Placeholder 3">
            <a:extLst>
              <a:ext uri="{FF2B5EF4-FFF2-40B4-BE49-F238E27FC236}">
                <a16:creationId xmlns:a16="http://schemas.microsoft.com/office/drawing/2014/main" id="{4FDD6017-C856-15BC-9C6B-D7FFE1974E50}"/>
              </a:ext>
            </a:extLst>
          </p:cNvPr>
          <p:cNvSpPr>
            <a:spLocks noGrp="1"/>
          </p:cNvSpPr>
          <p:nvPr>
            <p:ph type="dt" sz="half" idx="10"/>
          </p:nvPr>
        </p:nvSpPr>
        <p:spPr>
          <a:xfrm>
            <a:off x="8179594" y="6230462"/>
            <a:ext cx="2743200" cy="366712"/>
          </a:xfrm>
        </p:spPr>
        <p:txBody>
          <a:bodyPr/>
          <a:lstStyle>
            <a:lvl1pPr algn="r">
              <a:defRPr sz="1200">
                <a:solidFill>
                  <a:schemeClr val="bg1"/>
                </a:solidFill>
              </a:defRPr>
            </a:lvl1pPr>
          </a:lstStyle>
          <a:p>
            <a:pPr>
              <a:defRPr/>
            </a:pPr>
            <a:fld id="{E3EC5E23-45B7-704F-BE45-CADC7CCD9036}" type="datetime2">
              <a:rPr lang="en-US" smtClean="0"/>
              <a:pPr>
                <a:defRPr/>
              </a:pPr>
              <a:t>Wednesday, January 14, 2026</a:t>
            </a:fld>
            <a:endParaRPr lang="en-US" dirty="0"/>
          </a:p>
        </p:txBody>
      </p:sp>
      <p:sp>
        <p:nvSpPr>
          <p:cNvPr id="5" name="Slide Number Placeholder 5">
            <a:extLst>
              <a:ext uri="{FF2B5EF4-FFF2-40B4-BE49-F238E27FC236}">
                <a16:creationId xmlns:a16="http://schemas.microsoft.com/office/drawing/2014/main" id="{0C21EC85-B64B-D417-05E3-4A40FB71C5A1}"/>
              </a:ext>
            </a:extLst>
          </p:cNvPr>
          <p:cNvSpPr>
            <a:spLocks noGrp="1"/>
          </p:cNvSpPr>
          <p:nvPr>
            <p:ph type="sldNum" sz="quarter" idx="11"/>
          </p:nvPr>
        </p:nvSpPr>
        <p:spPr>
          <a:xfrm>
            <a:off x="11094720" y="6241097"/>
            <a:ext cx="522288" cy="365125"/>
          </a:xfrm>
          <a:prstGeom prst="rect">
            <a:avLst/>
          </a:prstGeom>
        </p:spPr>
        <p:txBody>
          <a:bodyPr/>
          <a:lstStyle>
            <a:lvl1pPr algn="ctr">
              <a:defRPr sz="1400" baseline="0">
                <a:solidFill>
                  <a:schemeClr val="bg1"/>
                </a:solidFill>
              </a:defRPr>
            </a:lvl1pPr>
          </a:lstStyle>
          <a:p>
            <a:pPr>
              <a:defRPr/>
            </a:pPr>
            <a:fld id="{DC52D624-4A89-1444-9783-D08DF978A0AB}" type="slidenum">
              <a:rPr lang="en-US" smtClean="0"/>
              <a:pPr>
                <a:defRPr/>
              </a:pPr>
              <a:t>‹#›</a:t>
            </a:fld>
            <a:endParaRPr lang="en-US" dirty="0"/>
          </a:p>
        </p:txBody>
      </p:sp>
      <p:sp>
        <p:nvSpPr>
          <p:cNvPr id="7" name="Footer Placeholder 3">
            <a:extLst>
              <a:ext uri="{FF2B5EF4-FFF2-40B4-BE49-F238E27FC236}">
                <a16:creationId xmlns:a16="http://schemas.microsoft.com/office/drawing/2014/main" id="{B37FCA99-B5B4-A067-14CF-09B8C1BFC8F4}"/>
              </a:ext>
            </a:extLst>
          </p:cNvPr>
          <p:cNvSpPr>
            <a:spLocks noGrp="1"/>
          </p:cNvSpPr>
          <p:nvPr>
            <p:ph type="ftr" sz="quarter" idx="12"/>
          </p:nvPr>
        </p:nvSpPr>
        <p:spPr>
          <a:xfrm>
            <a:off x="1948815" y="6224905"/>
            <a:ext cx="4056063" cy="365125"/>
          </a:xfrm>
        </p:spPr>
        <p:txBody>
          <a:bodyPr/>
          <a:lstStyle>
            <a:lvl1pPr>
              <a:defRPr>
                <a:solidFill>
                  <a:schemeClr val="tx1"/>
                </a:solidFill>
              </a:defRPr>
            </a:lvl1pPr>
          </a:lstStyle>
          <a:p>
            <a:pPr>
              <a:defRPr/>
            </a:pPr>
            <a:endParaRPr lang="en-US" dirty="0"/>
          </a:p>
        </p:txBody>
      </p:sp>
    </p:spTree>
    <p:extLst>
      <p:ext uri="{BB962C8B-B14F-4D97-AF65-F5344CB8AC3E}">
        <p14:creationId xmlns:p14="http://schemas.microsoft.com/office/powerpoint/2010/main" val="21305766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ection Header White">
    <p:spTree>
      <p:nvGrpSpPr>
        <p:cNvPr id="1" name=""/>
        <p:cNvGrpSpPr/>
        <p:nvPr/>
      </p:nvGrpSpPr>
      <p:grpSpPr>
        <a:xfrm>
          <a:off x="0" y="0"/>
          <a:ext cx="0" cy="0"/>
          <a:chOff x="0" y="0"/>
          <a:chExt cx="0" cy="0"/>
        </a:xfrm>
      </p:grpSpPr>
      <p:sp>
        <p:nvSpPr>
          <p:cNvPr id="3" name="Content Placeholder 2"/>
          <p:cNvSpPr>
            <a:spLocks noGrp="1"/>
          </p:cNvSpPr>
          <p:nvPr>
            <p:ph idx="1"/>
          </p:nvPr>
        </p:nvSpPr>
        <p:spPr>
          <a:xfrm>
            <a:off x="546101" y="3645157"/>
            <a:ext cx="9871710" cy="976289"/>
          </a:xfrm>
        </p:spPr>
        <p:txBody>
          <a:bodyPr/>
          <a:lstStyle>
            <a:lvl1pPr>
              <a:defRPr sz="2400"/>
            </a:lvl1pPr>
            <a:lvl2pPr>
              <a:defRPr sz="2000"/>
            </a:lvl2pPr>
            <a:lvl3pPr>
              <a:defRPr sz="1800"/>
            </a:lvl3pPr>
            <a:lvl4pPr>
              <a:defRPr sz="1800"/>
            </a:lvl4pPr>
            <a:lvl5pPr>
              <a:defRPr sz="1800"/>
            </a:lvl5pPr>
          </a:lstStyle>
          <a:p>
            <a:pPr lvl="0"/>
            <a:r>
              <a:rPr lang="en-US"/>
              <a:t>Click to edit Master text styles</a:t>
            </a:r>
          </a:p>
        </p:txBody>
      </p:sp>
      <p:sp>
        <p:nvSpPr>
          <p:cNvPr id="5" name="Date Placeholder 3">
            <a:extLst>
              <a:ext uri="{FF2B5EF4-FFF2-40B4-BE49-F238E27FC236}">
                <a16:creationId xmlns:a16="http://schemas.microsoft.com/office/drawing/2014/main" id="{A96A8697-A3E3-1B4B-A083-BDD310C77A94}"/>
              </a:ext>
            </a:extLst>
          </p:cNvPr>
          <p:cNvSpPr>
            <a:spLocks noGrp="1"/>
          </p:cNvSpPr>
          <p:nvPr>
            <p:ph type="dt" sz="half" idx="10"/>
          </p:nvPr>
        </p:nvSpPr>
        <p:spPr>
          <a:xfrm>
            <a:off x="8179594" y="6230462"/>
            <a:ext cx="2743200" cy="366712"/>
          </a:xfrm>
        </p:spPr>
        <p:txBody>
          <a:bodyPr/>
          <a:lstStyle>
            <a:lvl1pPr algn="r">
              <a:defRPr sz="1200">
                <a:solidFill>
                  <a:schemeClr val="bg1"/>
                </a:solidFill>
              </a:defRPr>
            </a:lvl1pPr>
          </a:lstStyle>
          <a:p>
            <a:pPr>
              <a:defRPr/>
            </a:pPr>
            <a:fld id="{E3EC5E23-45B7-704F-BE45-CADC7CCD9036}" type="datetime2">
              <a:rPr lang="en-US" smtClean="0"/>
              <a:pPr>
                <a:defRPr/>
              </a:pPr>
              <a:t>Wednesday, January 14, 2026</a:t>
            </a:fld>
            <a:endParaRPr lang="en-US" dirty="0"/>
          </a:p>
        </p:txBody>
      </p:sp>
      <p:sp>
        <p:nvSpPr>
          <p:cNvPr id="6" name="Slide Number Placeholder 5">
            <a:extLst>
              <a:ext uri="{FF2B5EF4-FFF2-40B4-BE49-F238E27FC236}">
                <a16:creationId xmlns:a16="http://schemas.microsoft.com/office/drawing/2014/main" id="{97BFF3FC-C568-3A4F-A7C2-BB440F2E588F}"/>
              </a:ext>
            </a:extLst>
          </p:cNvPr>
          <p:cNvSpPr>
            <a:spLocks noGrp="1"/>
          </p:cNvSpPr>
          <p:nvPr>
            <p:ph type="sldNum" sz="quarter" idx="11"/>
          </p:nvPr>
        </p:nvSpPr>
        <p:spPr>
          <a:xfrm>
            <a:off x="11094720" y="6241097"/>
            <a:ext cx="522288" cy="365125"/>
          </a:xfrm>
          <a:prstGeom prst="rect">
            <a:avLst/>
          </a:prstGeom>
        </p:spPr>
        <p:txBody>
          <a:bodyPr/>
          <a:lstStyle>
            <a:lvl1pPr algn="ctr">
              <a:defRPr sz="1400" baseline="0">
                <a:solidFill>
                  <a:schemeClr val="bg1"/>
                </a:solidFill>
              </a:defRPr>
            </a:lvl1pPr>
          </a:lstStyle>
          <a:p>
            <a:pPr>
              <a:defRPr/>
            </a:pPr>
            <a:fld id="{DC52D624-4A89-1444-9783-D08DF978A0AB}" type="slidenum">
              <a:rPr lang="en-US" smtClean="0"/>
              <a:pPr>
                <a:defRPr/>
              </a:pPr>
              <a:t>‹#›</a:t>
            </a:fld>
            <a:endParaRPr lang="en-US" dirty="0"/>
          </a:p>
        </p:txBody>
      </p:sp>
      <p:sp>
        <p:nvSpPr>
          <p:cNvPr id="7" name="Footer Placeholder 3">
            <a:extLst>
              <a:ext uri="{FF2B5EF4-FFF2-40B4-BE49-F238E27FC236}">
                <a16:creationId xmlns:a16="http://schemas.microsoft.com/office/drawing/2014/main" id="{FC77A756-9FDD-1541-B901-BF89E9004908}"/>
              </a:ext>
            </a:extLst>
          </p:cNvPr>
          <p:cNvSpPr>
            <a:spLocks noGrp="1"/>
          </p:cNvSpPr>
          <p:nvPr>
            <p:ph type="ftr" sz="quarter" idx="12"/>
          </p:nvPr>
        </p:nvSpPr>
        <p:spPr/>
        <p:txBody>
          <a:bodyPr/>
          <a:lstStyle>
            <a:lvl1pPr>
              <a:defRPr>
                <a:solidFill>
                  <a:schemeClr val="tx1"/>
                </a:solidFill>
              </a:defRPr>
            </a:lvl1pPr>
          </a:lstStyle>
          <a:p>
            <a:pPr>
              <a:defRPr/>
            </a:pPr>
            <a:endParaRPr lang="en-US" dirty="0"/>
          </a:p>
        </p:txBody>
      </p:sp>
      <p:sp>
        <p:nvSpPr>
          <p:cNvPr id="8" name="Text Placeholder 7">
            <a:extLst>
              <a:ext uri="{FF2B5EF4-FFF2-40B4-BE49-F238E27FC236}">
                <a16:creationId xmlns:a16="http://schemas.microsoft.com/office/drawing/2014/main" id="{054379F0-92D2-B849-85CF-D31BEFCCA5EC}"/>
              </a:ext>
            </a:extLst>
          </p:cNvPr>
          <p:cNvSpPr>
            <a:spLocks noGrp="1"/>
          </p:cNvSpPr>
          <p:nvPr>
            <p:ph type="body" sz="quarter" idx="13"/>
          </p:nvPr>
        </p:nvSpPr>
        <p:spPr>
          <a:xfrm>
            <a:off x="537210" y="2729401"/>
            <a:ext cx="10813709" cy="914400"/>
          </a:xfrm>
        </p:spPr>
        <p:txBody>
          <a:bodyPr/>
          <a:lstStyle>
            <a:lvl1pPr>
              <a:defRPr sz="4800" b="1"/>
            </a:lvl1pPr>
            <a:lvl2pPr marL="457200" indent="0">
              <a:buNone/>
              <a:defRPr/>
            </a:lvl2pPr>
          </a:lstStyle>
          <a:p>
            <a:pPr lvl="0"/>
            <a:r>
              <a:rPr lang="en-US"/>
              <a:t>Click to edit Master text styles</a:t>
            </a:r>
          </a:p>
        </p:txBody>
      </p:sp>
    </p:spTree>
    <p:extLst>
      <p:ext uri="{BB962C8B-B14F-4D97-AF65-F5344CB8AC3E}">
        <p14:creationId xmlns:p14="http://schemas.microsoft.com/office/powerpoint/2010/main" val="3094115928"/>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panel-takeaway">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6176512" y="785004"/>
            <a:ext cx="5633413" cy="5046453"/>
          </a:xfrm>
        </p:spPr>
        <p:txBody>
          <a:bodyPr>
            <a:normAutofit/>
          </a:bodyPr>
          <a:lstStyle>
            <a:lvl1pPr marL="168275" indent="-168275">
              <a:buFont typeface="Arial" panose="020B0604020202020204" pitchFamily="34" charset="0"/>
              <a:buChar char="•"/>
              <a:defRPr sz="2800"/>
            </a:lvl1pPr>
            <a:lvl2pPr marL="346075" indent="-177800">
              <a:defRPr sz="2400"/>
            </a:lvl2pPr>
            <a:lvl3pPr marL="514350" indent="-168275">
              <a:defRPr sz="2000"/>
            </a:lvl3pPr>
            <a:lvl4pPr marL="684213" indent="-169863">
              <a:defRPr sz="1800"/>
            </a:lvl4pPr>
            <a:lvl5pPr marL="860425" indent="-176213">
              <a:defRPr sz="18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a:xfrm>
            <a:off x="0" y="0"/>
            <a:ext cx="12192000" cy="696277"/>
          </a:xfrm>
          <a:prstGeom prst="rect">
            <a:avLst/>
          </a:prstGeom>
          <a:noFill/>
        </p:spPr>
        <p:txBody>
          <a:bodyPr>
            <a:noAutofit/>
          </a:bodyPr>
          <a:lstStyle>
            <a:lvl1pPr marL="274320" algn="ctr">
              <a:lnSpc>
                <a:spcPct val="100000"/>
              </a:lnSpc>
              <a:spcBef>
                <a:spcPts val="2500"/>
              </a:spcBef>
              <a:defRPr sz="3600" b="0">
                <a:solidFill>
                  <a:schemeClr val="tx1"/>
                </a:solidFill>
                <a:latin typeface="Helvetica" panose="020B0604020202020204" pitchFamily="34" charset="0"/>
                <a:cs typeface="Helvetica" panose="020B0604020202020204" pitchFamily="34" charset="0"/>
              </a:defRPr>
            </a:lvl1pPr>
          </a:lstStyle>
          <a:p>
            <a:r>
              <a:rPr lang="en-US" dirty="0"/>
              <a:t>Click to edit Master title style</a:t>
            </a:r>
          </a:p>
        </p:txBody>
      </p:sp>
      <p:sp>
        <p:nvSpPr>
          <p:cNvPr id="4" name="Content Placeholder 2">
            <a:extLst>
              <a:ext uri="{FF2B5EF4-FFF2-40B4-BE49-F238E27FC236}">
                <a16:creationId xmlns:a16="http://schemas.microsoft.com/office/drawing/2014/main" id="{68978DA0-41BF-B60B-431E-237BD228D02F}"/>
              </a:ext>
            </a:extLst>
          </p:cNvPr>
          <p:cNvSpPr>
            <a:spLocks noGrp="1"/>
          </p:cNvSpPr>
          <p:nvPr>
            <p:ph idx="13" hasCustomPrompt="1"/>
          </p:nvPr>
        </p:nvSpPr>
        <p:spPr>
          <a:xfrm>
            <a:off x="382074" y="785004"/>
            <a:ext cx="5633413" cy="5046453"/>
          </a:xfrm>
        </p:spPr>
        <p:txBody>
          <a:bodyPr>
            <a:normAutofit/>
          </a:bodyPr>
          <a:lstStyle>
            <a:lvl1pPr marL="168275" indent="-168275">
              <a:buFont typeface="Arial" panose="020B0604020202020204" pitchFamily="34" charset="0"/>
              <a:buChar char="•"/>
              <a:defRPr sz="2800"/>
            </a:lvl1pPr>
            <a:lvl2pPr marL="346075" indent="-177800">
              <a:defRPr sz="2400"/>
            </a:lvl2pPr>
            <a:lvl3pPr marL="568325" indent="-168275">
              <a:defRPr sz="2000"/>
            </a:lvl3pPr>
            <a:lvl4pPr marL="746125" indent="-177800">
              <a:defRPr sz="1800"/>
            </a:lvl4pPr>
            <a:lvl5pPr marL="914400" indent="-168275">
              <a:defRPr sz="18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3">
            <a:extLst>
              <a:ext uri="{FF2B5EF4-FFF2-40B4-BE49-F238E27FC236}">
                <a16:creationId xmlns:a16="http://schemas.microsoft.com/office/drawing/2014/main" id="{34750A2E-7CA7-6E8A-FC39-525E6B679849}"/>
              </a:ext>
            </a:extLst>
          </p:cNvPr>
          <p:cNvSpPr>
            <a:spLocks noGrp="1"/>
          </p:cNvSpPr>
          <p:nvPr>
            <p:ph type="dt" sz="half" idx="10"/>
          </p:nvPr>
        </p:nvSpPr>
        <p:spPr>
          <a:xfrm>
            <a:off x="8179594" y="6230462"/>
            <a:ext cx="2743200" cy="366712"/>
          </a:xfrm>
        </p:spPr>
        <p:txBody>
          <a:bodyPr/>
          <a:lstStyle>
            <a:lvl1pPr algn="r">
              <a:defRPr sz="1200">
                <a:solidFill>
                  <a:schemeClr val="bg1"/>
                </a:solidFill>
              </a:defRPr>
            </a:lvl1pPr>
          </a:lstStyle>
          <a:p>
            <a:pPr>
              <a:defRPr/>
            </a:pPr>
            <a:fld id="{E3EC5E23-45B7-704F-BE45-CADC7CCD9036}" type="datetime2">
              <a:rPr lang="en-US" smtClean="0"/>
              <a:pPr>
                <a:defRPr/>
              </a:pPr>
              <a:t>Wednesday, January 14, 2026</a:t>
            </a:fld>
            <a:endParaRPr lang="en-US" dirty="0"/>
          </a:p>
        </p:txBody>
      </p:sp>
      <p:sp>
        <p:nvSpPr>
          <p:cNvPr id="8" name="Slide Number Placeholder 5">
            <a:extLst>
              <a:ext uri="{FF2B5EF4-FFF2-40B4-BE49-F238E27FC236}">
                <a16:creationId xmlns:a16="http://schemas.microsoft.com/office/drawing/2014/main" id="{A9F0541F-A290-5A38-B528-467F7DA10747}"/>
              </a:ext>
            </a:extLst>
          </p:cNvPr>
          <p:cNvSpPr>
            <a:spLocks noGrp="1"/>
          </p:cNvSpPr>
          <p:nvPr>
            <p:ph type="sldNum" sz="quarter" idx="11"/>
          </p:nvPr>
        </p:nvSpPr>
        <p:spPr>
          <a:xfrm>
            <a:off x="11094720" y="6241097"/>
            <a:ext cx="522288" cy="365125"/>
          </a:xfrm>
          <a:prstGeom prst="rect">
            <a:avLst/>
          </a:prstGeom>
        </p:spPr>
        <p:txBody>
          <a:bodyPr/>
          <a:lstStyle>
            <a:lvl1pPr algn="ctr">
              <a:defRPr sz="1400" baseline="0">
                <a:solidFill>
                  <a:schemeClr val="bg1"/>
                </a:solidFill>
              </a:defRPr>
            </a:lvl1pPr>
          </a:lstStyle>
          <a:p>
            <a:pPr>
              <a:defRPr/>
            </a:pPr>
            <a:fld id="{DC52D624-4A89-1444-9783-D08DF978A0AB}" type="slidenum">
              <a:rPr lang="en-US" smtClean="0"/>
              <a:pPr>
                <a:defRPr/>
              </a:pPr>
              <a:t>‹#›</a:t>
            </a:fld>
            <a:endParaRPr lang="en-US" dirty="0"/>
          </a:p>
        </p:txBody>
      </p:sp>
      <p:sp>
        <p:nvSpPr>
          <p:cNvPr id="9" name="Footer Placeholder 3">
            <a:extLst>
              <a:ext uri="{FF2B5EF4-FFF2-40B4-BE49-F238E27FC236}">
                <a16:creationId xmlns:a16="http://schemas.microsoft.com/office/drawing/2014/main" id="{E737F9DC-3CEB-8224-A88D-861854F296AD}"/>
              </a:ext>
            </a:extLst>
          </p:cNvPr>
          <p:cNvSpPr>
            <a:spLocks noGrp="1"/>
          </p:cNvSpPr>
          <p:nvPr>
            <p:ph type="ftr" sz="quarter" idx="12"/>
          </p:nvPr>
        </p:nvSpPr>
        <p:spPr>
          <a:xfrm>
            <a:off x="1948815" y="6224905"/>
            <a:ext cx="4056063" cy="365125"/>
          </a:xfrm>
        </p:spPr>
        <p:txBody>
          <a:bodyPr/>
          <a:lstStyle>
            <a:lvl1pPr>
              <a:defRPr>
                <a:solidFill>
                  <a:schemeClr val="tx1"/>
                </a:solidFill>
              </a:defRPr>
            </a:lvl1pPr>
          </a:lstStyle>
          <a:p>
            <a:pPr>
              <a:defRPr/>
            </a:pPr>
            <a:endParaRPr lang="en-US" dirty="0"/>
          </a:p>
        </p:txBody>
      </p:sp>
    </p:spTree>
    <p:extLst>
      <p:ext uri="{BB962C8B-B14F-4D97-AF65-F5344CB8AC3E}">
        <p14:creationId xmlns:p14="http://schemas.microsoft.com/office/powerpoint/2010/main" val="26127025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panel_code">
    <p:spTree>
      <p:nvGrpSpPr>
        <p:cNvPr id="1" name=""/>
        <p:cNvGrpSpPr/>
        <p:nvPr/>
      </p:nvGrpSpPr>
      <p:grpSpPr>
        <a:xfrm>
          <a:off x="0" y="0"/>
          <a:ext cx="0" cy="0"/>
          <a:chOff x="0" y="0"/>
          <a:chExt cx="0" cy="0"/>
        </a:xfrm>
      </p:grpSpPr>
      <p:sp>
        <p:nvSpPr>
          <p:cNvPr id="3" name="Content Placeholder 2"/>
          <p:cNvSpPr>
            <a:spLocks noGrp="1"/>
          </p:cNvSpPr>
          <p:nvPr>
            <p:ph idx="1"/>
          </p:nvPr>
        </p:nvSpPr>
        <p:spPr>
          <a:xfrm>
            <a:off x="6176512" y="785004"/>
            <a:ext cx="5633413" cy="5046453"/>
          </a:xfrm>
        </p:spPr>
        <p:txBody>
          <a:bodyPr>
            <a:normAutofit/>
          </a:bodyPr>
          <a:lstStyle>
            <a:lvl1pPr marL="0" indent="0">
              <a:lnSpc>
                <a:spcPct val="100000"/>
              </a:lnSpc>
              <a:spcBef>
                <a:spcPts val="0"/>
              </a:spcBef>
              <a:spcAft>
                <a:spcPts val="0"/>
              </a:spcAft>
              <a:buFont typeface="Arial" panose="020B0604020202020204" pitchFamily="34" charset="0"/>
              <a:buNone/>
              <a:tabLst>
                <a:tab pos="461963" algn="l"/>
              </a:tabLst>
              <a:defRPr sz="1600">
                <a:latin typeface="Consolas" panose="020B0609020204030204" pitchFamily="49" charset="0"/>
              </a:defRPr>
            </a:lvl1pPr>
            <a:lvl2pPr marL="346075" indent="-177800">
              <a:defRPr sz="2400"/>
            </a:lvl2pPr>
            <a:lvl3pPr marL="514350" indent="-168275">
              <a:defRPr sz="2000"/>
            </a:lvl3pPr>
            <a:lvl4pPr marL="684213" indent="-169863">
              <a:defRPr sz="1800"/>
            </a:lvl4pPr>
            <a:lvl5pPr marL="860425" indent="-176213">
              <a:defRPr sz="1800"/>
            </a:lvl5pPr>
          </a:lstStyle>
          <a:p>
            <a:pPr lvl="0"/>
            <a:endParaRPr lang="en-US" dirty="0"/>
          </a:p>
        </p:txBody>
      </p:sp>
      <p:sp>
        <p:nvSpPr>
          <p:cNvPr id="2" name="Title 1"/>
          <p:cNvSpPr>
            <a:spLocks noGrp="1"/>
          </p:cNvSpPr>
          <p:nvPr>
            <p:ph type="title"/>
          </p:nvPr>
        </p:nvSpPr>
        <p:spPr>
          <a:xfrm>
            <a:off x="0" y="0"/>
            <a:ext cx="12192000" cy="696277"/>
          </a:xfrm>
          <a:prstGeom prst="rect">
            <a:avLst/>
          </a:prstGeom>
          <a:noFill/>
        </p:spPr>
        <p:txBody>
          <a:bodyPr>
            <a:noAutofit/>
          </a:bodyPr>
          <a:lstStyle>
            <a:lvl1pPr marL="274320" algn="ctr">
              <a:lnSpc>
                <a:spcPct val="100000"/>
              </a:lnSpc>
              <a:spcBef>
                <a:spcPts val="2500"/>
              </a:spcBef>
              <a:defRPr sz="3600" b="0">
                <a:solidFill>
                  <a:schemeClr val="tx1"/>
                </a:solidFill>
                <a:latin typeface="Helvetica" panose="020B0604020202020204" pitchFamily="34" charset="0"/>
                <a:cs typeface="Helvetica" panose="020B0604020202020204" pitchFamily="34" charset="0"/>
              </a:defRPr>
            </a:lvl1pPr>
          </a:lstStyle>
          <a:p>
            <a:r>
              <a:rPr lang="en-US" dirty="0"/>
              <a:t>Click to edit Master title style</a:t>
            </a:r>
          </a:p>
        </p:txBody>
      </p:sp>
      <p:sp>
        <p:nvSpPr>
          <p:cNvPr id="4" name="Content Placeholder 2">
            <a:extLst>
              <a:ext uri="{FF2B5EF4-FFF2-40B4-BE49-F238E27FC236}">
                <a16:creationId xmlns:a16="http://schemas.microsoft.com/office/drawing/2014/main" id="{68978DA0-41BF-B60B-431E-237BD228D02F}"/>
              </a:ext>
            </a:extLst>
          </p:cNvPr>
          <p:cNvSpPr>
            <a:spLocks noGrp="1"/>
          </p:cNvSpPr>
          <p:nvPr>
            <p:ph idx="13" hasCustomPrompt="1"/>
          </p:nvPr>
        </p:nvSpPr>
        <p:spPr>
          <a:xfrm>
            <a:off x="382074" y="785004"/>
            <a:ext cx="5633413" cy="5046453"/>
          </a:xfrm>
        </p:spPr>
        <p:txBody>
          <a:bodyPr>
            <a:normAutofit/>
          </a:bodyPr>
          <a:lstStyle>
            <a:lvl1pPr marL="168275" indent="-168275">
              <a:buFont typeface="Arial" panose="020B0604020202020204" pitchFamily="34" charset="0"/>
              <a:buChar char="•"/>
              <a:defRPr sz="2800"/>
            </a:lvl1pPr>
            <a:lvl2pPr marL="346075" indent="-177800">
              <a:defRPr sz="2400"/>
            </a:lvl2pPr>
            <a:lvl3pPr marL="568325" indent="-168275">
              <a:defRPr sz="2000"/>
            </a:lvl3pPr>
            <a:lvl4pPr marL="746125" indent="-177800">
              <a:defRPr sz="1800"/>
            </a:lvl4pPr>
            <a:lvl5pPr marL="914400" indent="-168275">
              <a:defRPr sz="18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3">
            <a:extLst>
              <a:ext uri="{FF2B5EF4-FFF2-40B4-BE49-F238E27FC236}">
                <a16:creationId xmlns:a16="http://schemas.microsoft.com/office/drawing/2014/main" id="{34750A2E-7CA7-6E8A-FC39-525E6B679849}"/>
              </a:ext>
            </a:extLst>
          </p:cNvPr>
          <p:cNvSpPr>
            <a:spLocks noGrp="1"/>
          </p:cNvSpPr>
          <p:nvPr>
            <p:ph type="dt" sz="half" idx="10"/>
          </p:nvPr>
        </p:nvSpPr>
        <p:spPr>
          <a:xfrm>
            <a:off x="8179594" y="6230462"/>
            <a:ext cx="2743200" cy="366712"/>
          </a:xfrm>
        </p:spPr>
        <p:txBody>
          <a:bodyPr/>
          <a:lstStyle>
            <a:lvl1pPr algn="r">
              <a:defRPr sz="1200">
                <a:solidFill>
                  <a:schemeClr val="bg1"/>
                </a:solidFill>
              </a:defRPr>
            </a:lvl1pPr>
          </a:lstStyle>
          <a:p>
            <a:pPr>
              <a:defRPr/>
            </a:pPr>
            <a:fld id="{E3EC5E23-45B7-704F-BE45-CADC7CCD9036}" type="datetime2">
              <a:rPr lang="en-US" smtClean="0"/>
              <a:pPr>
                <a:defRPr/>
              </a:pPr>
              <a:t>Wednesday, January 14, 2026</a:t>
            </a:fld>
            <a:endParaRPr lang="en-US" dirty="0"/>
          </a:p>
        </p:txBody>
      </p:sp>
      <p:sp>
        <p:nvSpPr>
          <p:cNvPr id="8" name="Slide Number Placeholder 5">
            <a:extLst>
              <a:ext uri="{FF2B5EF4-FFF2-40B4-BE49-F238E27FC236}">
                <a16:creationId xmlns:a16="http://schemas.microsoft.com/office/drawing/2014/main" id="{A9F0541F-A290-5A38-B528-467F7DA10747}"/>
              </a:ext>
            </a:extLst>
          </p:cNvPr>
          <p:cNvSpPr>
            <a:spLocks noGrp="1"/>
          </p:cNvSpPr>
          <p:nvPr>
            <p:ph type="sldNum" sz="quarter" idx="11"/>
          </p:nvPr>
        </p:nvSpPr>
        <p:spPr>
          <a:xfrm>
            <a:off x="11094720" y="6241097"/>
            <a:ext cx="522288" cy="365125"/>
          </a:xfrm>
          <a:prstGeom prst="rect">
            <a:avLst/>
          </a:prstGeom>
        </p:spPr>
        <p:txBody>
          <a:bodyPr/>
          <a:lstStyle>
            <a:lvl1pPr algn="ctr">
              <a:defRPr sz="1400" baseline="0">
                <a:solidFill>
                  <a:schemeClr val="bg1"/>
                </a:solidFill>
              </a:defRPr>
            </a:lvl1pPr>
          </a:lstStyle>
          <a:p>
            <a:pPr>
              <a:defRPr/>
            </a:pPr>
            <a:fld id="{DC52D624-4A89-1444-9783-D08DF978A0AB}" type="slidenum">
              <a:rPr lang="en-US" smtClean="0"/>
              <a:pPr>
                <a:defRPr/>
              </a:pPr>
              <a:t>‹#›</a:t>
            </a:fld>
            <a:endParaRPr lang="en-US" dirty="0"/>
          </a:p>
        </p:txBody>
      </p:sp>
      <p:sp>
        <p:nvSpPr>
          <p:cNvPr id="9" name="Footer Placeholder 3">
            <a:extLst>
              <a:ext uri="{FF2B5EF4-FFF2-40B4-BE49-F238E27FC236}">
                <a16:creationId xmlns:a16="http://schemas.microsoft.com/office/drawing/2014/main" id="{E737F9DC-3CEB-8224-A88D-861854F296AD}"/>
              </a:ext>
            </a:extLst>
          </p:cNvPr>
          <p:cNvSpPr>
            <a:spLocks noGrp="1"/>
          </p:cNvSpPr>
          <p:nvPr>
            <p:ph type="ftr" sz="quarter" idx="12"/>
          </p:nvPr>
        </p:nvSpPr>
        <p:spPr>
          <a:xfrm>
            <a:off x="1948815" y="6224905"/>
            <a:ext cx="4056063" cy="365125"/>
          </a:xfrm>
        </p:spPr>
        <p:txBody>
          <a:bodyPr/>
          <a:lstStyle>
            <a:lvl1pPr>
              <a:defRPr>
                <a:solidFill>
                  <a:schemeClr val="tx1"/>
                </a:solidFill>
              </a:defRPr>
            </a:lvl1pPr>
          </a:lstStyle>
          <a:p>
            <a:pPr>
              <a:defRPr/>
            </a:pPr>
            <a:endParaRPr lang="en-US" dirty="0"/>
          </a:p>
        </p:txBody>
      </p:sp>
    </p:spTree>
    <p:extLst>
      <p:ext uri="{BB962C8B-B14F-4D97-AF65-F5344CB8AC3E}">
        <p14:creationId xmlns:p14="http://schemas.microsoft.com/office/powerpoint/2010/main" val="4484269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code_code">
    <p:spTree>
      <p:nvGrpSpPr>
        <p:cNvPr id="1" name=""/>
        <p:cNvGrpSpPr/>
        <p:nvPr/>
      </p:nvGrpSpPr>
      <p:grpSpPr>
        <a:xfrm>
          <a:off x="0" y="0"/>
          <a:ext cx="0" cy="0"/>
          <a:chOff x="0" y="0"/>
          <a:chExt cx="0" cy="0"/>
        </a:xfrm>
      </p:grpSpPr>
      <p:sp>
        <p:nvSpPr>
          <p:cNvPr id="3" name="Content Placeholder 2"/>
          <p:cNvSpPr>
            <a:spLocks noGrp="1"/>
          </p:cNvSpPr>
          <p:nvPr>
            <p:ph idx="1"/>
          </p:nvPr>
        </p:nvSpPr>
        <p:spPr>
          <a:xfrm>
            <a:off x="6176512" y="785004"/>
            <a:ext cx="5633413" cy="5046453"/>
          </a:xfrm>
        </p:spPr>
        <p:txBody>
          <a:bodyPr>
            <a:normAutofit/>
          </a:bodyPr>
          <a:lstStyle>
            <a:lvl1pPr marL="0" indent="0">
              <a:lnSpc>
                <a:spcPct val="100000"/>
              </a:lnSpc>
              <a:spcBef>
                <a:spcPts val="0"/>
              </a:spcBef>
              <a:spcAft>
                <a:spcPts val="0"/>
              </a:spcAft>
              <a:buFont typeface="Arial" panose="020B0604020202020204" pitchFamily="34" charset="0"/>
              <a:buNone/>
              <a:tabLst>
                <a:tab pos="461963" algn="l"/>
              </a:tabLst>
              <a:defRPr sz="1600">
                <a:latin typeface="Consolas" panose="020B0609020204030204" pitchFamily="49" charset="0"/>
              </a:defRPr>
            </a:lvl1pPr>
            <a:lvl2pPr marL="346075" indent="-177800">
              <a:defRPr sz="2400"/>
            </a:lvl2pPr>
            <a:lvl3pPr marL="514350" indent="-168275">
              <a:defRPr sz="2000"/>
            </a:lvl3pPr>
            <a:lvl4pPr marL="684213" indent="-169863">
              <a:defRPr sz="1800"/>
            </a:lvl4pPr>
            <a:lvl5pPr marL="860425" indent="-176213">
              <a:defRPr sz="1800"/>
            </a:lvl5pPr>
          </a:lstStyle>
          <a:p>
            <a:pPr lvl="0"/>
            <a:endParaRPr lang="en-US" dirty="0"/>
          </a:p>
        </p:txBody>
      </p:sp>
      <p:sp>
        <p:nvSpPr>
          <p:cNvPr id="2" name="Title 1"/>
          <p:cNvSpPr>
            <a:spLocks noGrp="1"/>
          </p:cNvSpPr>
          <p:nvPr>
            <p:ph type="title"/>
          </p:nvPr>
        </p:nvSpPr>
        <p:spPr>
          <a:xfrm>
            <a:off x="0" y="0"/>
            <a:ext cx="12192000" cy="696277"/>
          </a:xfrm>
          <a:prstGeom prst="rect">
            <a:avLst/>
          </a:prstGeom>
          <a:noFill/>
        </p:spPr>
        <p:txBody>
          <a:bodyPr>
            <a:noAutofit/>
          </a:bodyPr>
          <a:lstStyle>
            <a:lvl1pPr marL="274320" algn="ctr">
              <a:lnSpc>
                <a:spcPct val="100000"/>
              </a:lnSpc>
              <a:spcBef>
                <a:spcPts val="2500"/>
              </a:spcBef>
              <a:defRPr sz="3600" b="0">
                <a:solidFill>
                  <a:schemeClr val="tx1"/>
                </a:solidFill>
                <a:latin typeface="Helvetica" panose="020B0604020202020204" pitchFamily="34" charset="0"/>
                <a:cs typeface="Helvetica" panose="020B0604020202020204" pitchFamily="34" charset="0"/>
              </a:defRPr>
            </a:lvl1pPr>
          </a:lstStyle>
          <a:p>
            <a:r>
              <a:rPr lang="en-US" dirty="0"/>
              <a:t>Click to edit Master title style</a:t>
            </a:r>
          </a:p>
        </p:txBody>
      </p:sp>
      <p:sp>
        <p:nvSpPr>
          <p:cNvPr id="5" name="Date Placeholder 3">
            <a:extLst>
              <a:ext uri="{FF2B5EF4-FFF2-40B4-BE49-F238E27FC236}">
                <a16:creationId xmlns:a16="http://schemas.microsoft.com/office/drawing/2014/main" id="{34750A2E-7CA7-6E8A-FC39-525E6B679849}"/>
              </a:ext>
            </a:extLst>
          </p:cNvPr>
          <p:cNvSpPr>
            <a:spLocks noGrp="1"/>
          </p:cNvSpPr>
          <p:nvPr>
            <p:ph type="dt" sz="half" idx="10"/>
          </p:nvPr>
        </p:nvSpPr>
        <p:spPr>
          <a:xfrm>
            <a:off x="8179594" y="6230462"/>
            <a:ext cx="2743200" cy="366712"/>
          </a:xfrm>
        </p:spPr>
        <p:txBody>
          <a:bodyPr/>
          <a:lstStyle>
            <a:lvl1pPr algn="r">
              <a:defRPr sz="1200">
                <a:solidFill>
                  <a:schemeClr val="bg1"/>
                </a:solidFill>
              </a:defRPr>
            </a:lvl1pPr>
          </a:lstStyle>
          <a:p>
            <a:pPr>
              <a:defRPr/>
            </a:pPr>
            <a:fld id="{E3EC5E23-45B7-704F-BE45-CADC7CCD9036}" type="datetime2">
              <a:rPr lang="en-US" smtClean="0"/>
              <a:pPr>
                <a:defRPr/>
              </a:pPr>
              <a:t>Wednesday, January 14, 2026</a:t>
            </a:fld>
            <a:endParaRPr lang="en-US" dirty="0"/>
          </a:p>
        </p:txBody>
      </p:sp>
      <p:sp>
        <p:nvSpPr>
          <p:cNvPr id="8" name="Slide Number Placeholder 5">
            <a:extLst>
              <a:ext uri="{FF2B5EF4-FFF2-40B4-BE49-F238E27FC236}">
                <a16:creationId xmlns:a16="http://schemas.microsoft.com/office/drawing/2014/main" id="{A9F0541F-A290-5A38-B528-467F7DA10747}"/>
              </a:ext>
            </a:extLst>
          </p:cNvPr>
          <p:cNvSpPr>
            <a:spLocks noGrp="1"/>
          </p:cNvSpPr>
          <p:nvPr>
            <p:ph type="sldNum" sz="quarter" idx="11"/>
          </p:nvPr>
        </p:nvSpPr>
        <p:spPr>
          <a:xfrm>
            <a:off x="11094720" y="6241097"/>
            <a:ext cx="522288" cy="365125"/>
          </a:xfrm>
          <a:prstGeom prst="rect">
            <a:avLst/>
          </a:prstGeom>
        </p:spPr>
        <p:txBody>
          <a:bodyPr/>
          <a:lstStyle>
            <a:lvl1pPr algn="ctr">
              <a:defRPr sz="1400" baseline="0">
                <a:solidFill>
                  <a:schemeClr val="bg1"/>
                </a:solidFill>
              </a:defRPr>
            </a:lvl1pPr>
          </a:lstStyle>
          <a:p>
            <a:pPr>
              <a:defRPr/>
            </a:pPr>
            <a:fld id="{DC52D624-4A89-1444-9783-D08DF978A0AB}" type="slidenum">
              <a:rPr lang="en-US" smtClean="0"/>
              <a:pPr>
                <a:defRPr/>
              </a:pPr>
              <a:t>‹#›</a:t>
            </a:fld>
            <a:endParaRPr lang="en-US" dirty="0"/>
          </a:p>
        </p:txBody>
      </p:sp>
      <p:sp>
        <p:nvSpPr>
          <p:cNvPr id="9" name="Footer Placeholder 3">
            <a:extLst>
              <a:ext uri="{FF2B5EF4-FFF2-40B4-BE49-F238E27FC236}">
                <a16:creationId xmlns:a16="http://schemas.microsoft.com/office/drawing/2014/main" id="{E737F9DC-3CEB-8224-A88D-861854F296AD}"/>
              </a:ext>
            </a:extLst>
          </p:cNvPr>
          <p:cNvSpPr>
            <a:spLocks noGrp="1"/>
          </p:cNvSpPr>
          <p:nvPr>
            <p:ph type="ftr" sz="quarter" idx="12"/>
          </p:nvPr>
        </p:nvSpPr>
        <p:spPr>
          <a:xfrm>
            <a:off x="1948815" y="6224905"/>
            <a:ext cx="4056063" cy="365125"/>
          </a:xfrm>
        </p:spPr>
        <p:txBody>
          <a:bodyPr/>
          <a:lstStyle>
            <a:lvl1pPr>
              <a:defRPr>
                <a:solidFill>
                  <a:schemeClr val="tx1"/>
                </a:solidFill>
              </a:defRPr>
            </a:lvl1pPr>
          </a:lstStyle>
          <a:p>
            <a:pPr>
              <a:defRPr/>
            </a:pPr>
            <a:endParaRPr lang="en-US" dirty="0"/>
          </a:p>
        </p:txBody>
      </p:sp>
      <p:sp>
        <p:nvSpPr>
          <p:cNvPr id="6" name="Content Placeholder 2">
            <a:extLst>
              <a:ext uri="{FF2B5EF4-FFF2-40B4-BE49-F238E27FC236}">
                <a16:creationId xmlns:a16="http://schemas.microsoft.com/office/drawing/2014/main" id="{B2EE6615-D290-E9BC-9914-66C981C3A5BF}"/>
              </a:ext>
            </a:extLst>
          </p:cNvPr>
          <p:cNvSpPr>
            <a:spLocks noGrp="1"/>
          </p:cNvSpPr>
          <p:nvPr>
            <p:ph idx="14"/>
          </p:nvPr>
        </p:nvSpPr>
        <p:spPr>
          <a:xfrm>
            <a:off x="369276" y="785004"/>
            <a:ext cx="5633413" cy="5046453"/>
          </a:xfrm>
        </p:spPr>
        <p:txBody>
          <a:bodyPr>
            <a:normAutofit/>
          </a:bodyPr>
          <a:lstStyle>
            <a:lvl1pPr marL="0" indent="0">
              <a:lnSpc>
                <a:spcPct val="100000"/>
              </a:lnSpc>
              <a:spcBef>
                <a:spcPts val="0"/>
              </a:spcBef>
              <a:spcAft>
                <a:spcPts val="0"/>
              </a:spcAft>
              <a:buFont typeface="Arial" panose="020B0604020202020204" pitchFamily="34" charset="0"/>
              <a:buNone/>
              <a:tabLst>
                <a:tab pos="461963" algn="l"/>
              </a:tabLst>
              <a:defRPr sz="1600">
                <a:latin typeface="Consolas" panose="020B0609020204030204" pitchFamily="49" charset="0"/>
              </a:defRPr>
            </a:lvl1pPr>
            <a:lvl2pPr marL="346075" indent="-177800">
              <a:defRPr sz="2400"/>
            </a:lvl2pPr>
            <a:lvl3pPr marL="514350" indent="-168275">
              <a:defRPr sz="2000"/>
            </a:lvl3pPr>
            <a:lvl4pPr marL="684213" indent="-169863">
              <a:defRPr sz="1800"/>
            </a:lvl4pPr>
            <a:lvl5pPr marL="860425" indent="-176213">
              <a:defRPr sz="1800"/>
            </a:lvl5pPr>
          </a:lstStyle>
          <a:p>
            <a:pPr lvl="0"/>
            <a:endParaRPr lang="en-US" dirty="0"/>
          </a:p>
        </p:txBody>
      </p:sp>
    </p:spTree>
    <p:extLst>
      <p:ext uri="{BB962C8B-B14F-4D97-AF65-F5344CB8AC3E}">
        <p14:creationId xmlns:p14="http://schemas.microsoft.com/office/powerpoint/2010/main" val="8801556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code_panel">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696277"/>
          </a:xfrm>
          <a:prstGeom prst="rect">
            <a:avLst/>
          </a:prstGeom>
          <a:noFill/>
        </p:spPr>
        <p:txBody>
          <a:bodyPr>
            <a:noAutofit/>
          </a:bodyPr>
          <a:lstStyle>
            <a:lvl1pPr marL="274320" algn="ctr">
              <a:lnSpc>
                <a:spcPct val="100000"/>
              </a:lnSpc>
              <a:spcBef>
                <a:spcPts val="2500"/>
              </a:spcBef>
              <a:defRPr sz="3600" b="0">
                <a:solidFill>
                  <a:schemeClr val="tx1"/>
                </a:solidFill>
                <a:latin typeface="Helvetica" panose="020B0604020202020204" pitchFamily="34" charset="0"/>
                <a:cs typeface="Helvetica" panose="020B0604020202020204" pitchFamily="34" charset="0"/>
              </a:defRPr>
            </a:lvl1pPr>
          </a:lstStyle>
          <a:p>
            <a:r>
              <a:rPr lang="en-US" dirty="0"/>
              <a:t>Click to edit Master title style</a:t>
            </a:r>
          </a:p>
        </p:txBody>
      </p:sp>
      <p:sp>
        <p:nvSpPr>
          <p:cNvPr id="5" name="Date Placeholder 3">
            <a:extLst>
              <a:ext uri="{FF2B5EF4-FFF2-40B4-BE49-F238E27FC236}">
                <a16:creationId xmlns:a16="http://schemas.microsoft.com/office/drawing/2014/main" id="{34750A2E-7CA7-6E8A-FC39-525E6B679849}"/>
              </a:ext>
            </a:extLst>
          </p:cNvPr>
          <p:cNvSpPr>
            <a:spLocks noGrp="1"/>
          </p:cNvSpPr>
          <p:nvPr>
            <p:ph type="dt" sz="half" idx="10"/>
          </p:nvPr>
        </p:nvSpPr>
        <p:spPr>
          <a:xfrm>
            <a:off x="8179594" y="6230462"/>
            <a:ext cx="2743200" cy="366712"/>
          </a:xfrm>
        </p:spPr>
        <p:txBody>
          <a:bodyPr/>
          <a:lstStyle>
            <a:lvl1pPr algn="r">
              <a:defRPr sz="1200">
                <a:solidFill>
                  <a:schemeClr val="bg1"/>
                </a:solidFill>
              </a:defRPr>
            </a:lvl1pPr>
          </a:lstStyle>
          <a:p>
            <a:pPr>
              <a:defRPr/>
            </a:pPr>
            <a:fld id="{E3EC5E23-45B7-704F-BE45-CADC7CCD9036}" type="datetime2">
              <a:rPr lang="en-US" smtClean="0"/>
              <a:pPr>
                <a:defRPr/>
              </a:pPr>
              <a:t>Wednesday, January 14, 2026</a:t>
            </a:fld>
            <a:endParaRPr lang="en-US" dirty="0"/>
          </a:p>
        </p:txBody>
      </p:sp>
      <p:sp>
        <p:nvSpPr>
          <p:cNvPr id="8" name="Slide Number Placeholder 5">
            <a:extLst>
              <a:ext uri="{FF2B5EF4-FFF2-40B4-BE49-F238E27FC236}">
                <a16:creationId xmlns:a16="http://schemas.microsoft.com/office/drawing/2014/main" id="{A9F0541F-A290-5A38-B528-467F7DA10747}"/>
              </a:ext>
            </a:extLst>
          </p:cNvPr>
          <p:cNvSpPr>
            <a:spLocks noGrp="1"/>
          </p:cNvSpPr>
          <p:nvPr>
            <p:ph type="sldNum" sz="quarter" idx="11"/>
          </p:nvPr>
        </p:nvSpPr>
        <p:spPr>
          <a:xfrm>
            <a:off x="11094720" y="6241097"/>
            <a:ext cx="522288" cy="365125"/>
          </a:xfrm>
          <a:prstGeom prst="rect">
            <a:avLst/>
          </a:prstGeom>
        </p:spPr>
        <p:txBody>
          <a:bodyPr/>
          <a:lstStyle>
            <a:lvl1pPr algn="ctr">
              <a:defRPr sz="1400" baseline="0">
                <a:solidFill>
                  <a:schemeClr val="bg1"/>
                </a:solidFill>
              </a:defRPr>
            </a:lvl1pPr>
          </a:lstStyle>
          <a:p>
            <a:pPr>
              <a:defRPr/>
            </a:pPr>
            <a:fld id="{DC52D624-4A89-1444-9783-D08DF978A0AB}" type="slidenum">
              <a:rPr lang="en-US" smtClean="0"/>
              <a:pPr>
                <a:defRPr/>
              </a:pPr>
              <a:t>‹#›</a:t>
            </a:fld>
            <a:endParaRPr lang="en-US" dirty="0"/>
          </a:p>
        </p:txBody>
      </p:sp>
      <p:sp>
        <p:nvSpPr>
          <p:cNvPr id="9" name="Footer Placeholder 3">
            <a:extLst>
              <a:ext uri="{FF2B5EF4-FFF2-40B4-BE49-F238E27FC236}">
                <a16:creationId xmlns:a16="http://schemas.microsoft.com/office/drawing/2014/main" id="{E737F9DC-3CEB-8224-A88D-861854F296AD}"/>
              </a:ext>
            </a:extLst>
          </p:cNvPr>
          <p:cNvSpPr>
            <a:spLocks noGrp="1"/>
          </p:cNvSpPr>
          <p:nvPr>
            <p:ph type="ftr" sz="quarter" idx="12"/>
          </p:nvPr>
        </p:nvSpPr>
        <p:spPr>
          <a:xfrm>
            <a:off x="1948815" y="6224905"/>
            <a:ext cx="4056063" cy="365125"/>
          </a:xfrm>
        </p:spPr>
        <p:txBody>
          <a:bodyPr/>
          <a:lstStyle>
            <a:lvl1pPr>
              <a:defRPr>
                <a:solidFill>
                  <a:schemeClr val="tx1"/>
                </a:solidFill>
              </a:defRPr>
            </a:lvl1pPr>
          </a:lstStyle>
          <a:p>
            <a:pPr>
              <a:defRPr/>
            </a:pPr>
            <a:endParaRPr lang="en-US" dirty="0"/>
          </a:p>
        </p:txBody>
      </p:sp>
      <p:sp>
        <p:nvSpPr>
          <p:cNvPr id="6" name="Content Placeholder 2">
            <a:extLst>
              <a:ext uri="{FF2B5EF4-FFF2-40B4-BE49-F238E27FC236}">
                <a16:creationId xmlns:a16="http://schemas.microsoft.com/office/drawing/2014/main" id="{B2EE6615-D290-E9BC-9914-66C981C3A5BF}"/>
              </a:ext>
            </a:extLst>
          </p:cNvPr>
          <p:cNvSpPr>
            <a:spLocks noGrp="1"/>
          </p:cNvSpPr>
          <p:nvPr>
            <p:ph idx="14"/>
          </p:nvPr>
        </p:nvSpPr>
        <p:spPr>
          <a:xfrm>
            <a:off x="369276" y="785004"/>
            <a:ext cx="5633413" cy="5046453"/>
          </a:xfrm>
        </p:spPr>
        <p:txBody>
          <a:bodyPr>
            <a:normAutofit/>
          </a:bodyPr>
          <a:lstStyle>
            <a:lvl1pPr marL="0" indent="0">
              <a:lnSpc>
                <a:spcPct val="100000"/>
              </a:lnSpc>
              <a:spcBef>
                <a:spcPts val="0"/>
              </a:spcBef>
              <a:spcAft>
                <a:spcPts val="0"/>
              </a:spcAft>
              <a:buFont typeface="Arial" panose="020B0604020202020204" pitchFamily="34" charset="0"/>
              <a:buNone/>
              <a:tabLst>
                <a:tab pos="461963" algn="l"/>
              </a:tabLst>
              <a:defRPr sz="1600">
                <a:latin typeface="Consolas" panose="020B0609020204030204" pitchFamily="49" charset="0"/>
              </a:defRPr>
            </a:lvl1pPr>
            <a:lvl2pPr marL="346075" indent="-177800">
              <a:defRPr sz="2400"/>
            </a:lvl2pPr>
            <a:lvl3pPr marL="514350" indent="-168275">
              <a:defRPr sz="2000"/>
            </a:lvl3pPr>
            <a:lvl4pPr marL="684213" indent="-169863">
              <a:defRPr sz="1800"/>
            </a:lvl4pPr>
            <a:lvl5pPr marL="860425" indent="-176213">
              <a:defRPr sz="1800"/>
            </a:lvl5pPr>
          </a:lstStyle>
          <a:p>
            <a:pPr lvl="0"/>
            <a:endParaRPr lang="en-US" dirty="0"/>
          </a:p>
        </p:txBody>
      </p:sp>
      <p:sp>
        <p:nvSpPr>
          <p:cNvPr id="4" name="Content Placeholder 2">
            <a:extLst>
              <a:ext uri="{FF2B5EF4-FFF2-40B4-BE49-F238E27FC236}">
                <a16:creationId xmlns:a16="http://schemas.microsoft.com/office/drawing/2014/main" id="{E2574AB0-E2E4-D353-5E8A-27776DD37E4D}"/>
              </a:ext>
            </a:extLst>
          </p:cNvPr>
          <p:cNvSpPr>
            <a:spLocks noGrp="1"/>
          </p:cNvSpPr>
          <p:nvPr>
            <p:ph idx="13" hasCustomPrompt="1"/>
          </p:nvPr>
        </p:nvSpPr>
        <p:spPr>
          <a:xfrm>
            <a:off x="6176381" y="785004"/>
            <a:ext cx="5633413" cy="5046453"/>
          </a:xfrm>
        </p:spPr>
        <p:txBody>
          <a:bodyPr>
            <a:normAutofit/>
          </a:bodyPr>
          <a:lstStyle>
            <a:lvl1pPr marL="168275" indent="-168275">
              <a:buFont typeface="Arial" panose="020B0604020202020204" pitchFamily="34" charset="0"/>
              <a:buChar char="•"/>
              <a:defRPr sz="2800"/>
            </a:lvl1pPr>
            <a:lvl2pPr marL="346075" indent="-177800">
              <a:defRPr sz="2400"/>
            </a:lvl2pPr>
            <a:lvl3pPr marL="568325" indent="-168275">
              <a:defRPr sz="2000"/>
            </a:lvl3pPr>
            <a:lvl4pPr marL="746125" indent="-177800">
              <a:defRPr sz="1800"/>
            </a:lvl4pPr>
            <a:lvl5pPr marL="914400" indent="-168275">
              <a:defRPr sz="18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547170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1-panel-takeaway">
    <p:spTree>
      <p:nvGrpSpPr>
        <p:cNvPr id="1" name=""/>
        <p:cNvGrpSpPr/>
        <p:nvPr/>
      </p:nvGrpSpPr>
      <p:grpSpPr>
        <a:xfrm>
          <a:off x="0" y="0"/>
          <a:ext cx="0" cy="0"/>
          <a:chOff x="0" y="0"/>
          <a:chExt cx="0" cy="0"/>
        </a:xfrm>
      </p:grpSpPr>
      <p:sp>
        <p:nvSpPr>
          <p:cNvPr id="3" name="Content Placeholder 2"/>
          <p:cNvSpPr>
            <a:spLocks noGrp="1"/>
          </p:cNvSpPr>
          <p:nvPr>
            <p:ph idx="1"/>
          </p:nvPr>
        </p:nvSpPr>
        <p:spPr>
          <a:xfrm>
            <a:off x="360607" y="785004"/>
            <a:ext cx="11449319" cy="5046453"/>
          </a:xfrm>
        </p:spPr>
        <p:txBody>
          <a:bodyPr>
            <a:normAutofit/>
          </a:bodyPr>
          <a:lstStyle>
            <a:lvl1pPr>
              <a:defRPr sz="2800"/>
            </a:lvl1pPr>
            <a:lvl2pPr>
              <a:defRPr sz="2400"/>
            </a:lvl2pPr>
            <a:lvl3pPr>
              <a:defRPr sz="2000"/>
            </a:lvl3pPr>
            <a:lvl4pPr>
              <a:defRPr sz="1800"/>
            </a:lvl4pPr>
            <a:lvl5pPr>
              <a:defRPr sz="18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p:nvPr>
        </p:nvSpPr>
        <p:spPr>
          <a:xfrm>
            <a:off x="0" y="0"/>
            <a:ext cx="12192000" cy="696277"/>
          </a:xfrm>
          <a:prstGeom prst="rect">
            <a:avLst/>
          </a:prstGeom>
          <a:noFill/>
        </p:spPr>
        <p:txBody>
          <a:bodyPr>
            <a:noAutofit/>
          </a:bodyPr>
          <a:lstStyle>
            <a:lvl1pPr marL="274320" algn="ctr">
              <a:lnSpc>
                <a:spcPct val="100000"/>
              </a:lnSpc>
              <a:spcBef>
                <a:spcPts val="2500"/>
              </a:spcBef>
              <a:defRPr sz="3600" b="0">
                <a:solidFill>
                  <a:schemeClr val="tx1"/>
                </a:solidFill>
                <a:latin typeface="+mj-lt"/>
                <a:cs typeface="Arial" panose="020B0604020202020204" pitchFamily="34" charset="0"/>
              </a:defRPr>
            </a:lvl1pPr>
          </a:lstStyle>
          <a:p>
            <a:r>
              <a:rPr lang="en-US"/>
              <a:t>Click to edit Master title style</a:t>
            </a:r>
          </a:p>
        </p:txBody>
      </p:sp>
      <p:sp>
        <p:nvSpPr>
          <p:cNvPr id="6" name="Slide Number Placeholder 5"/>
          <p:cNvSpPr>
            <a:spLocks noGrp="1"/>
          </p:cNvSpPr>
          <p:nvPr>
            <p:ph type="sldNum" sz="quarter" idx="12"/>
          </p:nvPr>
        </p:nvSpPr>
        <p:spPr>
          <a:xfrm>
            <a:off x="11360241" y="5466332"/>
            <a:ext cx="471152" cy="365125"/>
          </a:xfrm>
          <a:prstGeom prst="rect">
            <a:avLst/>
          </a:prstGeom>
        </p:spPr>
        <p:txBody>
          <a:bodyPr/>
          <a:lstStyle>
            <a:lvl1pPr>
              <a:defRPr>
                <a:solidFill>
                  <a:srgbClr val="C00000"/>
                </a:solidFill>
              </a:defRPr>
            </a:lvl1pPr>
          </a:lstStyle>
          <a:p>
            <a:fld id="{AFFE10B8-FF50-4557-9ED8-E3FFB0CBA088}" type="slidenum">
              <a:rPr lang="en-US" smtClean="0"/>
              <a:pPr/>
              <a:t>‹#›</a:t>
            </a:fld>
            <a:endParaRPr lang="en-US"/>
          </a:p>
        </p:txBody>
      </p:sp>
      <p:sp>
        <p:nvSpPr>
          <p:cNvPr id="5" name="Subtitle 2">
            <a:extLst>
              <a:ext uri="{FF2B5EF4-FFF2-40B4-BE49-F238E27FC236}">
                <a16:creationId xmlns:a16="http://schemas.microsoft.com/office/drawing/2014/main" id="{D6696F96-BE01-5647-CDCB-DE7A5BC74867}"/>
              </a:ext>
            </a:extLst>
          </p:cNvPr>
          <p:cNvSpPr>
            <a:spLocks noGrp="1"/>
          </p:cNvSpPr>
          <p:nvPr>
            <p:ph type="subTitle" idx="13" hasCustomPrompt="1"/>
          </p:nvPr>
        </p:nvSpPr>
        <p:spPr>
          <a:xfrm>
            <a:off x="360607" y="5951500"/>
            <a:ext cx="11470787" cy="435939"/>
          </a:xfrm>
          <a:noFill/>
        </p:spPr>
        <p:txBody>
          <a:bodyPr>
            <a:spAutoFit/>
          </a:bodyPr>
          <a:lstStyle>
            <a:lvl1pPr marL="0" indent="0" algn="ctr">
              <a:buNone/>
              <a:defRPr sz="2400" b="1" i="1">
                <a:solidFill>
                  <a:schemeClr val="tx1"/>
                </a:solidFill>
                <a:latin typeface="+mn-lt"/>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takeaway bullet</a:t>
            </a:r>
          </a:p>
        </p:txBody>
      </p:sp>
    </p:spTree>
    <p:extLst>
      <p:ext uri="{BB962C8B-B14F-4D97-AF65-F5344CB8AC3E}">
        <p14:creationId xmlns:p14="http://schemas.microsoft.com/office/powerpoint/2010/main" val="21007256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9"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998D0D97-B071-C148-9036-86499577D320}"/>
              </a:ext>
            </a:extLst>
          </p:cNvPr>
          <p:cNvSpPr>
            <a:spLocks noGrp="1"/>
          </p:cNvSpPr>
          <p:nvPr>
            <p:ph type="ftr" sz="quarter" idx="3"/>
          </p:nvPr>
        </p:nvSpPr>
        <p:spPr>
          <a:xfrm>
            <a:off x="1948815" y="6224905"/>
            <a:ext cx="4056063" cy="365125"/>
          </a:xfrm>
          <a:prstGeom prst="rect">
            <a:avLst/>
          </a:prstGeom>
        </p:spPr>
        <p:txBody>
          <a:bodyPr vert="horz" lIns="91440" tIns="45720" rIns="91440" bIns="45720" rtlCol="0" anchor="ctr"/>
          <a:lstStyle>
            <a:lvl1pPr algn="l" defTabSz="914377" eaLnBrk="1" fontAlgn="auto" hangingPunct="1">
              <a:spcBef>
                <a:spcPts val="0"/>
              </a:spcBef>
              <a:spcAft>
                <a:spcPts val="0"/>
              </a:spcAft>
              <a:defRPr sz="1400" cap="all" baseline="0">
                <a:solidFill>
                  <a:srgbClr val="FFFFFF"/>
                </a:solidFill>
                <a:latin typeface="+mn-lt"/>
              </a:defRPr>
            </a:lvl1pPr>
          </a:lstStyle>
          <a:p>
            <a:pPr>
              <a:defRPr/>
            </a:pPr>
            <a:endParaRPr lang="en-US" dirty="0"/>
          </a:p>
        </p:txBody>
      </p:sp>
      <p:sp>
        <p:nvSpPr>
          <p:cNvPr id="1027" name="Title Placeholder 1">
            <a:extLst>
              <a:ext uri="{FF2B5EF4-FFF2-40B4-BE49-F238E27FC236}">
                <a16:creationId xmlns:a16="http://schemas.microsoft.com/office/drawing/2014/main" id="{193AF7C1-9145-5745-AFDF-868B12D2579C}"/>
              </a:ext>
            </a:extLst>
          </p:cNvPr>
          <p:cNvSpPr>
            <a:spLocks noGrp="1" noChangeArrowheads="1"/>
          </p:cNvSpPr>
          <p:nvPr>
            <p:ph type="title"/>
          </p:nvPr>
        </p:nvSpPr>
        <p:spPr bwMode="auto">
          <a:xfrm>
            <a:off x="0" y="468630"/>
            <a:ext cx="9128125" cy="7534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dirty="0"/>
              <a:t>Click to edit Master title style</a:t>
            </a:r>
          </a:p>
        </p:txBody>
      </p:sp>
      <p:sp>
        <p:nvSpPr>
          <p:cNvPr id="1028" name="Text Placeholder 2">
            <a:extLst>
              <a:ext uri="{FF2B5EF4-FFF2-40B4-BE49-F238E27FC236}">
                <a16:creationId xmlns:a16="http://schemas.microsoft.com/office/drawing/2014/main" id="{DE585573-8857-2147-AFDA-C608CDBBFC0E}"/>
              </a:ext>
            </a:extLst>
          </p:cNvPr>
          <p:cNvSpPr>
            <a:spLocks noGrp="1" noChangeArrowheads="1"/>
          </p:cNvSpPr>
          <p:nvPr>
            <p:ph type="body" idx="1"/>
          </p:nvPr>
        </p:nvSpPr>
        <p:spPr bwMode="auto">
          <a:xfrm>
            <a:off x="838200" y="1825625"/>
            <a:ext cx="9128125" cy="3969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4" name="Date Placeholder 3">
            <a:extLst>
              <a:ext uri="{FF2B5EF4-FFF2-40B4-BE49-F238E27FC236}">
                <a16:creationId xmlns:a16="http://schemas.microsoft.com/office/drawing/2014/main" id="{BBCD7868-2810-E844-B83F-968AD4C89795}"/>
              </a:ext>
            </a:extLst>
          </p:cNvPr>
          <p:cNvSpPr>
            <a:spLocks noGrp="1"/>
          </p:cNvSpPr>
          <p:nvPr>
            <p:ph type="dt" sz="half" idx="2"/>
          </p:nvPr>
        </p:nvSpPr>
        <p:spPr>
          <a:xfrm>
            <a:off x="8179594" y="6230462"/>
            <a:ext cx="2743200" cy="366712"/>
          </a:xfrm>
          <a:prstGeom prst="rect">
            <a:avLst/>
          </a:prstGeom>
        </p:spPr>
        <p:txBody>
          <a:bodyPr vert="horz" lIns="91440" tIns="45720" rIns="91440" bIns="45720" rtlCol="0" anchor="ctr"/>
          <a:lstStyle>
            <a:lvl1pPr algn="r" defTabSz="914377" eaLnBrk="1" fontAlgn="auto" hangingPunct="1">
              <a:spcBef>
                <a:spcPts val="0"/>
              </a:spcBef>
              <a:spcAft>
                <a:spcPts val="0"/>
              </a:spcAft>
              <a:defRPr sz="1200" b="0" i="0">
                <a:solidFill>
                  <a:schemeClr val="bg2"/>
                </a:solidFill>
                <a:latin typeface="Helvetica" pitchFamily="2" charset="0"/>
              </a:defRPr>
            </a:lvl1pPr>
          </a:lstStyle>
          <a:p>
            <a:pPr>
              <a:defRPr/>
            </a:pPr>
            <a:fld id="{86B0CECE-ADBD-E046-9E00-15B1E455C3C8}" type="datetime2">
              <a:rPr lang="en-US" smtClean="0"/>
              <a:pPr>
                <a:defRPr/>
              </a:pPr>
              <a:t>Wednesday, January 14, 2026</a:t>
            </a:fld>
            <a:endParaRPr lang="en-US" dirty="0"/>
          </a:p>
        </p:txBody>
      </p:sp>
      <p:sp>
        <p:nvSpPr>
          <p:cNvPr id="11" name="Slide Number Placeholder 5">
            <a:extLst>
              <a:ext uri="{FF2B5EF4-FFF2-40B4-BE49-F238E27FC236}">
                <a16:creationId xmlns:a16="http://schemas.microsoft.com/office/drawing/2014/main" id="{4AE6E644-0CD5-9A48-BE0A-B093210F42A0}"/>
              </a:ext>
            </a:extLst>
          </p:cNvPr>
          <p:cNvSpPr>
            <a:spLocks noGrp="1"/>
          </p:cNvSpPr>
          <p:nvPr>
            <p:ph type="sldNum" sz="quarter" idx="4"/>
          </p:nvPr>
        </p:nvSpPr>
        <p:spPr>
          <a:xfrm>
            <a:off x="11094720" y="6224270"/>
            <a:ext cx="522288" cy="365125"/>
          </a:xfrm>
          <a:prstGeom prst="rect">
            <a:avLst/>
          </a:prstGeom>
        </p:spPr>
        <p:txBody>
          <a:bodyPr anchor="b" anchorCtr="0"/>
          <a:lstStyle>
            <a:lvl1pPr algn="ctr" defTabSz="914377" eaLnBrk="1" fontAlgn="auto" hangingPunct="1">
              <a:spcBef>
                <a:spcPts val="0"/>
              </a:spcBef>
              <a:spcAft>
                <a:spcPts val="0"/>
              </a:spcAft>
              <a:defRPr sz="1400" b="0" i="0" baseline="0">
                <a:solidFill>
                  <a:schemeClr val="bg1"/>
                </a:solidFill>
                <a:latin typeface="Helvetica" pitchFamily="2" charset="0"/>
              </a:defRPr>
            </a:lvl1pPr>
          </a:lstStyle>
          <a:p>
            <a:pPr>
              <a:defRPr/>
            </a:pPr>
            <a:fld id="{E59E93EA-64E5-EF41-9853-47B1C09F55B5}" type="slidenum">
              <a:rPr lang="en-US"/>
              <a:pPr>
                <a:defRPr/>
              </a:pPr>
              <a:t>‹#›</a:t>
            </a:fld>
            <a:endParaRPr lang="en-US" dirty="0"/>
          </a:p>
        </p:txBody>
      </p:sp>
    </p:spTree>
    <p:extLst>
      <p:ext uri="{BB962C8B-B14F-4D97-AF65-F5344CB8AC3E}">
        <p14:creationId xmlns:p14="http://schemas.microsoft.com/office/powerpoint/2010/main" val="477719138"/>
      </p:ext>
    </p:extLst>
  </p:cSld>
  <p:clrMap bg1="lt1" tx1="dk1" bg2="lt2" tx2="dk2" accent1="accent1" accent2="accent2" accent3="accent3" accent4="accent4" accent5="accent5" accent6="accent6" hlink="hlink" folHlink="folHlink"/>
  <p:sldLayoutIdLst>
    <p:sldLayoutId id="2147483682" r:id="rId1"/>
    <p:sldLayoutId id="2147483688" r:id="rId2"/>
    <p:sldLayoutId id="2147483685" r:id="rId3"/>
    <p:sldLayoutId id="2147483689" r:id="rId4"/>
    <p:sldLayoutId id="2147483690" r:id="rId5"/>
    <p:sldLayoutId id="2147483691" r:id="rId6"/>
    <p:sldLayoutId id="2147483692" r:id="rId7"/>
  </p:sldLayoutIdLst>
  <p:hf sldNum="0" hdr="0" ftr="0" dt="0"/>
  <p:txStyles>
    <p:titleStyle>
      <a:lvl1pPr algn="l" defTabSz="912813" rtl="0" eaLnBrk="1" fontAlgn="base" hangingPunct="1">
        <a:lnSpc>
          <a:spcPct val="90000"/>
        </a:lnSpc>
        <a:spcBef>
          <a:spcPct val="0"/>
        </a:spcBef>
        <a:spcAft>
          <a:spcPct val="0"/>
        </a:spcAft>
        <a:defRPr sz="4400" kern="1200">
          <a:solidFill>
            <a:schemeClr val="tx1"/>
          </a:solidFill>
          <a:latin typeface="Helvetica" pitchFamily="2" charset="0"/>
          <a:ea typeface="+mj-ea"/>
          <a:cs typeface="+mj-cs"/>
        </a:defRPr>
      </a:lvl1pPr>
      <a:lvl2pPr algn="l" defTabSz="912813" rtl="0" eaLnBrk="1" fontAlgn="base" hangingPunct="1">
        <a:lnSpc>
          <a:spcPct val="90000"/>
        </a:lnSpc>
        <a:spcBef>
          <a:spcPct val="0"/>
        </a:spcBef>
        <a:spcAft>
          <a:spcPct val="0"/>
        </a:spcAft>
        <a:defRPr sz="4400">
          <a:solidFill>
            <a:schemeClr val="tx1"/>
          </a:solidFill>
          <a:latin typeface="Helvetica" pitchFamily="2" charset="0"/>
        </a:defRPr>
      </a:lvl2pPr>
      <a:lvl3pPr algn="l" defTabSz="912813" rtl="0" eaLnBrk="1" fontAlgn="base" hangingPunct="1">
        <a:lnSpc>
          <a:spcPct val="90000"/>
        </a:lnSpc>
        <a:spcBef>
          <a:spcPct val="0"/>
        </a:spcBef>
        <a:spcAft>
          <a:spcPct val="0"/>
        </a:spcAft>
        <a:defRPr sz="4400">
          <a:solidFill>
            <a:schemeClr val="tx1"/>
          </a:solidFill>
          <a:latin typeface="Helvetica" pitchFamily="2" charset="0"/>
        </a:defRPr>
      </a:lvl3pPr>
      <a:lvl4pPr algn="l" defTabSz="912813" rtl="0" eaLnBrk="1" fontAlgn="base" hangingPunct="1">
        <a:lnSpc>
          <a:spcPct val="90000"/>
        </a:lnSpc>
        <a:spcBef>
          <a:spcPct val="0"/>
        </a:spcBef>
        <a:spcAft>
          <a:spcPct val="0"/>
        </a:spcAft>
        <a:defRPr sz="4400">
          <a:solidFill>
            <a:schemeClr val="tx1"/>
          </a:solidFill>
          <a:latin typeface="Helvetica" pitchFamily="2" charset="0"/>
        </a:defRPr>
      </a:lvl4pPr>
      <a:lvl5pPr algn="l" defTabSz="912813" rtl="0" eaLnBrk="1" fontAlgn="base" hangingPunct="1">
        <a:lnSpc>
          <a:spcPct val="90000"/>
        </a:lnSpc>
        <a:spcBef>
          <a:spcPct val="0"/>
        </a:spcBef>
        <a:spcAft>
          <a:spcPct val="0"/>
        </a:spcAft>
        <a:defRPr sz="4400">
          <a:solidFill>
            <a:schemeClr val="tx1"/>
          </a:solidFill>
          <a:latin typeface="Helvetica" pitchFamily="2" charset="0"/>
        </a:defRPr>
      </a:lvl5pPr>
      <a:lvl6pPr marL="457200" algn="l" defTabSz="912813" rtl="0" eaLnBrk="1" fontAlgn="base" hangingPunct="1">
        <a:lnSpc>
          <a:spcPct val="90000"/>
        </a:lnSpc>
        <a:spcBef>
          <a:spcPct val="0"/>
        </a:spcBef>
        <a:spcAft>
          <a:spcPct val="0"/>
        </a:spcAft>
        <a:defRPr sz="4400">
          <a:solidFill>
            <a:schemeClr val="tx1"/>
          </a:solidFill>
          <a:latin typeface="Helvetica" pitchFamily="2" charset="0"/>
        </a:defRPr>
      </a:lvl6pPr>
      <a:lvl7pPr marL="914400" algn="l" defTabSz="912813" rtl="0" eaLnBrk="1" fontAlgn="base" hangingPunct="1">
        <a:lnSpc>
          <a:spcPct val="90000"/>
        </a:lnSpc>
        <a:spcBef>
          <a:spcPct val="0"/>
        </a:spcBef>
        <a:spcAft>
          <a:spcPct val="0"/>
        </a:spcAft>
        <a:defRPr sz="4400">
          <a:solidFill>
            <a:schemeClr val="tx1"/>
          </a:solidFill>
          <a:latin typeface="Helvetica" pitchFamily="2" charset="0"/>
        </a:defRPr>
      </a:lvl7pPr>
      <a:lvl8pPr marL="1371600" algn="l" defTabSz="912813" rtl="0" eaLnBrk="1" fontAlgn="base" hangingPunct="1">
        <a:lnSpc>
          <a:spcPct val="90000"/>
        </a:lnSpc>
        <a:spcBef>
          <a:spcPct val="0"/>
        </a:spcBef>
        <a:spcAft>
          <a:spcPct val="0"/>
        </a:spcAft>
        <a:defRPr sz="4400">
          <a:solidFill>
            <a:schemeClr val="tx1"/>
          </a:solidFill>
          <a:latin typeface="Helvetica" pitchFamily="2" charset="0"/>
        </a:defRPr>
      </a:lvl8pPr>
      <a:lvl9pPr marL="1828800" algn="l" defTabSz="912813" rtl="0" eaLnBrk="1" fontAlgn="base" hangingPunct="1">
        <a:lnSpc>
          <a:spcPct val="90000"/>
        </a:lnSpc>
        <a:spcBef>
          <a:spcPct val="0"/>
        </a:spcBef>
        <a:spcAft>
          <a:spcPct val="0"/>
        </a:spcAft>
        <a:defRPr sz="4400">
          <a:solidFill>
            <a:schemeClr val="tx1"/>
          </a:solidFill>
          <a:latin typeface="Helvetica" pitchFamily="2" charset="0"/>
        </a:defRPr>
      </a:lvl9pPr>
    </p:titleStyle>
    <p:bodyStyle>
      <a:lvl1pPr algn="l" defTabSz="912813" rtl="0" eaLnBrk="1" fontAlgn="base" hangingPunct="1">
        <a:lnSpc>
          <a:spcPct val="120000"/>
        </a:lnSpc>
        <a:spcBef>
          <a:spcPts val="1000"/>
        </a:spcBef>
        <a:spcAft>
          <a:spcPts val="600"/>
        </a:spcAft>
        <a:buFont typeface="Arial" panose="020B0604020202020204" pitchFamily="34" charset="0"/>
        <a:defRPr sz="2400" kern="1200">
          <a:solidFill>
            <a:schemeClr val="tx1"/>
          </a:solidFill>
          <a:latin typeface="Helvetica" pitchFamily="2" charset="0"/>
          <a:ea typeface="+mn-ea"/>
          <a:cs typeface="+mn-cs"/>
        </a:defRPr>
      </a:lvl1pPr>
      <a:lvl2pPr marL="684213" indent="-227013" algn="l" defTabSz="912813" rtl="0" eaLnBrk="1" fontAlgn="base" hangingPunct="1">
        <a:lnSpc>
          <a:spcPct val="120000"/>
        </a:lnSpc>
        <a:spcBef>
          <a:spcPts val="500"/>
        </a:spcBef>
        <a:spcAft>
          <a:spcPts val="600"/>
        </a:spcAft>
        <a:buFont typeface="Arial" panose="020B0604020202020204" pitchFamily="34" charset="0"/>
        <a:buChar char="•"/>
        <a:defRPr sz="2000" kern="1200">
          <a:solidFill>
            <a:schemeClr val="tx1"/>
          </a:solidFill>
          <a:latin typeface="Helvetica" pitchFamily="2" charset="0"/>
          <a:ea typeface="+mn-ea"/>
          <a:cs typeface="+mn-cs"/>
        </a:defRPr>
      </a:lvl2pPr>
      <a:lvl3pPr marL="1141413" indent="-227013" algn="l" defTabSz="912813" rtl="0" eaLnBrk="1" fontAlgn="base" hangingPunct="1">
        <a:lnSpc>
          <a:spcPct val="120000"/>
        </a:lnSpc>
        <a:spcBef>
          <a:spcPts val="500"/>
        </a:spcBef>
        <a:spcAft>
          <a:spcPts val="600"/>
        </a:spcAft>
        <a:buFont typeface="Arial" panose="020B0604020202020204" pitchFamily="34" charset="0"/>
        <a:buChar char="•"/>
        <a:defRPr sz="1800" kern="1200">
          <a:solidFill>
            <a:schemeClr val="tx1"/>
          </a:solidFill>
          <a:latin typeface="Helvetica" pitchFamily="2" charset="0"/>
          <a:ea typeface="+mn-ea"/>
          <a:cs typeface="+mn-cs"/>
        </a:defRPr>
      </a:lvl3pPr>
      <a:lvl4pPr marL="1598613" indent="-227013" algn="l" defTabSz="912813" rtl="0" eaLnBrk="1" fontAlgn="base" hangingPunct="1">
        <a:lnSpc>
          <a:spcPct val="120000"/>
        </a:lnSpc>
        <a:spcBef>
          <a:spcPts val="500"/>
        </a:spcBef>
        <a:spcAft>
          <a:spcPts val="600"/>
        </a:spcAft>
        <a:buFont typeface="Arial" panose="020B0604020202020204" pitchFamily="34" charset="0"/>
        <a:buChar char="•"/>
        <a:defRPr sz="1800" kern="1200">
          <a:solidFill>
            <a:schemeClr val="tx1"/>
          </a:solidFill>
          <a:latin typeface="Helvetica" pitchFamily="2" charset="0"/>
          <a:ea typeface="+mn-ea"/>
          <a:cs typeface="+mn-cs"/>
        </a:defRPr>
      </a:lvl4pPr>
      <a:lvl5pPr marL="2055813" indent="-227013" algn="l" defTabSz="912813" rtl="0" eaLnBrk="1" fontAlgn="base" hangingPunct="1">
        <a:lnSpc>
          <a:spcPct val="120000"/>
        </a:lnSpc>
        <a:spcBef>
          <a:spcPts val="500"/>
        </a:spcBef>
        <a:spcAft>
          <a:spcPts val="600"/>
        </a:spcAft>
        <a:buFont typeface="Arial" panose="020B0604020202020204" pitchFamily="34" charset="0"/>
        <a:buChar char="•"/>
        <a:defRPr sz="1800" kern="1200">
          <a:solidFill>
            <a:schemeClr val="tx1"/>
          </a:solidFill>
          <a:latin typeface="Helvetica" pitchFamily="2" charset="0"/>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0.xml"/><Relationship Id="rId1" Type="http://schemas.openxmlformats.org/officeDocument/2006/relationships/slideLayout" Target="../slideLayouts/slideLayout1.xml"/><Relationship Id="rId6" Type="http://schemas.openxmlformats.org/officeDocument/2006/relationships/image" Target="../media/image6.png"/><Relationship Id="rId5" Type="http://schemas.microsoft.com/office/2014/relationships/chartEx" Target="../charts/chartEx1.xml"/><Relationship Id="rId4" Type="http://schemas.openxmlformats.org/officeDocument/2006/relationships/chart" Target="../charts/char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42.xml"/><Relationship Id="rId1" Type="http://schemas.openxmlformats.org/officeDocument/2006/relationships/slideLayout" Target="../slideLayouts/slideLayout1.xml"/><Relationship Id="rId6" Type="http://schemas.openxmlformats.org/officeDocument/2006/relationships/image" Target="../media/image6.png"/><Relationship Id="rId5" Type="http://schemas.microsoft.com/office/2014/relationships/chartEx" Target="../charts/chartEx2.xml"/><Relationship Id="rId4" Type="http://schemas.openxmlformats.org/officeDocument/2006/relationships/chart" Target="../charts/chart4.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4.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4.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5.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4.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4.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4.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4.xml"/><Relationship Id="rId1" Type="http://schemas.openxmlformats.org/officeDocument/2006/relationships/slideLayout" Target="../slideLayouts/slideLayout4.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64721BA-5EF3-C305-13FF-9C9B4AE72C61}"/>
              </a:ext>
            </a:extLst>
          </p:cNvPr>
          <p:cNvSpPr>
            <a:spLocks noGrp="1"/>
          </p:cNvSpPr>
          <p:nvPr>
            <p:ph idx="1"/>
          </p:nvPr>
        </p:nvSpPr>
        <p:spPr/>
        <p:txBody>
          <a:bodyPr/>
          <a:lstStyle/>
          <a:p>
            <a:endParaRPr lang="en-US"/>
          </a:p>
        </p:txBody>
      </p:sp>
      <p:sp>
        <p:nvSpPr>
          <p:cNvPr id="3" name="Text Placeholder 2">
            <a:extLst>
              <a:ext uri="{FF2B5EF4-FFF2-40B4-BE49-F238E27FC236}">
                <a16:creationId xmlns:a16="http://schemas.microsoft.com/office/drawing/2014/main" id="{96D790A4-E045-8D6C-8CC5-43B5A71E2508}"/>
              </a:ext>
            </a:extLst>
          </p:cNvPr>
          <p:cNvSpPr>
            <a:spLocks noGrp="1"/>
          </p:cNvSpPr>
          <p:nvPr>
            <p:ph type="body" sz="quarter" idx="13"/>
          </p:nvPr>
        </p:nvSpPr>
        <p:spPr/>
        <p:txBody>
          <a:bodyPr/>
          <a:lstStyle/>
          <a:p>
            <a:r>
              <a:rPr lang="en-US" dirty="0"/>
              <a:t>Java + OO overview</a:t>
            </a:r>
          </a:p>
        </p:txBody>
      </p:sp>
    </p:spTree>
    <p:extLst>
      <p:ext uri="{BB962C8B-B14F-4D97-AF65-F5344CB8AC3E}">
        <p14:creationId xmlns:p14="http://schemas.microsoft.com/office/powerpoint/2010/main" val="33748439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7621BA15-C3D0-E790-7EB0-F28B2BB8A297}"/>
              </a:ext>
            </a:extLst>
          </p:cNvPr>
          <p:cNvSpPr>
            <a:spLocks noGrp="1"/>
          </p:cNvSpPr>
          <p:nvPr>
            <p:ph idx="1"/>
          </p:nvPr>
        </p:nvSpPr>
        <p:spPr/>
        <p:txBody>
          <a:bodyPr/>
          <a:lstStyle/>
          <a:p>
            <a:r>
              <a:rPr lang="en-US" sz="1400" dirty="0">
                <a:cs typeface="Arial" panose="020B0604020202020204" pitchFamily="34" charset="0"/>
              </a:rPr>
              <a:t>public class Car {</a:t>
            </a:r>
          </a:p>
          <a:p>
            <a:r>
              <a:rPr lang="en-US" sz="1400" dirty="0">
                <a:cs typeface="Arial" panose="020B0604020202020204" pitchFamily="34" charset="0"/>
              </a:rPr>
              <a:t>    private String model;</a:t>
            </a:r>
          </a:p>
          <a:p>
            <a:r>
              <a:rPr lang="en-US" sz="1400" dirty="0">
                <a:cs typeface="Arial" panose="020B0604020202020204" pitchFamily="34" charset="0"/>
              </a:rPr>
              <a:t>    private int year;</a:t>
            </a:r>
          </a:p>
          <a:p>
            <a:r>
              <a:rPr lang="en-US" sz="1400" dirty="0">
                <a:cs typeface="Arial" panose="020B0604020202020204" pitchFamily="34" charset="0"/>
              </a:rPr>
              <a:t>    private int mileage;</a:t>
            </a:r>
          </a:p>
          <a:p>
            <a:r>
              <a:rPr lang="en-US" sz="1400" dirty="0">
                <a:cs typeface="Arial" panose="020B0604020202020204" pitchFamily="34" charset="0"/>
              </a:rPr>
              <a:t>    </a:t>
            </a:r>
          </a:p>
          <a:p>
            <a:r>
              <a:rPr lang="en-US" sz="1400" dirty="0">
                <a:cs typeface="Arial" panose="020B0604020202020204" pitchFamily="34" charset="0"/>
              </a:rPr>
              <a:t>    public void start() { …}</a:t>
            </a:r>
          </a:p>
          <a:p>
            <a:r>
              <a:rPr lang="en-US" sz="1400" dirty="0">
                <a:cs typeface="Arial" panose="020B0604020202020204" pitchFamily="34" charset="0"/>
              </a:rPr>
              <a:t>    public void stop() { … }</a:t>
            </a:r>
          </a:p>
          <a:p>
            <a:r>
              <a:rPr lang="en-US" sz="1400" dirty="0">
                <a:cs typeface="Arial" panose="020B0604020202020204" pitchFamily="34" charset="0"/>
              </a:rPr>
              <a:t>    public void accelerate() { … }</a:t>
            </a:r>
          </a:p>
          <a:p>
            <a:r>
              <a:rPr lang="en-US" sz="1400" dirty="0">
                <a:cs typeface="Arial" panose="020B0604020202020204" pitchFamily="34" charset="0"/>
              </a:rPr>
              <a:t>    public void brake() { … }</a:t>
            </a:r>
          </a:p>
          <a:p>
            <a:r>
              <a:rPr lang="en-US" sz="1400" dirty="0">
                <a:cs typeface="Arial" panose="020B0604020202020204" pitchFamily="34" charset="0"/>
              </a:rPr>
              <a:t>}</a:t>
            </a:r>
          </a:p>
          <a:p>
            <a:r>
              <a:rPr lang="en-US" sz="1400" dirty="0">
                <a:cs typeface="Arial" panose="020B0604020202020204" pitchFamily="34" charset="0"/>
              </a:rPr>
              <a:t>public class </a:t>
            </a:r>
            <a:r>
              <a:rPr lang="en-US" sz="1400" dirty="0" err="1">
                <a:cs typeface="Arial" panose="020B0604020202020204" pitchFamily="34" charset="0"/>
              </a:rPr>
              <a:t>MyApplication</a:t>
            </a:r>
            <a:r>
              <a:rPr lang="en-US" sz="1400" dirty="0">
                <a:cs typeface="Arial" panose="020B0604020202020204" pitchFamily="34" charset="0"/>
              </a:rPr>
              <a:t> {</a:t>
            </a:r>
          </a:p>
          <a:p>
            <a:r>
              <a:rPr lang="en-US" sz="1400" dirty="0">
                <a:cs typeface="Arial" panose="020B0604020202020204" pitchFamily="34" charset="0"/>
              </a:rPr>
              <a:t>    public static void main(String[] </a:t>
            </a:r>
            <a:r>
              <a:rPr lang="en-US" sz="1400" dirty="0" err="1">
                <a:cs typeface="Arial" panose="020B0604020202020204" pitchFamily="34" charset="0"/>
              </a:rPr>
              <a:t>args</a:t>
            </a:r>
            <a:r>
              <a:rPr lang="en-US" sz="1400" dirty="0">
                <a:cs typeface="Arial" panose="020B0604020202020204" pitchFamily="34" charset="0"/>
              </a:rPr>
              <a:t>) {</a:t>
            </a:r>
          </a:p>
          <a:p>
            <a:r>
              <a:rPr lang="en-US" sz="1400" dirty="0">
                <a:cs typeface="Arial" panose="020B0604020202020204" pitchFamily="34" charset="0"/>
              </a:rPr>
              <a:t>       Car </a:t>
            </a:r>
            <a:r>
              <a:rPr lang="en-US" sz="1400" dirty="0" err="1">
                <a:cs typeface="Arial" panose="020B0604020202020204" pitchFamily="34" charset="0"/>
              </a:rPr>
              <a:t>car</a:t>
            </a:r>
            <a:r>
              <a:rPr lang="en-US" sz="1400" dirty="0">
                <a:cs typeface="Arial" panose="020B0604020202020204" pitchFamily="34" charset="0"/>
              </a:rPr>
              <a:t> = new Car();</a:t>
            </a:r>
          </a:p>
          <a:p>
            <a:r>
              <a:rPr lang="en-US" sz="1400" dirty="0">
                <a:cs typeface="Arial" panose="020B0604020202020204" pitchFamily="34" charset="0"/>
              </a:rPr>
              <a:t>    }</a:t>
            </a:r>
            <a:br>
              <a:rPr lang="en-US" sz="1400" dirty="0">
                <a:cs typeface="Arial" panose="020B0604020202020204" pitchFamily="34" charset="0"/>
              </a:rPr>
            </a:br>
            <a:r>
              <a:rPr lang="en-US" sz="1400" dirty="0">
                <a:cs typeface="Arial" panose="020B0604020202020204" pitchFamily="34" charset="0"/>
              </a:rPr>
              <a:t>}</a:t>
            </a:r>
          </a:p>
          <a:p>
            <a:endParaRPr lang="en-US" sz="1400" dirty="0">
              <a:cs typeface="Arial" panose="020B0604020202020204" pitchFamily="34" charset="0"/>
            </a:endParaRPr>
          </a:p>
        </p:txBody>
      </p:sp>
      <p:sp>
        <p:nvSpPr>
          <p:cNvPr id="3" name="Title 2">
            <a:extLst>
              <a:ext uri="{FF2B5EF4-FFF2-40B4-BE49-F238E27FC236}">
                <a16:creationId xmlns:a16="http://schemas.microsoft.com/office/drawing/2014/main" id="{5EBF28F7-F706-2FB6-90F5-C0BEFF8D4F0E}"/>
              </a:ext>
            </a:extLst>
          </p:cNvPr>
          <p:cNvSpPr>
            <a:spLocks noGrp="1"/>
          </p:cNvSpPr>
          <p:nvPr>
            <p:ph type="title"/>
          </p:nvPr>
        </p:nvSpPr>
        <p:spPr/>
        <p:txBody>
          <a:bodyPr/>
          <a:lstStyle/>
          <a:p>
            <a:r>
              <a:rPr lang="en-US" dirty="0"/>
              <a:t>Java is an object-oriented language</a:t>
            </a:r>
          </a:p>
        </p:txBody>
      </p:sp>
      <p:sp>
        <p:nvSpPr>
          <p:cNvPr id="11" name="Content Placeholder 10">
            <a:extLst>
              <a:ext uri="{FF2B5EF4-FFF2-40B4-BE49-F238E27FC236}">
                <a16:creationId xmlns:a16="http://schemas.microsoft.com/office/drawing/2014/main" id="{9B5A3E43-A10B-838C-825B-2AF51F085923}"/>
              </a:ext>
            </a:extLst>
          </p:cNvPr>
          <p:cNvSpPr>
            <a:spLocks noGrp="1"/>
          </p:cNvSpPr>
          <p:nvPr>
            <p:ph idx="13"/>
          </p:nvPr>
        </p:nvSpPr>
        <p:spPr/>
        <p:txBody>
          <a:bodyPr>
            <a:normAutofit fontScale="92500" lnSpcReduction="20000"/>
          </a:bodyPr>
          <a:lstStyle/>
          <a:p>
            <a:r>
              <a:rPr lang="en-US" dirty="0"/>
              <a:t>Java is an object-oriented programming language</a:t>
            </a:r>
          </a:p>
          <a:p>
            <a:pPr lvl="1"/>
            <a:r>
              <a:rPr lang="en-US" dirty="0"/>
              <a:t>Everything is an object</a:t>
            </a:r>
            <a:br>
              <a:rPr lang="en-US" dirty="0"/>
            </a:br>
            <a:endParaRPr lang="en-US" dirty="0"/>
          </a:p>
          <a:p>
            <a:r>
              <a:rPr lang="en-US" dirty="0"/>
              <a:t>A class is a blueprint for creating objects</a:t>
            </a:r>
          </a:p>
          <a:p>
            <a:pPr lvl="1"/>
            <a:r>
              <a:rPr lang="en-US" dirty="0"/>
              <a:t>Defines properties (fields) and behaviors (methods)</a:t>
            </a:r>
            <a:br>
              <a:rPr lang="en-US" dirty="0"/>
            </a:br>
            <a:endParaRPr lang="en-US" dirty="0"/>
          </a:p>
          <a:p>
            <a:r>
              <a:rPr lang="en-US" dirty="0"/>
              <a:t>An object is an instance of a class</a:t>
            </a:r>
            <a:br>
              <a:rPr lang="en-US" dirty="0"/>
            </a:br>
            <a:endParaRPr lang="en-US" dirty="0"/>
          </a:p>
          <a:p>
            <a:endParaRPr lang="en-US" dirty="0"/>
          </a:p>
        </p:txBody>
      </p:sp>
      <p:sp>
        <p:nvSpPr>
          <p:cNvPr id="12" name="Rectangle 11">
            <a:extLst>
              <a:ext uri="{FF2B5EF4-FFF2-40B4-BE49-F238E27FC236}">
                <a16:creationId xmlns:a16="http://schemas.microsoft.com/office/drawing/2014/main" id="{60E95350-F00E-CD96-8F70-91487D9A233D}"/>
              </a:ext>
            </a:extLst>
          </p:cNvPr>
          <p:cNvSpPr/>
          <p:nvPr/>
        </p:nvSpPr>
        <p:spPr>
          <a:xfrm>
            <a:off x="6176512" y="803804"/>
            <a:ext cx="3678688" cy="2176463"/>
          </a:xfrm>
          <a:prstGeom prst="rect">
            <a:avLst/>
          </a:prstGeom>
          <a:noFill/>
          <a:ln w="349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ln w="0"/>
              <a:solidFill>
                <a:schemeClr val="tx1"/>
              </a:solidFill>
              <a:effectLst>
                <a:outerShdw blurRad="38100" dist="19050" dir="2700000" algn="tl" rotWithShape="0">
                  <a:schemeClr val="dk1">
                    <a:alpha val="40000"/>
                  </a:schemeClr>
                </a:outerShdw>
              </a:effectLst>
            </a:endParaRPr>
          </a:p>
        </p:txBody>
      </p:sp>
      <p:sp>
        <p:nvSpPr>
          <p:cNvPr id="14" name="Rectangle 13">
            <a:extLst>
              <a:ext uri="{FF2B5EF4-FFF2-40B4-BE49-F238E27FC236}">
                <a16:creationId xmlns:a16="http://schemas.microsoft.com/office/drawing/2014/main" id="{734CD13C-BE21-A1FC-FBE5-492D48887B39}"/>
              </a:ext>
            </a:extLst>
          </p:cNvPr>
          <p:cNvSpPr/>
          <p:nvPr/>
        </p:nvSpPr>
        <p:spPr>
          <a:xfrm>
            <a:off x="6667579" y="3317630"/>
            <a:ext cx="2566732" cy="430281"/>
          </a:xfrm>
          <a:prstGeom prst="rect">
            <a:avLst/>
          </a:prstGeom>
          <a:noFill/>
          <a:ln w="349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ln w="0"/>
              <a:solidFill>
                <a:schemeClr val="tx1"/>
              </a:solidFill>
              <a:effectLst>
                <a:outerShdw blurRad="38100" dist="19050" dir="2700000" algn="tl" rotWithShape="0">
                  <a:schemeClr val="dk1">
                    <a:alpha val="40000"/>
                  </a:schemeClr>
                </a:outerShdw>
              </a:effectLst>
            </a:endParaRPr>
          </a:p>
        </p:txBody>
      </p:sp>
      <p:sp>
        <p:nvSpPr>
          <p:cNvPr id="2" name="Rectangle 1">
            <a:extLst>
              <a:ext uri="{FF2B5EF4-FFF2-40B4-BE49-F238E27FC236}">
                <a16:creationId xmlns:a16="http://schemas.microsoft.com/office/drawing/2014/main" id="{9C573C7E-6459-9E70-66D9-B94B445816AC}"/>
              </a:ext>
            </a:extLst>
          </p:cNvPr>
          <p:cNvSpPr/>
          <p:nvPr/>
        </p:nvSpPr>
        <p:spPr>
          <a:xfrm>
            <a:off x="6824261" y="3308230"/>
            <a:ext cx="958065" cy="430281"/>
          </a:xfrm>
          <a:prstGeom prst="rect">
            <a:avLst/>
          </a:prstGeom>
          <a:noFill/>
          <a:ln w="349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ln w="0"/>
              <a:solidFill>
                <a:schemeClr val="tx1"/>
              </a:solidFill>
              <a:effectLst>
                <a:outerShdw blurRad="38100" dist="19050" dir="2700000" algn="tl" rotWithShape="0">
                  <a:schemeClr val="dk1">
                    <a:alpha val="40000"/>
                  </a:schemeClr>
                </a:outerShdw>
              </a:effectLst>
            </a:endParaRPr>
          </a:p>
        </p:txBody>
      </p:sp>
      <p:sp>
        <p:nvSpPr>
          <p:cNvPr id="4" name="Rectangle 3">
            <a:extLst>
              <a:ext uri="{FF2B5EF4-FFF2-40B4-BE49-F238E27FC236}">
                <a16:creationId xmlns:a16="http://schemas.microsoft.com/office/drawing/2014/main" id="{4E60E7B5-B7E4-2D07-0432-90CD04022487}"/>
              </a:ext>
            </a:extLst>
          </p:cNvPr>
          <p:cNvSpPr/>
          <p:nvPr/>
        </p:nvSpPr>
        <p:spPr>
          <a:xfrm>
            <a:off x="7939008" y="3308229"/>
            <a:ext cx="958065" cy="430281"/>
          </a:xfrm>
          <a:prstGeom prst="rect">
            <a:avLst/>
          </a:prstGeom>
          <a:noFill/>
          <a:ln w="349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ln w="0"/>
              <a:solidFill>
                <a:schemeClr val="tx1"/>
              </a:solidFill>
              <a:effectLst>
                <a:outerShdw blurRad="38100" dist="19050" dir="2700000" algn="tl" rotWithShape="0">
                  <a:schemeClr val="dk1">
                    <a:alpha val="40000"/>
                  </a:schemeClr>
                </a:outerShdw>
              </a:effectLst>
            </a:endParaRPr>
          </a:p>
        </p:txBody>
      </p:sp>
      <p:sp>
        <p:nvSpPr>
          <p:cNvPr id="5" name="TextBox 4">
            <a:extLst>
              <a:ext uri="{FF2B5EF4-FFF2-40B4-BE49-F238E27FC236}">
                <a16:creationId xmlns:a16="http://schemas.microsoft.com/office/drawing/2014/main" id="{5C4FDAB1-4191-1BA6-86BD-FA7BAD9F11CF}"/>
              </a:ext>
            </a:extLst>
          </p:cNvPr>
          <p:cNvSpPr txBox="1"/>
          <p:nvPr/>
        </p:nvSpPr>
        <p:spPr>
          <a:xfrm>
            <a:off x="6667579" y="3821985"/>
            <a:ext cx="1238159" cy="400110"/>
          </a:xfrm>
          <a:prstGeom prst="rect">
            <a:avLst/>
          </a:prstGeom>
          <a:noFill/>
        </p:spPr>
        <p:txBody>
          <a:bodyPr wrap="none" rtlCol="0">
            <a:spAutoFit/>
          </a:bodyPr>
          <a:lstStyle/>
          <a:p>
            <a:r>
              <a:rPr lang="en-US" sz="2000" b="1" i="1" dirty="0"/>
              <a:t>Reference</a:t>
            </a:r>
          </a:p>
        </p:txBody>
      </p:sp>
      <p:sp>
        <p:nvSpPr>
          <p:cNvPr id="6" name="TextBox 5">
            <a:extLst>
              <a:ext uri="{FF2B5EF4-FFF2-40B4-BE49-F238E27FC236}">
                <a16:creationId xmlns:a16="http://schemas.microsoft.com/office/drawing/2014/main" id="{CB42ED99-D662-A210-756E-BCF59839D874}"/>
              </a:ext>
            </a:extLst>
          </p:cNvPr>
          <p:cNvSpPr txBox="1"/>
          <p:nvPr/>
        </p:nvSpPr>
        <p:spPr>
          <a:xfrm>
            <a:off x="7939008" y="3823326"/>
            <a:ext cx="877163" cy="400110"/>
          </a:xfrm>
          <a:prstGeom prst="rect">
            <a:avLst/>
          </a:prstGeom>
          <a:noFill/>
        </p:spPr>
        <p:txBody>
          <a:bodyPr wrap="none" rtlCol="0">
            <a:spAutoFit/>
          </a:bodyPr>
          <a:lstStyle/>
          <a:p>
            <a:r>
              <a:rPr lang="en-US" sz="2000" b="1" i="1" dirty="0"/>
              <a:t>Object</a:t>
            </a:r>
          </a:p>
        </p:txBody>
      </p:sp>
    </p:spTree>
    <p:extLst>
      <p:ext uri="{BB962C8B-B14F-4D97-AF65-F5344CB8AC3E}">
        <p14:creationId xmlns:p14="http://schemas.microsoft.com/office/powerpoint/2010/main" val="1246305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12"/>
                                        </p:tgtEl>
                                        <p:attrNameLst>
                                          <p:attrName>style.visibility</p:attrName>
                                        </p:attrNameLst>
                                      </p:cBhvr>
                                      <p:to>
                                        <p:strVal val="hidden"/>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grpId="1" nodeType="clickEffect">
                                  <p:stCondLst>
                                    <p:cond delay="0"/>
                                  </p:stCondLst>
                                  <p:childTnLst>
                                    <p:set>
                                      <p:cBhvr>
                                        <p:cTn id="16" dur="1" fill="hold">
                                          <p:stCondLst>
                                            <p:cond delay="0"/>
                                          </p:stCondLst>
                                        </p:cTn>
                                        <p:tgtEl>
                                          <p:spTgt spid="14"/>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2" grpId="1" animBg="1"/>
      <p:bldP spid="14" grpId="0" animBg="1"/>
      <p:bldP spid="14" grpId="1" animBg="1"/>
      <p:bldP spid="2" grpId="0" animBg="1"/>
      <p:bldP spid="4" grpId="0" animBg="1"/>
      <p:bldP spid="5" grpId="0"/>
      <p:bldP spid="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734CB96-F0F9-4B0C-68B8-E0A7F8BAD45E}"/>
              </a:ext>
            </a:extLst>
          </p:cNvPr>
          <p:cNvSpPr>
            <a:spLocks noGrp="1"/>
          </p:cNvSpPr>
          <p:nvPr>
            <p:ph idx="1"/>
          </p:nvPr>
        </p:nvSpPr>
        <p:spPr/>
        <p:txBody>
          <a:bodyPr>
            <a:normAutofit/>
          </a:bodyPr>
          <a:lstStyle/>
          <a:p>
            <a:endParaRPr lang="en-US" dirty="0"/>
          </a:p>
          <a:p>
            <a:endParaRPr lang="en-US" dirty="0"/>
          </a:p>
        </p:txBody>
      </p:sp>
      <p:sp>
        <p:nvSpPr>
          <p:cNvPr id="3" name="Title 2">
            <a:extLst>
              <a:ext uri="{FF2B5EF4-FFF2-40B4-BE49-F238E27FC236}">
                <a16:creationId xmlns:a16="http://schemas.microsoft.com/office/drawing/2014/main" id="{B252DBCA-30ED-FAF9-ECC0-9CA056CDCEA2}"/>
              </a:ext>
            </a:extLst>
          </p:cNvPr>
          <p:cNvSpPr>
            <a:spLocks noGrp="1"/>
          </p:cNvSpPr>
          <p:nvPr>
            <p:ph type="title"/>
          </p:nvPr>
        </p:nvSpPr>
        <p:spPr/>
        <p:txBody>
          <a:bodyPr/>
          <a:lstStyle/>
          <a:p>
            <a:r>
              <a:rPr lang="en-US"/>
              <a:t>Encapsulation</a:t>
            </a:r>
            <a:endParaRPr lang="en-US" dirty="0"/>
          </a:p>
        </p:txBody>
      </p:sp>
      <p:sp>
        <p:nvSpPr>
          <p:cNvPr id="13" name="Content Placeholder 12">
            <a:extLst>
              <a:ext uri="{FF2B5EF4-FFF2-40B4-BE49-F238E27FC236}">
                <a16:creationId xmlns:a16="http://schemas.microsoft.com/office/drawing/2014/main" id="{E1565AFB-E9AB-CBE9-6C77-7B7791358935}"/>
              </a:ext>
            </a:extLst>
          </p:cNvPr>
          <p:cNvSpPr>
            <a:spLocks noGrp="1"/>
          </p:cNvSpPr>
          <p:nvPr>
            <p:ph idx="13"/>
          </p:nvPr>
        </p:nvSpPr>
        <p:spPr/>
        <p:txBody>
          <a:bodyPr>
            <a:normAutofit/>
          </a:bodyPr>
          <a:lstStyle/>
          <a:p>
            <a:r>
              <a:rPr lang="en-US" dirty="0"/>
              <a:t>Internal details of a class are hidden from outside world</a:t>
            </a:r>
          </a:p>
          <a:p>
            <a:r>
              <a:rPr lang="en-US" dirty="0"/>
              <a:t>Access is controlled using public, private, protected access modifiers</a:t>
            </a:r>
          </a:p>
          <a:p>
            <a:pPr lvl="1"/>
            <a:r>
              <a:rPr lang="en-US" dirty="0"/>
              <a:t>Direct access to private fields prevented</a:t>
            </a:r>
          </a:p>
          <a:p>
            <a:pPr lvl="1"/>
            <a:r>
              <a:rPr lang="en-US" dirty="0"/>
              <a:t>Needs getter and setter methods</a:t>
            </a:r>
          </a:p>
        </p:txBody>
      </p:sp>
      <p:sp>
        <p:nvSpPr>
          <p:cNvPr id="5" name="Content Placeholder 1">
            <a:extLst>
              <a:ext uri="{FF2B5EF4-FFF2-40B4-BE49-F238E27FC236}">
                <a16:creationId xmlns:a16="http://schemas.microsoft.com/office/drawing/2014/main" id="{FE5D8E08-CB85-E3EE-E06E-EB2D39C42965}"/>
              </a:ext>
            </a:extLst>
          </p:cNvPr>
          <p:cNvSpPr txBox="1">
            <a:spLocks/>
          </p:cNvSpPr>
          <p:nvPr/>
        </p:nvSpPr>
        <p:spPr>
          <a:xfrm>
            <a:off x="6304207" y="785003"/>
            <a:ext cx="5735393" cy="516649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00" dirty="0">
                <a:latin typeface="Consolas" panose="020B0609020204030204" pitchFamily="49" charset="0"/>
              </a:rPr>
              <a:t>public class Car {</a:t>
            </a:r>
          </a:p>
          <a:p>
            <a:pPr marL="0" indent="0">
              <a:buNone/>
            </a:pPr>
            <a:r>
              <a:rPr lang="en-US" sz="1400" dirty="0">
                <a:latin typeface="Consolas" panose="020B0609020204030204" pitchFamily="49" charset="0"/>
              </a:rPr>
              <a:t>    private String model;</a:t>
            </a:r>
          </a:p>
          <a:p>
            <a:pPr marL="0" indent="0">
              <a:buNone/>
            </a:pPr>
            <a:r>
              <a:rPr lang="en-US" sz="1400" dirty="0">
                <a:latin typeface="Consolas" panose="020B0609020204030204" pitchFamily="49" charset="0"/>
              </a:rPr>
              <a:t>    public String </a:t>
            </a:r>
            <a:r>
              <a:rPr lang="en-US" sz="1400" dirty="0" err="1">
                <a:latin typeface="Consolas" panose="020B0609020204030204" pitchFamily="49" charset="0"/>
              </a:rPr>
              <a:t>getModel</a:t>
            </a:r>
            <a:r>
              <a:rPr lang="en-US" sz="1400" dirty="0">
                <a:latin typeface="Consolas" panose="020B0609020204030204" pitchFamily="49" charset="0"/>
              </a:rPr>
              <a:t>() {</a:t>
            </a:r>
          </a:p>
          <a:p>
            <a:pPr marL="0" indent="0">
              <a:buNone/>
            </a:pPr>
            <a:r>
              <a:rPr lang="en-US" sz="1400" dirty="0">
                <a:latin typeface="Consolas" panose="020B0609020204030204" pitchFamily="49" charset="0"/>
              </a:rPr>
              <a:t>       return model;</a:t>
            </a:r>
          </a:p>
          <a:p>
            <a:pPr marL="0" indent="0">
              <a:buNone/>
            </a:pPr>
            <a:r>
              <a:rPr lang="en-US" sz="1400" dirty="0">
                <a:latin typeface="Consolas" panose="020B0609020204030204" pitchFamily="49" charset="0"/>
              </a:rPr>
              <a:t>    }</a:t>
            </a:r>
          </a:p>
          <a:p>
            <a:pPr marL="0" indent="0">
              <a:buNone/>
            </a:pPr>
            <a:r>
              <a:rPr lang="en-US" sz="1400" dirty="0">
                <a:latin typeface="Consolas" panose="020B0609020204030204" pitchFamily="49" charset="0"/>
              </a:rPr>
              <a:t>    public void </a:t>
            </a:r>
            <a:r>
              <a:rPr lang="en-US" sz="1400" dirty="0" err="1">
                <a:latin typeface="Consolas" panose="020B0609020204030204" pitchFamily="49" charset="0"/>
              </a:rPr>
              <a:t>setModel</a:t>
            </a:r>
            <a:r>
              <a:rPr lang="en-US" sz="1400" dirty="0">
                <a:latin typeface="Consolas" panose="020B0609020204030204" pitchFamily="49" charset="0"/>
              </a:rPr>
              <a:t>(String model) {</a:t>
            </a:r>
          </a:p>
          <a:p>
            <a:pPr marL="0" indent="0">
              <a:buNone/>
            </a:pPr>
            <a:r>
              <a:rPr lang="en-US" sz="1400" dirty="0">
                <a:latin typeface="Consolas" panose="020B0609020204030204" pitchFamily="49" charset="0"/>
              </a:rPr>
              <a:t>       </a:t>
            </a:r>
            <a:r>
              <a:rPr lang="en-US" sz="1400" dirty="0" err="1">
                <a:latin typeface="Consolas" panose="020B0609020204030204" pitchFamily="49" charset="0"/>
              </a:rPr>
              <a:t>this.model</a:t>
            </a:r>
            <a:r>
              <a:rPr lang="en-US" sz="1400" dirty="0">
                <a:latin typeface="Consolas" panose="020B0609020204030204" pitchFamily="49" charset="0"/>
              </a:rPr>
              <a:t> = model;</a:t>
            </a:r>
          </a:p>
          <a:p>
            <a:pPr marL="0" indent="0">
              <a:buNone/>
            </a:pPr>
            <a:r>
              <a:rPr lang="en-US" sz="1400" dirty="0">
                <a:latin typeface="Consolas" panose="020B0609020204030204" pitchFamily="49" charset="0"/>
              </a:rPr>
              <a:t>    }</a:t>
            </a:r>
          </a:p>
          <a:p>
            <a:pPr marL="0" indent="0">
              <a:buNone/>
            </a:pPr>
            <a:r>
              <a:rPr lang="en-US" sz="1400" dirty="0">
                <a:latin typeface="Consolas" panose="020B0609020204030204" pitchFamily="49" charset="0"/>
              </a:rPr>
              <a:t>    // … other fields and methods</a:t>
            </a:r>
          </a:p>
          <a:p>
            <a:pPr marL="0" indent="0">
              <a:buNone/>
            </a:pPr>
            <a:r>
              <a:rPr lang="en-US" sz="1400" dirty="0">
                <a:latin typeface="Consolas" panose="020B0609020204030204" pitchFamily="49" charset="0"/>
              </a:rPr>
              <a:t>}</a:t>
            </a:r>
          </a:p>
          <a:p>
            <a:pPr marL="0" indent="0">
              <a:buNone/>
            </a:pPr>
            <a:r>
              <a:rPr lang="en-US" sz="1400" dirty="0">
                <a:latin typeface="Consolas" panose="020B0609020204030204" pitchFamily="49" charset="0"/>
              </a:rPr>
              <a:t>public class </a:t>
            </a:r>
            <a:r>
              <a:rPr lang="en-US" sz="1400" dirty="0" err="1">
                <a:latin typeface="Consolas" panose="020B0609020204030204" pitchFamily="49" charset="0"/>
              </a:rPr>
              <a:t>MyApplication</a:t>
            </a:r>
            <a:r>
              <a:rPr lang="en-US" sz="1400" dirty="0">
                <a:latin typeface="Consolas" panose="020B0609020204030204" pitchFamily="49" charset="0"/>
              </a:rPr>
              <a:t> {</a:t>
            </a:r>
          </a:p>
          <a:p>
            <a:pPr marL="0" indent="0">
              <a:buNone/>
            </a:pPr>
            <a:r>
              <a:rPr lang="en-US" sz="1400" dirty="0">
                <a:latin typeface="Consolas" panose="020B0609020204030204" pitchFamily="49" charset="0"/>
              </a:rPr>
              <a:t>    public static void main(String[] </a:t>
            </a:r>
            <a:r>
              <a:rPr lang="en-US" sz="1400" dirty="0" err="1">
                <a:latin typeface="Consolas" panose="020B0609020204030204" pitchFamily="49" charset="0"/>
              </a:rPr>
              <a:t>args</a:t>
            </a:r>
            <a:r>
              <a:rPr lang="en-US" sz="1400" dirty="0">
                <a:latin typeface="Consolas" panose="020B0609020204030204" pitchFamily="49" charset="0"/>
              </a:rPr>
              <a:t>) {</a:t>
            </a:r>
          </a:p>
          <a:p>
            <a:pPr marL="0" indent="0">
              <a:buNone/>
            </a:pPr>
            <a:r>
              <a:rPr lang="en-US" sz="1400" dirty="0">
                <a:latin typeface="Consolas" panose="020B0609020204030204" pitchFamily="49" charset="0"/>
              </a:rPr>
              <a:t>       Car </a:t>
            </a:r>
            <a:r>
              <a:rPr lang="en-US" sz="1400" dirty="0" err="1">
                <a:latin typeface="Consolas" panose="020B0609020204030204" pitchFamily="49" charset="0"/>
              </a:rPr>
              <a:t>car</a:t>
            </a:r>
            <a:r>
              <a:rPr lang="en-US" sz="1400" dirty="0">
                <a:latin typeface="Consolas" panose="020B0609020204030204" pitchFamily="49" charset="0"/>
              </a:rPr>
              <a:t> = new Car();</a:t>
            </a:r>
          </a:p>
          <a:p>
            <a:pPr marL="0" indent="0">
              <a:buNone/>
            </a:pPr>
            <a:r>
              <a:rPr lang="en-US" sz="1400" dirty="0">
                <a:latin typeface="Consolas" panose="020B0609020204030204" pitchFamily="49" charset="0"/>
              </a:rPr>
              <a:t>       </a:t>
            </a:r>
            <a:r>
              <a:rPr lang="en-US" sz="1400" dirty="0" err="1">
                <a:latin typeface="Consolas" panose="020B0609020204030204" pitchFamily="49" charset="0"/>
              </a:rPr>
              <a:t>car.model</a:t>
            </a:r>
            <a:r>
              <a:rPr lang="en-US" sz="1400" dirty="0">
                <a:latin typeface="Consolas" panose="020B0609020204030204" pitchFamily="49" charset="0"/>
              </a:rPr>
              <a:t> = “Toyota Hybrid”; </a:t>
            </a:r>
            <a:r>
              <a:rPr lang="en-US" sz="1400" b="1" dirty="0">
                <a:latin typeface="Consolas" panose="020B0609020204030204" pitchFamily="49" charset="0"/>
              </a:rPr>
              <a:t>// COMPILER ERROR</a:t>
            </a:r>
          </a:p>
          <a:p>
            <a:pPr marL="0" indent="0">
              <a:buNone/>
            </a:pPr>
            <a:r>
              <a:rPr lang="en-US" sz="1400" dirty="0">
                <a:latin typeface="Consolas" panose="020B0609020204030204" pitchFamily="49" charset="0"/>
              </a:rPr>
              <a:t>    }</a:t>
            </a:r>
          </a:p>
          <a:p>
            <a:pPr marL="0" indent="0">
              <a:buNone/>
            </a:pPr>
            <a:r>
              <a:rPr lang="en-US" sz="1400" dirty="0">
                <a:latin typeface="Consolas" panose="020B0609020204030204" pitchFamily="49" charset="0"/>
              </a:rPr>
              <a:t>}</a:t>
            </a:r>
          </a:p>
        </p:txBody>
      </p:sp>
      <p:sp>
        <p:nvSpPr>
          <p:cNvPr id="19" name="Rectangle 18">
            <a:extLst>
              <a:ext uri="{FF2B5EF4-FFF2-40B4-BE49-F238E27FC236}">
                <a16:creationId xmlns:a16="http://schemas.microsoft.com/office/drawing/2014/main" id="{46C88E32-4A25-E4EA-37F6-905F5DE942BB}"/>
              </a:ext>
            </a:extLst>
          </p:cNvPr>
          <p:cNvSpPr/>
          <p:nvPr/>
        </p:nvSpPr>
        <p:spPr>
          <a:xfrm>
            <a:off x="6672904" y="1026543"/>
            <a:ext cx="992251" cy="430281"/>
          </a:xfrm>
          <a:prstGeom prst="rect">
            <a:avLst/>
          </a:prstGeom>
          <a:noFill/>
          <a:ln w="349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ln w="0"/>
              <a:solidFill>
                <a:schemeClr val="tx1"/>
              </a:solidFill>
              <a:effectLst>
                <a:outerShdw blurRad="38100" dist="19050" dir="2700000" algn="tl" rotWithShape="0">
                  <a:schemeClr val="dk1">
                    <a:alpha val="40000"/>
                  </a:schemeClr>
                </a:outerShdw>
              </a:effectLst>
            </a:endParaRPr>
          </a:p>
        </p:txBody>
      </p:sp>
      <p:sp>
        <p:nvSpPr>
          <p:cNvPr id="20" name="Rectangle 19">
            <a:extLst>
              <a:ext uri="{FF2B5EF4-FFF2-40B4-BE49-F238E27FC236}">
                <a16:creationId xmlns:a16="http://schemas.microsoft.com/office/drawing/2014/main" id="{C1599DF0-822B-D5C2-3BBF-3FCA224DC60A}"/>
              </a:ext>
            </a:extLst>
          </p:cNvPr>
          <p:cNvSpPr/>
          <p:nvPr/>
        </p:nvSpPr>
        <p:spPr>
          <a:xfrm>
            <a:off x="7073660" y="4870409"/>
            <a:ext cx="4632918" cy="430281"/>
          </a:xfrm>
          <a:prstGeom prst="rect">
            <a:avLst/>
          </a:prstGeom>
          <a:noFill/>
          <a:ln w="349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7710606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19"/>
                                        </p:tgtEl>
                                        <p:attrNameLst>
                                          <p:attrName>style.visibility</p:attrName>
                                        </p:attrNameLst>
                                      </p:cBhvr>
                                      <p:to>
                                        <p:strVal val="hidden"/>
                                      </p:to>
                                    </p:set>
                                  </p:childTnLst>
                                </p:cTn>
                              </p:par>
                              <p:par>
                                <p:cTn id="11" presetID="1"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grpId="1" nodeType="clickEffect">
                                  <p:stCondLst>
                                    <p:cond delay="0"/>
                                  </p:stCondLst>
                                  <p:childTnLst>
                                    <p:set>
                                      <p:cBhvr>
                                        <p:cTn id="16" dur="1" fill="hold">
                                          <p:stCondLst>
                                            <p:cond delay="0"/>
                                          </p:stCondLst>
                                        </p:cTn>
                                        <p:tgtEl>
                                          <p:spTgt spid="2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19" grpId="1" animBg="1"/>
      <p:bldP spid="20" grpId="0" animBg="1"/>
      <p:bldP spid="20" grpId="1"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26FD241-D478-845A-77DF-B1DB38B6DC4C}"/>
              </a:ext>
            </a:extLst>
          </p:cNvPr>
          <p:cNvSpPr>
            <a:spLocks noGrp="1"/>
          </p:cNvSpPr>
          <p:nvPr>
            <p:ph idx="1"/>
          </p:nvPr>
        </p:nvSpPr>
        <p:spPr/>
        <p:txBody>
          <a:bodyPr/>
          <a:lstStyle/>
          <a:p>
            <a:r>
              <a:rPr lang="en-US" dirty="0"/>
              <a:t>// Breaking abstractions</a:t>
            </a:r>
          </a:p>
          <a:p>
            <a:r>
              <a:rPr lang="en-US" dirty="0"/>
              <a:t>class </a:t>
            </a:r>
            <a:r>
              <a:rPr lang="en-US" dirty="0" err="1"/>
              <a:t>ClassDetails</a:t>
            </a:r>
            <a:r>
              <a:rPr lang="en-US" dirty="0"/>
              <a:t> {</a:t>
            </a:r>
            <a:br>
              <a:rPr lang="en-US" dirty="0"/>
            </a:br>
            <a:r>
              <a:rPr lang="en-US" dirty="0"/>
              <a:t>  public List&lt;Student&gt; students;</a:t>
            </a:r>
            <a:br>
              <a:rPr lang="en-US" dirty="0"/>
            </a:br>
            <a:r>
              <a:rPr lang="en-US" dirty="0"/>
              <a:t>  public void </a:t>
            </a:r>
            <a:r>
              <a:rPr lang="en-US" dirty="0" err="1"/>
              <a:t>dropStudent</a:t>
            </a:r>
            <a:r>
              <a:rPr lang="en-US" dirty="0"/>
              <a:t>(Student s) {</a:t>
            </a:r>
          </a:p>
          <a:p>
            <a:r>
              <a:rPr lang="en-US" dirty="0"/>
              <a:t>	</a:t>
            </a:r>
            <a:r>
              <a:rPr lang="en-US" dirty="0" err="1"/>
              <a:t>students.remove</a:t>
            </a:r>
            <a:r>
              <a:rPr lang="en-US" dirty="0"/>
              <a:t>(s);</a:t>
            </a:r>
            <a:br>
              <a:rPr lang="en-US" dirty="0"/>
            </a:br>
            <a:r>
              <a:rPr lang="en-US" dirty="0"/>
              <a:t>	if (</a:t>
            </a:r>
            <a:r>
              <a:rPr lang="en-US" dirty="0" err="1"/>
              <a:t>s.isInternational</a:t>
            </a:r>
            <a:r>
              <a:rPr lang="en-US" dirty="0"/>
              <a:t>() </a:t>
            </a:r>
          </a:p>
          <a:p>
            <a:r>
              <a:rPr lang="en-US" dirty="0"/>
              <a:t>		&amp;&amp; !</a:t>
            </a:r>
            <a:r>
              <a:rPr lang="en-US" dirty="0" err="1"/>
              <a:t>s.hasMinCredits</a:t>
            </a:r>
            <a:r>
              <a:rPr lang="en-US" dirty="0"/>
              <a:t>()) {</a:t>
            </a:r>
          </a:p>
          <a:p>
            <a:r>
              <a:rPr lang="en-US" dirty="0"/>
              <a:t>		</a:t>
            </a:r>
            <a:r>
              <a:rPr lang="en-US" dirty="0" err="1"/>
              <a:t>s.notifyEmail</a:t>
            </a:r>
            <a:r>
              <a:rPr lang="en-US" dirty="0"/>
              <a:t>();</a:t>
            </a:r>
          </a:p>
          <a:p>
            <a:r>
              <a:rPr lang="en-US" dirty="0"/>
              <a:t>	}</a:t>
            </a:r>
            <a:br>
              <a:rPr lang="en-US" dirty="0"/>
            </a:br>
            <a:r>
              <a:rPr lang="en-US" dirty="0"/>
              <a:t>  }</a:t>
            </a:r>
            <a:br>
              <a:rPr lang="en-US" dirty="0"/>
            </a:br>
            <a:r>
              <a:rPr lang="en-US" dirty="0"/>
              <a:t>}</a:t>
            </a:r>
          </a:p>
          <a:p>
            <a:br>
              <a:rPr lang="en-US" dirty="0"/>
            </a:br>
            <a:r>
              <a:rPr lang="en-US" dirty="0"/>
              <a:t>Student s = …;</a:t>
            </a:r>
            <a:br>
              <a:rPr lang="en-US" dirty="0"/>
            </a:br>
            <a:r>
              <a:rPr lang="en-US" dirty="0" err="1"/>
              <a:t>ClassDetails</a:t>
            </a:r>
            <a:r>
              <a:rPr lang="en-US" dirty="0"/>
              <a:t> details = …;</a:t>
            </a:r>
          </a:p>
          <a:p>
            <a:r>
              <a:rPr lang="en-US" dirty="0" err="1"/>
              <a:t>details.students.remove</a:t>
            </a:r>
            <a:r>
              <a:rPr lang="en-US" dirty="0"/>
              <a:t>(s); </a:t>
            </a:r>
            <a:r>
              <a:rPr lang="en-US" b="1" dirty="0"/>
              <a:t>// no check!</a:t>
            </a:r>
          </a:p>
        </p:txBody>
      </p:sp>
      <p:sp>
        <p:nvSpPr>
          <p:cNvPr id="5" name="Title 4">
            <a:extLst>
              <a:ext uri="{FF2B5EF4-FFF2-40B4-BE49-F238E27FC236}">
                <a16:creationId xmlns:a16="http://schemas.microsoft.com/office/drawing/2014/main" id="{93F2E5C6-8F56-6F5C-05EA-6F7E90A72D62}"/>
              </a:ext>
            </a:extLst>
          </p:cNvPr>
          <p:cNvSpPr>
            <a:spLocks noGrp="1"/>
          </p:cNvSpPr>
          <p:nvPr>
            <p:ph type="title"/>
          </p:nvPr>
        </p:nvSpPr>
        <p:spPr/>
        <p:txBody>
          <a:bodyPr/>
          <a:lstStyle/>
          <a:p>
            <a:r>
              <a:rPr lang="en-US" dirty="0"/>
              <a:t>Abstraction</a:t>
            </a:r>
          </a:p>
        </p:txBody>
      </p:sp>
      <p:sp>
        <p:nvSpPr>
          <p:cNvPr id="7" name="Content Placeholder 6">
            <a:extLst>
              <a:ext uri="{FF2B5EF4-FFF2-40B4-BE49-F238E27FC236}">
                <a16:creationId xmlns:a16="http://schemas.microsoft.com/office/drawing/2014/main" id="{85AC793D-21F7-CFF1-8A08-374E129BC63C}"/>
              </a:ext>
            </a:extLst>
          </p:cNvPr>
          <p:cNvSpPr>
            <a:spLocks noGrp="1"/>
          </p:cNvSpPr>
          <p:nvPr>
            <p:ph idx="13"/>
          </p:nvPr>
        </p:nvSpPr>
        <p:spPr/>
        <p:txBody>
          <a:bodyPr>
            <a:normAutofit/>
          </a:bodyPr>
          <a:lstStyle/>
          <a:p>
            <a:r>
              <a:rPr lang="en-US" dirty="0"/>
              <a:t>Abstraction means hiding details</a:t>
            </a:r>
          </a:p>
          <a:p>
            <a:pPr lvl="1"/>
            <a:r>
              <a:rPr lang="en-US" dirty="0"/>
              <a:t>Enables user to use component without knowing details</a:t>
            </a:r>
          </a:p>
          <a:p>
            <a:r>
              <a:rPr lang="en-US" dirty="0"/>
              <a:t>Encapsulation </a:t>
            </a:r>
            <a:r>
              <a:rPr lang="en-US" b="1" i="1" dirty="0"/>
              <a:t>enforces</a:t>
            </a:r>
            <a:r>
              <a:rPr lang="en-US" dirty="0"/>
              <a:t> abstraction</a:t>
            </a:r>
          </a:p>
          <a:p>
            <a:r>
              <a:rPr lang="en-US" b="1" dirty="0"/>
              <a:t>Critical </a:t>
            </a:r>
            <a:r>
              <a:rPr lang="en-US" dirty="0"/>
              <a:t>to ensuring users of your code use it in the way you intend!</a:t>
            </a:r>
          </a:p>
        </p:txBody>
      </p:sp>
      <p:sp>
        <p:nvSpPr>
          <p:cNvPr id="8" name="Rectangle 7">
            <a:extLst>
              <a:ext uri="{FF2B5EF4-FFF2-40B4-BE49-F238E27FC236}">
                <a16:creationId xmlns:a16="http://schemas.microsoft.com/office/drawing/2014/main" id="{F52D2CAD-E48D-8758-5C00-A55967422E6E}"/>
              </a:ext>
            </a:extLst>
          </p:cNvPr>
          <p:cNvSpPr/>
          <p:nvPr/>
        </p:nvSpPr>
        <p:spPr>
          <a:xfrm>
            <a:off x="6317304" y="1303120"/>
            <a:ext cx="885007" cy="311191"/>
          </a:xfrm>
          <a:prstGeom prst="rect">
            <a:avLst/>
          </a:prstGeom>
          <a:noFill/>
          <a:ln w="349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ln w="0"/>
              <a:solidFill>
                <a:schemeClr val="tx1"/>
              </a:solidFill>
              <a:effectLst>
                <a:outerShdw blurRad="38100" dist="19050" dir="2700000" algn="tl" rotWithShape="0">
                  <a:schemeClr val="dk1">
                    <a:alpha val="40000"/>
                  </a:schemeClr>
                </a:outerShdw>
              </a:effectLst>
            </a:endParaRPr>
          </a:p>
        </p:txBody>
      </p:sp>
      <p:sp>
        <p:nvSpPr>
          <p:cNvPr id="9" name="Rectangle 8">
            <a:extLst>
              <a:ext uri="{FF2B5EF4-FFF2-40B4-BE49-F238E27FC236}">
                <a16:creationId xmlns:a16="http://schemas.microsoft.com/office/drawing/2014/main" id="{CAE3DD90-D9EF-095D-051A-FC6542CCFE6A}"/>
              </a:ext>
            </a:extLst>
          </p:cNvPr>
          <p:cNvSpPr/>
          <p:nvPr/>
        </p:nvSpPr>
        <p:spPr>
          <a:xfrm>
            <a:off x="6176512" y="1976831"/>
            <a:ext cx="4403256" cy="1071169"/>
          </a:xfrm>
          <a:prstGeom prst="rect">
            <a:avLst/>
          </a:prstGeom>
          <a:noFill/>
          <a:ln w="349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207809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1" nodeType="clickEffect">
                                  <p:stCondLst>
                                    <p:cond delay="0"/>
                                  </p:stCondLst>
                                  <p:childTnLst>
                                    <p:set>
                                      <p:cBhvr>
                                        <p:cTn id="14" dur="1" fill="hold">
                                          <p:stCondLst>
                                            <p:cond delay="0"/>
                                          </p:stCondLst>
                                        </p:cTn>
                                        <p:tgtEl>
                                          <p:spTgt spid="9"/>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1" nodeType="clickEffect">
                                  <p:stCondLst>
                                    <p:cond delay="0"/>
                                  </p:stCondLst>
                                  <p:childTnLst>
                                    <p:set>
                                      <p:cBhvr>
                                        <p:cTn id="22" dur="1" fill="hold">
                                          <p:stCondLst>
                                            <p:cond delay="0"/>
                                          </p:stCondLst>
                                        </p:cTn>
                                        <p:tgtEl>
                                          <p:spTgt spid="8"/>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6" end="6"/>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P spid="9" grpId="0" animBg="1"/>
      <p:bldP spid="9" grpId="1"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B5B0134-08BC-B800-C16A-BF11B1ED52DF}"/>
              </a:ext>
            </a:extLst>
          </p:cNvPr>
          <p:cNvSpPr>
            <a:spLocks noGrp="1"/>
          </p:cNvSpPr>
          <p:nvPr>
            <p:ph idx="1"/>
          </p:nvPr>
        </p:nvSpPr>
        <p:spPr/>
        <p:txBody>
          <a:bodyPr>
            <a:normAutofit/>
          </a:bodyPr>
          <a:lstStyle/>
          <a:p>
            <a:pPr lvl="0"/>
            <a:r>
              <a:rPr lang="en-US" noProof="0" dirty="0"/>
              <a:t>public class Car {</a:t>
            </a:r>
          </a:p>
          <a:p>
            <a:pPr lvl="0"/>
            <a:r>
              <a:rPr lang="en-US" noProof="0" dirty="0"/>
              <a:t>    private String model;</a:t>
            </a:r>
          </a:p>
          <a:p>
            <a:pPr lvl="0"/>
            <a:r>
              <a:rPr lang="en-US" noProof="0" dirty="0"/>
              <a:t>    private int year;</a:t>
            </a:r>
          </a:p>
          <a:p>
            <a:pPr lvl="0"/>
            <a:r>
              <a:rPr lang="en-US" noProof="0" dirty="0"/>
              <a:t>    private int mileage;</a:t>
            </a:r>
          </a:p>
          <a:p>
            <a:pPr lvl="0"/>
            <a:r>
              <a:rPr lang="en-US" dirty="0"/>
              <a:t>    </a:t>
            </a:r>
            <a:r>
              <a:rPr lang="en-US" noProof="0" dirty="0"/>
              <a:t>public void start() { …}</a:t>
            </a:r>
          </a:p>
          <a:p>
            <a:pPr lvl="0"/>
            <a:r>
              <a:rPr lang="en-US" noProof="0" dirty="0"/>
              <a:t>    public void stop() { … }</a:t>
            </a:r>
          </a:p>
          <a:p>
            <a:pPr lvl="0"/>
            <a:r>
              <a:rPr lang="en-US" noProof="0" dirty="0"/>
              <a:t>    public void accelerate() { … }</a:t>
            </a:r>
          </a:p>
          <a:p>
            <a:pPr lvl="0"/>
            <a:r>
              <a:rPr lang="en-US" noProof="0" dirty="0"/>
              <a:t>    public void brake() { … }</a:t>
            </a:r>
            <a:r>
              <a:rPr lang="en-US" dirty="0"/>
              <a:t> </a:t>
            </a:r>
          </a:p>
          <a:p>
            <a:pPr lvl="0"/>
            <a:r>
              <a:rPr lang="en-US" noProof="0" dirty="0"/>
              <a:t>}</a:t>
            </a:r>
          </a:p>
          <a:p>
            <a:pPr lvl="0"/>
            <a:endParaRPr lang="en-US" dirty="0"/>
          </a:p>
          <a:p>
            <a:pPr lvl="0"/>
            <a:r>
              <a:rPr lang="en-US" noProof="0" dirty="0"/>
              <a:t>public class Bicycle {</a:t>
            </a:r>
          </a:p>
          <a:p>
            <a:pPr lvl="0"/>
            <a:r>
              <a:rPr lang="en-US" dirty="0"/>
              <a:t>    private String model;</a:t>
            </a:r>
          </a:p>
          <a:p>
            <a:pPr lvl="0"/>
            <a:r>
              <a:rPr lang="en-US" noProof="0" dirty="0"/>
              <a:t>    private int year;</a:t>
            </a:r>
            <a:br>
              <a:rPr lang="en-US" noProof="0" dirty="0"/>
            </a:br>
            <a:r>
              <a:rPr lang="en-US" noProof="0" dirty="0"/>
              <a:t>    public void start() { …}</a:t>
            </a:r>
          </a:p>
          <a:p>
            <a:pPr lvl="0"/>
            <a:r>
              <a:rPr lang="en-US" noProof="0" dirty="0"/>
              <a:t>    public void stop() { … }</a:t>
            </a:r>
          </a:p>
          <a:p>
            <a:pPr lvl="0"/>
            <a:r>
              <a:rPr lang="en-US" noProof="0" dirty="0"/>
              <a:t>    public void accelerate() { … }</a:t>
            </a:r>
          </a:p>
          <a:p>
            <a:pPr lvl="0"/>
            <a:r>
              <a:rPr lang="en-US" noProof="0" dirty="0"/>
              <a:t>    public void brake() { … }</a:t>
            </a:r>
          </a:p>
          <a:p>
            <a:pPr lvl="0"/>
            <a:r>
              <a:rPr lang="en-US" dirty="0"/>
              <a:t>    public void </a:t>
            </a:r>
            <a:r>
              <a:rPr lang="en-US" dirty="0" err="1"/>
              <a:t>ringBell</a:t>
            </a:r>
            <a:r>
              <a:rPr lang="en-US" dirty="0"/>
              <a:t>() { … }</a:t>
            </a:r>
            <a:br>
              <a:rPr lang="en-US" noProof="0" dirty="0"/>
            </a:br>
            <a:r>
              <a:rPr lang="en-US" noProof="0" dirty="0"/>
              <a:t>}</a:t>
            </a:r>
          </a:p>
          <a:p>
            <a:pPr lvl="0"/>
            <a:r>
              <a:rPr lang="en-US" noProof="0" dirty="0"/>
              <a:t>    </a:t>
            </a:r>
          </a:p>
          <a:p>
            <a:endParaRPr lang="en-US" dirty="0"/>
          </a:p>
        </p:txBody>
      </p:sp>
      <p:sp>
        <p:nvSpPr>
          <p:cNvPr id="3" name="Title 2">
            <a:extLst>
              <a:ext uri="{FF2B5EF4-FFF2-40B4-BE49-F238E27FC236}">
                <a16:creationId xmlns:a16="http://schemas.microsoft.com/office/drawing/2014/main" id="{7B8EF271-C053-1020-1224-2986697AB9FE}"/>
              </a:ext>
            </a:extLst>
          </p:cNvPr>
          <p:cNvSpPr>
            <a:spLocks noGrp="1"/>
          </p:cNvSpPr>
          <p:nvPr>
            <p:ph type="title"/>
          </p:nvPr>
        </p:nvSpPr>
        <p:spPr/>
        <p:txBody>
          <a:bodyPr/>
          <a:lstStyle/>
          <a:p>
            <a:r>
              <a:rPr lang="en-US" dirty="0"/>
              <a:t>Inheritance</a:t>
            </a:r>
          </a:p>
        </p:txBody>
      </p:sp>
      <p:sp>
        <p:nvSpPr>
          <p:cNvPr id="12" name="Content Placeholder 11">
            <a:extLst>
              <a:ext uri="{FF2B5EF4-FFF2-40B4-BE49-F238E27FC236}">
                <a16:creationId xmlns:a16="http://schemas.microsoft.com/office/drawing/2014/main" id="{867879F0-99C8-237F-F115-36413EFC1AF2}"/>
              </a:ext>
            </a:extLst>
          </p:cNvPr>
          <p:cNvSpPr>
            <a:spLocks noGrp="1"/>
          </p:cNvSpPr>
          <p:nvPr>
            <p:ph idx="13"/>
          </p:nvPr>
        </p:nvSpPr>
        <p:spPr/>
        <p:txBody>
          <a:bodyPr/>
          <a:lstStyle/>
          <a:p>
            <a:pPr marL="0" indent="0">
              <a:buNone/>
            </a:pPr>
            <a:r>
              <a:rPr lang="en-US" dirty="0"/>
              <a:t>Inheritance allows code reuse</a:t>
            </a:r>
          </a:p>
        </p:txBody>
      </p:sp>
      <p:pic>
        <p:nvPicPr>
          <p:cNvPr id="5" name="Picture 2" descr="Best Cars of 2024 and 2025 - Top-Rated New Cars Ranked | KBB.com">
            <a:extLst>
              <a:ext uri="{FF2B5EF4-FFF2-40B4-BE49-F238E27FC236}">
                <a16:creationId xmlns:a16="http://schemas.microsoft.com/office/drawing/2014/main" id="{1EE587AC-F2B5-BD07-E604-11AEF7BD249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72419" y="1900954"/>
            <a:ext cx="3330859" cy="134795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8" descr="Roll: Bicycle Company A:1 Adventure Bike">
            <a:extLst>
              <a:ext uri="{FF2B5EF4-FFF2-40B4-BE49-F238E27FC236}">
                <a16:creationId xmlns:a16="http://schemas.microsoft.com/office/drawing/2014/main" id="{06D4856A-7D4A-354A-263C-FB6B245F16A6}"/>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27376" y="3609089"/>
            <a:ext cx="3527778" cy="2116667"/>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0AFB7A62-7546-4251-5907-6F90188952BB}"/>
              </a:ext>
            </a:extLst>
          </p:cNvPr>
          <p:cNvSpPr txBox="1"/>
          <p:nvPr/>
        </p:nvSpPr>
        <p:spPr>
          <a:xfrm>
            <a:off x="9206963" y="1123830"/>
            <a:ext cx="2485304" cy="914400"/>
          </a:xfrm>
          <a:prstGeom prst="rect">
            <a:avLst/>
          </a:prstGeom>
          <a:noFill/>
        </p:spPr>
        <p:txBody>
          <a:bodyPr wrap="none" rtlCol="0">
            <a:noAutofit/>
          </a:bodyPr>
          <a:lstStyle/>
          <a:p>
            <a:pPr algn="l"/>
            <a:r>
              <a:rPr lang="en-US" sz="2400" b="1" i="1" dirty="0"/>
              <a:t>Code duplication!</a:t>
            </a:r>
          </a:p>
        </p:txBody>
      </p:sp>
      <p:sp>
        <p:nvSpPr>
          <p:cNvPr id="13" name="Rectangle 12">
            <a:extLst>
              <a:ext uri="{FF2B5EF4-FFF2-40B4-BE49-F238E27FC236}">
                <a16:creationId xmlns:a16="http://schemas.microsoft.com/office/drawing/2014/main" id="{94B49CC1-72A1-B9AB-1D20-718BD8427A97}"/>
              </a:ext>
            </a:extLst>
          </p:cNvPr>
          <p:cNvSpPr/>
          <p:nvPr/>
        </p:nvSpPr>
        <p:spPr>
          <a:xfrm>
            <a:off x="6505833" y="1045445"/>
            <a:ext cx="3733190" cy="1979977"/>
          </a:xfrm>
          <a:prstGeom prst="rect">
            <a:avLst/>
          </a:prstGeom>
          <a:noFill/>
          <a:ln w="349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ln w="0"/>
              <a:solidFill>
                <a:schemeClr val="tx1"/>
              </a:solidFill>
              <a:effectLst>
                <a:outerShdw blurRad="38100" dist="19050" dir="2700000" algn="tl" rotWithShape="0">
                  <a:schemeClr val="dk1">
                    <a:alpha val="40000"/>
                  </a:schemeClr>
                </a:outerShdw>
              </a:effectLst>
            </a:endParaRPr>
          </a:p>
        </p:txBody>
      </p:sp>
      <p:sp>
        <p:nvSpPr>
          <p:cNvPr id="14" name="Rectangle 13">
            <a:extLst>
              <a:ext uri="{FF2B5EF4-FFF2-40B4-BE49-F238E27FC236}">
                <a16:creationId xmlns:a16="http://schemas.microsoft.com/office/drawing/2014/main" id="{CFD7D678-DD45-40FE-91A0-3950B99922E4}"/>
              </a:ext>
            </a:extLst>
          </p:cNvPr>
          <p:cNvSpPr/>
          <p:nvPr/>
        </p:nvSpPr>
        <p:spPr>
          <a:xfrm>
            <a:off x="6590500" y="3429000"/>
            <a:ext cx="3733190" cy="1979977"/>
          </a:xfrm>
          <a:prstGeom prst="rect">
            <a:avLst/>
          </a:prstGeom>
          <a:noFill/>
          <a:ln w="349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336729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grpId="1" nodeType="clickEffect">
                                  <p:stCondLst>
                                    <p:cond delay="0"/>
                                  </p:stCondLst>
                                  <p:childTnLst>
                                    <p:set>
                                      <p:cBhvr>
                                        <p:cTn id="16" dur="1" fill="hold">
                                          <p:stCondLst>
                                            <p:cond delay="0"/>
                                          </p:stCondLst>
                                        </p:cTn>
                                        <p:tgtEl>
                                          <p:spTgt spid="13"/>
                                        </p:tgtEl>
                                        <p:attrNameLst>
                                          <p:attrName>style.visibility</p:attrName>
                                        </p:attrNameLst>
                                      </p:cBhvr>
                                      <p:to>
                                        <p:strVal val="hidden"/>
                                      </p:to>
                                    </p:set>
                                  </p:childTnLst>
                                </p:cTn>
                              </p:par>
                              <p:par>
                                <p:cTn id="17" presetID="1" presetClass="exit" presetSubtype="0" fill="hold" grpId="1" nodeType="withEffect">
                                  <p:stCondLst>
                                    <p:cond delay="0"/>
                                  </p:stCondLst>
                                  <p:childTnLst>
                                    <p:set>
                                      <p:cBhvr>
                                        <p:cTn id="18" dur="1" fill="hold">
                                          <p:stCondLst>
                                            <p:cond delay="0"/>
                                          </p:stCondLst>
                                        </p:cTn>
                                        <p:tgtEl>
                                          <p:spTgt spid="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3" grpId="0" animBg="1"/>
      <p:bldP spid="13" grpId="1" animBg="1"/>
      <p:bldP spid="14" grpId="0" animBg="1"/>
      <p:bldP spid="14" grpId="1"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EECDAF-5BA2-343C-541B-8BC893720F9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0E15354-5798-B90C-FC02-F2550E153D79}"/>
              </a:ext>
            </a:extLst>
          </p:cNvPr>
          <p:cNvSpPr>
            <a:spLocks noGrp="1"/>
          </p:cNvSpPr>
          <p:nvPr>
            <p:ph idx="1"/>
          </p:nvPr>
        </p:nvSpPr>
        <p:spPr/>
        <p:txBody>
          <a:bodyPr>
            <a:normAutofit fontScale="92500" lnSpcReduction="10000"/>
          </a:bodyPr>
          <a:lstStyle/>
          <a:p>
            <a:pPr lvl="0"/>
            <a:r>
              <a:rPr lang="en-US" noProof="0"/>
              <a:t>public class Vehicle { // shared properties </a:t>
            </a:r>
          </a:p>
          <a:p>
            <a:pPr lvl="0"/>
            <a:r>
              <a:rPr lang="en-US"/>
              <a:t>                       // and functions</a:t>
            </a:r>
            <a:endParaRPr lang="en-US" noProof="0"/>
          </a:p>
          <a:p>
            <a:pPr lvl="0"/>
            <a:r>
              <a:rPr lang="en-US" noProof="0"/>
              <a:t>    private String model;</a:t>
            </a:r>
          </a:p>
          <a:p>
            <a:pPr lvl="0"/>
            <a:r>
              <a:rPr lang="en-US" noProof="0"/>
              <a:t>    private int year;</a:t>
            </a:r>
          </a:p>
          <a:p>
            <a:pPr lvl="0"/>
            <a:r>
              <a:rPr lang="en-US" noProof="0"/>
              <a:t>    public void start() { …}</a:t>
            </a:r>
          </a:p>
          <a:p>
            <a:pPr lvl="0"/>
            <a:r>
              <a:rPr lang="en-US" noProof="0"/>
              <a:t>    public void stop() { … }</a:t>
            </a:r>
          </a:p>
          <a:p>
            <a:pPr lvl="0"/>
            <a:r>
              <a:rPr lang="en-US" noProof="0"/>
              <a:t>    public void accelerate() { … }</a:t>
            </a:r>
          </a:p>
          <a:p>
            <a:pPr lvl="0"/>
            <a:r>
              <a:rPr lang="en-US" noProof="0"/>
              <a:t>    public void brake() { … } </a:t>
            </a:r>
          </a:p>
          <a:p>
            <a:pPr lvl="0"/>
            <a:r>
              <a:rPr lang="en-US" noProof="0"/>
              <a:t>}</a:t>
            </a:r>
          </a:p>
          <a:p>
            <a:pPr lvl="0"/>
            <a:endParaRPr lang="en-US" noProof="0"/>
          </a:p>
          <a:p>
            <a:pPr lvl="0"/>
            <a:r>
              <a:rPr lang="en-US"/>
              <a:t>public class Car extends Vehicle {</a:t>
            </a:r>
          </a:p>
          <a:p>
            <a:pPr lvl="0"/>
            <a:r>
              <a:rPr lang="en-US"/>
              <a:t>    private int mileage;</a:t>
            </a:r>
          </a:p>
          <a:p>
            <a:pPr lvl="0"/>
            <a:r>
              <a:rPr lang="en-US"/>
              <a:t>    // getter and setter for mileage</a:t>
            </a:r>
          </a:p>
          <a:p>
            <a:pPr lvl="0"/>
            <a:r>
              <a:rPr lang="en-US" noProof="0"/>
              <a:t>}</a:t>
            </a:r>
          </a:p>
          <a:p>
            <a:pPr lvl="0"/>
            <a:r>
              <a:rPr lang="en-US" noProof="0"/>
              <a:t>public class Bicycle extends Vehicle {</a:t>
            </a:r>
          </a:p>
          <a:p>
            <a:pPr lvl="0"/>
            <a:r>
              <a:rPr lang="en-US" noProof="0"/>
              <a:t>    public void ringBell() { … }</a:t>
            </a:r>
            <a:br>
              <a:rPr lang="en-US" noProof="0"/>
            </a:br>
            <a:r>
              <a:rPr lang="en-US" noProof="0"/>
              <a:t>}</a:t>
            </a:r>
          </a:p>
          <a:p>
            <a:pPr lvl="0"/>
            <a:endParaRPr lang="en-US"/>
          </a:p>
          <a:p>
            <a:pPr lvl="0"/>
            <a:r>
              <a:rPr lang="en-US" noProof="0"/>
              <a:t>public static void main(String[] args) {</a:t>
            </a:r>
          </a:p>
          <a:p>
            <a:pPr lvl="0"/>
            <a:r>
              <a:rPr lang="en-US" noProof="0"/>
              <a:t>    Bicycle bicycle = new Bicycle();</a:t>
            </a:r>
          </a:p>
          <a:p>
            <a:pPr lvl="0"/>
            <a:r>
              <a:rPr lang="en-US"/>
              <a:t>    bicycle.start(); </a:t>
            </a:r>
          </a:p>
          <a:p>
            <a:pPr lvl="0"/>
            <a:r>
              <a:rPr lang="en-US" noProof="0"/>
              <a:t>    bicycle.ringBell();</a:t>
            </a:r>
          </a:p>
          <a:p>
            <a:pPr lvl="0"/>
            <a:r>
              <a:rPr lang="en-US"/>
              <a:t>}</a:t>
            </a:r>
            <a:endParaRPr lang="en-US" noProof="0"/>
          </a:p>
          <a:p>
            <a:endParaRPr lang="en-US" dirty="0"/>
          </a:p>
        </p:txBody>
      </p:sp>
      <p:sp>
        <p:nvSpPr>
          <p:cNvPr id="3" name="Title 2">
            <a:extLst>
              <a:ext uri="{FF2B5EF4-FFF2-40B4-BE49-F238E27FC236}">
                <a16:creationId xmlns:a16="http://schemas.microsoft.com/office/drawing/2014/main" id="{A098DDDB-C4C7-E8E0-F086-03D7BCA23264}"/>
              </a:ext>
            </a:extLst>
          </p:cNvPr>
          <p:cNvSpPr>
            <a:spLocks noGrp="1"/>
          </p:cNvSpPr>
          <p:nvPr>
            <p:ph type="title"/>
          </p:nvPr>
        </p:nvSpPr>
        <p:spPr/>
        <p:txBody>
          <a:bodyPr/>
          <a:lstStyle/>
          <a:p>
            <a:r>
              <a:rPr lang="en-US"/>
              <a:t>Inheritance</a:t>
            </a:r>
            <a:endParaRPr lang="en-US" dirty="0"/>
          </a:p>
        </p:txBody>
      </p:sp>
      <p:pic>
        <p:nvPicPr>
          <p:cNvPr id="5" name="Picture 2" descr="Best Cars of 2024 and 2025 - Top-Rated New Cars Ranked | KBB.com">
            <a:extLst>
              <a:ext uri="{FF2B5EF4-FFF2-40B4-BE49-F238E27FC236}">
                <a16:creationId xmlns:a16="http://schemas.microsoft.com/office/drawing/2014/main" id="{B5877ED5-45A7-59C3-B465-06AFDB986D5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0607" y="3622988"/>
            <a:ext cx="2372947" cy="960302"/>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8" descr="Roll: Bicycle Company A:1 Adventure Bike">
            <a:extLst>
              <a:ext uri="{FF2B5EF4-FFF2-40B4-BE49-F238E27FC236}">
                <a16:creationId xmlns:a16="http://schemas.microsoft.com/office/drawing/2014/main" id="{B54E5762-5243-1047-867D-EC881E5D8186}"/>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887524" y="3603670"/>
            <a:ext cx="2065007" cy="1239004"/>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B5DF85DD-8550-6461-8521-756D5A26BECE}"/>
              </a:ext>
            </a:extLst>
          </p:cNvPr>
          <p:cNvSpPr/>
          <p:nvPr/>
        </p:nvSpPr>
        <p:spPr>
          <a:xfrm>
            <a:off x="1264356" y="1478844"/>
            <a:ext cx="2743200" cy="1016000"/>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sz="2800" dirty="0"/>
              <a:t>VEHICLE</a:t>
            </a:r>
          </a:p>
        </p:txBody>
      </p:sp>
      <p:cxnSp>
        <p:nvCxnSpPr>
          <p:cNvPr id="9" name="Straight Arrow Connector 8">
            <a:extLst>
              <a:ext uri="{FF2B5EF4-FFF2-40B4-BE49-F238E27FC236}">
                <a16:creationId xmlns:a16="http://schemas.microsoft.com/office/drawing/2014/main" id="{FD866D72-5F29-95A9-72A9-B123214244FB}"/>
              </a:ext>
            </a:extLst>
          </p:cNvPr>
          <p:cNvCxnSpPr>
            <a:stCxn id="7" idx="2"/>
            <a:endCxn id="5" idx="0"/>
          </p:cNvCxnSpPr>
          <p:nvPr/>
        </p:nvCxnSpPr>
        <p:spPr>
          <a:xfrm flipH="1">
            <a:off x="1547081" y="2494844"/>
            <a:ext cx="1088875" cy="1128144"/>
          </a:xfrm>
          <a:prstGeom prst="straightConnector1">
            <a:avLst/>
          </a:prstGeom>
          <a:ln w="28575">
            <a:solidFill>
              <a:schemeClr val="tx1">
                <a:lumMod val="65000"/>
                <a:lumOff val="35000"/>
              </a:schemeClr>
            </a:solidFill>
            <a:tailEnd type="triangle"/>
          </a:ln>
        </p:spPr>
        <p:style>
          <a:lnRef idx="1">
            <a:schemeClr val="dk1"/>
          </a:lnRef>
          <a:fillRef idx="0">
            <a:schemeClr val="dk1"/>
          </a:fillRef>
          <a:effectRef idx="0">
            <a:schemeClr val="dk1"/>
          </a:effectRef>
          <a:fontRef idx="minor">
            <a:schemeClr val="tx1"/>
          </a:fontRef>
        </p:style>
      </p:cxnSp>
      <p:cxnSp>
        <p:nvCxnSpPr>
          <p:cNvPr id="10" name="Straight Arrow Connector 9">
            <a:extLst>
              <a:ext uri="{FF2B5EF4-FFF2-40B4-BE49-F238E27FC236}">
                <a16:creationId xmlns:a16="http://schemas.microsoft.com/office/drawing/2014/main" id="{738DF7A2-5A34-59B7-470F-6B785EBCC41E}"/>
              </a:ext>
            </a:extLst>
          </p:cNvPr>
          <p:cNvCxnSpPr>
            <a:cxnSpLocks/>
            <a:stCxn id="7" idx="2"/>
            <a:endCxn id="6" idx="0"/>
          </p:cNvCxnSpPr>
          <p:nvPr/>
        </p:nvCxnSpPr>
        <p:spPr>
          <a:xfrm>
            <a:off x="2635956" y="2494844"/>
            <a:ext cx="1284072" cy="1108826"/>
          </a:xfrm>
          <a:prstGeom prst="straightConnector1">
            <a:avLst/>
          </a:prstGeom>
          <a:ln w="28575">
            <a:solidFill>
              <a:schemeClr val="tx1">
                <a:lumMod val="65000"/>
                <a:lumOff val="35000"/>
              </a:schemeClr>
            </a:solidFill>
            <a:tailEnd type="triangle"/>
          </a:ln>
        </p:spPr>
        <p:style>
          <a:lnRef idx="1">
            <a:schemeClr val="dk1"/>
          </a:lnRef>
          <a:fillRef idx="0">
            <a:schemeClr val="dk1"/>
          </a:fillRef>
          <a:effectRef idx="0">
            <a:schemeClr val="dk1"/>
          </a:effectRef>
          <a:fontRef idx="minor">
            <a:schemeClr val="tx1"/>
          </a:fontRef>
        </p:style>
      </p:cxnSp>
      <p:sp>
        <p:nvSpPr>
          <p:cNvPr id="11" name="TextBox 10">
            <a:extLst>
              <a:ext uri="{FF2B5EF4-FFF2-40B4-BE49-F238E27FC236}">
                <a16:creationId xmlns:a16="http://schemas.microsoft.com/office/drawing/2014/main" id="{1835A2DD-5E59-01D3-9A1D-86362205AA4A}"/>
              </a:ext>
            </a:extLst>
          </p:cNvPr>
          <p:cNvSpPr txBox="1"/>
          <p:nvPr/>
        </p:nvSpPr>
        <p:spPr>
          <a:xfrm>
            <a:off x="587022" y="2856089"/>
            <a:ext cx="914400" cy="914400"/>
          </a:xfrm>
          <a:prstGeom prst="rect">
            <a:avLst/>
          </a:prstGeom>
          <a:noFill/>
        </p:spPr>
        <p:txBody>
          <a:bodyPr wrap="none" rtlCol="0">
            <a:noAutofit/>
          </a:bodyPr>
          <a:lstStyle/>
          <a:p>
            <a:pPr algn="l"/>
            <a:r>
              <a:rPr lang="en-US" sz="2400" b="1" i="1" dirty="0"/>
              <a:t>extends</a:t>
            </a:r>
          </a:p>
        </p:txBody>
      </p:sp>
      <p:sp>
        <p:nvSpPr>
          <p:cNvPr id="12" name="TextBox 11">
            <a:extLst>
              <a:ext uri="{FF2B5EF4-FFF2-40B4-BE49-F238E27FC236}">
                <a16:creationId xmlns:a16="http://schemas.microsoft.com/office/drawing/2014/main" id="{C4514180-FF91-24B7-DE67-852ADED1D9D6}"/>
              </a:ext>
            </a:extLst>
          </p:cNvPr>
          <p:cNvSpPr txBox="1"/>
          <p:nvPr/>
        </p:nvSpPr>
        <p:spPr>
          <a:xfrm>
            <a:off x="3577362" y="2809313"/>
            <a:ext cx="914400" cy="914400"/>
          </a:xfrm>
          <a:prstGeom prst="rect">
            <a:avLst/>
          </a:prstGeom>
          <a:noFill/>
        </p:spPr>
        <p:txBody>
          <a:bodyPr wrap="none" rtlCol="0">
            <a:noAutofit/>
          </a:bodyPr>
          <a:lstStyle/>
          <a:p>
            <a:pPr algn="l"/>
            <a:r>
              <a:rPr lang="en-US" sz="2400" b="1" i="1" dirty="0"/>
              <a:t>extends</a:t>
            </a:r>
          </a:p>
        </p:txBody>
      </p:sp>
      <p:sp>
        <p:nvSpPr>
          <p:cNvPr id="4" name="TextBox 3">
            <a:extLst>
              <a:ext uri="{FF2B5EF4-FFF2-40B4-BE49-F238E27FC236}">
                <a16:creationId xmlns:a16="http://schemas.microsoft.com/office/drawing/2014/main" id="{06B5B8EA-82D5-894C-7609-D8BA15ADD07F}"/>
              </a:ext>
            </a:extLst>
          </p:cNvPr>
          <p:cNvSpPr txBox="1"/>
          <p:nvPr/>
        </p:nvSpPr>
        <p:spPr>
          <a:xfrm>
            <a:off x="2887524" y="5458519"/>
            <a:ext cx="7715767" cy="461665"/>
          </a:xfrm>
          <a:prstGeom prst="rect">
            <a:avLst/>
          </a:prstGeom>
          <a:noFill/>
        </p:spPr>
        <p:txBody>
          <a:bodyPr wrap="none" rtlCol="0">
            <a:spAutoFit/>
          </a:bodyPr>
          <a:lstStyle/>
          <a:p>
            <a:r>
              <a:rPr lang="en-US" sz="2400" b="1" i="1" dirty="0"/>
              <a:t>What does it mean to instantiate an object of type Vehicle?</a:t>
            </a:r>
          </a:p>
        </p:txBody>
      </p:sp>
    </p:spTree>
    <p:extLst>
      <p:ext uri="{BB962C8B-B14F-4D97-AF65-F5344CB8AC3E}">
        <p14:creationId xmlns:p14="http://schemas.microsoft.com/office/powerpoint/2010/main" val="2657622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A3608-A5BB-6A27-5E13-FE926B7E1960}"/>
            </a:ext>
          </a:extLst>
        </p:cNvPr>
        <p:cNvGrpSpPr/>
        <p:nvPr/>
      </p:nvGrpSpPr>
      <p:grpSpPr>
        <a:xfrm>
          <a:off x="0" y="0"/>
          <a:ext cx="0" cy="0"/>
          <a:chOff x="0" y="0"/>
          <a:chExt cx="0" cy="0"/>
        </a:xfrm>
      </p:grpSpPr>
      <p:sp>
        <p:nvSpPr>
          <p:cNvPr id="11" name="Content Placeholder 1">
            <a:extLst>
              <a:ext uri="{FF2B5EF4-FFF2-40B4-BE49-F238E27FC236}">
                <a16:creationId xmlns:a16="http://schemas.microsoft.com/office/drawing/2014/main" id="{D8A6037A-3CF5-3FE5-E668-5FACBC467D51}"/>
              </a:ext>
            </a:extLst>
          </p:cNvPr>
          <p:cNvSpPr>
            <a:spLocks noGrp="1"/>
          </p:cNvSpPr>
          <p:nvPr>
            <p:ph idx="1"/>
          </p:nvPr>
        </p:nvSpPr>
        <p:spPr/>
        <p:txBody>
          <a:bodyPr>
            <a:normAutofit lnSpcReduction="10000"/>
          </a:bodyPr>
          <a:lstStyle/>
          <a:p>
            <a:pPr lvl="0"/>
            <a:r>
              <a:rPr lang="en-US" noProof="0" dirty="0"/>
              <a:t>public abstract class Vehicle {</a:t>
            </a:r>
          </a:p>
          <a:p>
            <a:pPr lvl="0"/>
            <a:r>
              <a:rPr lang="en-US" dirty="0"/>
              <a:t>    </a:t>
            </a:r>
            <a:r>
              <a:rPr lang="en-US" noProof="0" dirty="0"/>
              <a:t>private String model;</a:t>
            </a:r>
          </a:p>
          <a:p>
            <a:pPr lvl="0"/>
            <a:r>
              <a:rPr lang="en-US" noProof="0" dirty="0"/>
              <a:t>    private int year;</a:t>
            </a:r>
          </a:p>
          <a:p>
            <a:pPr lvl="0"/>
            <a:r>
              <a:rPr lang="en-US" noProof="0" dirty="0"/>
              <a:t>    public void start() { …}</a:t>
            </a:r>
          </a:p>
          <a:p>
            <a:pPr lvl="0"/>
            <a:r>
              <a:rPr lang="en-US" noProof="0" dirty="0"/>
              <a:t>    public void stop() { … }</a:t>
            </a:r>
          </a:p>
          <a:p>
            <a:pPr lvl="0"/>
            <a:r>
              <a:rPr lang="en-US" noProof="0" dirty="0"/>
              <a:t>    public void accelerate() { … }</a:t>
            </a:r>
          </a:p>
          <a:p>
            <a:pPr lvl="0"/>
            <a:r>
              <a:rPr lang="en-US" noProof="0" dirty="0"/>
              <a:t>    public void brake() { … } </a:t>
            </a:r>
          </a:p>
          <a:p>
            <a:pPr lvl="0"/>
            <a:r>
              <a:rPr lang="en-US" noProof="0" dirty="0"/>
              <a:t>}</a:t>
            </a:r>
          </a:p>
          <a:p>
            <a:pPr lvl="0"/>
            <a:endParaRPr lang="en-US" noProof="0" dirty="0"/>
          </a:p>
          <a:p>
            <a:pPr lvl="0"/>
            <a:r>
              <a:rPr lang="en-US" dirty="0"/>
              <a:t>public class Car extends Vehicle {</a:t>
            </a:r>
          </a:p>
          <a:p>
            <a:pPr lvl="0"/>
            <a:r>
              <a:rPr lang="en-US" dirty="0"/>
              <a:t>    private int mileage;</a:t>
            </a:r>
          </a:p>
          <a:p>
            <a:pPr lvl="0"/>
            <a:r>
              <a:rPr lang="en-US" dirty="0"/>
              <a:t>    // getter and setter for mileage</a:t>
            </a:r>
          </a:p>
          <a:p>
            <a:pPr lvl="0"/>
            <a:r>
              <a:rPr lang="en-US" noProof="0" dirty="0"/>
              <a:t>}</a:t>
            </a:r>
          </a:p>
          <a:p>
            <a:pPr lvl="0"/>
            <a:r>
              <a:rPr lang="en-US" noProof="0" dirty="0"/>
              <a:t>public class Bicycle extends Vehicle {</a:t>
            </a:r>
          </a:p>
          <a:p>
            <a:pPr lvl="0"/>
            <a:r>
              <a:rPr lang="en-US" noProof="0" dirty="0"/>
              <a:t>    public void </a:t>
            </a:r>
            <a:r>
              <a:rPr lang="en-US" noProof="0" dirty="0" err="1"/>
              <a:t>ringBell</a:t>
            </a:r>
            <a:r>
              <a:rPr lang="en-US" noProof="0" dirty="0"/>
              <a:t>() { … }</a:t>
            </a:r>
            <a:br>
              <a:rPr lang="en-US" noProof="0" dirty="0"/>
            </a:br>
            <a:r>
              <a:rPr lang="en-US" noProof="0" dirty="0"/>
              <a:t>}</a:t>
            </a:r>
          </a:p>
          <a:p>
            <a:pPr lvl="0"/>
            <a:endParaRPr lang="en-US" dirty="0"/>
          </a:p>
          <a:p>
            <a:pPr lvl="0"/>
            <a:r>
              <a:rPr lang="en-US" noProof="0" dirty="0"/>
              <a:t>public static void main(String[] </a:t>
            </a:r>
            <a:r>
              <a:rPr lang="en-US" noProof="0" dirty="0" err="1"/>
              <a:t>args</a:t>
            </a:r>
            <a:r>
              <a:rPr lang="en-US" noProof="0" dirty="0"/>
              <a:t>) {</a:t>
            </a:r>
          </a:p>
          <a:p>
            <a:pPr lvl="0"/>
            <a:r>
              <a:rPr lang="en-US" noProof="0" dirty="0"/>
              <a:t>    Vehicle </a:t>
            </a:r>
            <a:r>
              <a:rPr lang="en-US" noProof="0" dirty="0" err="1"/>
              <a:t>vehicle</a:t>
            </a:r>
            <a:r>
              <a:rPr lang="en-US" noProof="0" dirty="0"/>
              <a:t> = new Vehicle(); </a:t>
            </a:r>
            <a:r>
              <a:rPr lang="en-US" b="1" noProof="0" dirty="0">
                <a:solidFill>
                  <a:srgbClr val="C00000"/>
                </a:solidFill>
              </a:rPr>
              <a:t>// Compiler error!!</a:t>
            </a:r>
          </a:p>
          <a:p>
            <a:pPr lvl="0"/>
            <a:r>
              <a:rPr lang="en-US" dirty="0"/>
              <a:t>}</a:t>
            </a:r>
            <a:endParaRPr lang="en-US" noProof="0" dirty="0"/>
          </a:p>
          <a:p>
            <a:endParaRPr lang="en-US" dirty="0"/>
          </a:p>
        </p:txBody>
      </p:sp>
      <p:sp>
        <p:nvSpPr>
          <p:cNvPr id="3" name="Title 2">
            <a:extLst>
              <a:ext uri="{FF2B5EF4-FFF2-40B4-BE49-F238E27FC236}">
                <a16:creationId xmlns:a16="http://schemas.microsoft.com/office/drawing/2014/main" id="{18CD4B47-FF9F-5173-EA67-8F6AF147F09D}"/>
              </a:ext>
            </a:extLst>
          </p:cNvPr>
          <p:cNvSpPr>
            <a:spLocks noGrp="1"/>
          </p:cNvSpPr>
          <p:nvPr>
            <p:ph type="title"/>
          </p:nvPr>
        </p:nvSpPr>
        <p:spPr/>
        <p:txBody>
          <a:bodyPr/>
          <a:lstStyle/>
          <a:p>
            <a:r>
              <a:rPr lang="en-US"/>
              <a:t>Abstraction via abstract classes</a:t>
            </a:r>
            <a:endParaRPr lang="en-US" dirty="0"/>
          </a:p>
        </p:txBody>
      </p:sp>
      <p:sp>
        <p:nvSpPr>
          <p:cNvPr id="7" name="Content Placeholder 6">
            <a:extLst>
              <a:ext uri="{FF2B5EF4-FFF2-40B4-BE49-F238E27FC236}">
                <a16:creationId xmlns:a16="http://schemas.microsoft.com/office/drawing/2014/main" id="{DFCC383D-2875-6431-AEA4-3EE2E93A21CA}"/>
              </a:ext>
            </a:extLst>
          </p:cNvPr>
          <p:cNvSpPr>
            <a:spLocks noGrp="1"/>
          </p:cNvSpPr>
          <p:nvPr>
            <p:ph idx="13"/>
          </p:nvPr>
        </p:nvSpPr>
        <p:spPr/>
        <p:txBody>
          <a:bodyPr/>
          <a:lstStyle/>
          <a:p>
            <a:r>
              <a:rPr lang="en-US" dirty="0"/>
              <a:t>Use abstract class when you want to prevent a class to be initiated</a:t>
            </a:r>
          </a:p>
          <a:p>
            <a:r>
              <a:rPr lang="en-US" dirty="0"/>
              <a:t>An abstract class cannot be instantiated</a:t>
            </a:r>
          </a:p>
          <a:p>
            <a:r>
              <a:rPr lang="en-US" dirty="0"/>
              <a:t>Must be extended</a:t>
            </a:r>
          </a:p>
          <a:p>
            <a:r>
              <a:rPr lang="en-US" dirty="0"/>
              <a:t>Subclass must implement </a:t>
            </a:r>
            <a:r>
              <a:rPr lang="en-US"/>
              <a:t>all unimplemented methods</a:t>
            </a:r>
            <a:endParaRPr lang="en-US" dirty="0"/>
          </a:p>
          <a:p>
            <a:pPr marL="0" indent="0">
              <a:buNone/>
            </a:pPr>
            <a:endParaRPr lang="en-US" dirty="0"/>
          </a:p>
        </p:txBody>
      </p:sp>
      <p:sp>
        <p:nvSpPr>
          <p:cNvPr id="8" name="Rectangle 7">
            <a:extLst>
              <a:ext uri="{FF2B5EF4-FFF2-40B4-BE49-F238E27FC236}">
                <a16:creationId xmlns:a16="http://schemas.microsoft.com/office/drawing/2014/main" id="{A5ECB322-4BFB-C83B-6521-1EDDBC1B6C6D}"/>
              </a:ext>
            </a:extLst>
          </p:cNvPr>
          <p:cNvSpPr/>
          <p:nvPr/>
        </p:nvSpPr>
        <p:spPr>
          <a:xfrm>
            <a:off x="6176512" y="785004"/>
            <a:ext cx="4197977" cy="1879174"/>
          </a:xfrm>
          <a:prstGeom prst="rect">
            <a:avLst/>
          </a:prstGeom>
          <a:noFill/>
          <a:ln w="349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ln w="0"/>
              <a:solidFill>
                <a:schemeClr val="tx1"/>
              </a:solidFill>
              <a:effectLst>
                <a:outerShdw blurRad="38100" dist="19050" dir="2700000" algn="tl" rotWithShape="0">
                  <a:schemeClr val="dk1">
                    <a:alpha val="40000"/>
                  </a:schemeClr>
                </a:outerShdw>
              </a:effectLst>
            </a:endParaRPr>
          </a:p>
        </p:txBody>
      </p:sp>
      <p:sp>
        <p:nvSpPr>
          <p:cNvPr id="9" name="Rectangle 8">
            <a:extLst>
              <a:ext uri="{FF2B5EF4-FFF2-40B4-BE49-F238E27FC236}">
                <a16:creationId xmlns:a16="http://schemas.microsoft.com/office/drawing/2014/main" id="{98F386FE-A0E2-5011-FA83-CF8B6F493798}"/>
              </a:ext>
            </a:extLst>
          </p:cNvPr>
          <p:cNvSpPr/>
          <p:nvPr/>
        </p:nvSpPr>
        <p:spPr>
          <a:xfrm>
            <a:off x="6176512" y="4707893"/>
            <a:ext cx="5633413" cy="575307"/>
          </a:xfrm>
          <a:prstGeom prst="rect">
            <a:avLst/>
          </a:prstGeom>
          <a:noFill/>
          <a:ln w="349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904272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1" nodeType="clickEffect">
                                  <p:stCondLst>
                                    <p:cond delay="0"/>
                                  </p:stCondLst>
                                  <p:childTnLst>
                                    <p:set>
                                      <p:cBhvr>
                                        <p:cTn id="18" dur="1" fill="hold">
                                          <p:stCondLst>
                                            <p:cond delay="0"/>
                                          </p:stCondLst>
                                        </p:cTn>
                                        <p:tgtEl>
                                          <p:spTgt spid="8"/>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1" nodeType="clickEffect">
                                  <p:stCondLst>
                                    <p:cond delay="0"/>
                                  </p:stCondLst>
                                  <p:childTnLst>
                                    <p:set>
                                      <p:cBhvr>
                                        <p:cTn id="26"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P spid="9" grpId="0" animBg="1"/>
      <p:bldP spid="9" grpId="1"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46B7280-350D-C6F7-74BD-3FF02D737793}"/>
              </a:ext>
            </a:extLst>
          </p:cNvPr>
          <p:cNvSpPr>
            <a:spLocks noGrp="1"/>
          </p:cNvSpPr>
          <p:nvPr>
            <p:ph type="title"/>
          </p:nvPr>
        </p:nvSpPr>
        <p:spPr/>
        <p:txBody>
          <a:bodyPr/>
          <a:lstStyle/>
          <a:p>
            <a:r>
              <a:rPr lang="en-US"/>
              <a:t>Abstraction via interfaces</a:t>
            </a:r>
            <a:endParaRPr lang="en-US" dirty="0"/>
          </a:p>
        </p:txBody>
      </p:sp>
      <p:sp>
        <p:nvSpPr>
          <p:cNvPr id="13" name="Content Placeholder 12">
            <a:extLst>
              <a:ext uri="{FF2B5EF4-FFF2-40B4-BE49-F238E27FC236}">
                <a16:creationId xmlns:a16="http://schemas.microsoft.com/office/drawing/2014/main" id="{A8783D3A-1448-B790-BF92-19E6B23E2C51}"/>
              </a:ext>
            </a:extLst>
          </p:cNvPr>
          <p:cNvSpPr>
            <a:spLocks noGrp="1"/>
          </p:cNvSpPr>
          <p:nvPr>
            <p:ph idx="13"/>
          </p:nvPr>
        </p:nvSpPr>
        <p:spPr/>
        <p:txBody>
          <a:bodyPr/>
          <a:lstStyle/>
          <a:p>
            <a:r>
              <a:rPr lang="en-US" dirty="0"/>
              <a:t>Defines a contract for what a class must do but now how</a:t>
            </a:r>
          </a:p>
          <a:p>
            <a:r>
              <a:rPr lang="en-US" dirty="0"/>
              <a:t>Supports multiple inheritance</a:t>
            </a:r>
          </a:p>
          <a:p>
            <a:r>
              <a:rPr lang="en-US" dirty="0"/>
              <a:t>All methods in interface are abstract by default</a:t>
            </a:r>
          </a:p>
          <a:p>
            <a:r>
              <a:rPr lang="en-US" dirty="0"/>
              <a:t>Cannot instantiate interfaces</a:t>
            </a:r>
          </a:p>
          <a:p>
            <a:endParaRPr lang="en-US" dirty="0"/>
          </a:p>
        </p:txBody>
      </p:sp>
      <p:pic>
        <p:nvPicPr>
          <p:cNvPr id="5" name="Picture 10" descr="True Fine 16.5-in Brushed Steel LED Touch Table Lamp with Fabric Shade  20080T-BN at Lowes.com">
            <a:extLst>
              <a:ext uri="{FF2B5EF4-FFF2-40B4-BE49-F238E27FC236}">
                <a16:creationId xmlns:a16="http://schemas.microsoft.com/office/drawing/2014/main" id="{29A950E3-AE46-7200-7687-660017BDE32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711155" y="3081716"/>
            <a:ext cx="1995422" cy="1995422"/>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12" descr="Twinkle Twinkle Little Firefly - Humane Gardener">
            <a:extLst>
              <a:ext uri="{FF2B5EF4-FFF2-40B4-BE49-F238E27FC236}">
                <a16:creationId xmlns:a16="http://schemas.microsoft.com/office/drawing/2014/main" id="{66D4BCAF-122E-FB38-0BCC-0A0FE510C13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71995" y="3081716"/>
            <a:ext cx="3330859" cy="1873175"/>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1BE16555-21E5-8246-EF77-EB62A9013FE3}"/>
              </a:ext>
            </a:extLst>
          </p:cNvPr>
          <p:cNvSpPr/>
          <p:nvPr/>
        </p:nvSpPr>
        <p:spPr>
          <a:xfrm>
            <a:off x="7789334" y="1189150"/>
            <a:ext cx="2743200" cy="1016000"/>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sz="2800" dirty="0"/>
              <a:t>ILLUMINATABLE</a:t>
            </a:r>
          </a:p>
        </p:txBody>
      </p:sp>
      <p:cxnSp>
        <p:nvCxnSpPr>
          <p:cNvPr id="8" name="Straight Arrow Connector 7">
            <a:extLst>
              <a:ext uri="{FF2B5EF4-FFF2-40B4-BE49-F238E27FC236}">
                <a16:creationId xmlns:a16="http://schemas.microsoft.com/office/drawing/2014/main" id="{9FF28C80-562E-127A-07D6-E01DC9217356}"/>
              </a:ext>
            </a:extLst>
          </p:cNvPr>
          <p:cNvCxnSpPr>
            <a:cxnSpLocks/>
            <a:stCxn id="7" idx="2"/>
            <a:endCxn id="6" idx="0"/>
          </p:cNvCxnSpPr>
          <p:nvPr/>
        </p:nvCxnSpPr>
        <p:spPr>
          <a:xfrm flipH="1">
            <a:off x="7837425" y="2205150"/>
            <a:ext cx="1323509" cy="876566"/>
          </a:xfrm>
          <a:prstGeom prst="straightConnector1">
            <a:avLst/>
          </a:prstGeom>
          <a:ln w="28575">
            <a:solidFill>
              <a:schemeClr val="tx1">
                <a:lumMod val="65000"/>
                <a:lumOff val="35000"/>
              </a:schemeClr>
            </a:solidFill>
            <a:tailEnd type="triangle"/>
          </a:ln>
        </p:spPr>
        <p:style>
          <a:lnRef idx="1">
            <a:schemeClr val="dk1"/>
          </a:lnRef>
          <a:fillRef idx="0">
            <a:schemeClr val="dk1"/>
          </a:fillRef>
          <a:effectRef idx="0">
            <a:schemeClr val="dk1"/>
          </a:effectRef>
          <a:fontRef idx="minor">
            <a:schemeClr val="tx1"/>
          </a:fontRef>
        </p:style>
      </p:cxnSp>
      <p:cxnSp>
        <p:nvCxnSpPr>
          <p:cNvPr id="11" name="Straight Arrow Connector 10">
            <a:extLst>
              <a:ext uri="{FF2B5EF4-FFF2-40B4-BE49-F238E27FC236}">
                <a16:creationId xmlns:a16="http://schemas.microsoft.com/office/drawing/2014/main" id="{20282A1E-ACB9-C79A-0EC9-433AA57A5591}"/>
              </a:ext>
            </a:extLst>
          </p:cNvPr>
          <p:cNvCxnSpPr>
            <a:cxnSpLocks/>
            <a:stCxn id="7" idx="2"/>
            <a:endCxn id="5" idx="0"/>
          </p:cNvCxnSpPr>
          <p:nvPr/>
        </p:nvCxnSpPr>
        <p:spPr>
          <a:xfrm>
            <a:off x="9160934" y="2205150"/>
            <a:ext cx="1547932" cy="876566"/>
          </a:xfrm>
          <a:prstGeom prst="straightConnector1">
            <a:avLst/>
          </a:prstGeom>
          <a:ln w="28575">
            <a:solidFill>
              <a:schemeClr val="tx1">
                <a:lumMod val="65000"/>
                <a:lumOff val="35000"/>
              </a:schemeClr>
            </a:solidFill>
            <a:tailEnd type="triangle"/>
          </a:ln>
        </p:spPr>
        <p:style>
          <a:lnRef idx="1">
            <a:schemeClr val="dk1"/>
          </a:lnRef>
          <a:fillRef idx="0">
            <a:schemeClr val="dk1"/>
          </a:fillRef>
          <a:effectRef idx="0">
            <a:schemeClr val="dk1"/>
          </a:effectRef>
          <a:fontRef idx="minor">
            <a:schemeClr val="tx1"/>
          </a:fontRef>
        </p:style>
      </p:cxnSp>
      <p:sp>
        <p:nvSpPr>
          <p:cNvPr id="14" name="TextBox 13">
            <a:extLst>
              <a:ext uri="{FF2B5EF4-FFF2-40B4-BE49-F238E27FC236}">
                <a16:creationId xmlns:a16="http://schemas.microsoft.com/office/drawing/2014/main" id="{827CCEC2-529F-F22E-E6A9-06F56CB337C8}"/>
              </a:ext>
            </a:extLst>
          </p:cNvPr>
          <p:cNvSpPr txBox="1"/>
          <p:nvPr/>
        </p:nvSpPr>
        <p:spPr>
          <a:xfrm>
            <a:off x="6340853" y="2314807"/>
            <a:ext cx="1674257" cy="914400"/>
          </a:xfrm>
          <a:prstGeom prst="rect">
            <a:avLst/>
          </a:prstGeom>
          <a:noFill/>
        </p:spPr>
        <p:txBody>
          <a:bodyPr wrap="none" rtlCol="0">
            <a:noAutofit/>
          </a:bodyPr>
          <a:lstStyle/>
          <a:p>
            <a:pPr algn="l"/>
            <a:r>
              <a:rPr lang="en-US" sz="2400" b="1" i="1" dirty="0"/>
              <a:t>implements</a:t>
            </a:r>
          </a:p>
        </p:txBody>
      </p:sp>
      <p:sp>
        <p:nvSpPr>
          <p:cNvPr id="15" name="TextBox 14">
            <a:extLst>
              <a:ext uri="{FF2B5EF4-FFF2-40B4-BE49-F238E27FC236}">
                <a16:creationId xmlns:a16="http://schemas.microsoft.com/office/drawing/2014/main" id="{B31E1512-FA58-1FF7-CC47-F527B3336CB4}"/>
              </a:ext>
            </a:extLst>
          </p:cNvPr>
          <p:cNvSpPr txBox="1"/>
          <p:nvPr/>
        </p:nvSpPr>
        <p:spPr>
          <a:xfrm>
            <a:off x="10240621" y="2274671"/>
            <a:ext cx="1674257" cy="914400"/>
          </a:xfrm>
          <a:prstGeom prst="rect">
            <a:avLst/>
          </a:prstGeom>
          <a:noFill/>
        </p:spPr>
        <p:txBody>
          <a:bodyPr wrap="none" rtlCol="0">
            <a:noAutofit/>
          </a:bodyPr>
          <a:lstStyle/>
          <a:p>
            <a:pPr algn="l"/>
            <a:r>
              <a:rPr lang="en-US" sz="2400" b="1" i="1" dirty="0"/>
              <a:t>implements</a:t>
            </a:r>
          </a:p>
        </p:txBody>
      </p:sp>
    </p:spTree>
    <p:extLst>
      <p:ext uri="{BB962C8B-B14F-4D97-AF65-F5344CB8AC3E}">
        <p14:creationId xmlns:p14="http://schemas.microsoft.com/office/powerpoint/2010/main" val="24041723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4D44F8-E88D-BED5-AEB2-DCB900F8C21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55B6500-F246-F35D-06B3-854075A682BF}"/>
              </a:ext>
            </a:extLst>
          </p:cNvPr>
          <p:cNvSpPr>
            <a:spLocks noGrp="1"/>
          </p:cNvSpPr>
          <p:nvPr>
            <p:ph idx="1"/>
          </p:nvPr>
        </p:nvSpPr>
        <p:spPr/>
        <p:txBody>
          <a:bodyPr/>
          <a:lstStyle/>
          <a:p>
            <a:pPr>
              <a:defRPr/>
            </a:pPr>
            <a:r>
              <a:rPr lang="en-US" dirty="0">
                <a:solidFill>
                  <a:prstClr val="black"/>
                </a:solidFill>
              </a:rPr>
              <a:t>public interface </a:t>
            </a:r>
            <a:r>
              <a:rPr lang="en-US" dirty="0" err="1">
                <a:solidFill>
                  <a:prstClr val="black"/>
                </a:solidFill>
              </a:rPr>
              <a:t>Illuminatable</a:t>
            </a:r>
            <a:r>
              <a:rPr lang="en-US" dirty="0">
                <a:solidFill>
                  <a:prstClr val="black"/>
                </a:solidFill>
              </a:rPr>
              <a:t> {</a:t>
            </a:r>
          </a:p>
          <a:p>
            <a:pPr>
              <a:defRPr/>
            </a:pPr>
            <a:r>
              <a:rPr lang="en-US" dirty="0">
                <a:solidFill>
                  <a:prstClr val="black"/>
                </a:solidFill>
              </a:rPr>
              <a:t>    void </a:t>
            </a:r>
            <a:r>
              <a:rPr lang="en-US" dirty="0" err="1">
                <a:solidFill>
                  <a:prstClr val="black"/>
                </a:solidFill>
              </a:rPr>
              <a:t>emitLight</a:t>
            </a:r>
            <a:r>
              <a:rPr lang="en-US" dirty="0">
                <a:solidFill>
                  <a:prstClr val="black"/>
                </a:solidFill>
              </a:rPr>
              <a:t>();</a:t>
            </a:r>
          </a:p>
          <a:p>
            <a:pPr>
              <a:defRPr/>
            </a:pPr>
            <a:r>
              <a:rPr lang="en-US" dirty="0">
                <a:solidFill>
                  <a:prstClr val="black"/>
                </a:solidFill>
              </a:rPr>
              <a:t>}</a:t>
            </a:r>
          </a:p>
          <a:p>
            <a:pPr>
              <a:defRPr/>
            </a:pPr>
            <a:endParaRPr lang="en-US" dirty="0">
              <a:solidFill>
                <a:prstClr val="black"/>
              </a:solidFill>
            </a:endParaRPr>
          </a:p>
          <a:p>
            <a:pPr>
              <a:defRPr/>
            </a:pPr>
            <a:r>
              <a:rPr lang="en-US" dirty="0">
                <a:solidFill>
                  <a:prstClr val="black"/>
                </a:solidFill>
              </a:rPr>
              <a:t>public class Lamp implements </a:t>
            </a:r>
            <a:r>
              <a:rPr lang="en-US" dirty="0" err="1">
                <a:solidFill>
                  <a:prstClr val="black"/>
                </a:solidFill>
              </a:rPr>
              <a:t>Illuminatable</a:t>
            </a:r>
            <a:r>
              <a:rPr lang="en-US" dirty="0">
                <a:solidFill>
                  <a:prstClr val="black"/>
                </a:solidFill>
              </a:rPr>
              <a:t> {</a:t>
            </a:r>
          </a:p>
          <a:p>
            <a:pPr>
              <a:defRPr/>
            </a:pPr>
            <a:r>
              <a:rPr lang="en-US" dirty="0">
                <a:solidFill>
                  <a:prstClr val="black"/>
                </a:solidFill>
              </a:rPr>
              <a:t>    public void </a:t>
            </a:r>
            <a:r>
              <a:rPr lang="en-US" dirty="0" err="1">
                <a:solidFill>
                  <a:prstClr val="black"/>
                </a:solidFill>
              </a:rPr>
              <a:t>emitLight</a:t>
            </a:r>
            <a:r>
              <a:rPr lang="en-US" dirty="0">
                <a:solidFill>
                  <a:prstClr val="black"/>
                </a:solidFill>
              </a:rPr>
              <a:t>() {</a:t>
            </a:r>
          </a:p>
          <a:p>
            <a:pPr>
              <a:defRPr/>
            </a:pPr>
            <a:r>
              <a:rPr lang="en-US" dirty="0">
                <a:solidFill>
                  <a:prstClr val="black"/>
                </a:solidFill>
              </a:rPr>
              <a:t>         </a:t>
            </a:r>
            <a:r>
              <a:rPr lang="en-US" dirty="0" err="1">
                <a:solidFill>
                  <a:prstClr val="black"/>
                </a:solidFill>
              </a:rPr>
              <a:t>System.out.println</a:t>
            </a:r>
            <a:r>
              <a:rPr lang="en-US" dirty="0">
                <a:solidFill>
                  <a:prstClr val="black"/>
                </a:solidFill>
              </a:rPr>
              <a:t>(“Lamp emits light!”);</a:t>
            </a:r>
          </a:p>
          <a:p>
            <a:pPr>
              <a:defRPr/>
            </a:pPr>
            <a:r>
              <a:rPr lang="en-US" dirty="0">
                <a:solidFill>
                  <a:prstClr val="black"/>
                </a:solidFill>
              </a:rPr>
              <a:t>    }</a:t>
            </a:r>
          </a:p>
          <a:p>
            <a:pPr>
              <a:defRPr/>
            </a:pPr>
            <a:r>
              <a:rPr lang="en-US" dirty="0">
                <a:solidFill>
                  <a:prstClr val="black"/>
                </a:solidFill>
              </a:rPr>
              <a:t>}</a:t>
            </a:r>
          </a:p>
          <a:p>
            <a:pPr>
              <a:defRPr/>
            </a:pPr>
            <a:endParaRPr lang="en-US" dirty="0">
              <a:solidFill>
                <a:prstClr val="black"/>
              </a:solidFill>
            </a:endParaRPr>
          </a:p>
          <a:p>
            <a:pPr>
              <a:defRPr/>
            </a:pPr>
            <a:r>
              <a:rPr lang="en-US" dirty="0">
                <a:solidFill>
                  <a:prstClr val="black"/>
                </a:solidFill>
              </a:rPr>
              <a:t>public class Firefly implements </a:t>
            </a:r>
            <a:r>
              <a:rPr lang="en-US" dirty="0" err="1">
                <a:solidFill>
                  <a:prstClr val="black"/>
                </a:solidFill>
              </a:rPr>
              <a:t>Illuminatable</a:t>
            </a:r>
            <a:r>
              <a:rPr lang="en-US" dirty="0">
                <a:solidFill>
                  <a:prstClr val="black"/>
                </a:solidFill>
              </a:rPr>
              <a:t> {</a:t>
            </a:r>
          </a:p>
          <a:p>
            <a:pPr>
              <a:defRPr/>
            </a:pPr>
            <a:r>
              <a:rPr lang="en-US" dirty="0">
                <a:solidFill>
                  <a:prstClr val="black"/>
                </a:solidFill>
              </a:rPr>
              <a:t>    public void </a:t>
            </a:r>
            <a:r>
              <a:rPr lang="en-US" dirty="0" err="1">
                <a:solidFill>
                  <a:prstClr val="black"/>
                </a:solidFill>
              </a:rPr>
              <a:t>emitLight</a:t>
            </a:r>
            <a:r>
              <a:rPr lang="en-US" dirty="0">
                <a:solidFill>
                  <a:prstClr val="black"/>
                </a:solidFill>
              </a:rPr>
              <a:t>() {</a:t>
            </a:r>
          </a:p>
          <a:p>
            <a:pPr>
              <a:defRPr/>
            </a:pPr>
            <a:r>
              <a:rPr lang="en-US" dirty="0">
                <a:solidFill>
                  <a:prstClr val="black"/>
                </a:solidFill>
              </a:rPr>
              <a:t>	</a:t>
            </a:r>
            <a:r>
              <a:rPr lang="en-US" dirty="0" err="1">
                <a:solidFill>
                  <a:prstClr val="black"/>
                </a:solidFill>
              </a:rPr>
              <a:t>System.out.println</a:t>
            </a:r>
            <a:r>
              <a:rPr lang="en-US" dirty="0">
                <a:solidFill>
                  <a:prstClr val="black"/>
                </a:solidFill>
              </a:rPr>
              <a:t>(“Firefly emits light”);</a:t>
            </a:r>
          </a:p>
          <a:p>
            <a:pPr>
              <a:defRPr/>
            </a:pPr>
            <a:r>
              <a:rPr lang="en-US" dirty="0">
                <a:solidFill>
                  <a:prstClr val="black"/>
                </a:solidFill>
              </a:rPr>
              <a:t>    }</a:t>
            </a:r>
          </a:p>
          <a:p>
            <a:pPr>
              <a:defRPr/>
            </a:pPr>
            <a:r>
              <a:rPr lang="en-US" dirty="0">
                <a:solidFill>
                  <a:prstClr val="black"/>
                </a:solidFill>
              </a:rPr>
              <a:t>}</a:t>
            </a:r>
          </a:p>
          <a:p>
            <a:endParaRPr lang="en-US" dirty="0"/>
          </a:p>
        </p:txBody>
      </p:sp>
      <p:sp>
        <p:nvSpPr>
          <p:cNvPr id="3" name="Title 2">
            <a:extLst>
              <a:ext uri="{FF2B5EF4-FFF2-40B4-BE49-F238E27FC236}">
                <a16:creationId xmlns:a16="http://schemas.microsoft.com/office/drawing/2014/main" id="{006FDFD5-0734-8CAB-5F71-B8ABE6092975}"/>
              </a:ext>
            </a:extLst>
          </p:cNvPr>
          <p:cNvSpPr>
            <a:spLocks noGrp="1"/>
          </p:cNvSpPr>
          <p:nvPr>
            <p:ph type="title"/>
          </p:nvPr>
        </p:nvSpPr>
        <p:spPr/>
        <p:txBody>
          <a:bodyPr/>
          <a:lstStyle/>
          <a:p>
            <a:r>
              <a:rPr lang="en-US"/>
              <a:t>Abstraction via interfaces</a:t>
            </a:r>
            <a:endParaRPr lang="en-US" dirty="0"/>
          </a:p>
        </p:txBody>
      </p:sp>
      <p:sp>
        <p:nvSpPr>
          <p:cNvPr id="8" name="Content Placeholder 7">
            <a:extLst>
              <a:ext uri="{FF2B5EF4-FFF2-40B4-BE49-F238E27FC236}">
                <a16:creationId xmlns:a16="http://schemas.microsoft.com/office/drawing/2014/main" id="{81497EB9-26CA-1578-CDC9-07B07D61497E}"/>
              </a:ext>
            </a:extLst>
          </p:cNvPr>
          <p:cNvSpPr>
            <a:spLocks noGrp="1"/>
          </p:cNvSpPr>
          <p:nvPr>
            <p:ph idx="13"/>
          </p:nvPr>
        </p:nvSpPr>
        <p:spPr/>
        <p:txBody>
          <a:bodyPr/>
          <a:lstStyle/>
          <a:p>
            <a:r>
              <a:rPr lang="en-US" dirty="0"/>
              <a:t>Defines a contract for what a class must do but now how</a:t>
            </a:r>
          </a:p>
          <a:p>
            <a:r>
              <a:rPr lang="en-US" dirty="0"/>
              <a:t>Supports multiple inheritance</a:t>
            </a:r>
          </a:p>
          <a:p>
            <a:r>
              <a:rPr lang="en-US" dirty="0"/>
              <a:t>All methods in interface are abstract by default</a:t>
            </a:r>
          </a:p>
          <a:p>
            <a:r>
              <a:rPr lang="en-US" dirty="0"/>
              <a:t>Cannot instantiate interfaces</a:t>
            </a:r>
          </a:p>
          <a:p>
            <a:endParaRPr lang="en-US" dirty="0"/>
          </a:p>
        </p:txBody>
      </p:sp>
    </p:spTree>
    <p:extLst>
      <p:ext uri="{BB962C8B-B14F-4D97-AF65-F5344CB8AC3E}">
        <p14:creationId xmlns:p14="http://schemas.microsoft.com/office/powerpoint/2010/main" val="25438013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6D1561A-32FF-1E46-2BE7-8DD8E1105582}"/>
              </a:ext>
            </a:extLst>
          </p:cNvPr>
          <p:cNvSpPr>
            <a:spLocks noGrp="1"/>
          </p:cNvSpPr>
          <p:nvPr>
            <p:ph idx="1"/>
          </p:nvPr>
        </p:nvSpPr>
        <p:spPr/>
        <p:txBody>
          <a:bodyPr>
            <a:normAutofit fontScale="92500" lnSpcReduction="10000"/>
          </a:bodyPr>
          <a:lstStyle/>
          <a:p>
            <a:pPr>
              <a:defRPr/>
            </a:pPr>
            <a:r>
              <a:rPr lang="en-US" dirty="0"/>
              <a:t>public class Bicycle {</a:t>
            </a:r>
            <a:br>
              <a:rPr lang="en-US" dirty="0"/>
            </a:br>
            <a:r>
              <a:rPr lang="en-US" dirty="0"/>
              <a:t>    private int speed = 8;</a:t>
            </a:r>
          </a:p>
          <a:p>
            <a:pPr>
              <a:defRPr/>
            </a:pPr>
            <a:r>
              <a:rPr lang="en-US" dirty="0"/>
              <a:t>    public void accelerate() {</a:t>
            </a:r>
          </a:p>
          <a:p>
            <a:pPr>
              <a:defRPr/>
            </a:pPr>
            <a:r>
              <a:rPr lang="en-US" dirty="0"/>
              <a:t>    	 </a:t>
            </a:r>
            <a:r>
              <a:rPr lang="en-US" dirty="0" err="1"/>
              <a:t>this.speed</a:t>
            </a:r>
            <a:r>
              <a:rPr lang="en-US" dirty="0"/>
              <a:t>+=5;</a:t>
            </a:r>
          </a:p>
          <a:p>
            <a:pPr>
              <a:defRPr/>
            </a:pPr>
            <a:r>
              <a:rPr lang="en-US" dirty="0"/>
              <a:t>    }</a:t>
            </a:r>
          </a:p>
          <a:p>
            <a:pPr>
              <a:defRPr/>
            </a:pPr>
            <a:r>
              <a:rPr lang="en-US" dirty="0"/>
              <a:t>}</a:t>
            </a:r>
          </a:p>
          <a:p>
            <a:pPr>
              <a:defRPr/>
            </a:pPr>
            <a:endParaRPr lang="en-US" dirty="0"/>
          </a:p>
          <a:p>
            <a:pPr>
              <a:defRPr/>
            </a:pPr>
            <a:r>
              <a:rPr lang="en-US" dirty="0"/>
              <a:t>public class </a:t>
            </a:r>
            <a:r>
              <a:rPr lang="en-US" dirty="0" err="1"/>
              <a:t>ElectricBicycle</a:t>
            </a:r>
            <a:r>
              <a:rPr lang="en-US" dirty="0"/>
              <a:t> extends Bicycle{</a:t>
            </a:r>
          </a:p>
          <a:p>
            <a:pPr>
              <a:defRPr/>
            </a:pPr>
            <a:r>
              <a:rPr lang="en-US" dirty="0"/>
              <a:t>    public void accelerate() {</a:t>
            </a:r>
          </a:p>
          <a:p>
            <a:pPr>
              <a:defRPr/>
            </a:pPr>
            <a:r>
              <a:rPr lang="en-US" dirty="0"/>
              <a:t>     </a:t>
            </a:r>
            <a:r>
              <a:rPr lang="en-US" dirty="0" err="1"/>
              <a:t>this.speed</a:t>
            </a:r>
            <a:r>
              <a:rPr lang="en-US" dirty="0"/>
              <a:t>+=10;</a:t>
            </a:r>
          </a:p>
          <a:p>
            <a:pPr>
              <a:defRPr/>
            </a:pPr>
            <a:r>
              <a:rPr lang="en-US" dirty="0"/>
              <a:t>    }</a:t>
            </a:r>
          </a:p>
          <a:p>
            <a:pPr>
              <a:defRPr/>
            </a:pPr>
            <a:r>
              <a:rPr lang="en-US" dirty="0"/>
              <a:t>}</a:t>
            </a:r>
          </a:p>
          <a:p>
            <a:pPr>
              <a:defRPr/>
            </a:pPr>
            <a:endParaRPr lang="en-US" dirty="0"/>
          </a:p>
          <a:p>
            <a:pPr>
              <a:defRPr/>
            </a:pPr>
            <a:r>
              <a:rPr lang="en-US" dirty="0"/>
              <a:t>public static void main(String[] </a:t>
            </a:r>
            <a:r>
              <a:rPr lang="en-US" dirty="0" err="1"/>
              <a:t>args</a:t>
            </a:r>
            <a:r>
              <a:rPr lang="en-US" dirty="0"/>
              <a:t>) {</a:t>
            </a:r>
          </a:p>
          <a:p>
            <a:pPr>
              <a:defRPr/>
            </a:pPr>
            <a:r>
              <a:rPr lang="en-US" dirty="0"/>
              <a:t>    Bicycle b = new Bicycle();</a:t>
            </a:r>
          </a:p>
          <a:p>
            <a:pPr>
              <a:defRPr/>
            </a:pPr>
            <a:r>
              <a:rPr lang="en-US" dirty="0"/>
              <a:t>    accelerate(b); // call’s Bike</a:t>
            </a:r>
          </a:p>
          <a:p>
            <a:pPr>
              <a:defRPr/>
            </a:pPr>
            <a:r>
              <a:rPr lang="en-US" dirty="0"/>
              <a:t>    </a:t>
            </a:r>
            <a:r>
              <a:rPr lang="en-US" dirty="0" err="1"/>
              <a:t>ElectricBike</a:t>
            </a:r>
            <a:r>
              <a:rPr lang="en-US" dirty="0"/>
              <a:t> e = new </a:t>
            </a:r>
            <a:r>
              <a:rPr lang="en-US" dirty="0" err="1"/>
              <a:t>ElectricBike</a:t>
            </a:r>
            <a:r>
              <a:rPr lang="en-US" dirty="0"/>
              <a:t>();</a:t>
            </a:r>
          </a:p>
          <a:p>
            <a:pPr>
              <a:defRPr/>
            </a:pPr>
            <a:r>
              <a:rPr lang="en-US" dirty="0"/>
              <a:t>    accelerate(e); // call’s </a:t>
            </a:r>
            <a:r>
              <a:rPr lang="en-US" dirty="0" err="1"/>
              <a:t>ElectricBike</a:t>
            </a:r>
            <a:endParaRPr lang="en-US" dirty="0"/>
          </a:p>
          <a:p>
            <a:pPr>
              <a:defRPr/>
            </a:pPr>
            <a:r>
              <a:rPr lang="en-US" dirty="0"/>
              <a:t>}</a:t>
            </a:r>
            <a:br>
              <a:rPr lang="en-US" dirty="0"/>
            </a:br>
            <a:br>
              <a:rPr lang="en-US" dirty="0"/>
            </a:br>
            <a:r>
              <a:rPr lang="en-US" dirty="0"/>
              <a:t>public static void accelerate(Bicycle b) {</a:t>
            </a:r>
            <a:br>
              <a:rPr lang="en-US" dirty="0"/>
            </a:br>
            <a:r>
              <a:rPr lang="en-US" dirty="0"/>
              <a:t>    </a:t>
            </a:r>
            <a:r>
              <a:rPr lang="en-US" dirty="0" err="1"/>
              <a:t>b.accelerate</a:t>
            </a:r>
            <a:r>
              <a:rPr lang="en-US" dirty="0"/>
              <a:t>();</a:t>
            </a:r>
            <a:br>
              <a:rPr lang="en-US" dirty="0"/>
            </a:br>
            <a:r>
              <a:rPr lang="en-US" dirty="0"/>
              <a:t>}</a:t>
            </a:r>
          </a:p>
          <a:p>
            <a:endParaRPr lang="en-US" dirty="0"/>
          </a:p>
          <a:p>
            <a:endParaRPr lang="en-US" dirty="0"/>
          </a:p>
        </p:txBody>
      </p:sp>
      <p:sp>
        <p:nvSpPr>
          <p:cNvPr id="3" name="Title 2">
            <a:extLst>
              <a:ext uri="{FF2B5EF4-FFF2-40B4-BE49-F238E27FC236}">
                <a16:creationId xmlns:a16="http://schemas.microsoft.com/office/drawing/2014/main" id="{81B5EECD-034B-9443-1931-D3AC20F86A93}"/>
              </a:ext>
            </a:extLst>
          </p:cNvPr>
          <p:cNvSpPr>
            <a:spLocks noGrp="1"/>
          </p:cNvSpPr>
          <p:nvPr>
            <p:ph type="title"/>
          </p:nvPr>
        </p:nvSpPr>
        <p:spPr/>
        <p:txBody>
          <a:bodyPr/>
          <a:lstStyle/>
          <a:p>
            <a:r>
              <a:rPr lang="en-US" dirty="0"/>
              <a:t>Runtime polymorphism</a:t>
            </a:r>
          </a:p>
        </p:txBody>
      </p:sp>
      <p:sp>
        <p:nvSpPr>
          <p:cNvPr id="9" name="Content Placeholder 8">
            <a:extLst>
              <a:ext uri="{FF2B5EF4-FFF2-40B4-BE49-F238E27FC236}">
                <a16:creationId xmlns:a16="http://schemas.microsoft.com/office/drawing/2014/main" id="{D5625532-D64C-84D5-8A97-D41D0E61A69E}"/>
              </a:ext>
            </a:extLst>
          </p:cNvPr>
          <p:cNvSpPr>
            <a:spLocks noGrp="1"/>
          </p:cNvSpPr>
          <p:nvPr>
            <p:ph idx="13"/>
          </p:nvPr>
        </p:nvSpPr>
        <p:spPr/>
        <p:txBody>
          <a:bodyPr>
            <a:normAutofit lnSpcReduction="10000"/>
          </a:bodyPr>
          <a:lstStyle/>
          <a:p>
            <a:r>
              <a:rPr lang="en-US" dirty="0"/>
              <a:t>Real power behind inheritance</a:t>
            </a:r>
          </a:p>
          <a:p>
            <a:r>
              <a:rPr lang="en-US" dirty="0"/>
              <a:t>A parent type reference can point to a child type object</a:t>
            </a:r>
          </a:p>
          <a:p>
            <a:r>
              <a:rPr lang="en-US" dirty="0"/>
              <a:t>The method to be invoked is determined at runtime, depending on the type of object</a:t>
            </a:r>
          </a:p>
          <a:p>
            <a:r>
              <a:rPr lang="en-US" dirty="0"/>
              <a:t>Key feature supporting design patterns, frameworks, and many more</a:t>
            </a:r>
          </a:p>
        </p:txBody>
      </p:sp>
      <p:sp>
        <p:nvSpPr>
          <p:cNvPr id="10" name="Rectangle 9">
            <a:extLst>
              <a:ext uri="{FF2B5EF4-FFF2-40B4-BE49-F238E27FC236}">
                <a16:creationId xmlns:a16="http://schemas.microsoft.com/office/drawing/2014/main" id="{B84184D8-D427-36EF-6840-0D9BBFA658B6}"/>
              </a:ext>
            </a:extLst>
          </p:cNvPr>
          <p:cNvSpPr/>
          <p:nvPr/>
        </p:nvSpPr>
        <p:spPr>
          <a:xfrm>
            <a:off x="6176512" y="1223246"/>
            <a:ext cx="5023556" cy="616843"/>
          </a:xfrm>
          <a:prstGeom prst="rect">
            <a:avLst/>
          </a:prstGeom>
          <a:noFill/>
          <a:ln w="3175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ln w="0"/>
              <a:solidFill>
                <a:schemeClr val="tx1"/>
              </a:solidFill>
              <a:effectLst>
                <a:outerShdw blurRad="38100" dist="19050" dir="2700000" algn="tl" rotWithShape="0">
                  <a:schemeClr val="dk1">
                    <a:alpha val="40000"/>
                  </a:schemeClr>
                </a:outerShdw>
              </a:effectLst>
            </a:endParaRPr>
          </a:p>
        </p:txBody>
      </p:sp>
      <p:sp>
        <p:nvSpPr>
          <p:cNvPr id="11" name="Rectangle 10">
            <a:extLst>
              <a:ext uri="{FF2B5EF4-FFF2-40B4-BE49-F238E27FC236}">
                <a16:creationId xmlns:a16="http://schemas.microsoft.com/office/drawing/2014/main" id="{DD2AFA45-2D3E-E3B8-770B-EC887CEE14F2}"/>
              </a:ext>
            </a:extLst>
          </p:cNvPr>
          <p:cNvSpPr/>
          <p:nvPr/>
        </p:nvSpPr>
        <p:spPr>
          <a:xfrm>
            <a:off x="6176512" y="2430729"/>
            <a:ext cx="5023556" cy="616843"/>
          </a:xfrm>
          <a:prstGeom prst="rect">
            <a:avLst/>
          </a:prstGeom>
          <a:noFill/>
          <a:ln w="3175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ln w="0"/>
              <a:solidFill>
                <a:schemeClr val="tx1"/>
              </a:solidFill>
              <a:effectLst>
                <a:outerShdw blurRad="38100" dist="19050" dir="2700000" algn="tl" rotWithShape="0">
                  <a:schemeClr val="dk1">
                    <a:alpha val="40000"/>
                  </a:schemeClr>
                </a:outerShdw>
              </a:effectLst>
            </a:endParaRPr>
          </a:p>
        </p:txBody>
      </p:sp>
      <p:sp>
        <p:nvSpPr>
          <p:cNvPr id="12" name="Rectangle 11">
            <a:extLst>
              <a:ext uri="{FF2B5EF4-FFF2-40B4-BE49-F238E27FC236}">
                <a16:creationId xmlns:a16="http://schemas.microsoft.com/office/drawing/2014/main" id="{4A69D482-6EB1-67ED-5300-E3120A69BD6E}"/>
              </a:ext>
            </a:extLst>
          </p:cNvPr>
          <p:cNvSpPr/>
          <p:nvPr/>
        </p:nvSpPr>
        <p:spPr>
          <a:xfrm>
            <a:off x="6096000" y="4874773"/>
            <a:ext cx="5023556" cy="759981"/>
          </a:xfrm>
          <a:prstGeom prst="rect">
            <a:avLst/>
          </a:prstGeom>
          <a:noFill/>
          <a:ln w="3175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ln w="0"/>
              <a:solidFill>
                <a:schemeClr val="tx1"/>
              </a:solidFill>
              <a:effectLst>
                <a:outerShdw blurRad="38100" dist="19050" dir="2700000" algn="tl" rotWithShape="0">
                  <a:schemeClr val="dk1">
                    <a:alpha val="40000"/>
                  </a:schemeClr>
                </a:outerShdw>
              </a:effectLst>
            </a:endParaRPr>
          </a:p>
        </p:txBody>
      </p:sp>
      <p:sp>
        <p:nvSpPr>
          <p:cNvPr id="13" name="Rectangle 12">
            <a:extLst>
              <a:ext uri="{FF2B5EF4-FFF2-40B4-BE49-F238E27FC236}">
                <a16:creationId xmlns:a16="http://schemas.microsoft.com/office/drawing/2014/main" id="{87DEC8A3-009F-C7EB-527F-96F092C27E50}"/>
              </a:ext>
            </a:extLst>
          </p:cNvPr>
          <p:cNvSpPr/>
          <p:nvPr/>
        </p:nvSpPr>
        <p:spPr>
          <a:xfrm>
            <a:off x="6176511" y="3429000"/>
            <a:ext cx="5338155" cy="1357046"/>
          </a:xfrm>
          <a:prstGeom prst="rect">
            <a:avLst/>
          </a:prstGeom>
          <a:noFill/>
          <a:ln w="3175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925035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0" end="0"/>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
                                            <p:txEl>
                                              <p:pRg st="1" end="1"/>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
                                            <p:txEl>
                                              <p:pRg st="2" end="2"/>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
                                            <p:txEl>
                                              <p:pRg st="3" end="3"/>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
                                            <p:txEl>
                                              <p:pRg st="4" end="4"/>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
                                            <p:txEl>
                                              <p:pRg st="6" end="6"/>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
                                            <p:txEl>
                                              <p:pRg st="8" end="8"/>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
                                            <p:txEl>
                                              <p:pRg st="9" end="9"/>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
                                            <p:txEl>
                                              <p:pRg st="10" end="10"/>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
                                            <p:txEl>
                                              <p:pRg st="12" end="12"/>
                                            </p:tx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
                                            <p:txEl>
                                              <p:pRg st="13" end="13"/>
                                            </p:txEl>
                                          </p:spTgt>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
                                            <p:txEl>
                                              <p:pRg st="14" end="14"/>
                                            </p:txEl>
                                          </p:spTgt>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
                                            <p:txEl>
                                              <p:pRg st="15" end="15"/>
                                            </p:txEl>
                                          </p:spTgt>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
                                            <p:txEl>
                                              <p:pRg st="16" end="16"/>
                                            </p:txEl>
                                          </p:spTgt>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
                                            <p:txEl>
                                              <p:pRg st="17" end="17"/>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0"/>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xit" presetSubtype="0" fill="hold" grpId="1" nodeType="clickEffect">
                                  <p:stCondLst>
                                    <p:cond delay="0"/>
                                  </p:stCondLst>
                                  <p:childTnLst>
                                    <p:set>
                                      <p:cBhvr>
                                        <p:cTn id="60" dur="1" fill="hold">
                                          <p:stCondLst>
                                            <p:cond delay="0"/>
                                          </p:stCondLst>
                                        </p:cTn>
                                        <p:tgtEl>
                                          <p:spTgt spid="10"/>
                                        </p:tgtEl>
                                        <p:attrNameLst>
                                          <p:attrName>style.visibility</p:attrName>
                                        </p:attrNameLst>
                                      </p:cBhvr>
                                      <p:to>
                                        <p:strVal val="hidden"/>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11"/>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xit" presetSubtype="0" fill="hold" grpId="1" nodeType="clickEffect">
                                  <p:stCondLst>
                                    <p:cond delay="0"/>
                                  </p:stCondLst>
                                  <p:childTnLst>
                                    <p:set>
                                      <p:cBhvr>
                                        <p:cTn id="68" dur="1" fill="hold">
                                          <p:stCondLst>
                                            <p:cond delay="0"/>
                                          </p:stCondLst>
                                        </p:cTn>
                                        <p:tgtEl>
                                          <p:spTgt spid="11"/>
                                        </p:tgtEl>
                                        <p:attrNameLst>
                                          <p:attrName>style.visibility</p:attrName>
                                        </p:attrNameLst>
                                      </p:cBhvr>
                                      <p:to>
                                        <p:strVal val="hidden"/>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12"/>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xit" presetSubtype="0" fill="hold" grpId="1" nodeType="clickEffect">
                                  <p:stCondLst>
                                    <p:cond delay="0"/>
                                  </p:stCondLst>
                                  <p:childTnLst>
                                    <p:set>
                                      <p:cBhvr>
                                        <p:cTn id="76" dur="1" fill="hold">
                                          <p:stCondLst>
                                            <p:cond delay="0"/>
                                          </p:stCondLst>
                                        </p:cTn>
                                        <p:tgtEl>
                                          <p:spTgt spid="12"/>
                                        </p:tgtEl>
                                        <p:attrNameLst>
                                          <p:attrName>style.visibility</p:attrName>
                                        </p:attrNameLst>
                                      </p:cBhvr>
                                      <p:to>
                                        <p:strVal val="hidden"/>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13"/>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xit" presetSubtype="0" fill="hold" grpId="1" nodeType="clickEffect">
                                  <p:stCondLst>
                                    <p:cond delay="0"/>
                                  </p:stCondLst>
                                  <p:childTnLst>
                                    <p:set>
                                      <p:cBhvr>
                                        <p:cTn id="84" dur="1" fill="hold">
                                          <p:stCondLst>
                                            <p:cond delay="0"/>
                                          </p:stCondLst>
                                        </p:cTn>
                                        <p:tgtEl>
                                          <p:spTgt spid="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P spid="10" grpId="0" animBg="1"/>
      <p:bldP spid="10" grpId="1" animBg="1"/>
      <p:bldP spid="11" grpId="0" animBg="1"/>
      <p:bldP spid="11" grpId="1" animBg="1"/>
      <p:bldP spid="12" grpId="0" animBg="1"/>
      <p:bldP spid="12" grpId="1" animBg="1"/>
      <p:bldP spid="13" grpId="0" animBg="1"/>
      <p:bldP spid="13" grpId="1"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CD9ADFF-E941-D963-3F0F-D7363093A07F}"/>
              </a:ext>
            </a:extLst>
          </p:cNvPr>
          <p:cNvSpPr>
            <a:spLocks noGrp="1"/>
          </p:cNvSpPr>
          <p:nvPr>
            <p:ph idx="1"/>
          </p:nvPr>
        </p:nvSpPr>
        <p:spPr/>
        <p:txBody>
          <a:bodyPr>
            <a:normAutofit fontScale="92500" lnSpcReduction="10000"/>
          </a:bodyPr>
          <a:lstStyle/>
          <a:p>
            <a:r>
              <a:rPr lang="en-US" dirty="0"/>
              <a:t>public class Car {</a:t>
            </a:r>
          </a:p>
          <a:p>
            <a:r>
              <a:rPr lang="en-US" dirty="0"/>
              <a:t>    private String name;</a:t>
            </a:r>
          </a:p>
          <a:p>
            <a:r>
              <a:rPr lang="en-US" dirty="0"/>
              <a:t>    private String engine;</a:t>
            </a:r>
          </a:p>
          <a:p>
            <a:r>
              <a:rPr lang="en-US" dirty="0"/>
              <a:t>    </a:t>
            </a:r>
          </a:p>
          <a:p>
            <a:r>
              <a:rPr lang="en-US" dirty="0"/>
              <a:t>    public static int </a:t>
            </a:r>
            <a:r>
              <a:rPr lang="en-US" dirty="0" err="1"/>
              <a:t>numberOfCars</a:t>
            </a:r>
            <a:r>
              <a:rPr lang="en-US" dirty="0"/>
              <a:t> = 0;</a:t>
            </a:r>
          </a:p>
          <a:p>
            <a:r>
              <a:rPr lang="en-US" dirty="0"/>
              <a:t>    </a:t>
            </a:r>
          </a:p>
          <a:p>
            <a:r>
              <a:rPr lang="en-US" dirty="0"/>
              <a:t>    public Car(String name, String engine) {</a:t>
            </a:r>
          </a:p>
          <a:p>
            <a:r>
              <a:rPr lang="en-US" dirty="0" err="1"/>
              <a:t>this.name</a:t>
            </a:r>
            <a:r>
              <a:rPr lang="en-US" dirty="0"/>
              <a:t> = name;</a:t>
            </a:r>
          </a:p>
          <a:p>
            <a:r>
              <a:rPr lang="en-US" dirty="0"/>
              <a:t>        </a:t>
            </a:r>
            <a:r>
              <a:rPr lang="en-US" dirty="0" err="1"/>
              <a:t>this.engine</a:t>
            </a:r>
            <a:r>
              <a:rPr lang="en-US" dirty="0"/>
              <a:t> = engine;</a:t>
            </a:r>
          </a:p>
          <a:p>
            <a:r>
              <a:rPr lang="en-US" dirty="0"/>
              <a:t>        </a:t>
            </a:r>
            <a:r>
              <a:rPr lang="en-US" dirty="0" err="1"/>
              <a:t>numberOfCars</a:t>
            </a:r>
            <a:r>
              <a:rPr lang="en-US" dirty="0"/>
              <a:t>++;</a:t>
            </a:r>
          </a:p>
          <a:p>
            <a:r>
              <a:rPr lang="en-US" dirty="0"/>
              <a:t>    }</a:t>
            </a:r>
          </a:p>
          <a:p>
            <a:endParaRPr lang="en-US" dirty="0"/>
          </a:p>
          <a:p>
            <a:r>
              <a:rPr lang="en-US" dirty="0"/>
              <a:t>    // getters and setters</a:t>
            </a:r>
          </a:p>
          <a:p>
            <a:r>
              <a:rPr lang="en-US" dirty="0"/>
              <a:t>}</a:t>
            </a:r>
          </a:p>
          <a:p>
            <a:endParaRPr lang="en-US" dirty="0"/>
          </a:p>
          <a:p>
            <a:r>
              <a:rPr lang="en-US" dirty="0"/>
              <a:t>public static void main(..) {</a:t>
            </a:r>
          </a:p>
          <a:p>
            <a:r>
              <a:rPr lang="en-US" dirty="0"/>
              <a:t>    Car c1 = new Car(“Jaguar, “V8”);</a:t>
            </a:r>
          </a:p>
          <a:p>
            <a:r>
              <a:rPr lang="en-US" dirty="0"/>
              <a:t>    Car c2 = new Car(“Bugatti”, “W16”);</a:t>
            </a:r>
          </a:p>
          <a:p>
            <a:r>
              <a:rPr lang="en-US" dirty="0"/>
              <a:t>    </a:t>
            </a:r>
            <a:r>
              <a:rPr lang="en-US" dirty="0" err="1"/>
              <a:t>System.out.println</a:t>
            </a:r>
            <a:r>
              <a:rPr lang="en-US" dirty="0"/>
              <a:t>(“Total number of cars: “ + </a:t>
            </a:r>
            <a:r>
              <a:rPr lang="en-US" dirty="0" err="1"/>
              <a:t>Car.numberOfCars</a:t>
            </a:r>
            <a:r>
              <a:rPr lang="en-US" dirty="0"/>
              <a:t>);</a:t>
            </a:r>
          </a:p>
          <a:p>
            <a:r>
              <a:rPr lang="en-US" dirty="0"/>
              <a:t>     // Prints 2</a:t>
            </a:r>
          </a:p>
          <a:p>
            <a:r>
              <a:rPr lang="en-US" dirty="0"/>
              <a:t>}</a:t>
            </a:r>
          </a:p>
          <a:p>
            <a:endParaRPr lang="en-US" dirty="0"/>
          </a:p>
        </p:txBody>
      </p:sp>
      <p:sp>
        <p:nvSpPr>
          <p:cNvPr id="3" name="Title 2">
            <a:extLst>
              <a:ext uri="{FF2B5EF4-FFF2-40B4-BE49-F238E27FC236}">
                <a16:creationId xmlns:a16="http://schemas.microsoft.com/office/drawing/2014/main" id="{89D0C1D2-9ED5-9292-842A-38F1CA9C567C}"/>
              </a:ext>
            </a:extLst>
          </p:cNvPr>
          <p:cNvSpPr>
            <a:spLocks noGrp="1"/>
          </p:cNvSpPr>
          <p:nvPr>
            <p:ph type="title"/>
          </p:nvPr>
        </p:nvSpPr>
        <p:spPr/>
        <p:txBody>
          <a:bodyPr/>
          <a:lstStyle/>
          <a:p>
            <a:r>
              <a:rPr lang="en-US" dirty="0"/>
              <a:t>Static class members</a:t>
            </a:r>
          </a:p>
        </p:txBody>
      </p:sp>
      <p:sp>
        <p:nvSpPr>
          <p:cNvPr id="6" name="Content Placeholder 5">
            <a:extLst>
              <a:ext uri="{FF2B5EF4-FFF2-40B4-BE49-F238E27FC236}">
                <a16:creationId xmlns:a16="http://schemas.microsoft.com/office/drawing/2014/main" id="{EE479CED-470B-269B-0EEA-EB3B675E5020}"/>
              </a:ext>
            </a:extLst>
          </p:cNvPr>
          <p:cNvSpPr>
            <a:spLocks noGrp="1"/>
          </p:cNvSpPr>
          <p:nvPr>
            <p:ph idx="13"/>
          </p:nvPr>
        </p:nvSpPr>
        <p:spPr/>
        <p:txBody>
          <a:bodyPr/>
          <a:lstStyle/>
          <a:p>
            <a:r>
              <a:rPr lang="en-US" dirty="0"/>
              <a:t>Declaring a field static ensures exactly a single copy of that field is created and shared among all instances of that class</a:t>
            </a:r>
          </a:p>
          <a:p>
            <a:endParaRPr lang="en-US" dirty="0"/>
          </a:p>
        </p:txBody>
      </p:sp>
      <p:sp>
        <p:nvSpPr>
          <p:cNvPr id="9" name="Rectangle 8">
            <a:extLst>
              <a:ext uri="{FF2B5EF4-FFF2-40B4-BE49-F238E27FC236}">
                <a16:creationId xmlns:a16="http://schemas.microsoft.com/office/drawing/2014/main" id="{C6EBC06F-4C11-F082-563F-D7D4FE4C524B}"/>
              </a:ext>
            </a:extLst>
          </p:cNvPr>
          <p:cNvSpPr/>
          <p:nvPr/>
        </p:nvSpPr>
        <p:spPr>
          <a:xfrm>
            <a:off x="6096000" y="1474362"/>
            <a:ext cx="5633413" cy="575307"/>
          </a:xfrm>
          <a:prstGeom prst="rect">
            <a:avLst/>
          </a:prstGeom>
          <a:noFill/>
          <a:ln w="349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ln w="0"/>
              <a:solidFill>
                <a:schemeClr val="tx1"/>
              </a:solidFill>
              <a:effectLst>
                <a:outerShdw blurRad="38100" dist="19050" dir="2700000" algn="tl" rotWithShape="0">
                  <a:schemeClr val="dk1">
                    <a:alpha val="40000"/>
                  </a:schemeClr>
                </a:outerShdw>
              </a:effectLst>
            </a:endParaRPr>
          </a:p>
        </p:txBody>
      </p:sp>
      <p:sp>
        <p:nvSpPr>
          <p:cNvPr id="4" name="Rectangle 3">
            <a:extLst>
              <a:ext uri="{FF2B5EF4-FFF2-40B4-BE49-F238E27FC236}">
                <a16:creationId xmlns:a16="http://schemas.microsoft.com/office/drawing/2014/main" id="{5A8BCD6A-4877-10B6-4782-A9604290B301}"/>
              </a:ext>
            </a:extLst>
          </p:cNvPr>
          <p:cNvSpPr/>
          <p:nvPr/>
        </p:nvSpPr>
        <p:spPr>
          <a:xfrm>
            <a:off x="6096000" y="2451373"/>
            <a:ext cx="5633413" cy="575307"/>
          </a:xfrm>
          <a:prstGeom prst="rect">
            <a:avLst/>
          </a:prstGeom>
          <a:noFill/>
          <a:ln w="349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18147696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9"/>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1" nodeType="clickEffect">
                                  <p:stCondLst>
                                    <p:cond delay="0"/>
                                  </p:stCondLst>
                                  <p:childTnLst>
                                    <p:set>
                                      <p:cBhvr>
                                        <p:cTn id="18"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 grpId="1" animBg="1"/>
      <p:bldP spid="4" grpId="0" animBg="1"/>
      <p:bldP spid="4" grpId="1"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87C375-BC8A-31DC-7B51-D1909986434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20038C1-75FC-67BF-8CDA-C0EB0CDB97B5}"/>
              </a:ext>
            </a:extLst>
          </p:cNvPr>
          <p:cNvSpPr>
            <a:spLocks noGrp="1"/>
          </p:cNvSpPr>
          <p:nvPr>
            <p:ph idx="1"/>
          </p:nvPr>
        </p:nvSpPr>
        <p:spPr/>
        <p:txBody>
          <a:bodyPr/>
          <a:lstStyle/>
          <a:p>
            <a:r>
              <a:rPr lang="en-US" dirty="0"/>
              <a:t>public class Car {</a:t>
            </a:r>
          </a:p>
          <a:p>
            <a:r>
              <a:rPr lang="en-US" dirty="0"/>
              <a:t>    private String name;</a:t>
            </a:r>
          </a:p>
          <a:p>
            <a:r>
              <a:rPr lang="en-US" dirty="0"/>
              <a:t>    private String engine;</a:t>
            </a:r>
          </a:p>
          <a:p>
            <a:r>
              <a:rPr lang="en-US" dirty="0"/>
              <a:t>    </a:t>
            </a:r>
          </a:p>
          <a:p>
            <a:r>
              <a:rPr lang="en-US" dirty="0"/>
              <a:t>    private static int </a:t>
            </a:r>
            <a:r>
              <a:rPr lang="en-US" dirty="0" err="1"/>
              <a:t>numberOfCars</a:t>
            </a:r>
            <a:r>
              <a:rPr lang="en-US" dirty="0"/>
              <a:t> = 0;</a:t>
            </a:r>
          </a:p>
          <a:p>
            <a:endParaRPr lang="en-US" dirty="0"/>
          </a:p>
          <a:p>
            <a:r>
              <a:rPr lang="en-US" dirty="0"/>
              <a:t>    // .. Other code</a:t>
            </a:r>
          </a:p>
          <a:p>
            <a:r>
              <a:rPr lang="en-US" dirty="0"/>
              <a:t>    public static int </a:t>
            </a:r>
            <a:r>
              <a:rPr lang="en-US" dirty="0" err="1"/>
              <a:t>getNumberOfCars</a:t>
            </a:r>
            <a:r>
              <a:rPr lang="en-US" dirty="0"/>
              <a:t>() {</a:t>
            </a:r>
          </a:p>
          <a:p>
            <a:r>
              <a:rPr lang="en-US" dirty="0"/>
              <a:t>	    return </a:t>
            </a:r>
            <a:r>
              <a:rPr lang="en-US" dirty="0" err="1"/>
              <a:t>numberOfCars</a:t>
            </a:r>
            <a:r>
              <a:rPr lang="en-US" dirty="0"/>
              <a:t>;</a:t>
            </a:r>
          </a:p>
          <a:p>
            <a:r>
              <a:rPr lang="en-US" dirty="0"/>
              <a:t>    }    </a:t>
            </a:r>
          </a:p>
          <a:p>
            <a:r>
              <a:rPr lang="en-US" dirty="0"/>
              <a:t>}</a:t>
            </a:r>
          </a:p>
          <a:p>
            <a:endParaRPr lang="en-US" dirty="0"/>
          </a:p>
          <a:p>
            <a:r>
              <a:rPr lang="en-US" dirty="0"/>
              <a:t>public static void main(..) {</a:t>
            </a:r>
          </a:p>
          <a:p>
            <a:r>
              <a:rPr lang="en-US" dirty="0"/>
              <a:t>    Car c1 = new Car(“Jaguar, “V8”);</a:t>
            </a:r>
          </a:p>
          <a:p>
            <a:r>
              <a:rPr lang="en-US" dirty="0"/>
              <a:t>    Car c2 = new Car(“Bugatti”, “W16”);</a:t>
            </a:r>
          </a:p>
          <a:p>
            <a:r>
              <a:rPr lang="en-US" dirty="0"/>
              <a:t>    </a:t>
            </a:r>
            <a:r>
              <a:rPr lang="en-US" dirty="0" err="1"/>
              <a:t>System.out.println</a:t>
            </a:r>
            <a:r>
              <a:rPr lang="en-US" dirty="0"/>
              <a:t>(“Total number of cars: “ + </a:t>
            </a:r>
            <a:r>
              <a:rPr lang="en-US" dirty="0" err="1"/>
              <a:t>Car.getNumberOfCars</a:t>
            </a:r>
            <a:r>
              <a:rPr lang="en-US" dirty="0"/>
              <a:t>());</a:t>
            </a:r>
          </a:p>
          <a:p>
            <a:r>
              <a:rPr lang="en-US" dirty="0"/>
              <a:t>     // Prints 2</a:t>
            </a:r>
          </a:p>
          <a:p>
            <a:r>
              <a:rPr lang="en-US" dirty="0"/>
              <a:t>}</a:t>
            </a:r>
          </a:p>
          <a:p>
            <a:endParaRPr lang="en-US" dirty="0"/>
          </a:p>
        </p:txBody>
      </p:sp>
      <p:sp>
        <p:nvSpPr>
          <p:cNvPr id="3" name="Title 2">
            <a:extLst>
              <a:ext uri="{FF2B5EF4-FFF2-40B4-BE49-F238E27FC236}">
                <a16:creationId xmlns:a16="http://schemas.microsoft.com/office/drawing/2014/main" id="{A82C6369-A707-D298-0E69-EA81B390DACD}"/>
              </a:ext>
            </a:extLst>
          </p:cNvPr>
          <p:cNvSpPr>
            <a:spLocks noGrp="1"/>
          </p:cNvSpPr>
          <p:nvPr>
            <p:ph type="title"/>
          </p:nvPr>
        </p:nvSpPr>
        <p:spPr/>
        <p:txBody>
          <a:bodyPr/>
          <a:lstStyle/>
          <a:p>
            <a:r>
              <a:rPr lang="en-US" dirty="0"/>
              <a:t>Static class methods</a:t>
            </a:r>
          </a:p>
        </p:txBody>
      </p:sp>
      <p:sp>
        <p:nvSpPr>
          <p:cNvPr id="6" name="Content Placeholder 5">
            <a:extLst>
              <a:ext uri="{FF2B5EF4-FFF2-40B4-BE49-F238E27FC236}">
                <a16:creationId xmlns:a16="http://schemas.microsoft.com/office/drawing/2014/main" id="{7F299507-753F-82DA-A4E0-FABB306D5CE6}"/>
              </a:ext>
            </a:extLst>
          </p:cNvPr>
          <p:cNvSpPr>
            <a:spLocks noGrp="1"/>
          </p:cNvSpPr>
          <p:nvPr>
            <p:ph idx="13"/>
          </p:nvPr>
        </p:nvSpPr>
        <p:spPr/>
        <p:txBody>
          <a:bodyPr/>
          <a:lstStyle/>
          <a:p>
            <a:r>
              <a:rPr lang="en-US" dirty="0"/>
              <a:t>A static class method does not need an object to invoke it</a:t>
            </a:r>
          </a:p>
          <a:p>
            <a:pPr marL="0" indent="0">
              <a:buNone/>
            </a:pPr>
            <a:endParaRPr lang="en-US" dirty="0"/>
          </a:p>
        </p:txBody>
      </p:sp>
      <p:sp>
        <p:nvSpPr>
          <p:cNvPr id="7" name="Rectangle 6">
            <a:extLst>
              <a:ext uri="{FF2B5EF4-FFF2-40B4-BE49-F238E27FC236}">
                <a16:creationId xmlns:a16="http://schemas.microsoft.com/office/drawing/2014/main" id="{794031F8-7988-CEA7-B0C3-0780A69DF330}"/>
              </a:ext>
            </a:extLst>
          </p:cNvPr>
          <p:cNvSpPr/>
          <p:nvPr/>
        </p:nvSpPr>
        <p:spPr>
          <a:xfrm>
            <a:off x="6096000" y="2557669"/>
            <a:ext cx="5633413" cy="844767"/>
          </a:xfrm>
          <a:prstGeom prst="rect">
            <a:avLst/>
          </a:prstGeom>
          <a:noFill/>
          <a:ln w="349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ln w="0"/>
              <a:solidFill>
                <a:schemeClr val="tx1"/>
              </a:solidFill>
              <a:effectLst>
                <a:outerShdw blurRad="38100" dist="19050" dir="2700000" algn="tl" rotWithShape="0">
                  <a:schemeClr val="dk1">
                    <a:alpha val="40000"/>
                  </a:schemeClr>
                </a:outerShdw>
              </a:effectLst>
            </a:endParaRPr>
          </a:p>
        </p:txBody>
      </p:sp>
      <p:sp>
        <p:nvSpPr>
          <p:cNvPr id="8" name="Rectangle 7">
            <a:extLst>
              <a:ext uri="{FF2B5EF4-FFF2-40B4-BE49-F238E27FC236}">
                <a16:creationId xmlns:a16="http://schemas.microsoft.com/office/drawing/2014/main" id="{9FC81388-FC09-FB9D-C7C3-F3FE50D4B771}"/>
              </a:ext>
            </a:extLst>
          </p:cNvPr>
          <p:cNvSpPr/>
          <p:nvPr/>
        </p:nvSpPr>
        <p:spPr>
          <a:xfrm>
            <a:off x="6015487" y="4462728"/>
            <a:ext cx="5633413" cy="708875"/>
          </a:xfrm>
          <a:prstGeom prst="rect">
            <a:avLst/>
          </a:prstGeom>
          <a:noFill/>
          <a:ln w="349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973988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7"/>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1" nodeType="clickEffect">
                                  <p:stCondLst>
                                    <p:cond delay="0"/>
                                  </p:stCondLst>
                                  <p:childTnLst>
                                    <p:set>
                                      <p:cBhvr>
                                        <p:cTn id="18" dur="1" fill="hold">
                                          <p:stCondLst>
                                            <p:cond delay="0"/>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8" grpId="0" animBg="1"/>
      <p:bldP spid="8" grpId="1"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FADB2D2B-EBC7-F951-C752-ED5A8EBDA521}"/>
              </a:ext>
            </a:extLst>
          </p:cNvPr>
          <p:cNvSpPr>
            <a:spLocks noGrp="1"/>
          </p:cNvSpPr>
          <p:nvPr>
            <p:ph type="body" sz="quarter" idx="13"/>
          </p:nvPr>
        </p:nvSpPr>
        <p:spPr/>
        <p:txBody>
          <a:bodyPr/>
          <a:lstStyle/>
          <a:p>
            <a:r>
              <a:rPr lang="en-US"/>
              <a:t>Design patterns</a:t>
            </a:r>
            <a:endParaRPr lang="en-US" dirty="0"/>
          </a:p>
        </p:txBody>
      </p:sp>
      <p:sp>
        <p:nvSpPr>
          <p:cNvPr id="6" name="Content Placeholder 5">
            <a:extLst>
              <a:ext uri="{FF2B5EF4-FFF2-40B4-BE49-F238E27FC236}">
                <a16:creationId xmlns:a16="http://schemas.microsoft.com/office/drawing/2014/main" id="{2E7F6359-581D-4844-8573-DD86AB1732D0}"/>
              </a:ext>
            </a:extLst>
          </p:cNvPr>
          <p:cNvSpPr>
            <a:spLocks noGrp="1"/>
          </p:cNvSpPr>
          <p:nvPr>
            <p:ph idx="1"/>
          </p:nvPr>
        </p:nvSpPr>
        <p:spPr>
          <a:xfrm>
            <a:off x="537210" y="4785335"/>
            <a:ext cx="9871710" cy="976289"/>
          </a:xfrm>
        </p:spPr>
        <p:txBody>
          <a:bodyPr/>
          <a:lstStyle/>
          <a:p>
            <a:r>
              <a:rPr lang="en-US"/>
              <a:t>Tapti Palit</a:t>
            </a:r>
            <a:endParaRPr lang="en-US" dirty="0"/>
          </a:p>
        </p:txBody>
      </p:sp>
    </p:spTree>
    <p:extLst>
      <p:ext uri="{BB962C8B-B14F-4D97-AF65-F5344CB8AC3E}">
        <p14:creationId xmlns:p14="http://schemas.microsoft.com/office/powerpoint/2010/main" val="39248697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79D15018-764E-A07F-637B-FD07094CBFAA}"/>
              </a:ext>
            </a:extLst>
          </p:cNvPr>
          <p:cNvSpPr>
            <a:spLocks noGrp="1"/>
          </p:cNvSpPr>
          <p:nvPr>
            <p:ph idx="1"/>
          </p:nvPr>
        </p:nvSpPr>
        <p:spPr/>
        <p:txBody>
          <a:bodyPr>
            <a:normAutofit/>
          </a:bodyPr>
          <a:lstStyle/>
          <a:p>
            <a:r>
              <a:rPr lang="en-US" dirty="0"/>
              <a:t>Classes and objects abstract object behavior</a:t>
            </a:r>
          </a:p>
          <a:p>
            <a:pPr lvl="1"/>
            <a:r>
              <a:rPr lang="en-US" dirty="0"/>
              <a:t>Objects of type Class Car abstract the behavior of a car</a:t>
            </a:r>
          </a:p>
          <a:p>
            <a:pPr lvl="1"/>
            <a:r>
              <a:rPr lang="en-US" dirty="0"/>
              <a:t>Focus on reusing object behavior</a:t>
            </a:r>
          </a:p>
          <a:p>
            <a:r>
              <a:rPr lang="en-US" dirty="0"/>
              <a:t>Design patterns abstract object instantiation, composition, and behavior</a:t>
            </a:r>
          </a:p>
          <a:p>
            <a:pPr lvl="1"/>
            <a:r>
              <a:rPr lang="en-US" dirty="0"/>
              <a:t>Focus on abstracting the class design itself</a:t>
            </a:r>
          </a:p>
          <a:p>
            <a:pPr lvl="1"/>
            <a:r>
              <a:rPr lang="en-US" dirty="0"/>
              <a:t>Allows software engineers to </a:t>
            </a:r>
            <a:r>
              <a:rPr lang="en-US" i="1" dirty="0"/>
              <a:t>reuse </a:t>
            </a:r>
            <a:r>
              <a:rPr lang="en-US" dirty="0"/>
              <a:t>previous class designs and architectures</a:t>
            </a:r>
          </a:p>
        </p:txBody>
      </p:sp>
      <p:sp>
        <p:nvSpPr>
          <p:cNvPr id="4" name="Title 3">
            <a:extLst>
              <a:ext uri="{FF2B5EF4-FFF2-40B4-BE49-F238E27FC236}">
                <a16:creationId xmlns:a16="http://schemas.microsoft.com/office/drawing/2014/main" id="{90CF0D9B-3FF0-F5F8-99C8-2C8863BB5115}"/>
              </a:ext>
            </a:extLst>
          </p:cNvPr>
          <p:cNvSpPr>
            <a:spLocks noGrp="1"/>
          </p:cNvSpPr>
          <p:nvPr>
            <p:ph type="title"/>
          </p:nvPr>
        </p:nvSpPr>
        <p:spPr/>
        <p:txBody>
          <a:bodyPr/>
          <a:lstStyle/>
          <a:p>
            <a:r>
              <a:rPr lang="en-US" dirty="0"/>
              <a:t>What are design patterns?</a:t>
            </a:r>
          </a:p>
        </p:txBody>
      </p:sp>
    </p:spTree>
    <p:extLst>
      <p:ext uri="{BB962C8B-B14F-4D97-AF65-F5344CB8AC3E}">
        <p14:creationId xmlns:p14="http://schemas.microsoft.com/office/powerpoint/2010/main" val="34734044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E99C9052-1856-1E48-57E5-0DB164783C47}"/>
              </a:ext>
            </a:extLst>
          </p:cNvPr>
          <p:cNvSpPr>
            <a:spLocks noGrp="1"/>
          </p:cNvSpPr>
          <p:nvPr>
            <p:ph idx="1"/>
          </p:nvPr>
        </p:nvSpPr>
        <p:spPr/>
        <p:txBody>
          <a:bodyPr/>
          <a:lstStyle/>
          <a:p>
            <a:r>
              <a:rPr lang="en-US" dirty="0"/>
              <a:t>We will focus on object-oriented design patterns</a:t>
            </a:r>
          </a:p>
          <a:p>
            <a:pPr lvl="1"/>
            <a:r>
              <a:rPr lang="en-US" dirty="0"/>
              <a:t>Particularly, Java design patterns, but are applicable to C++, C#, etc., too</a:t>
            </a:r>
          </a:p>
          <a:p>
            <a:r>
              <a:rPr lang="en-US" dirty="0"/>
              <a:t>Design patterns for functional programming languages and Rust will look very different</a:t>
            </a:r>
          </a:p>
        </p:txBody>
      </p:sp>
      <p:sp>
        <p:nvSpPr>
          <p:cNvPr id="4" name="Title 3">
            <a:extLst>
              <a:ext uri="{FF2B5EF4-FFF2-40B4-BE49-F238E27FC236}">
                <a16:creationId xmlns:a16="http://schemas.microsoft.com/office/drawing/2014/main" id="{752C3F2C-284F-3E57-0D3C-AC86902C98C0}"/>
              </a:ext>
            </a:extLst>
          </p:cNvPr>
          <p:cNvSpPr>
            <a:spLocks noGrp="1"/>
          </p:cNvSpPr>
          <p:nvPr>
            <p:ph type="title"/>
          </p:nvPr>
        </p:nvSpPr>
        <p:spPr/>
        <p:txBody>
          <a:bodyPr/>
          <a:lstStyle/>
          <a:p>
            <a:r>
              <a:rPr lang="en-US" dirty="0"/>
              <a:t>Design patterns are language-specific</a:t>
            </a:r>
          </a:p>
        </p:txBody>
      </p:sp>
    </p:spTree>
    <p:extLst>
      <p:ext uri="{BB962C8B-B14F-4D97-AF65-F5344CB8AC3E}">
        <p14:creationId xmlns:p14="http://schemas.microsoft.com/office/powerpoint/2010/main" val="26888622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0837A-35AE-298A-5702-4B86A47B1972}"/>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F4B449DA-1810-3D6B-270D-67B0FFCD83B5}"/>
              </a:ext>
            </a:extLst>
          </p:cNvPr>
          <p:cNvSpPr>
            <a:spLocks noGrp="1"/>
          </p:cNvSpPr>
          <p:nvPr>
            <p:ph idx="1"/>
          </p:nvPr>
        </p:nvSpPr>
        <p:spPr/>
        <p:txBody>
          <a:bodyPr>
            <a:normAutofit/>
          </a:bodyPr>
          <a:lstStyle/>
          <a:p>
            <a:r>
              <a:rPr lang="en-US" dirty="0"/>
              <a:t>Example: design a </a:t>
            </a:r>
            <a:r>
              <a:rPr lang="en-US" dirty="0">
                <a:latin typeface="Consolas" panose="020B0609020204030204" pitchFamily="49" charset="0"/>
              </a:rPr>
              <a:t>Logger</a:t>
            </a:r>
            <a:r>
              <a:rPr lang="en-US" dirty="0"/>
              <a:t> class for an application consisting of hundreds of classes</a:t>
            </a:r>
          </a:p>
          <a:p>
            <a:pPr lvl="1"/>
            <a:r>
              <a:rPr lang="en-US" dirty="0"/>
              <a:t>The logger creates a log file with name as the current date-time, say – </a:t>
            </a:r>
            <a:r>
              <a:rPr lang="en-US" dirty="0">
                <a:latin typeface="Consolas" panose="020B0609020204030204" pitchFamily="49" charset="0"/>
              </a:rPr>
              <a:t>log_11_21_2025_12_00_01.txt</a:t>
            </a:r>
            <a:r>
              <a:rPr lang="en-US" dirty="0">
                <a:latin typeface="Helvetica" panose="020B0604020202020204" pitchFamily="34" charset="0"/>
                <a:cs typeface="Helvetica" panose="020B0604020202020204" pitchFamily="34" charset="0"/>
              </a:rPr>
              <a:t>, and logs events in it</a:t>
            </a:r>
          </a:p>
          <a:p>
            <a:r>
              <a:rPr lang="en-US" dirty="0"/>
              <a:t>To ensure uniformity</a:t>
            </a:r>
          </a:p>
          <a:p>
            <a:pPr lvl="1"/>
            <a:r>
              <a:rPr lang="en-US" dirty="0"/>
              <a:t>Only one object of the </a:t>
            </a:r>
            <a:r>
              <a:rPr lang="en-US" dirty="0">
                <a:latin typeface="Consolas" panose="020B0609020204030204" pitchFamily="49" charset="0"/>
              </a:rPr>
              <a:t>Logger</a:t>
            </a:r>
            <a:r>
              <a:rPr lang="en-US" dirty="0"/>
              <a:t> class must exist</a:t>
            </a:r>
          </a:p>
          <a:p>
            <a:pPr lvl="2"/>
            <a:r>
              <a:rPr lang="en-US" dirty="0"/>
              <a:t>Should be created by the first log message</a:t>
            </a:r>
          </a:p>
          <a:p>
            <a:pPr lvl="1"/>
            <a:r>
              <a:rPr lang="en-US" dirty="0"/>
              <a:t>Any part of the application can access the </a:t>
            </a:r>
            <a:r>
              <a:rPr lang="en-US" dirty="0">
                <a:latin typeface="Consolas" panose="020B0609020204030204" pitchFamily="49" charset="0"/>
              </a:rPr>
              <a:t>Logger</a:t>
            </a:r>
            <a:r>
              <a:rPr lang="en-US" dirty="0"/>
              <a:t> object</a:t>
            </a:r>
          </a:p>
        </p:txBody>
      </p:sp>
      <p:sp>
        <p:nvSpPr>
          <p:cNvPr id="4" name="Title 3">
            <a:extLst>
              <a:ext uri="{FF2B5EF4-FFF2-40B4-BE49-F238E27FC236}">
                <a16:creationId xmlns:a16="http://schemas.microsoft.com/office/drawing/2014/main" id="{031DF575-1FC0-7869-AC5B-980685FB537C}"/>
              </a:ext>
            </a:extLst>
          </p:cNvPr>
          <p:cNvSpPr>
            <a:spLocks noGrp="1"/>
          </p:cNvSpPr>
          <p:nvPr>
            <p:ph type="title"/>
          </p:nvPr>
        </p:nvSpPr>
        <p:spPr/>
        <p:txBody>
          <a:bodyPr/>
          <a:lstStyle/>
          <a:p>
            <a:r>
              <a:rPr lang="en-US" dirty="0"/>
              <a:t>Need for design patterns</a:t>
            </a:r>
          </a:p>
        </p:txBody>
      </p:sp>
    </p:spTree>
    <p:extLst>
      <p:ext uri="{BB962C8B-B14F-4D97-AF65-F5344CB8AC3E}">
        <p14:creationId xmlns:p14="http://schemas.microsoft.com/office/powerpoint/2010/main" val="25084331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6C8761-B541-1E35-6EE2-292AD8511EE1}"/>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882E1326-8AD6-3407-D437-3B4819699E46}"/>
              </a:ext>
            </a:extLst>
          </p:cNvPr>
          <p:cNvSpPr>
            <a:spLocks noGrp="1"/>
          </p:cNvSpPr>
          <p:nvPr>
            <p:ph idx="1"/>
          </p:nvPr>
        </p:nvSpPr>
        <p:spPr/>
        <p:txBody>
          <a:bodyPr>
            <a:normAutofit fontScale="92500" lnSpcReduction="20000"/>
          </a:bodyPr>
          <a:lstStyle/>
          <a:p>
            <a:r>
              <a:rPr lang="en-US" dirty="0"/>
              <a:t>class Logger {</a:t>
            </a:r>
          </a:p>
          <a:p>
            <a:r>
              <a:rPr lang="en-US" dirty="0"/>
              <a:t>	private </a:t>
            </a:r>
            <a:r>
              <a:rPr lang="en-US" dirty="0" err="1"/>
              <a:t>FileStream</a:t>
            </a:r>
            <a:r>
              <a:rPr lang="en-US" dirty="0"/>
              <a:t> </a:t>
            </a:r>
            <a:r>
              <a:rPr lang="en-US" dirty="0" err="1"/>
              <a:t>outputFile</a:t>
            </a:r>
            <a:r>
              <a:rPr lang="en-US" dirty="0"/>
              <a:t>;</a:t>
            </a:r>
          </a:p>
          <a:p>
            <a:endParaRPr lang="en-US" dirty="0"/>
          </a:p>
          <a:p>
            <a:r>
              <a:rPr lang="en-US" dirty="0"/>
              <a:t>	public Logger() {</a:t>
            </a:r>
          </a:p>
          <a:p>
            <a:r>
              <a:rPr lang="en-US" dirty="0"/>
              <a:t>		</a:t>
            </a:r>
            <a:r>
              <a:rPr lang="en-US" dirty="0" err="1"/>
              <a:t>outputFile</a:t>
            </a:r>
            <a:r>
              <a:rPr lang="en-US" dirty="0"/>
              <a:t> = </a:t>
            </a:r>
            <a:r>
              <a:rPr lang="en-US" dirty="0" err="1"/>
              <a:t>FileStream</a:t>
            </a:r>
            <a:r>
              <a:rPr lang="en-US" dirty="0"/>
              <a:t>(“log”+ </a:t>
            </a:r>
            <a:r>
              <a:rPr lang="en-US" dirty="0" err="1"/>
              <a:t>LocalDateTime.now</a:t>
            </a:r>
            <a:r>
              <a:rPr lang="en-US" dirty="0"/>
              <a:t>().</a:t>
            </a:r>
            <a:r>
              <a:rPr lang="en-US" dirty="0" err="1"/>
              <a:t>toString</a:t>
            </a:r>
            <a:r>
              <a:rPr lang="en-US" dirty="0"/>
              <a:t>()+”.log”);</a:t>
            </a:r>
          </a:p>
          <a:p>
            <a:r>
              <a:rPr lang="en-US" dirty="0"/>
              <a:t>	}</a:t>
            </a:r>
          </a:p>
          <a:p>
            <a:endParaRPr lang="en-US" dirty="0"/>
          </a:p>
          <a:p>
            <a:r>
              <a:rPr lang="en-US" dirty="0"/>
              <a:t>	public log(String msg) {</a:t>
            </a:r>
          </a:p>
          <a:p>
            <a:r>
              <a:rPr lang="en-US" dirty="0"/>
              <a:t>		</a:t>
            </a:r>
            <a:r>
              <a:rPr lang="en-US" dirty="0" err="1"/>
              <a:t>outputFile.write</a:t>
            </a:r>
            <a:r>
              <a:rPr lang="en-US" dirty="0"/>
              <a:t>(log);</a:t>
            </a:r>
          </a:p>
          <a:p>
            <a:r>
              <a:rPr lang="en-US" dirty="0"/>
              <a:t>	}</a:t>
            </a:r>
          </a:p>
          <a:p>
            <a:endParaRPr lang="en-US" dirty="0"/>
          </a:p>
          <a:p>
            <a:r>
              <a:rPr lang="en-US" dirty="0"/>
              <a:t>	protected finalize() throws Throwable {</a:t>
            </a:r>
            <a:br>
              <a:rPr lang="en-US" dirty="0"/>
            </a:br>
            <a:r>
              <a:rPr lang="en-US" dirty="0"/>
              <a:t>		// close file</a:t>
            </a:r>
          </a:p>
          <a:p>
            <a:r>
              <a:rPr lang="en-US" dirty="0"/>
              <a:t>	}</a:t>
            </a:r>
          </a:p>
          <a:p>
            <a:r>
              <a:rPr lang="en-US" dirty="0"/>
              <a:t>}</a:t>
            </a:r>
          </a:p>
          <a:p>
            <a:endParaRPr lang="en-US" dirty="0"/>
          </a:p>
          <a:p>
            <a:r>
              <a:rPr lang="en-US" dirty="0"/>
              <a:t>public static void main(String[] </a:t>
            </a:r>
            <a:r>
              <a:rPr lang="en-US" dirty="0" err="1"/>
              <a:t>args</a:t>
            </a:r>
            <a:r>
              <a:rPr lang="en-US" dirty="0"/>
              <a:t>) {</a:t>
            </a:r>
          </a:p>
          <a:p>
            <a:r>
              <a:rPr lang="en-US" dirty="0"/>
              <a:t>	Logger </a:t>
            </a:r>
            <a:r>
              <a:rPr lang="en-US" dirty="0" err="1"/>
              <a:t>logger</a:t>
            </a:r>
            <a:r>
              <a:rPr lang="en-US" dirty="0"/>
              <a:t> = new Logger();</a:t>
            </a:r>
          </a:p>
          <a:p>
            <a:r>
              <a:rPr lang="en-US" dirty="0"/>
              <a:t>	</a:t>
            </a:r>
            <a:r>
              <a:rPr lang="en-US" dirty="0" err="1"/>
              <a:t>anotherFunction</a:t>
            </a:r>
            <a:r>
              <a:rPr lang="en-US" dirty="0"/>
              <a:t>(logger);</a:t>
            </a:r>
          </a:p>
          <a:p>
            <a:r>
              <a:rPr lang="en-US" dirty="0"/>
              <a:t>}</a:t>
            </a:r>
          </a:p>
          <a:p>
            <a:endParaRPr lang="en-US" dirty="0"/>
          </a:p>
          <a:p>
            <a:r>
              <a:rPr lang="en-US" dirty="0"/>
              <a:t>public void </a:t>
            </a:r>
            <a:r>
              <a:rPr lang="en-US" dirty="0" err="1"/>
              <a:t>anotherFunction</a:t>
            </a:r>
            <a:r>
              <a:rPr lang="en-US" dirty="0"/>
              <a:t>(Logger logger) {</a:t>
            </a:r>
          </a:p>
          <a:p>
            <a:r>
              <a:rPr lang="en-US" dirty="0"/>
              <a:t>	logger.log(“This is a log message”);</a:t>
            </a:r>
          </a:p>
          <a:p>
            <a:r>
              <a:rPr lang="en-US" dirty="0"/>
              <a:t>}</a:t>
            </a:r>
          </a:p>
        </p:txBody>
      </p:sp>
      <p:sp>
        <p:nvSpPr>
          <p:cNvPr id="4" name="Title 3">
            <a:extLst>
              <a:ext uri="{FF2B5EF4-FFF2-40B4-BE49-F238E27FC236}">
                <a16:creationId xmlns:a16="http://schemas.microsoft.com/office/drawing/2014/main" id="{57E77B36-BB1B-C9A1-1501-CB9B81872AB8}"/>
              </a:ext>
            </a:extLst>
          </p:cNvPr>
          <p:cNvSpPr>
            <a:spLocks noGrp="1"/>
          </p:cNvSpPr>
          <p:nvPr>
            <p:ph type="title"/>
          </p:nvPr>
        </p:nvSpPr>
        <p:spPr/>
        <p:txBody>
          <a:bodyPr/>
          <a:lstStyle/>
          <a:p>
            <a:r>
              <a:rPr lang="en-US" dirty="0"/>
              <a:t>Need for design patterns</a:t>
            </a:r>
          </a:p>
        </p:txBody>
      </p:sp>
      <p:sp>
        <p:nvSpPr>
          <p:cNvPr id="2" name="Content Placeholder 1">
            <a:extLst>
              <a:ext uri="{FF2B5EF4-FFF2-40B4-BE49-F238E27FC236}">
                <a16:creationId xmlns:a16="http://schemas.microsoft.com/office/drawing/2014/main" id="{0BF90604-FCB9-C174-06A2-4EB382F6A4CB}"/>
              </a:ext>
            </a:extLst>
          </p:cNvPr>
          <p:cNvSpPr>
            <a:spLocks noGrp="1"/>
          </p:cNvSpPr>
          <p:nvPr>
            <p:ph idx="13"/>
          </p:nvPr>
        </p:nvSpPr>
        <p:spPr/>
        <p:txBody>
          <a:bodyPr/>
          <a:lstStyle/>
          <a:p>
            <a:r>
              <a:rPr lang="en-US" dirty="0"/>
              <a:t>Naïve design</a:t>
            </a:r>
          </a:p>
          <a:p>
            <a:r>
              <a:rPr lang="en-US" dirty="0"/>
              <a:t>Create a </a:t>
            </a:r>
            <a:r>
              <a:rPr lang="en-US" dirty="0">
                <a:latin typeface="Consolas" panose="020B0609020204030204" pitchFamily="49" charset="0"/>
              </a:rPr>
              <a:t>Logger</a:t>
            </a:r>
            <a:r>
              <a:rPr lang="en-US" dirty="0"/>
              <a:t> object and pass it in each method declaration?</a:t>
            </a:r>
          </a:p>
          <a:p>
            <a:pPr lvl="1"/>
            <a:r>
              <a:rPr lang="en-US" dirty="0">
                <a:sym typeface="Wingdings" panose="05000000000000000000" pitchFamily="2" charset="2"/>
              </a:rPr>
              <a:t>Requires extensive method signature modification</a:t>
            </a:r>
          </a:p>
        </p:txBody>
      </p:sp>
      <p:sp>
        <p:nvSpPr>
          <p:cNvPr id="3" name="Rectangle 2">
            <a:extLst>
              <a:ext uri="{FF2B5EF4-FFF2-40B4-BE49-F238E27FC236}">
                <a16:creationId xmlns:a16="http://schemas.microsoft.com/office/drawing/2014/main" id="{B29A16BF-92EB-C6E0-2334-7A26E501C168}"/>
              </a:ext>
            </a:extLst>
          </p:cNvPr>
          <p:cNvSpPr/>
          <p:nvPr/>
        </p:nvSpPr>
        <p:spPr>
          <a:xfrm>
            <a:off x="6176512" y="700892"/>
            <a:ext cx="5261762" cy="3126041"/>
          </a:xfrm>
          <a:prstGeom prst="rect">
            <a:avLst/>
          </a:prstGeom>
          <a:noFill/>
          <a:ln w="254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ln w="0"/>
              <a:solidFill>
                <a:schemeClr val="tx1"/>
              </a:solidFill>
              <a:effectLst>
                <a:outerShdw blurRad="38100" dist="19050" dir="2700000" algn="tl" rotWithShape="0">
                  <a:schemeClr val="dk1">
                    <a:alpha val="40000"/>
                  </a:schemeClr>
                </a:outerShdw>
              </a:effectLst>
            </a:endParaRPr>
          </a:p>
        </p:txBody>
      </p:sp>
      <p:sp>
        <p:nvSpPr>
          <p:cNvPr id="6" name="Rectangle 5">
            <a:extLst>
              <a:ext uri="{FF2B5EF4-FFF2-40B4-BE49-F238E27FC236}">
                <a16:creationId xmlns:a16="http://schemas.microsoft.com/office/drawing/2014/main" id="{819FC2B7-A165-89B7-5F7F-C4DB052D7968}"/>
              </a:ext>
            </a:extLst>
          </p:cNvPr>
          <p:cNvSpPr/>
          <p:nvPr/>
        </p:nvSpPr>
        <p:spPr>
          <a:xfrm>
            <a:off x="6176512" y="4068417"/>
            <a:ext cx="5261762" cy="538039"/>
          </a:xfrm>
          <a:prstGeom prst="rect">
            <a:avLst/>
          </a:prstGeom>
          <a:noFill/>
          <a:ln w="254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162129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3"/>
                                        </p:tgtEl>
                                        <p:attrNameLst>
                                          <p:attrName>style.visibility</p:attrName>
                                        </p:attrNameLst>
                                      </p:cBhvr>
                                      <p:to>
                                        <p:strVal val="hidden"/>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grpId="1" nodeType="clickEffect">
                                  <p:stCondLst>
                                    <p:cond delay="0"/>
                                  </p:stCondLst>
                                  <p:childTnLst>
                                    <p:set>
                                      <p:cBhvr>
                                        <p:cTn id="16" dur="1" fill="hold">
                                          <p:stCondLst>
                                            <p:cond delay="0"/>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6" grpId="0" animBg="1"/>
      <p:bldP spid="6" grpId="1"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308C13-2536-CC8B-F64D-B93CA34C5B72}"/>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2FC5F747-2A28-D3FF-A6EC-9865D3E471C4}"/>
              </a:ext>
            </a:extLst>
          </p:cNvPr>
          <p:cNvSpPr>
            <a:spLocks noGrp="1"/>
          </p:cNvSpPr>
          <p:nvPr>
            <p:ph idx="1"/>
          </p:nvPr>
        </p:nvSpPr>
        <p:spPr/>
        <p:txBody>
          <a:bodyPr>
            <a:normAutofit fontScale="92500" lnSpcReduction="20000"/>
          </a:bodyPr>
          <a:lstStyle/>
          <a:p>
            <a:r>
              <a:rPr lang="en-US" dirty="0"/>
              <a:t>class Logger {</a:t>
            </a:r>
          </a:p>
          <a:p>
            <a:r>
              <a:rPr lang="en-US" dirty="0"/>
              <a:t>	private </a:t>
            </a:r>
            <a:r>
              <a:rPr lang="en-US" dirty="0" err="1"/>
              <a:t>FileStream</a:t>
            </a:r>
            <a:r>
              <a:rPr lang="en-US" dirty="0"/>
              <a:t> </a:t>
            </a:r>
            <a:r>
              <a:rPr lang="en-US" dirty="0" err="1"/>
              <a:t>outputFile</a:t>
            </a:r>
            <a:r>
              <a:rPr lang="en-US" dirty="0"/>
              <a:t>;</a:t>
            </a:r>
          </a:p>
          <a:p>
            <a:endParaRPr lang="en-US" dirty="0"/>
          </a:p>
          <a:p>
            <a:r>
              <a:rPr lang="en-US" dirty="0"/>
              <a:t>	public Logger() {</a:t>
            </a:r>
          </a:p>
          <a:p>
            <a:r>
              <a:rPr lang="en-US" dirty="0"/>
              <a:t>		</a:t>
            </a:r>
            <a:r>
              <a:rPr lang="en-US" dirty="0" err="1"/>
              <a:t>outputFile</a:t>
            </a:r>
            <a:r>
              <a:rPr lang="en-US" dirty="0"/>
              <a:t> = </a:t>
            </a:r>
            <a:r>
              <a:rPr lang="en-US" dirty="0" err="1"/>
              <a:t>FileStream</a:t>
            </a:r>
            <a:r>
              <a:rPr lang="en-US" dirty="0"/>
              <a:t>(“log”+ </a:t>
            </a:r>
            <a:r>
              <a:rPr lang="en-US" dirty="0" err="1"/>
              <a:t>LocalDateTime.now</a:t>
            </a:r>
            <a:r>
              <a:rPr lang="en-US" dirty="0"/>
              <a:t>().</a:t>
            </a:r>
            <a:r>
              <a:rPr lang="en-US" dirty="0" err="1"/>
              <a:t>toString</a:t>
            </a:r>
            <a:r>
              <a:rPr lang="en-US" dirty="0"/>
              <a:t>()+”.log”);</a:t>
            </a:r>
          </a:p>
          <a:p>
            <a:r>
              <a:rPr lang="en-US" dirty="0"/>
              <a:t>	}</a:t>
            </a:r>
          </a:p>
          <a:p>
            <a:endParaRPr lang="en-US" dirty="0"/>
          </a:p>
          <a:p>
            <a:r>
              <a:rPr lang="en-US" dirty="0"/>
              <a:t>	public log(String msg) {</a:t>
            </a:r>
          </a:p>
          <a:p>
            <a:r>
              <a:rPr lang="en-US" dirty="0"/>
              <a:t>		</a:t>
            </a:r>
            <a:r>
              <a:rPr lang="en-US" dirty="0" err="1"/>
              <a:t>outputFile.write</a:t>
            </a:r>
            <a:r>
              <a:rPr lang="en-US" dirty="0"/>
              <a:t>(log);</a:t>
            </a:r>
          </a:p>
          <a:p>
            <a:r>
              <a:rPr lang="en-US" dirty="0"/>
              <a:t>	}</a:t>
            </a:r>
          </a:p>
          <a:p>
            <a:endParaRPr lang="en-US" dirty="0"/>
          </a:p>
          <a:p>
            <a:r>
              <a:rPr lang="en-US" dirty="0"/>
              <a:t>	protected finalize() throws Throwable {</a:t>
            </a:r>
            <a:br>
              <a:rPr lang="en-US" dirty="0"/>
            </a:br>
            <a:r>
              <a:rPr lang="en-US" dirty="0"/>
              <a:t>		// close file</a:t>
            </a:r>
          </a:p>
          <a:p>
            <a:r>
              <a:rPr lang="en-US" dirty="0"/>
              <a:t>	}</a:t>
            </a:r>
          </a:p>
          <a:p>
            <a:r>
              <a:rPr lang="en-US" dirty="0"/>
              <a:t>}</a:t>
            </a:r>
          </a:p>
          <a:p>
            <a:endParaRPr lang="en-US" dirty="0"/>
          </a:p>
          <a:p>
            <a:r>
              <a:rPr lang="en-US" dirty="0"/>
              <a:t>public static void main(String[] </a:t>
            </a:r>
            <a:r>
              <a:rPr lang="en-US" dirty="0" err="1"/>
              <a:t>args</a:t>
            </a:r>
            <a:r>
              <a:rPr lang="en-US" dirty="0"/>
              <a:t>) {</a:t>
            </a:r>
          </a:p>
          <a:p>
            <a:r>
              <a:rPr lang="en-US" dirty="0"/>
              <a:t>	Logger </a:t>
            </a:r>
            <a:r>
              <a:rPr lang="en-US" dirty="0" err="1"/>
              <a:t>logger</a:t>
            </a:r>
            <a:r>
              <a:rPr lang="en-US" dirty="0"/>
              <a:t> = new Logger();</a:t>
            </a:r>
          </a:p>
          <a:p>
            <a:r>
              <a:rPr lang="en-US" dirty="0"/>
              <a:t>	</a:t>
            </a:r>
            <a:r>
              <a:rPr lang="en-US" dirty="0" err="1"/>
              <a:t>anotherFunction</a:t>
            </a:r>
            <a:r>
              <a:rPr lang="en-US" dirty="0"/>
              <a:t>(logger);</a:t>
            </a:r>
          </a:p>
          <a:p>
            <a:r>
              <a:rPr lang="en-US" dirty="0"/>
              <a:t>}</a:t>
            </a:r>
          </a:p>
          <a:p>
            <a:endParaRPr lang="en-US" dirty="0"/>
          </a:p>
          <a:p>
            <a:r>
              <a:rPr lang="en-US" dirty="0"/>
              <a:t>public void </a:t>
            </a:r>
            <a:r>
              <a:rPr lang="en-US" dirty="0" err="1"/>
              <a:t>anotherFunction</a:t>
            </a:r>
            <a:r>
              <a:rPr lang="en-US" dirty="0"/>
              <a:t>(Logger logger) {</a:t>
            </a:r>
            <a:br>
              <a:rPr lang="en-US" dirty="0"/>
            </a:br>
            <a:r>
              <a:rPr lang="en-US" dirty="0"/>
              <a:t>	Logger logger2 = new Logger();</a:t>
            </a:r>
          </a:p>
          <a:p>
            <a:r>
              <a:rPr lang="en-US" dirty="0"/>
              <a:t>	logger2.log(“This is a log message”);</a:t>
            </a:r>
          </a:p>
          <a:p>
            <a:r>
              <a:rPr lang="en-US" dirty="0"/>
              <a:t>}</a:t>
            </a:r>
          </a:p>
        </p:txBody>
      </p:sp>
      <p:sp>
        <p:nvSpPr>
          <p:cNvPr id="4" name="Title 3">
            <a:extLst>
              <a:ext uri="{FF2B5EF4-FFF2-40B4-BE49-F238E27FC236}">
                <a16:creationId xmlns:a16="http://schemas.microsoft.com/office/drawing/2014/main" id="{0E73A2EC-82A0-75F2-21FB-F379F624FED7}"/>
              </a:ext>
            </a:extLst>
          </p:cNvPr>
          <p:cNvSpPr>
            <a:spLocks noGrp="1"/>
          </p:cNvSpPr>
          <p:nvPr>
            <p:ph type="title"/>
          </p:nvPr>
        </p:nvSpPr>
        <p:spPr/>
        <p:txBody>
          <a:bodyPr/>
          <a:lstStyle/>
          <a:p>
            <a:r>
              <a:rPr lang="en-US" dirty="0"/>
              <a:t>Need for design patterns</a:t>
            </a:r>
          </a:p>
        </p:txBody>
      </p:sp>
      <p:sp>
        <p:nvSpPr>
          <p:cNvPr id="2" name="Content Placeholder 1">
            <a:extLst>
              <a:ext uri="{FF2B5EF4-FFF2-40B4-BE49-F238E27FC236}">
                <a16:creationId xmlns:a16="http://schemas.microsoft.com/office/drawing/2014/main" id="{F4AD58AE-0C54-915E-6DD8-631D88FE1259}"/>
              </a:ext>
            </a:extLst>
          </p:cNvPr>
          <p:cNvSpPr>
            <a:spLocks noGrp="1"/>
          </p:cNvSpPr>
          <p:nvPr>
            <p:ph idx="13"/>
          </p:nvPr>
        </p:nvSpPr>
        <p:spPr/>
        <p:txBody>
          <a:bodyPr/>
          <a:lstStyle/>
          <a:p>
            <a:r>
              <a:rPr lang="en-US" dirty="0"/>
              <a:t>Naïve design</a:t>
            </a:r>
          </a:p>
          <a:p>
            <a:r>
              <a:rPr lang="en-US" dirty="0"/>
              <a:t>Create a </a:t>
            </a:r>
            <a:r>
              <a:rPr lang="en-US" dirty="0">
                <a:latin typeface="Consolas" panose="020B0609020204030204" pitchFamily="49" charset="0"/>
              </a:rPr>
              <a:t>Logger</a:t>
            </a:r>
            <a:r>
              <a:rPr lang="en-US" dirty="0"/>
              <a:t> object and pass it in each method declaration?</a:t>
            </a:r>
          </a:p>
          <a:p>
            <a:pPr lvl="1"/>
            <a:r>
              <a:rPr lang="en-US" dirty="0">
                <a:sym typeface="Wingdings" panose="05000000000000000000" pitchFamily="2" charset="2"/>
              </a:rPr>
              <a:t>Requires extensive method signature modification</a:t>
            </a:r>
          </a:p>
          <a:p>
            <a:pPr lvl="1"/>
            <a:r>
              <a:rPr lang="en-US" dirty="0">
                <a:sym typeface="Wingdings" panose="05000000000000000000" pitchFamily="2" charset="2"/>
              </a:rPr>
              <a:t>Doesn’t prevent accidental creation of new </a:t>
            </a:r>
            <a:r>
              <a:rPr lang="en-US" dirty="0">
                <a:latin typeface="Consolas" panose="020B0609020204030204" pitchFamily="49" charset="0"/>
                <a:sym typeface="Wingdings" panose="05000000000000000000" pitchFamily="2" charset="2"/>
              </a:rPr>
              <a:t>Logger</a:t>
            </a:r>
            <a:r>
              <a:rPr lang="en-US" dirty="0">
                <a:sym typeface="Wingdings" panose="05000000000000000000" pitchFamily="2" charset="2"/>
              </a:rPr>
              <a:t> objects</a:t>
            </a:r>
            <a:endParaRPr lang="en-US" dirty="0"/>
          </a:p>
        </p:txBody>
      </p:sp>
      <p:sp>
        <p:nvSpPr>
          <p:cNvPr id="6" name="Rectangle 5">
            <a:extLst>
              <a:ext uri="{FF2B5EF4-FFF2-40B4-BE49-F238E27FC236}">
                <a16:creationId xmlns:a16="http://schemas.microsoft.com/office/drawing/2014/main" id="{83F7A819-83F1-F015-8215-1A1921BB0366}"/>
              </a:ext>
            </a:extLst>
          </p:cNvPr>
          <p:cNvSpPr/>
          <p:nvPr/>
        </p:nvSpPr>
        <p:spPr>
          <a:xfrm>
            <a:off x="6176512" y="4982817"/>
            <a:ext cx="5261762" cy="538039"/>
          </a:xfrm>
          <a:prstGeom prst="rect">
            <a:avLst/>
          </a:prstGeom>
          <a:noFill/>
          <a:ln w="254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4151684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grpId="1" nodeType="clickEffect">
                                  <p:stCondLst>
                                    <p:cond delay="0"/>
                                  </p:stCondLst>
                                  <p:childTnLst>
                                    <p:set>
                                      <p:cBhvr>
                                        <p:cTn id="12" dur="1" fill="hold">
                                          <p:stCondLst>
                                            <p:cond delay="0"/>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DFC6C867-1D69-C19A-83AF-86A0ED802136}"/>
              </a:ext>
            </a:extLst>
          </p:cNvPr>
          <p:cNvSpPr>
            <a:spLocks noGrp="1"/>
          </p:cNvSpPr>
          <p:nvPr>
            <p:ph idx="1"/>
          </p:nvPr>
        </p:nvSpPr>
        <p:spPr/>
        <p:txBody>
          <a:bodyPr/>
          <a:lstStyle/>
          <a:p>
            <a:r>
              <a:rPr lang="en-US" dirty="0"/>
              <a:t>Goal: Any part of the application can access the </a:t>
            </a:r>
            <a:r>
              <a:rPr lang="en-US" dirty="0">
                <a:latin typeface="Consolas" panose="020B0609020204030204" pitchFamily="49" charset="0"/>
              </a:rPr>
              <a:t>Logger</a:t>
            </a:r>
            <a:r>
              <a:rPr lang="en-US" dirty="0"/>
              <a:t> object</a:t>
            </a:r>
          </a:p>
          <a:p>
            <a:pPr marL="0" indent="0">
              <a:buNone/>
            </a:pPr>
            <a:endParaRPr lang="en-US" dirty="0"/>
          </a:p>
        </p:txBody>
      </p:sp>
      <p:sp>
        <p:nvSpPr>
          <p:cNvPr id="5" name="Title 4">
            <a:extLst>
              <a:ext uri="{FF2B5EF4-FFF2-40B4-BE49-F238E27FC236}">
                <a16:creationId xmlns:a16="http://schemas.microsoft.com/office/drawing/2014/main" id="{4288A170-46BF-52A8-D1D4-DADB4FE1E517}"/>
              </a:ext>
            </a:extLst>
          </p:cNvPr>
          <p:cNvSpPr>
            <a:spLocks noGrp="1"/>
          </p:cNvSpPr>
          <p:nvPr>
            <p:ph type="title"/>
          </p:nvPr>
        </p:nvSpPr>
        <p:spPr/>
        <p:txBody>
          <a:bodyPr/>
          <a:lstStyle/>
          <a:p>
            <a:r>
              <a:rPr lang="en-US" dirty="0"/>
              <a:t>Need for design patterns</a:t>
            </a:r>
          </a:p>
        </p:txBody>
      </p:sp>
    </p:spTree>
    <p:extLst>
      <p:ext uri="{BB962C8B-B14F-4D97-AF65-F5344CB8AC3E}">
        <p14:creationId xmlns:p14="http://schemas.microsoft.com/office/powerpoint/2010/main" val="40544287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780D6D-6BEB-A34D-87EA-EA309023C1D7}"/>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E4DFA171-A4C6-FE59-D4E0-5D63DAF5E8B5}"/>
              </a:ext>
            </a:extLst>
          </p:cNvPr>
          <p:cNvSpPr>
            <a:spLocks noGrp="1"/>
          </p:cNvSpPr>
          <p:nvPr>
            <p:ph idx="1"/>
          </p:nvPr>
        </p:nvSpPr>
        <p:spPr/>
        <p:txBody>
          <a:bodyPr>
            <a:normAutofit fontScale="92500" lnSpcReduction="10000"/>
          </a:bodyPr>
          <a:lstStyle/>
          <a:p>
            <a:r>
              <a:rPr lang="en-US" dirty="0"/>
              <a:t>class Logger {</a:t>
            </a:r>
          </a:p>
          <a:p>
            <a:r>
              <a:rPr lang="en-US" dirty="0"/>
              <a:t>	private </a:t>
            </a:r>
            <a:r>
              <a:rPr lang="en-US" dirty="0" err="1"/>
              <a:t>FileStream</a:t>
            </a:r>
            <a:r>
              <a:rPr lang="en-US" dirty="0"/>
              <a:t> </a:t>
            </a:r>
            <a:r>
              <a:rPr lang="en-US" dirty="0" err="1"/>
              <a:t>outputFile</a:t>
            </a:r>
            <a:r>
              <a:rPr lang="en-US" dirty="0"/>
              <a:t>;</a:t>
            </a:r>
          </a:p>
          <a:p>
            <a:r>
              <a:rPr lang="en-US" dirty="0"/>
              <a:t>	</a:t>
            </a:r>
            <a:r>
              <a:rPr lang="en-US" b="1" dirty="0"/>
              <a:t>public static Logger </a:t>
            </a:r>
            <a:r>
              <a:rPr lang="en-US" b="1" dirty="0" err="1"/>
              <a:t>logger</a:t>
            </a:r>
            <a:r>
              <a:rPr lang="en-US" b="1" dirty="0"/>
              <a:t> = </a:t>
            </a:r>
            <a:r>
              <a:rPr lang="en-US" b="1" dirty="0" err="1"/>
              <a:t>nullptr</a:t>
            </a:r>
            <a:r>
              <a:rPr lang="en-US" b="1" dirty="0"/>
              <a:t>;</a:t>
            </a:r>
          </a:p>
          <a:p>
            <a:endParaRPr lang="en-US" dirty="0"/>
          </a:p>
          <a:p>
            <a:r>
              <a:rPr lang="en-US" dirty="0"/>
              <a:t>	public Logger(String </a:t>
            </a:r>
            <a:r>
              <a:rPr lang="en-US" dirty="0" err="1"/>
              <a:t>outputFileName</a:t>
            </a:r>
            <a:r>
              <a:rPr lang="en-US" dirty="0"/>
              <a:t>) {</a:t>
            </a:r>
          </a:p>
          <a:p>
            <a:r>
              <a:rPr lang="en-US" dirty="0"/>
              <a:t>		// ... code</a:t>
            </a:r>
          </a:p>
          <a:p>
            <a:r>
              <a:rPr lang="en-US" dirty="0"/>
              <a:t>	}</a:t>
            </a:r>
          </a:p>
          <a:p>
            <a:endParaRPr lang="en-US" dirty="0"/>
          </a:p>
          <a:p>
            <a:r>
              <a:rPr lang="en-US" dirty="0"/>
              <a:t>	public log(String msg) {</a:t>
            </a:r>
          </a:p>
          <a:p>
            <a:r>
              <a:rPr lang="en-US" dirty="0"/>
              <a:t>		// ... code</a:t>
            </a:r>
          </a:p>
          <a:p>
            <a:r>
              <a:rPr lang="en-US" dirty="0"/>
              <a:t>	}</a:t>
            </a:r>
          </a:p>
          <a:p>
            <a:endParaRPr lang="en-US" dirty="0"/>
          </a:p>
          <a:p>
            <a:r>
              <a:rPr lang="en-US" dirty="0"/>
              <a:t>	// ... code</a:t>
            </a:r>
          </a:p>
          <a:p>
            <a:r>
              <a:rPr lang="en-US" dirty="0"/>
              <a:t>}</a:t>
            </a:r>
          </a:p>
          <a:p>
            <a:r>
              <a:rPr lang="en-US" dirty="0"/>
              <a:t>public static void main(String[] </a:t>
            </a:r>
            <a:r>
              <a:rPr lang="en-US" dirty="0" err="1"/>
              <a:t>args</a:t>
            </a:r>
            <a:r>
              <a:rPr lang="en-US" dirty="0"/>
              <a:t>) {</a:t>
            </a:r>
          </a:p>
          <a:p>
            <a:r>
              <a:rPr lang="en-US" dirty="0"/>
              <a:t>	Logger </a:t>
            </a:r>
            <a:r>
              <a:rPr lang="en-US" dirty="0" err="1"/>
              <a:t>logger</a:t>
            </a:r>
            <a:r>
              <a:rPr lang="en-US" dirty="0"/>
              <a:t> = new Logger();</a:t>
            </a:r>
          </a:p>
          <a:p>
            <a:r>
              <a:rPr lang="en-US" dirty="0"/>
              <a:t>	</a:t>
            </a:r>
            <a:r>
              <a:rPr lang="en-US" b="1" dirty="0" err="1"/>
              <a:t>Logger.logger</a:t>
            </a:r>
            <a:r>
              <a:rPr lang="en-US" b="1" dirty="0"/>
              <a:t> = logger;</a:t>
            </a:r>
          </a:p>
          <a:p>
            <a:endParaRPr lang="en-US" dirty="0"/>
          </a:p>
          <a:p>
            <a:r>
              <a:rPr lang="en-US" dirty="0"/>
              <a:t>	</a:t>
            </a:r>
            <a:r>
              <a:rPr lang="en-US" dirty="0" err="1"/>
              <a:t>anotherFunction</a:t>
            </a:r>
            <a:r>
              <a:rPr lang="en-US" dirty="0"/>
              <a:t>();</a:t>
            </a:r>
          </a:p>
          <a:p>
            <a:r>
              <a:rPr lang="en-US" dirty="0"/>
              <a:t>}</a:t>
            </a:r>
          </a:p>
          <a:p>
            <a:r>
              <a:rPr lang="en-US" dirty="0"/>
              <a:t>public void </a:t>
            </a:r>
            <a:r>
              <a:rPr lang="en-US" dirty="0" err="1"/>
              <a:t>anotherFunction</a:t>
            </a:r>
            <a:r>
              <a:rPr lang="en-US" dirty="0"/>
              <a:t>() {</a:t>
            </a:r>
          </a:p>
          <a:p>
            <a:r>
              <a:rPr lang="en-US" dirty="0"/>
              <a:t>	</a:t>
            </a:r>
            <a:r>
              <a:rPr lang="en-US" b="1" dirty="0"/>
              <a:t>Logger.logger.log</a:t>
            </a:r>
            <a:r>
              <a:rPr lang="en-US" dirty="0"/>
              <a:t>(“This is a log message”);</a:t>
            </a:r>
          </a:p>
          <a:p>
            <a:r>
              <a:rPr lang="en-US" dirty="0"/>
              <a:t>}</a:t>
            </a:r>
          </a:p>
        </p:txBody>
      </p:sp>
      <p:sp>
        <p:nvSpPr>
          <p:cNvPr id="4" name="Title 3">
            <a:extLst>
              <a:ext uri="{FF2B5EF4-FFF2-40B4-BE49-F238E27FC236}">
                <a16:creationId xmlns:a16="http://schemas.microsoft.com/office/drawing/2014/main" id="{67688823-A201-AD56-B89D-2A1B6DCE2CF4}"/>
              </a:ext>
            </a:extLst>
          </p:cNvPr>
          <p:cNvSpPr>
            <a:spLocks noGrp="1"/>
          </p:cNvSpPr>
          <p:nvPr>
            <p:ph type="title"/>
          </p:nvPr>
        </p:nvSpPr>
        <p:spPr/>
        <p:txBody>
          <a:bodyPr/>
          <a:lstStyle/>
          <a:p>
            <a:r>
              <a:rPr lang="en-US" dirty="0">
                <a:latin typeface="Consolas" panose="020B0609020204030204" pitchFamily="49" charset="0"/>
              </a:rPr>
              <a:t>static</a:t>
            </a:r>
            <a:r>
              <a:rPr lang="en-US" dirty="0"/>
              <a:t> field design</a:t>
            </a:r>
          </a:p>
        </p:txBody>
      </p:sp>
      <p:sp>
        <p:nvSpPr>
          <p:cNvPr id="2" name="Content Placeholder 1">
            <a:extLst>
              <a:ext uri="{FF2B5EF4-FFF2-40B4-BE49-F238E27FC236}">
                <a16:creationId xmlns:a16="http://schemas.microsoft.com/office/drawing/2014/main" id="{524B7C8E-1D81-3D87-0218-A0940F4182CF}"/>
              </a:ext>
            </a:extLst>
          </p:cNvPr>
          <p:cNvSpPr>
            <a:spLocks noGrp="1"/>
          </p:cNvSpPr>
          <p:nvPr>
            <p:ph idx="13"/>
          </p:nvPr>
        </p:nvSpPr>
        <p:spPr/>
        <p:txBody>
          <a:bodyPr/>
          <a:lstStyle/>
          <a:p>
            <a:r>
              <a:rPr lang="en-US" dirty="0"/>
              <a:t>Create and store a </a:t>
            </a:r>
            <a:r>
              <a:rPr lang="en-US" dirty="0">
                <a:latin typeface="Consolas" panose="020B0609020204030204" pitchFamily="49" charset="0"/>
              </a:rPr>
              <a:t>Logger</a:t>
            </a:r>
            <a:r>
              <a:rPr lang="en-US" dirty="0"/>
              <a:t> object as a static field in the </a:t>
            </a:r>
            <a:r>
              <a:rPr lang="en-US" dirty="0">
                <a:latin typeface="Consolas" panose="020B0609020204030204" pitchFamily="49" charset="0"/>
              </a:rPr>
              <a:t>Logger</a:t>
            </a:r>
            <a:r>
              <a:rPr lang="en-US" dirty="0"/>
              <a:t> class</a:t>
            </a:r>
          </a:p>
          <a:p>
            <a:r>
              <a:rPr lang="en-US" dirty="0"/>
              <a:t>We can access the logger object by </a:t>
            </a:r>
            <a:r>
              <a:rPr lang="en-US" dirty="0" err="1">
                <a:latin typeface="Consolas" panose="020B0609020204030204" pitchFamily="49" charset="0"/>
              </a:rPr>
              <a:t>Logger.logger</a:t>
            </a:r>
            <a:endParaRPr lang="en-US" dirty="0">
              <a:latin typeface="Consolas" panose="020B0609020204030204" pitchFamily="49" charset="0"/>
            </a:endParaRPr>
          </a:p>
          <a:p>
            <a:r>
              <a:rPr lang="en-US" dirty="0"/>
              <a:t>No need to change method signature</a:t>
            </a:r>
          </a:p>
          <a:p>
            <a:endParaRPr lang="en-US" dirty="0"/>
          </a:p>
        </p:txBody>
      </p:sp>
      <p:sp>
        <p:nvSpPr>
          <p:cNvPr id="3" name="Rectangle 2">
            <a:extLst>
              <a:ext uri="{FF2B5EF4-FFF2-40B4-BE49-F238E27FC236}">
                <a16:creationId xmlns:a16="http://schemas.microsoft.com/office/drawing/2014/main" id="{26187511-5546-B1BA-94A2-410F43B5068D}"/>
              </a:ext>
            </a:extLst>
          </p:cNvPr>
          <p:cNvSpPr/>
          <p:nvPr/>
        </p:nvSpPr>
        <p:spPr>
          <a:xfrm>
            <a:off x="6362337" y="1180969"/>
            <a:ext cx="5261762" cy="368503"/>
          </a:xfrm>
          <a:prstGeom prst="rect">
            <a:avLst/>
          </a:prstGeom>
          <a:noFill/>
          <a:ln w="285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ln w="0"/>
              <a:solidFill>
                <a:schemeClr val="tx1"/>
              </a:solidFill>
              <a:effectLst>
                <a:outerShdw blurRad="38100" dist="19050" dir="2700000" algn="tl" rotWithShape="0">
                  <a:schemeClr val="dk1">
                    <a:alpha val="40000"/>
                  </a:schemeClr>
                </a:outerShdw>
              </a:effectLst>
            </a:endParaRPr>
          </a:p>
        </p:txBody>
      </p:sp>
      <p:sp>
        <p:nvSpPr>
          <p:cNvPr id="6" name="Rectangle 5">
            <a:extLst>
              <a:ext uri="{FF2B5EF4-FFF2-40B4-BE49-F238E27FC236}">
                <a16:creationId xmlns:a16="http://schemas.microsoft.com/office/drawing/2014/main" id="{8CAA90E4-0326-65FF-9B95-9E6C1E7D5DE2}"/>
              </a:ext>
            </a:extLst>
          </p:cNvPr>
          <p:cNvSpPr/>
          <p:nvPr/>
        </p:nvSpPr>
        <p:spPr>
          <a:xfrm>
            <a:off x="6176512" y="3897394"/>
            <a:ext cx="5261762" cy="542084"/>
          </a:xfrm>
          <a:prstGeom prst="rect">
            <a:avLst/>
          </a:prstGeom>
          <a:noFill/>
          <a:ln w="285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ln w="0"/>
              <a:solidFill>
                <a:schemeClr val="tx1"/>
              </a:solidFill>
              <a:effectLst>
                <a:outerShdw blurRad="38100" dist="19050" dir="2700000" algn="tl" rotWithShape="0">
                  <a:schemeClr val="dk1">
                    <a:alpha val="40000"/>
                  </a:schemeClr>
                </a:outerShdw>
              </a:effectLst>
            </a:endParaRPr>
          </a:p>
        </p:txBody>
      </p:sp>
      <p:sp>
        <p:nvSpPr>
          <p:cNvPr id="7" name="Rectangle 6">
            <a:extLst>
              <a:ext uri="{FF2B5EF4-FFF2-40B4-BE49-F238E27FC236}">
                <a16:creationId xmlns:a16="http://schemas.microsoft.com/office/drawing/2014/main" id="{AC6E5453-4C53-13EF-FBD8-F42B1EE08B55}"/>
              </a:ext>
            </a:extLst>
          </p:cNvPr>
          <p:cNvSpPr/>
          <p:nvPr/>
        </p:nvSpPr>
        <p:spPr>
          <a:xfrm>
            <a:off x="6191058" y="4903304"/>
            <a:ext cx="5261762" cy="773727"/>
          </a:xfrm>
          <a:prstGeom prst="rect">
            <a:avLst/>
          </a:prstGeom>
          <a:noFill/>
          <a:ln w="285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729748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1" nodeType="clickEffect">
                                  <p:stCondLst>
                                    <p:cond delay="0"/>
                                  </p:stCondLst>
                                  <p:childTnLst>
                                    <p:set>
                                      <p:cBhvr>
                                        <p:cTn id="14" dur="1" fill="hold">
                                          <p:stCondLst>
                                            <p:cond delay="0"/>
                                          </p:stCondLst>
                                        </p:cTn>
                                        <p:tgtEl>
                                          <p:spTgt spid="3"/>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1" nodeType="clickEffect">
                                  <p:stCondLst>
                                    <p:cond delay="0"/>
                                  </p:stCondLst>
                                  <p:childTnLst>
                                    <p:set>
                                      <p:cBhvr>
                                        <p:cTn id="26" dur="1" fill="hold">
                                          <p:stCondLst>
                                            <p:cond delay="0"/>
                                          </p:stCondLst>
                                        </p:cTn>
                                        <p:tgtEl>
                                          <p:spTgt spid="6"/>
                                        </p:tgtEl>
                                        <p:attrNameLst>
                                          <p:attrName>style.visibility</p:attrName>
                                        </p:attrNameLst>
                                      </p:cBhvr>
                                      <p:to>
                                        <p:strVal val="hidden"/>
                                      </p:to>
                                    </p:set>
                                  </p:childTnLst>
                                </p:cTn>
                              </p:par>
                              <p:par>
                                <p:cTn id="27" presetID="1" presetClass="entr" presetSubtype="0" fill="hold" grpId="0" nodeType="withEffect">
                                  <p:stCondLst>
                                    <p:cond delay="0"/>
                                  </p:stCondLst>
                                  <p:childTnLst>
                                    <p:set>
                                      <p:cBhvr>
                                        <p:cTn id="28" dur="1" fill="hold">
                                          <p:stCondLst>
                                            <p:cond delay="0"/>
                                          </p:stCondLst>
                                        </p:cTn>
                                        <p:tgtEl>
                                          <p:spTgt spid="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xit" presetSubtype="0" fill="hold" grpId="1" nodeType="clickEffect">
                                  <p:stCondLst>
                                    <p:cond delay="0"/>
                                  </p:stCondLst>
                                  <p:childTnLst>
                                    <p:set>
                                      <p:cBhvr>
                                        <p:cTn id="32" dur="1" fill="hold">
                                          <p:stCondLst>
                                            <p:cond delay="0"/>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6" grpId="0" animBg="1"/>
      <p:bldP spid="6" grpId="1" animBg="1"/>
      <p:bldP spid="7" grpId="0" animBg="1"/>
      <p:bldP spid="7" grpId="1"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C7A201-49A3-184E-24CF-674A333B53D5}"/>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C3E1653-0E1F-B235-4DA5-C4E368492861}"/>
              </a:ext>
            </a:extLst>
          </p:cNvPr>
          <p:cNvSpPr>
            <a:spLocks noGrp="1"/>
          </p:cNvSpPr>
          <p:nvPr>
            <p:ph idx="1"/>
          </p:nvPr>
        </p:nvSpPr>
        <p:spPr/>
        <p:txBody>
          <a:bodyPr>
            <a:normAutofit fontScale="92500" lnSpcReduction="20000"/>
          </a:bodyPr>
          <a:lstStyle/>
          <a:p>
            <a:r>
              <a:rPr lang="en-US" dirty="0"/>
              <a:t>class Logger {</a:t>
            </a:r>
          </a:p>
          <a:p>
            <a:r>
              <a:rPr lang="en-US" dirty="0"/>
              <a:t>	private </a:t>
            </a:r>
            <a:r>
              <a:rPr lang="en-US" dirty="0" err="1"/>
              <a:t>FileStream</a:t>
            </a:r>
            <a:r>
              <a:rPr lang="en-US" dirty="0"/>
              <a:t> </a:t>
            </a:r>
            <a:r>
              <a:rPr lang="en-US" dirty="0" err="1"/>
              <a:t>outputFile</a:t>
            </a:r>
            <a:r>
              <a:rPr lang="en-US" dirty="0"/>
              <a:t>;</a:t>
            </a:r>
          </a:p>
          <a:p>
            <a:r>
              <a:rPr lang="en-US" dirty="0"/>
              <a:t>	</a:t>
            </a:r>
            <a:r>
              <a:rPr lang="en-US" b="1" dirty="0"/>
              <a:t>public static Logger </a:t>
            </a:r>
            <a:r>
              <a:rPr lang="en-US" b="1" dirty="0" err="1"/>
              <a:t>logger</a:t>
            </a:r>
            <a:r>
              <a:rPr lang="en-US" b="1" dirty="0"/>
              <a:t> = </a:t>
            </a:r>
            <a:r>
              <a:rPr lang="en-US" b="1" dirty="0" err="1"/>
              <a:t>nullptr</a:t>
            </a:r>
            <a:r>
              <a:rPr lang="en-US" b="1" dirty="0"/>
              <a:t>;</a:t>
            </a:r>
          </a:p>
          <a:p>
            <a:endParaRPr lang="en-US" dirty="0"/>
          </a:p>
          <a:p>
            <a:r>
              <a:rPr lang="en-US" dirty="0"/>
              <a:t>	public Logger(String </a:t>
            </a:r>
            <a:r>
              <a:rPr lang="en-US" dirty="0" err="1"/>
              <a:t>outputFileName</a:t>
            </a:r>
            <a:r>
              <a:rPr lang="en-US" dirty="0"/>
              <a:t>) {</a:t>
            </a:r>
          </a:p>
          <a:p>
            <a:r>
              <a:rPr lang="en-US" dirty="0"/>
              <a:t>		// ... code</a:t>
            </a:r>
          </a:p>
          <a:p>
            <a:r>
              <a:rPr lang="en-US" dirty="0"/>
              <a:t>	}</a:t>
            </a:r>
          </a:p>
          <a:p>
            <a:endParaRPr lang="en-US" dirty="0"/>
          </a:p>
          <a:p>
            <a:r>
              <a:rPr lang="en-US" dirty="0"/>
              <a:t>	public log(String msg) {</a:t>
            </a:r>
          </a:p>
          <a:p>
            <a:r>
              <a:rPr lang="en-US" dirty="0"/>
              <a:t>		// ... code</a:t>
            </a:r>
          </a:p>
          <a:p>
            <a:r>
              <a:rPr lang="en-US" dirty="0"/>
              <a:t>	}</a:t>
            </a:r>
          </a:p>
          <a:p>
            <a:endParaRPr lang="en-US" dirty="0"/>
          </a:p>
          <a:p>
            <a:r>
              <a:rPr lang="en-US" dirty="0"/>
              <a:t>	// ... code</a:t>
            </a:r>
          </a:p>
          <a:p>
            <a:r>
              <a:rPr lang="en-US" dirty="0"/>
              <a:t>}</a:t>
            </a:r>
          </a:p>
          <a:p>
            <a:r>
              <a:rPr lang="en-US" dirty="0"/>
              <a:t>public static void main(String[] </a:t>
            </a:r>
            <a:r>
              <a:rPr lang="en-US" dirty="0" err="1"/>
              <a:t>args</a:t>
            </a:r>
            <a:r>
              <a:rPr lang="en-US" dirty="0"/>
              <a:t>) {</a:t>
            </a:r>
          </a:p>
          <a:p>
            <a:r>
              <a:rPr lang="en-US" dirty="0"/>
              <a:t>	Logger </a:t>
            </a:r>
            <a:r>
              <a:rPr lang="en-US" dirty="0" err="1"/>
              <a:t>logger</a:t>
            </a:r>
            <a:r>
              <a:rPr lang="en-US" dirty="0"/>
              <a:t> = new Logger();</a:t>
            </a:r>
          </a:p>
          <a:p>
            <a:r>
              <a:rPr lang="en-US" dirty="0"/>
              <a:t>	</a:t>
            </a:r>
            <a:r>
              <a:rPr lang="en-US" b="1" dirty="0" err="1"/>
              <a:t>Logger.logger</a:t>
            </a:r>
            <a:r>
              <a:rPr lang="en-US" b="1" dirty="0"/>
              <a:t> = logger; </a:t>
            </a:r>
          </a:p>
          <a:p>
            <a:r>
              <a:rPr lang="en-US" dirty="0"/>
              <a:t>     // log some things</a:t>
            </a:r>
          </a:p>
          <a:p>
            <a:r>
              <a:rPr lang="en-US" dirty="0"/>
              <a:t>	</a:t>
            </a:r>
            <a:r>
              <a:rPr lang="en-US" dirty="0" err="1"/>
              <a:t>anotherFunction</a:t>
            </a:r>
            <a:r>
              <a:rPr lang="en-US" dirty="0"/>
              <a:t>();</a:t>
            </a:r>
          </a:p>
          <a:p>
            <a:r>
              <a:rPr lang="en-US" dirty="0"/>
              <a:t>}</a:t>
            </a:r>
          </a:p>
          <a:p>
            <a:r>
              <a:rPr lang="en-US" dirty="0"/>
              <a:t>public void </a:t>
            </a:r>
            <a:r>
              <a:rPr lang="en-US" dirty="0" err="1"/>
              <a:t>anotherFunction</a:t>
            </a:r>
            <a:r>
              <a:rPr lang="en-US" dirty="0"/>
              <a:t>() {</a:t>
            </a:r>
          </a:p>
          <a:p>
            <a:r>
              <a:rPr lang="en-US" dirty="0"/>
              <a:t>	Logger </a:t>
            </a:r>
            <a:r>
              <a:rPr lang="en-US" dirty="0" err="1"/>
              <a:t>logger</a:t>
            </a:r>
            <a:r>
              <a:rPr lang="en-US" dirty="0"/>
              <a:t> = new Logger();</a:t>
            </a:r>
            <a:br>
              <a:rPr lang="en-US" dirty="0"/>
            </a:br>
            <a:r>
              <a:rPr lang="en-US" dirty="0"/>
              <a:t>	</a:t>
            </a:r>
            <a:r>
              <a:rPr lang="en-US" b="1" dirty="0" err="1"/>
              <a:t>Logger.logger</a:t>
            </a:r>
            <a:r>
              <a:rPr lang="en-US" b="1" dirty="0"/>
              <a:t> = logger;</a:t>
            </a:r>
            <a:endParaRPr lang="en-US" dirty="0"/>
          </a:p>
          <a:p>
            <a:r>
              <a:rPr lang="en-US" dirty="0"/>
              <a:t>	</a:t>
            </a:r>
            <a:r>
              <a:rPr lang="en-US" b="1" dirty="0"/>
              <a:t>Logger.logger.log</a:t>
            </a:r>
            <a:r>
              <a:rPr lang="en-US" dirty="0"/>
              <a:t>(“This is a log message”);</a:t>
            </a:r>
          </a:p>
          <a:p>
            <a:r>
              <a:rPr lang="en-US" dirty="0"/>
              <a:t>}</a:t>
            </a:r>
          </a:p>
        </p:txBody>
      </p:sp>
      <p:sp>
        <p:nvSpPr>
          <p:cNvPr id="4" name="Title 3">
            <a:extLst>
              <a:ext uri="{FF2B5EF4-FFF2-40B4-BE49-F238E27FC236}">
                <a16:creationId xmlns:a16="http://schemas.microsoft.com/office/drawing/2014/main" id="{DA858C94-6BBE-91FB-813C-DFD62DB9B975}"/>
              </a:ext>
            </a:extLst>
          </p:cNvPr>
          <p:cNvSpPr>
            <a:spLocks noGrp="1"/>
          </p:cNvSpPr>
          <p:nvPr>
            <p:ph type="title"/>
          </p:nvPr>
        </p:nvSpPr>
        <p:spPr/>
        <p:txBody>
          <a:bodyPr/>
          <a:lstStyle/>
          <a:p>
            <a:r>
              <a:rPr lang="en-US" dirty="0">
                <a:latin typeface="Consolas" panose="020B0609020204030204" pitchFamily="49" charset="0"/>
              </a:rPr>
              <a:t>static</a:t>
            </a:r>
            <a:r>
              <a:rPr lang="en-US" dirty="0"/>
              <a:t> field design</a:t>
            </a:r>
          </a:p>
        </p:txBody>
      </p:sp>
      <p:sp>
        <p:nvSpPr>
          <p:cNvPr id="2" name="Content Placeholder 1">
            <a:extLst>
              <a:ext uri="{FF2B5EF4-FFF2-40B4-BE49-F238E27FC236}">
                <a16:creationId xmlns:a16="http://schemas.microsoft.com/office/drawing/2014/main" id="{AE8A1E0C-9AA0-AE8D-D741-AC3C3E820F4B}"/>
              </a:ext>
            </a:extLst>
          </p:cNvPr>
          <p:cNvSpPr>
            <a:spLocks noGrp="1"/>
          </p:cNvSpPr>
          <p:nvPr>
            <p:ph idx="13"/>
          </p:nvPr>
        </p:nvSpPr>
        <p:spPr/>
        <p:txBody>
          <a:bodyPr/>
          <a:lstStyle/>
          <a:p>
            <a:r>
              <a:rPr lang="en-US" dirty="0"/>
              <a:t>Requirements</a:t>
            </a:r>
          </a:p>
          <a:p>
            <a:pPr lvl="1"/>
            <a:r>
              <a:rPr lang="en-US" dirty="0"/>
              <a:t>At any time, only one object of the </a:t>
            </a:r>
            <a:r>
              <a:rPr lang="en-US" dirty="0">
                <a:latin typeface="Consolas" panose="020B0609020204030204" pitchFamily="49" charset="0"/>
              </a:rPr>
              <a:t>Logger</a:t>
            </a:r>
            <a:r>
              <a:rPr lang="en-US" dirty="0"/>
              <a:t> class must exist</a:t>
            </a:r>
          </a:p>
          <a:p>
            <a:pPr lvl="1"/>
            <a:r>
              <a:rPr lang="en-US" dirty="0"/>
              <a:t>Any part of the application can access the </a:t>
            </a:r>
            <a:r>
              <a:rPr lang="en-US" dirty="0">
                <a:latin typeface="Consolas" panose="020B0609020204030204" pitchFamily="49" charset="0"/>
              </a:rPr>
              <a:t>Logger</a:t>
            </a:r>
            <a:r>
              <a:rPr lang="en-US" dirty="0"/>
              <a:t> object</a:t>
            </a:r>
          </a:p>
          <a:p>
            <a:pPr lvl="1"/>
            <a:endParaRPr lang="en-US" dirty="0"/>
          </a:p>
          <a:p>
            <a:pPr marL="0" indent="0">
              <a:buNone/>
            </a:pPr>
            <a:endParaRPr lang="en-US" dirty="0"/>
          </a:p>
          <a:p>
            <a:endParaRPr lang="en-US" dirty="0"/>
          </a:p>
        </p:txBody>
      </p:sp>
      <p:pic>
        <p:nvPicPr>
          <p:cNvPr id="1026" name="Picture 2" descr="Red x mark icon - Free red x mark icons">
            <a:extLst>
              <a:ext uri="{FF2B5EF4-FFF2-40B4-BE49-F238E27FC236}">
                <a16:creationId xmlns:a16="http://schemas.microsoft.com/office/drawing/2014/main" id="{F4FBABD6-641F-912F-0273-C6EC7F241F2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614131" y="1858109"/>
            <a:ext cx="590916" cy="59091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25,500+ Green Check Mark Stock Illustrations, Royalty-Free ...">
            <a:extLst>
              <a:ext uri="{FF2B5EF4-FFF2-40B4-BE49-F238E27FC236}">
                <a16:creationId xmlns:a16="http://schemas.microsoft.com/office/drawing/2014/main" id="{EA26BFB7-ACE6-48EA-A52F-F05AFBAAD31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93590" y="2946918"/>
            <a:ext cx="1031997" cy="1150423"/>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FC054E86-6F45-FCF0-4BD2-8DA29143AEB8}"/>
              </a:ext>
            </a:extLst>
          </p:cNvPr>
          <p:cNvSpPr txBox="1"/>
          <p:nvPr/>
        </p:nvSpPr>
        <p:spPr>
          <a:xfrm>
            <a:off x="8084222" y="5549776"/>
            <a:ext cx="3522503" cy="523220"/>
          </a:xfrm>
          <a:prstGeom prst="rect">
            <a:avLst/>
          </a:prstGeom>
          <a:noFill/>
        </p:spPr>
        <p:txBody>
          <a:bodyPr wrap="none" rtlCol="0">
            <a:spAutoFit/>
          </a:bodyPr>
          <a:lstStyle/>
          <a:p>
            <a:r>
              <a:rPr lang="en-US" sz="2800" b="1" i="1" dirty="0">
                <a:solidFill>
                  <a:srgbClr val="C00000"/>
                </a:solidFill>
              </a:rPr>
              <a:t>Inconsistent logging!!!</a:t>
            </a:r>
          </a:p>
        </p:txBody>
      </p:sp>
      <p:sp>
        <p:nvSpPr>
          <p:cNvPr id="3" name="Rectangle 2">
            <a:extLst>
              <a:ext uri="{FF2B5EF4-FFF2-40B4-BE49-F238E27FC236}">
                <a16:creationId xmlns:a16="http://schemas.microsoft.com/office/drawing/2014/main" id="{99ADBF07-69F6-79A5-47BA-EFB7DB03F15E}"/>
              </a:ext>
            </a:extLst>
          </p:cNvPr>
          <p:cNvSpPr/>
          <p:nvPr/>
        </p:nvSpPr>
        <p:spPr>
          <a:xfrm>
            <a:off x="6176512" y="4680172"/>
            <a:ext cx="5261762" cy="964271"/>
          </a:xfrm>
          <a:prstGeom prst="rect">
            <a:avLst/>
          </a:prstGeom>
          <a:noFill/>
          <a:ln w="285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515091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2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xEl>
                                              <p:pRg st="0" end="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1" nodeType="clickEffect">
                                  <p:stCondLst>
                                    <p:cond delay="0"/>
                                  </p:stCondLst>
                                  <p:childTnLst>
                                    <p:set>
                                      <p:cBhvr>
                                        <p:cTn id="18" dur="1" fill="hold">
                                          <p:stCondLst>
                                            <p:cond delay="0"/>
                                          </p:stCondLst>
                                        </p:cTn>
                                        <p:tgtEl>
                                          <p:spTgt spid="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81F047-0897-A5F4-0D8C-07960F7C9B82}"/>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6BE9261C-1F7B-62C0-AEEB-2CF1D5CDB320}"/>
              </a:ext>
            </a:extLst>
          </p:cNvPr>
          <p:cNvSpPr>
            <a:spLocks noGrp="1"/>
          </p:cNvSpPr>
          <p:nvPr>
            <p:ph idx="1"/>
          </p:nvPr>
        </p:nvSpPr>
        <p:spPr/>
        <p:txBody>
          <a:bodyPr>
            <a:normAutofit fontScale="92500" lnSpcReduction="20000"/>
          </a:bodyPr>
          <a:lstStyle/>
          <a:p>
            <a:r>
              <a:rPr lang="en-US" dirty="0"/>
              <a:t>class Logger {</a:t>
            </a:r>
          </a:p>
          <a:p>
            <a:r>
              <a:rPr lang="en-US" dirty="0"/>
              <a:t>	private </a:t>
            </a:r>
            <a:r>
              <a:rPr lang="en-US" dirty="0" err="1"/>
              <a:t>FileStream</a:t>
            </a:r>
            <a:r>
              <a:rPr lang="en-US" dirty="0"/>
              <a:t> </a:t>
            </a:r>
            <a:r>
              <a:rPr lang="en-US" dirty="0" err="1"/>
              <a:t>outputFile</a:t>
            </a:r>
            <a:r>
              <a:rPr lang="en-US" dirty="0"/>
              <a:t>;</a:t>
            </a:r>
          </a:p>
          <a:p>
            <a:r>
              <a:rPr lang="en-US" dirty="0"/>
              <a:t>	</a:t>
            </a:r>
            <a:r>
              <a:rPr lang="en-US" b="1" dirty="0"/>
              <a:t>public static Logger </a:t>
            </a:r>
            <a:r>
              <a:rPr lang="en-US" b="1" dirty="0" err="1"/>
              <a:t>logger</a:t>
            </a:r>
            <a:r>
              <a:rPr lang="en-US" b="1" dirty="0"/>
              <a:t> = </a:t>
            </a:r>
            <a:r>
              <a:rPr lang="en-US" b="1" dirty="0" err="1"/>
              <a:t>nullptr</a:t>
            </a:r>
            <a:r>
              <a:rPr lang="en-US" b="1" dirty="0"/>
              <a:t>;</a:t>
            </a:r>
          </a:p>
          <a:p>
            <a:endParaRPr lang="en-US" dirty="0"/>
          </a:p>
          <a:p>
            <a:r>
              <a:rPr lang="en-US" dirty="0"/>
              <a:t>	public Logger(String </a:t>
            </a:r>
            <a:r>
              <a:rPr lang="en-US" dirty="0" err="1"/>
              <a:t>outputFileName</a:t>
            </a:r>
            <a:r>
              <a:rPr lang="en-US" dirty="0"/>
              <a:t>) {</a:t>
            </a:r>
          </a:p>
          <a:p>
            <a:r>
              <a:rPr lang="en-US" dirty="0"/>
              <a:t>		// ... code</a:t>
            </a:r>
          </a:p>
          <a:p>
            <a:r>
              <a:rPr lang="en-US" dirty="0"/>
              <a:t>	}</a:t>
            </a:r>
          </a:p>
          <a:p>
            <a:endParaRPr lang="en-US" dirty="0"/>
          </a:p>
          <a:p>
            <a:r>
              <a:rPr lang="en-US" dirty="0"/>
              <a:t>	public log(String msg) {</a:t>
            </a:r>
          </a:p>
          <a:p>
            <a:r>
              <a:rPr lang="en-US" dirty="0"/>
              <a:t>		// ... code</a:t>
            </a:r>
          </a:p>
          <a:p>
            <a:r>
              <a:rPr lang="en-US" dirty="0"/>
              <a:t>	}</a:t>
            </a:r>
          </a:p>
          <a:p>
            <a:endParaRPr lang="en-US" dirty="0"/>
          </a:p>
          <a:p>
            <a:r>
              <a:rPr lang="en-US" dirty="0"/>
              <a:t>	// ... code</a:t>
            </a:r>
          </a:p>
          <a:p>
            <a:r>
              <a:rPr lang="en-US" dirty="0"/>
              <a:t>}</a:t>
            </a:r>
          </a:p>
          <a:p>
            <a:r>
              <a:rPr lang="en-US" dirty="0"/>
              <a:t>public static void main(String[] </a:t>
            </a:r>
            <a:r>
              <a:rPr lang="en-US" dirty="0" err="1"/>
              <a:t>args</a:t>
            </a:r>
            <a:r>
              <a:rPr lang="en-US" dirty="0"/>
              <a:t>) {</a:t>
            </a:r>
          </a:p>
          <a:p>
            <a:r>
              <a:rPr lang="en-US" dirty="0"/>
              <a:t>	Logger </a:t>
            </a:r>
            <a:r>
              <a:rPr lang="en-US" dirty="0" err="1"/>
              <a:t>logger</a:t>
            </a:r>
            <a:r>
              <a:rPr lang="en-US" dirty="0"/>
              <a:t> = new Logger();</a:t>
            </a:r>
          </a:p>
          <a:p>
            <a:r>
              <a:rPr lang="en-US" dirty="0"/>
              <a:t>	</a:t>
            </a:r>
            <a:r>
              <a:rPr lang="en-US" b="1" dirty="0" err="1"/>
              <a:t>Logger.logger</a:t>
            </a:r>
            <a:r>
              <a:rPr lang="en-US" b="1" dirty="0"/>
              <a:t> = logger; </a:t>
            </a:r>
          </a:p>
          <a:p>
            <a:r>
              <a:rPr lang="en-US" dirty="0"/>
              <a:t>     // log some things</a:t>
            </a:r>
          </a:p>
          <a:p>
            <a:r>
              <a:rPr lang="en-US" dirty="0"/>
              <a:t>	</a:t>
            </a:r>
            <a:r>
              <a:rPr lang="en-US" dirty="0" err="1"/>
              <a:t>anotherFunction</a:t>
            </a:r>
            <a:r>
              <a:rPr lang="en-US" dirty="0"/>
              <a:t>();</a:t>
            </a:r>
          </a:p>
          <a:p>
            <a:r>
              <a:rPr lang="en-US" dirty="0"/>
              <a:t>}</a:t>
            </a:r>
          </a:p>
          <a:p>
            <a:r>
              <a:rPr lang="en-US" dirty="0"/>
              <a:t>public void </a:t>
            </a:r>
            <a:r>
              <a:rPr lang="en-US" dirty="0" err="1"/>
              <a:t>anotherFunction</a:t>
            </a:r>
            <a:r>
              <a:rPr lang="en-US" dirty="0"/>
              <a:t>() {</a:t>
            </a:r>
          </a:p>
          <a:p>
            <a:r>
              <a:rPr lang="en-US" dirty="0"/>
              <a:t>	Logger </a:t>
            </a:r>
            <a:r>
              <a:rPr lang="en-US" dirty="0" err="1"/>
              <a:t>logger</a:t>
            </a:r>
            <a:r>
              <a:rPr lang="en-US" dirty="0"/>
              <a:t> = new Logger();</a:t>
            </a:r>
            <a:br>
              <a:rPr lang="en-US" dirty="0"/>
            </a:br>
            <a:r>
              <a:rPr lang="en-US" dirty="0"/>
              <a:t>	</a:t>
            </a:r>
            <a:r>
              <a:rPr lang="en-US" b="1" dirty="0" err="1"/>
              <a:t>Logger.logger</a:t>
            </a:r>
            <a:r>
              <a:rPr lang="en-US" b="1" dirty="0"/>
              <a:t> = logger;</a:t>
            </a:r>
            <a:endParaRPr lang="en-US" dirty="0"/>
          </a:p>
          <a:p>
            <a:r>
              <a:rPr lang="en-US" dirty="0"/>
              <a:t>	</a:t>
            </a:r>
            <a:r>
              <a:rPr lang="en-US" b="1" dirty="0"/>
              <a:t>Logger.logger.log</a:t>
            </a:r>
            <a:r>
              <a:rPr lang="en-US" dirty="0"/>
              <a:t>(“This is a log message”);</a:t>
            </a:r>
          </a:p>
          <a:p>
            <a:r>
              <a:rPr lang="en-US" dirty="0"/>
              <a:t>}</a:t>
            </a:r>
          </a:p>
          <a:p>
            <a:endParaRPr lang="en-US" dirty="0"/>
          </a:p>
        </p:txBody>
      </p:sp>
      <p:sp>
        <p:nvSpPr>
          <p:cNvPr id="4" name="Title 3">
            <a:extLst>
              <a:ext uri="{FF2B5EF4-FFF2-40B4-BE49-F238E27FC236}">
                <a16:creationId xmlns:a16="http://schemas.microsoft.com/office/drawing/2014/main" id="{A9E755F1-1DF7-6A42-00AE-B44A2559F404}"/>
              </a:ext>
            </a:extLst>
          </p:cNvPr>
          <p:cNvSpPr>
            <a:spLocks noGrp="1"/>
          </p:cNvSpPr>
          <p:nvPr>
            <p:ph type="title"/>
          </p:nvPr>
        </p:nvSpPr>
        <p:spPr/>
        <p:txBody>
          <a:bodyPr/>
          <a:lstStyle/>
          <a:p>
            <a:r>
              <a:rPr lang="en-US" dirty="0">
                <a:latin typeface="Helvetica" panose="020B0604020202020204"/>
                <a:cs typeface="Helvetica" panose="020B0604020202020204"/>
              </a:rPr>
              <a:t>Preventing misuse</a:t>
            </a:r>
          </a:p>
        </p:txBody>
      </p:sp>
      <p:sp>
        <p:nvSpPr>
          <p:cNvPr id="2" name="Content Placeholder 1">
            <a:extLst>
              <a:ext uri="{FF2B5EF4-FFF2-40B4-BE49-F238E27FC236}">
                <a16:creationId xmlns:a16="http://schemas.microsoft.com/office/drawing/2014/main" id="{2957E90E-CF3A-567B-E2BB-5D43AD714EA2}"/>
              </a:ext>
            </a:extLst>
          </p:cNvPr>
          <p:cNvSpPr>
            <a:spLocks noGrp="1"/>
          </p:cNvSpPr>
          <p:nvPr>
            <p:ph idx="13"/>
          </p:nvPr>
        </p:nvSpPr>
        <p:spPr/>
        <p:txBody>
          <a:bodyPr/>
          <a:lstStyle/>
          <a:p>
            <a:r>
              <a:rPr lang="en-US" dirty="0"/>
              <a:t>Writing code that cannot be misused</a:t>
            </a:r>
          </a:p>
          <a:p>
            <a:r>
              <a:rPr lang="en-US" dirty="0"/>
              <a:t>If someone uses your class according to the class’s public API it should just work! </a:t>
            </a:r>
          </a:p>
          <a:p>
            <a:r>
              <a:rPr lang="en-US" dirty="0"/>
              <a:t>No “hidden” requirements</a:t>
            </a:r>
          </a:p>
          <a:p>
            <a:pPr marL="0" indent="0">
              <a:buNone/>
            </a:pPr>
            <a:endParaRPr lang="en-US" dirty="0"/>
          </a:p>
          <a:p>
            <a:endParaRPr lang="en-US" dirty="0"/>
          </a:p>
        </p:txBody>
      </p:sp>
    </p:spTree>
    <p:extLst>
      <p:ext uri="{BB962C8B-B14F-4D97-AF65-F5344CB8AC3E}">
        <p14:creationId xmlns:p14="http://schemas.microsoft.com/office/powerpoint/2010/main" val="32847796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1C59A3-34A1-87E3-F8EF-720600035FC9}"/>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72CBAF0D-ABC2-D46B-F95D-023EB44006E6}"/>
              </a:ext>
            </a:extLst>
          </p:cNvPr>
          <p:cNvSpPr>
            <a:spLocks noGrp="1"/>
          </p:cNvSpPr>
          <p:nvPr>
            <p:ph idx="1"/>
          </p:nvPr>
        </p:nvSpPr>
        <p:spPr/>
        <p:txBody>
          <a:bodyPr>
            <a:normAutofit fontScale="85000" lnSpcReduction="20000"/>
          </a:bodyPr>
          <a:lstStyle/>
          <a:p>
            <a:r>
              <a:rPr lang="en-US" dirty="0"/>
              <a:t>class Logger {</a:t>
            </a:r>
          </a:p>
          <a:p>
            <a:r>
              <a:rPr lang="en-US" dirty="0"/>
              <a:t>	private </a:t>
            </a:r>
            <a:r>
              <a:rPr lang="en-US" dirty="0" err="1"/>
              <a:t>FileStream</a:t>
            </a:r>
            <a:r>
              <a:rPr lang="en-US" dirty="0"/>
              <a:t> </a:t>
            </a:r>
            <a:r>
              <a:rPr lang="en-US" dirty="0" err="1"/>
              <a:t>outputFile</a:t>
            </a:r>
            <a:r>
              <a:rPr lang="en-US" dirty="0"/>
              <a:t>;</a:t>
            </a:r>
          </a:p>
          <a:p>
            <a:r>
              <a:rPr lang="en-US" dirty="0"/>
              <a:t>	</a:t>
            </a:r>
            <a:r>
              <a:rPr lang="en-US" b="1" dirty="0"/>
              <a:t>private</a:t>
            </a:r>
            <a:r>
              <a:rPr lang="en-US" dirty="0"/>
              <a:t> static Logger </a:t>
            </a:r>
            <a:r>
              <a:rPr lang="en-US" dirty="0" err="1"/>
              <a:t>logger</a:t>
            </a:r>
            <a:r>
              <a:rPr lang="en-US" dirty="0"/>
              <a:t> = </a:t>
            </a:r>
            <a:r>
              <a:rPr lang="en-US" dirty="0" err="1"/>
              <a:t>nullptr</a:t>
            </a:r>
            <a:r>
              <a:rPr lang="en-US" dirty="0"/>
              <a:t>;</a:t>
            </a:r>
          </a:p>
          <a:p>
            <a:endParaRPr lang="en-US" dirty="0"/>
          </a:p>
          <a:p>
            <a:r>
              <a:rPr lang="en-US" dirty="0"/>
              <a:t>	</a:t>
            </a:r>
            <a:r>
              <a:rPr lang="en-US" b="1" dirty="0"/>
              <a:t>private</a:t>
            </a:r>
            <a:r>
              <a:rPr lang="en-US" dirty="0"/>
              <a:t> Logger() {</a:t>
            </a:r>
          </a:p>
          <a:p>
            <a:r>
              <a:rPr lang="en-US" dirty="0"/>
              <a:t>		</a:t>
            </a:r>
            <a:r>
              <a:rPr lang="en-US" dirty="0" err="1"/>
              <a:t>outputFile</a:t>
            </a:r>
            <a:r>
              <a:rPr lang="en-US" dirty="0"/>
              <a:t> = </a:t>
            </a:r>
            <a:r>
              <a:rPr lang="en-US" dirty="0" err="1"/>
              <a:t>FileStream</a:t>
            </a:r>
            <a:r>
              <a:rPr lang="en-US" dirty="0"/>
              <a:t>(“log”+ </a:t>
            </a:r>
            <a:r>
              <a:rPr lang="en-US" dirty="0" err="1"/>
              <a:t>LocalDateTime.now</a:t>
            </a:r>
            <a:r>
              <a:rPr lang="en-US" dirty="0"/>
              <a:t>().</a:t>
            </a:r>
            <a:r>
              <a:rPr lang="en-US" dirty="0" err="1"/>
              <a:t>toString</a:t>
            </a:r>
            <a:r>
              <a:rPr lang="en-US" dirty="0"/>
              <a:t>()+”.log”);</a:t>
            </a:r>
          </a:p>
          <a:p>
            <a:r>
              <a:rPr lang="en-US" dirty="0"/>
              <a:t>	}</a:t>
            </a:r>
          </a:p>
          <a:p>
            <a:endParaRPr lang="en-US" dirty="0"/>
          </a:p>
          <a:p>
            <a:r>
              <a:rPr lang="en-US" b="1" dirty="0"/>
              <a:t>	public static Logger </a:t>
            </a:r>
            <a:r>
              <a:rPr lang="en-US" b="1" dirty="0" err="1"/>
              <a:t>getLogger</a:t>
            </a:r>
            <a:r>
              <a:rPr lang="en-US" b="1" dirty="0"/>
              <a:t>() {</a:t>
            </a:r>
          </a:p>
          <a:p>
            <a:r>
              <a:rPr lang="en-US" b="1" dirty="0"/>
              <a:t>		if (logger == </a:t>
            </a:r>
            <a:r>
              <a:rPr lang="en-US" b="1" dirty="0" err="1"/>
              <a:t>nullptr</a:t>
            </a:r>
            <a:r>
              <a:rPr lang="en-US" b="1" dirty="0"/>
              <a:t>) {</a:t>
            </a:r>
          </a:p>
          <a:p>
            <a:r>
              <a:rPr lang="en-US" b="1" dirty="0"/>
              <a:t>		   logger = new Logger();</a:t>
            </a:r>
          </a:p>
          <a:p>
            <a:r>
              <a:rPr lang="en-US" b="1" dirty="0"/>
              <a:t>		}</a:t>
            </a:r>
          </a:p>
          <a:p>
            <a:r>
              <a:rPr lang="en-US" b="1" dirty="0"/>
              <a:t>		return logger;</a:t>
            </a:r>
          </a:p>
          <a:p>
            <a:r>
              <a:rPr lang="en-US" b="1" dirty="0"/>
              <a:t>	}</a:t>
            </a:r>
          </a:p>
          <a:p>
            <a:endParaRPr lang="en-US" dirty="0"/>
          </a:p>
          <a:p>
            <a:r>
              <a:rPr lang="en-US" dirty="0"/>
              <a:t>	public log(String msg) {</a:t>
            </a:r>
          </a:p>
          <a:p>
            <a:r>
              <a:rPr lang="en-US" dirty="0"/>
              <a:t>		</a:t>
            </a:r>
            <a:r>
              <a:rPr lang="en-US" dirty="0" err="1"/>
              <a:t>outputFile.write</a:t>
            </a:r>
            <a:r>
              <a:rPr lang="en-US" dirty="0"/>
              <a:t>(log);</a:t>
            </a:r>
          </a:p>
          <a:p>
            <a:r>
              <a:rPr lang="en-US" dirty="0"/>
              <a:t>	}</a:t>
            </a:r>
          </a:p>
          <a:p>
            <a:endParaRPr lang="en-US" dirty="0"/>
          </a:p>
          <a:p>
            <a:r>
              <a:rPr lang="en-US" dirty="0"/>
              <a:t>	// … more stuff</a:t>
            </a:r>
          </a:p>
          <a:p>
            <a:r>
              <a:rPr lang="en-US" dirty="0"/>
              <a:t>}</a:t>
            </a:r>
          </a:p>
          <a:p>
            <a:r>
              <a:rPr lang="en-US" dirty="0"/>
              <a:t>public static void main(String[] </a:t>
            </a:r>
            <a:r>
              <a:rPr lang="en-US" dirty="0" err="1"/>
              <a:t>args</a:t>
            </a:r>
            <a:r>
              <a:rPr lang="en-US" dirty="0"/>
              <a:t>) {	</a:t>
            </a:r>
            <a:r>
              <a:rPr lang="en-US" dirty="0" err="1"/>
              <a:t>anotherFunction</a:t>
            </a:r>
            <a:r>
              <a:rPr lang="en-US" dirty="0"/>
              <a:t>();</a:t>
            </a:r>
          </a:p>
          <a:p>
            <a:r>
              <a:rPr lang="en-US" dirty="0"/>
              <a:t>}</a:t>
            </a:r>
          </a:p>
          <a:p>
            <a:r>
              <a:rPr lang="en-US" dirty="0"/>
              <a:t>public void </a:t>
            </a:r>
            <a:r>
              <a:rPr lang="en-US" dirty="0" err="1"/>
              <a:t>anotherFunction</a:t>
            </a:r>
            <a:r>
              <a:rPr lang="en-US" dirty="0"/>
              <a:t>() {</a:t>
            </a:r>
          </a:p>
          <a:p>
            <a:r>
              <a:rPr lang="en-US" dirty="0"/>
              <a:t>	</a:t>
            </a:r>
            <a:r>
              <a:rPr lang="en-US" b="1" dirty="0"/>
              <a:t>Logger </a:t>
            </a:r>
            <a:r>
              <a:rPr lang="en-US" b="1" dirty="0" err="1"/>
              <a:t>logger</a:t>
            </a:r>
            <a:r>
              <a:rPr lang="en-US" b="1" dirty="0"/>
              <a:t> = </a:t>
            </a:r>
            <a:r>
              <a:rPr lang="en-US" b="1" dirty="0" err="1"/>
              <a:t>Logger.getLogger</a:t>
            </a:r>
            <a:r>
              <a:rPr lang="en-US" b="1" dirty="0"/>
              <a:t>();</a:t>
            </a:r>
          </a:p>
          <a:p>
            <a:r>
              <a:rPr lang="en-US" b="1" dirty="0"/>
              <a:t>	logger.log(</a:t>
            </a:r>
            <a:r>
              <a:rPr lang="en-US" dirty="0"/>
              <a:t>“This is a log message”);</a:t>
            </a:r>
          </a:p>
          <a:p>
            <a:r>
              <a:rPr lang="en-US" dirty="0"/>
              <a:t>}</a:t>
            </a:r>
          </a:p>
        </p:txBody>
      </p:sp>
      <p:sp>
        <p:nvSpPr>
          <p:cNvPr id="4" name="Title 3">
            <a:extLst>
              <a:ext uri="{FF2B5EF4-FFF2-40B4-BE49-F238E27FC236}">
                <a16:creationId xmlns:a16="http://schemas.microsoft.com/office/drawing/2014/main" id="{1CB34688-0C58-1444-CD37-E44A7FA5EDEC}"/>
              </a:ext>
            </a:extLst>
          </p:cNvPr>
          <p:cNvSpPr>
            <a:spLocks noGrp="1"/>
          </p:cNvSpPr>
          <p:nvPr>
            <p:ph type="title"/>
          </p:nvPr>
        </p:nvSpPr>
        <p:spPr/>
        <p:txBody>
          <a:bodyPr/>
          <a:lstStyle/>
          <a:p>
            <a:r>
              <a:rPr lang="en-US" dirty="0"/>
              <a:t>Solution: singleton design pattern</a:t>
            </a:r>
          </a:p>
        </p:txBody>
      </p:sp>
      <p:sp>
        <p:nvSpPr>
          <p:cNvPr id="2" name="Content Placeholder 1">
            <a:extLst>
              <a:ext uri="{FF2B5EF4-FFF2-40B4-BE49-F238E27FC236}">
                <a16:creationId xmlns:a16="http://schemas.microsoft.com/office/drawing/2014/main" id="{B85C0734-FCFC-4240-03F8-BF978321B2BB}"/>
              </a:ext>
            </a:extLst>
          </p:cNvPr>
          <p:cNvSpPr>
            <a:spLocks noGrp="1"/>
          </p:cNvSpPr>
          <p:nvPr>
            <p:ph idx="13"/>
          </p:nvPr>
        </p:nvSpPr>
        <p:spPr/>
        <p:txBody>
          <a:bodyPr>
            <a:normAutofit lnSpcReduction="10000"/>
          </a:bodyPr>
          <a:lstStyle/>
          <a:p>
            <a:r>
              <a:rPr lang="en-US" dirty="0"/>
              <a:t>Turn the constructor </a:t>
            </a:r>
            <a:r>
              <a:rPr lang="en-US" dirty="0">
                <a:latin typeface="Consolas" panose="020B0609020204030204" pitchFamily="49" charset="0"/>
              </a:rPr>
              <a:t>private</a:t>
            </a:r>
            <a:endParaRPr lang="en-US" dirty="0"/>
          </a:p>
          <a:p>
            <a:r>
              <a:rPr lang="en-US" dirty="0"/>
              <a:t>Provide a static method </a:t>
            </a:r>
            <a:r>
              <a:rPr lang="en-US" dirty="0" err="1">
                <a:latin typeface="Consolas" panose="020B0609020204030204" pitchFamily="49" charset="0"/>
              </a:rPr>
              <a:t>getLogger</a:t>
            </a:r>
            <a:r>
              <a:rPr lang="en-US" dirty="0">
                <a:latin typeface="Consolas" panose="020B0609020204030204" pitchFamily="49" charset="0"/>
              </a:rPr>
              <a:t>()</a:t>
            </a:r>
            <a:r>
              <a:rPr lang="en-US" dirty="0"/>
              <a:t> that instantiates the logger</a:t>
            </a:r>
            <a:endParaRPr lang="en-US" dirty="0">
              <a:latin typeface="Consolas" panose="020B0609020204030204" pitchFamily="49" charset="0"/>
            </a:endParaRPr>
          </a:p>
          <a:p>
            <a:pPr lvl="1"/>
            <a:r>
              <a:rPr lang="en-US" dirty="0"/>
              <a:t>Must use </a:t>
            </a:r>
            <a:r>
              <a:rPr lang="en-US" dirty="0" err="1">
                <a:latin typeface="Consolas" panose="020B0609020204030204" pitchFamily="49" charset="0"/>
              </a:rPr>
              <a:t>getLogger</a:t>
            </a:r>
            <a:r>
              <a:rPr lang="en-US" dirty="0">
                <a:latin typeface="Consolas" panose="020B0609020204030204" pitchFamily="49" charset="0"/>
              </a:rPr>
              <a:t>() </a:t>
            </a:r>
            <a:r>
              <a:rPr lang="en-US" dirty="0"/>
              <a:t>to get the logger</a:t>
            </a:r>
          </a:p>
          <a:p>
            <a:r>
              <a:rPr lang="en-US" dirty="0" err="1">
                <a:latin typeface="Consolas" panose="020B0609020204030204" pitchFamily="49" charset="0"/>
              </a:rPr>
              <a:t>getLogger</a:t>
            </a:r>
            <a:r>
              <a:rPr lang="en-US" dirty="0">
                <a:latin typeface="Consolas" panose="020B0609020204030204" pitchFamily="49" charset="0"/>
              </a:rPr>
              <a:t>()</a:t>
            </a:r>
            <a:r>
              <a:rPr lang="en-US" dirty="0"/>
              <a:t> reuses existing logger if already created, if not, creates a new logger</a:t>
            </a:r>
          </a:p>
          <a:p>
            <a:endParaRPr lang="en-US" dirty="0"/>
          </a:p>
          <a:p>
            <a:pPr marL="0" indent="0">
              <a:buNone/>
            </a:pPr>
            <a:endParaRPr lang="en-US" dirty="0"/>
          </a:p>
          <a:p>
            <a:endParaRPr lang="en-US" dirty="0"/>
          </a:p>
        </p:txBody>
      </p:sp>
      <p:sp>
        <p:nvSpPr>
          <p:cNvPr id="3" name="Rectangle 2">
            <a:extLst>
              <a:ext uri="{FF2B5EF4-FFF2-40B4-BE49-F238E27FC236}">
                <a16:creationId xmlns:a16="http://schemas.microsoft.com/office/drawing/2014/main" id="{ABC3A70B-C30D-3978-1981-E36057ACC286}"/>
              </a:ext>
            </a:extLst>
          </p:cNvPr>
          <p:cNvSpPr/>
          <p:nvPr/>
        </p:nvSpPr>
        <p:spPr>
          <a:xfrm>
            <a:off x="6444399" y="2291644"/>
            <a:ext cx="5261762" cy="1137356"/>
          </a:xfrm>
          <a:prstGeom prst="rect">
            <a:avLst/>
          </a:prstGeom>
          <a:noFill/>
          <a:ln w="285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ln w="0"/>
              <a:solidFill>
                <a:schemeClr val="tx1"/>
              </a:solidFill>
              <a:effectLst>
                <a:outerShdw blurRad="38100" dist="19050" dir="2700000" algn="tl" rotWithShape="0">
                  <a:schemeClr val="dk1">
                    <a:alpha val="40000"/>
                  </a:schemeClr>
                </a:outerShdw>
              </a:effectLst>
            </a:endParaRPr>
          </a:p>
        </p:txBody>
      </p:sp>
      <p:sp>
        <p:nvSpPr>
          <p:cNvPr id="6" name="Rectangle 5">
            <a:extLst>
              <a:ext uri="{FF2B5EF4-FFF2-40B4-BE49-F238E27FC236}">
                <a16:creationId xmlns:a16="http://schemas.microsoft.com/office/drawing/2014/main" id="{C065AA00-715F-9AC0-633D-208DE36B696F}"/>
              </a:ext>
            </a:extLst>
          </p:cNvPr>
          <p:cNvSpPr/>
          <p:nvPr/>
        </p:nvSpPr>
        <p:spPr>
          <a:xfrm>
            <a:off x="6176512" y="1433284"/>
            <a:ext cx="5633413" cy="858360"/>
          </a:xfrm>
          <a:prstGeom prst="rect">
            <a:avLst/>
          </a:prstGeom>
          <a:noFill/>
          <a:ln w="285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ln w="0"/>
              <a:solidFill>
                <a:schemeClr val="tx1"/>
              </a:solidFill>
              <a:effectLst>
                <a:outerShdw blurRad="38100" dist="19050" dir="2700000" algn="tl" rotWithShape="0">
                  <a:schemeClr val="dk1">
                    <a:alpha val="40000"/>
                  </a:schemeClr>
                </a:outerShdw>
              </a:effectLst>
            </a:endParaRPr>
          </a:p>
        </p:txBody>
      </p:sp>
      <p:sp>
        <p:nvSpPr>
          <p:cNvPr id="8" name="Rectangle 7">
            <a:extLst>
              <a:ext uri="{FF2B5EF4-FFF2-40B4-BE49-F238E27FC236}">
                <a16:creationId xmlns:a16="http://schemas.microsoft.com/office/drawing/2014/main" id="{14B36153-919C-F476-D1CC-1DB0D8FF29B9}"/>
              </a:ext>
            </a:extLst>
          </p:cNvPr>
          <p:cNvSpPr/>
          <p:nvPr/>
        </p:nvSpPr>
        <p:spPr>
          <a:xfrm>
            <a:off x="6176512" y="5077646"/>
            <a:ext cx="5261762" cy="841549"/>
          </a:xfrm>
          <a:prstGeom prst="rect">
            <a:avLst/>
          </a:prstGeom>
          <a:noFill/>
          <a:ln w="285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42439654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3"/>
                                        </p:tgtEl>
                                        <p:attrNameLst>
                                          <p:attrName>style.visibility</p:attrName>
                                        </p:attrNameLst>
                                      </p:cBhvr>
                                      <p:to>
                                        <p:strVal val="hidden"/>
                                      </p:to>
                                    </p:set>
                                  </p:childTnLst>
                                </p:cTn>
                              </p:par>
                              <p:par>
                                <p:cTn id="11" presetID="1" presetClass="entr" presetSubtype="0" fill="hold"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1" nodeType="clickEffect">
                                  <p:stCondLst>
                                    <p:cond delay="0"/>
                                  </p:stCondLst>
                                  <p:childTnLst>
                                    <p:set>
                                      <p:cBhvr>
                                        <p:cTn id="18" dur="1" fill="hold">
                                          <p:stCondLst>
                                            <p:cond delay="0"/>
                                          </p:stCondLst>
                                        </p:cTn>
                                        <p:tgtEl>
                                          <p:spTgt spid="6"/>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grpId="1" nodeType="clickEffect">
                                  <p:stCondLst>
                                    <p:cond delay="0"/>
                                  </p:stCondLst>
                                  <p:childTnLst>
                                    <p:set>
                                      <p:cBhvr>
                                        <p:cTn id="28" dur="1" fill="hold">
                                          <p:stCondLst>
                                            <p:cond delay="0"/>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6" grpId="0" animBg="1"/>
      <p:bldP spid="6" grpId="1" animBg="1"/>
      <p:bldP spid="8" grpId="0" animBg="1"/>
      <p:bldP spid="8" grpId="1"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9ED42D-D175-AA27-087E-FBC53F1E9163}"/>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70C14595-D66F-8F68-B99D-AD70D01EC7AC}"/>
              </a:ext>
            </a:extLst>
          </p:cNvPr>
          <p:cNvSpPr>
            <a:spLocks noGrp="1"/>
          </p:cNvSpPr>
          <p:nvPr>
            <p:ph idx="1"/>
          </p:nvPr>
        </p:nvSpPr>
        <p:spPr/>
        <p:txBody>
          <a:bodyPr>
            <a:normAutofit fontScale="85000" lnSpcReduction="20000"/>
          </a:bodyPr>
          <a:lstStyle/>
          <a:p>
            <a:r>
              <a:rPr lang="en-US" dirty="0"/>
              <a:t>class Logger {</a:t>
            </a:r>
          </a:p>
          <a:p>
            <a:r>
              <a:rPr lang="en-US" dirty="0"/>
              <a:t>	private </a:t>
            </a:r>
            <a:r>
              <a:rPr lang="en-US" dirty="0" err="1"/>
              <a:t>FileStream</a:t>
            </a:r>
            <a:r>
              <a:rPr lang="en-US" dirty="0"/>
              <a:t> </a:t>
            </a:r>
            <a:r>
              <a:rPr lang="en-US" dirty="0" err="1"/>
              <a:t>outputFile</a:t>
            </a:r>
            <a:r>
              <a:rPr lang="en-US" dirty="0"/>
              <a:t>;</a:t>
            </a:r>
          </a:p>
          <a:p>
            <a:r>
              <a:rPr lang="en-US" dirty="0"/>
              <a:t>	</a:t>
            </a:r>
            <a:r>
              <a:rPr lang="en-US" b="1" dirty="0"/>
              <a:t>private</a:t>
            </a:r>
            <a:r>
              <a:rPr lang="en-US" dirty="0"/>
              <a:t> static Logger </a:t>
            </a:r>
            <a:r>
              <a:rPr lang="en-US" dirty="0" err="1"/>
              <a:t>logger</a:t>
            </a:r>
            <a:r>
              <a:rPr lang="en-US" dirty="0"/>
              <a:t> = </a:t>
            </a:r>
            <a:r>
              <a:rPr lang="en-US" dirty="0" err="1"/>
              <a:t>nullptr</a:t>
            </a:r>
            <a:r>
              <a:rPr lang="en-US" dirty="0"/>
              <a:t>;</a:t>
            </a:r>
          </a:p>
          <a:p>
            <a:endParaRPr lang="en-US" dirty="0"/>
          </a:p>
          <a:p>
            <a:r>
              <a:rPr lang="en-US" dirty="0"/>
              <a:t>	</a:t>
            </a:r>
            <a:r>
              <a:rPr lang="en-US" b="1" dirty="0"/>
              <a:t>private</a:t>
            </a:r>
            <a:r>
              <a:rPr lang="en-US" dirty="0"/>
              <a:t> Logger() {</a:t>
            </a:r>
          </a:p>
          <a:p>
            <a:r>
              <a:rPr lang="en-US" dirty="0"/>
              <a:t>		</a:t>
            </a:r>
            <a:r>
              <a:rPr lang="en-US" dirty="0" err="1"/>
              <a:t>outputFile</a:t>
            </a:r>
            <a:r>
              <a:rPr lang="en-US" dirty="0"/>
              <a:t> = </a:t>
            </a:r>
            <a:r>
              <a:rPr lang="en-US" dirty="0" err="1"/>
              <a:t>FileStream</a:t>
            </a:r>
            <a:r>
              <a:rPr lang="en-US" dirty="0"/>
              <a:t>(“log”+ </a:t>
            </a:r>
            <a:r>
              <a:rPr lang="en-US" dirty="0" err="1"/>
              <a:t>LocalDateTime.now</a:t>
            </a:r>
            <a:r>
              <a:rPr lang="en-US" dirty="0"/>
              <a:t>().</a:t>
            </a:r>
            <a:r>
              <a:rPr lang="en-US" dirty="0" err="1"/>
              <a:t>toString</a:t>
            </a:r>
            <a:r>
              <a:rPr lang="en-US" dirty="0"/>
              <a:t>()+”.log”);</a:t>
            </a:r>
          </a:p>
          <a:p>
            <a:r>
              <a:rPr lang="en-US" dirty="0"/>
              <a:t>	}</a:t>
            </a:r>
          </a:p>
          <a:p>
            <a:endParaRPr lang="en-US" dirty="0"/>
          </a:p>
          <a:p>
            <a:r>
              <a:rPr lang="en-US" b="1" dirty="0"/>
              <a:t>	public static Logger </a:t>
            </a:r>
            <a:r>
              <a:rPr lang="en-US" b="1" dirty="0" err="1"/>
              <a:t>getLogger</a:t>
            </a:r>
            <a:r>
              <a:rPr lang="en-US" b="1" dirty="0"/>
              <a:t>() {</a:t>
            </a:r>
          </a:p>
          <a:p>
            <a:r>
              <a:rPr lang="en-US" b="1" dirty="0"/>
              <a:t>		if (logger == </a:t>
            </a:r>
            <a:r>
              <a:rPr lang="en-US" b="1" dirty="0" err="1"/>
              <a:t>nullptr</a:t>
            </a:r>
            <a:r>
              <a:rPr lang="en-US" b="1" dirty="0"/>
              <a:t>) {</a:t>
            </a:r>
          </a:p>
          <a:p>
            <a:r>
              <a:rPr lang="en-US" b="1" dirty="0"/>
              <a:t>		   logger = new Logger();</a:t>
            </a:r>
          </a:p>
          <a:p>
            <a:r>
              <a:rPr lang="en-US" b="1" dirty="0"/>
              <a:t>		}</a:t>
            </a:r>
          </a:p>
          <a:p>
            <a:r>
              <a:rPr lang="en-US" b="1" dirty="0"/>
              <a:t>		return logger;</a:t>
            </a:r>
          </a:p>
          <a:p>
            <a:r>
              <a:rPr lang="en-US" b="1" dirty="0"/>
              <a:t>	}</a:t>
            </a:r>
          </a:p>
          <a:p>
            <a:endParaRPr lang="en-US" dirty="0"/>
          </a:p>
          <a:p>
            <a:r>
              <a:rPr lang="en-US" dirty="0"/>
              <a:t>	public log(String msg) {</a:t>
            </a:r>
          </a:p>
          <a:p>
            <a:r>
              <a:rPr lang="en-US" dirty="0"/>
              <a:t>		</a:t>
            </a:r>
            <a:r>
              <a:rPr lang="en-US" dirty="0" err="1"/>
              <a:t>outputFile.write</a:t>
            </a:r>
            <a:r>
              <a:rPr lang="en-US" dirty="0"/>
              <a:t>(log);</a:t>
            </a:r>
          </a:p>
          <a:p>
            <a:r>
              <a:rPr lang="en-US" dirty="0"/>
              <a:t>	}</a:t>
            </a:r>
          </a:p>
          <a:p>
            <a:endParaRPr lang="en-US" dirty="0"/>
          </a:p>
          <a:p>
            <a:r>
              <a:rPr lang="en-US" dirty="0"/>
              <a:t>	// … more stuff</a:t>
            </a:r>
          </a:p>
          <a:p>
            <a:r>
              <a:rPr lang="en-US" dirty="0"/>
              <a:t>}</a:t>
            </a:r>
          </a:p>
          <a:p>
            <a:r>
              <a:rPr lang="en-US" dirty="0"/>
              <a:t>public static void main(String[] </a:t>
            </a:r>
            <a:r>
              <a:rPr lang="en-US" dirty="0" err="1"/>
              <a:t>args</a:t>
            </a:r>
            <a:r>
              <a:rPr lang="en-US" dirty="0"/>
              <a:t>) {	</a:t>
            </a:r>
            <a:r>
              <a:rPr lang="en-US" dirty="0" err="1"/>
              <a:t>anotherFunction</a:t>
            </a:r>
            <a:r>
              <a:rPr lang="en-US" dirty="0"/>
              <a:t>();</a:t>
            </a:r>
          </a:p>
          <a:p>
            <a:r>
              <a:rPr lang="en-US" dirty="0"/>
              <a:t>}</a:t>
            </a:r>
          </a:p>
          <a:p>
            <a:r>
              <a:rPr lang="en-US" dirty="0"/>
              <a:t>public void </a:t>
            </a:r>
            <a:r>
              <a:rPr lang="en-US" dirty="0" err="1"/>
              <a:t>anotherFunction</a:t>
            </a:r>
            <a:r>
              <a:rPr lang="en-US" dirty="0"/>
              <a:t>() {</a:t>
            </a:r>
          </a:p>
          <a:p>
            <a:r>
              <a:rPr lang="en-US" dirty="0"/>
              <a:t>	</a:t>
            </a:r>
            <a:r>
              <a:rPr lang="en-US" b="1" dirty="0"/>
              <a:t>Logger </a:t>
            </a:r>
            <a:r>
              <a:rPr lang="en-US" b="1" dirty="0" err="1"/>
              <a:t>logger</a:t>
            </a:r>
            <a:r>
              <a:rPr lang="en-US" b="1" dirty="0"/>
              <a:t> = </a:t>
            </a:r>
            <a:r>
              <a:rPr lang="en-US" b="1" dirty="0" err="1"/>
              <a:t>Logger.getLogger</a:t>
            </a:r>
            <a:r>
              <a:rPr lang="en-US" b="1" dirty="0"/>
              <a:t>();</a:t>
            </a:r>
          </a:p>
          <a:p>
            <a:r>
              <a:rPr lang="en-US" b="1" dirty="0"/>
              <a:t>	logger.log(</a:t>
            </a:r>
            <a:r>
              <a:rPr lang="en-US" dirty="0"/>
              <a:t>“This is a log message”);</a:t>
            </a:r>
          </a:p>
          <a:p>
            <a:r>
              <a:rPr lang="en-US" dirty="0"/>
              <a:t>}</a:t>
            </a:r>
          </a:p>
        </p:txBody>
      </p:sp>
      <p:sp>
        <p:nvSpPr>
          <p:cNvPr id="4" name="Title 3">
            <a:extLst>
              <a:ext uri="{FF2B5EF4-FFF2-40B4-BE49-F238E27FC236}">
                <a16:creationId xmlns:a16="http://schemas.microsoft.com/office/drawing/2014/main" id="{37B136A2-66CC-365D-2A14-B819AE55E6DC}"/>
              </a:ext>
            </a:extLst>
          </p:cNvPr>
          <p:cNvSpPr>
            <a:spLocks noGrp="1"/>
          </p:cNvSpPr>
          <p:nvPr>
            <p:ph type="title"/>
          </p:nvPr>
        </p:nvSpPr>
        <p:spPr/>
        <p:txBody>
          <a:bodyPr/>
          <a:lstStyle/>
          <a:p>
            <a:r>
              <a:rPr lang="en-US" dirty="0"/>
              <a:t>Solution: singleton design pattern</a:t>
            </a:r>
          </a:p>
        </p:txBody>
      </p:sp>
      <p:sp>
        <p:nvSpPr>
          <p:cNvPr id="2" name="Content Placeholder 1">
            <a:extLst>
              <a:ext uri="{FF2B5EF4-FFF2-40B4-BE49-F238E27FC236}">
                <a16:creationId xmlns:a16="http://schemas.microsoft.com/office/drawing/2014/main" id="{3D2DB226-FF9A-28CC-2C91-0CADFFC6DFD0}"/>
              </a:ext>
            </a:extLst>
          </p:cNvPr>
          <p:cNvSpPr>
            <a:spLocks noGrp="1"/>
          </p:cNvSpPr>
          <p:nvPr>
            <p:ph idx="13"/>
          </p:nvPr>
        </p:nvSpPr>
        <p:spPr/>
        <p:txBody>
          <a:bodyPr>
            <a:normAutofit/>
          </a:bodyPr>
          <a:lstStyle/>
          <a:p>
            <a:r>
              <a:rPr lang="en-US" dirty="0"/>
              <a:t>Requirements</a:t>
            </a:r>
          </a:p>
          <a:p>
            <a:pPr lvl="1"/>
            <a:r>
              <a:rPr lang="en-US" dirty="0"/>
              <a:t>At any time, only one object of the </a:t>
            </a:r>
            <a:r>
              <a:rPr lang="en-US" dirty="0">
                <a:latin typeface="Consolas" panose="020B0609020204030204" pitchFamily="49" charset="0"/>
              </a:rPr>
              <a:t>Logger</a:t>
            </a:r>
            <a:r>
              <a:rPr lang="en-US" dirty="0"/>
              <a:t> class must exist</a:t>
            </a:r>
          </a:p>
          <a:p>
            <a:pPr lvl="1"/>
            <a:r>
              <a:rPr lang="en-US" dirty="0"/>
              <a:t>Any part of the application can access the </a:t>
            </a:r>
            <a:r>
              <a:rPr lang="en-US" dirty="0">
                <a:latin typeface="Consolas" panose="020B0609020204030204" pitchFamily="49" charset="0"/>
              </a:rPr>
              <a:t>Logger</a:t>
            </a:r>
            <a:r>
              <a:rPr lang="en-US" dirty="0"/>
              <a:t> object</a:t>
            </a:r>
          </a:p>
          <a:p>
            <a:endParaRPr lang="en-US" dirty="0"/>
          </a:p>
          <a:p>
            <a:pPr marL="0" indent="0">
              <a:buNone/>
            </a:pPr>
            <a:endParaRPr lang="en-US" dirty="0"/>
          </a:p>
          <a:p>
            <a:endParaRPr lang="en-US" dirty="0"/>
          </a:p>
        </p:txBody>
      </p:sp>
      <p:pic>
        <p:nvPicPr>
          <p:cNvPr id="6" name="Picture 4" descr="25,500+ Green Check Mark Stock Illustrations, Royalty-Free ...">
            <a:extLst>
              <a:ext uri="{FF2B5EF4-FFF2-40B4-BE49-F238E27FC236}">
                <a16:creationId xmlns:a16="http://schemas.microsoft.com/office/drawing/2014/main" id="{8DA9D0D5-63C6-E843-9C50-EAC067A984F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92175" y="1869049"/>
            <a:ext cx="622522" cy="693959"/>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25,500+ Green Check Mark Stock Illustrations, Royalty-Free ...">
            <a:extLst>
              <a:ext uri="{FF2B5EF4-FFF2-40B4-BE49-F238E27FC236}">
                <a16:creationId xmlns:a16="http://schemas.microsoft.com/office/drawing/2014/main" id="{147F4B00-A2A4-77B6-2BBB-BAADA00493A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92175" y="3082020"/>
            <a:ext cx="622522" cy="6939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8249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803D43-B7F0-1C80-92E9-F7EFD4365F34}"/>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FDABA82-F2B4-1FD4-C136-BF6C5CDCD16E}"/>
              </a:ext>
            </a:extLst>
          </p:cNvPr>
          <p:cNvSpPr>
            <a:spLocks noGrp="1"/>
          </p:cNvSpPr>
          <p:nvPr>
            <p:ph idx="1"/>
          </p:nvPr>
        </p:nvSpPr>
        <p:spPr/>
        <p:txBody>
          <a:bodyPr/>
          <a:lstStyle/>
          <a:p>
            <a:r>
              <a:rPr lang="en-US" dirty="0"/>
              <a:t>The design of the Logger class captures a </a:t>
            </a:r>
            <a:r>
              <a:rPr lang="en-US" i="1" dirty="0"/>
              <a:t>design pattern</a:t>
            </a:r>
          </a:p>
          <a:p>
            <a:pPr lvl="1"/>
            <a:r>
              <a:rPr lang="en-US" dirty="0"/>
              <a:t>Applicable in many other contexts</a:t>
            </a:r>
          </a:p>
          <a:p>
            <a:pPr lvl="2"/>
            <a:r>
              <a:rPr lang="en-US" dirty="0">
                <a:latin typeface="Consolas" panose="020B0609020204030204" pitchFamily="49" charset="0"/>
              </a:rPr>
              <a:t>Configuration </a:t>
            </a:r>
            <a:r>
              <a:rPr lang="en-US" dirty="0">
                <a:latin typeface="Helvetica" panose="020B0604020202020204" pitchFamily="34" charset="0"/>
                <a:cs typeface="Helvetica" panose="020B0604020202020204" pitchFamily="34" charset="0"/>
              </a:rPr>
              <a:t>class</a:t>
            </a:r>
            <a:r>
              <a:rPr lang="en-US" dirty="0"/>
              <a:t>, </a:t>
            </a:r>
            <a:r>
              <a:rPr lang="en-US" dirty="0" err="1">
                <a:latin typeface="Consolas" panose="020B0609020204030204" pitchFamily="49" charset="0"/>
              </a:rPr>
              <a:t>DatabaseConnector</a:t>
            </a:r>
            <a:r>
              <a:rPr lang="en-US" dirty="0"/>
              <a:t> class, and so on</a:t>
            </a:r>
          </a:p>
          <a:p>
            <a:r>
              <a:rPr lang="en-US" dirty="0"/>
              <a:t>Understanding this design pattern allows software engineers to apply the same solution to these other contexts without having to re-engineer it</a:t>
            </a:r>
          </a:p>
        </p:txBody>
      </p:sp>
      <p:sp>
        <p:nvSpPr>
          <p:cNvPr id="4" name="Title 3">
            <a:extLst>
              <a:ext uri="{FF2B5EF4-FFF2-40B4-BE49-F238E27FC236}">
                <a16:creationId xmlns:a16="http://schemas.microsoft.com/office/drawing/2014/main" id="{A975D50E-2F72-0001-FF1B-B8A0671B7708}"/>
              </a:ext>
            </a:extLst>
          </p:cNvPr>
          <p:cNvSpPr>
            <a:spLocks noGrp="1"/>
          </p:cNvSpPr>
          <p:nvPr>
            <p:ph type="title"/>
          </p:nvPr>
        </p:nvSpPr>
        <p:spPr/>
        <p:txBody>
          <a:bodyPr/>
          <a:lstStyle/>
          <a:p>
            <a:r>
              <a:rPr lang="en-US" dirty="0"/>
              <a:t>Why do we need design patterns?</a:t>
            </a:r>
          </a:p>
        </p:txBody>
      </p:sp>
    </p:spTree>
    <p:extLst>
      <p:ext uri="{BB962C8B-B14F-4D97-AF65-F5344CB8AC3E}">
        <p14:creationId xmlns:p14="http://schemas.microsoft.com/office/powerpoint/2010/main" val="38876312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B01B76-62C7-05EF-833D-66CC93BEDDF9}"/>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9244A5A9-15F7-CBA3-F713-4CB4CDEA7964}"/>
              </a:ext>
            </a:extLst>
          </p:cNvPr>
          <p:cNvSpPr>
            <a:spLocks noGrp="1"/>
          </p:cNvSpPr>
          <p:nvPr>
            <p:ph idx="1"/>
          </p:nvPr>
        </p:nvSpPr>
        <p:spPr>
          <a:xfrm>
            <a:off x="240570" y="785004"/>
            <a:ext cx="3896544" cy="5218981"/>
          </a:xfrm>
          <a:ln>
            <a:solidFill>
              <a:schemeClr val="tx1"/>
            </a:solidFill>
          </a:ln>
        </p:spPr>
        <p:txBody>
          <a:bodyPr>
            <a:normAutofit/>
          </a:bodyPr>
          <a:lstStyle/>
          <a:p>
            <a:pPr marL="0" indent="0" algn="ctr">
              <a:buNone/>
            </a:pPr>
            <a:r>
              <a:rPr lang="en-US" b="1" u="sng" dirty="0"/>
              <a:t>Creational patterns </a:t>
            </a:r>
          </a:p>
          <a:p>
            <a:r>
              <a:rPr lang="en-US" dirty="0"/>
              <a:t>Control how objects are created</a:t>
            </a:r>
          </a:p>
          <a:p>
            <a:r>
              <a:rPr lang="en-US" dirty="0" err="1"/>
              <a:t>E.g</a:t>
            </a:r>
            <a:r>
              <a:rPr lang="en-US" dirty="0"/>
              <a:t>, Factory, Singleton</a:t>
            </a:r>
          </a:p>
          <a:p>
            <a:pPr marL="230187" lvl="1" indent="0">
              <a:buNone/>
            </a:pPr>
            <a:endParaRPr lang="en-US" dirty="0"/>
          </a:p>
        </p:txBody>
      </p:sp>
      <p:sp>
        <p:nvSpPr>
          <p:cNvPr id="4" name="Title 3">
            <a:extLst>
              <a:ext uri="{FF2B5EF4-FFF2-40B4-BE49-F238E27FC236}">
                <a16:creationId xmlns:a16="http://schemas.microsoft.com/office/drawing/2014/main" id="{0C73BA8F-1FB1-C1EF-1909-E50456B58E8D}"/>
              </a:ext>
            </a:extLst>
          </p:cNvPr>
          <p:cNvSpPr>
            <a:spLocks noGrp="1"/>
          </p:cNvSpPr>
          <p:nvPr>
            <p:ph type="title"/>
          </p:nvPr>
        </p:nvSpPr>
        <p:spPr/>
        <p:txBody>
          <a:bodyPr/>
          <a:lstStyle/>
          <a:p>
            <a:r>
              <a:rPr lang="en-US" dirty="0"/>
              <a:t>Design pattern classification</a:t>
            </a:r>
          </a:p>
        </p:txBody>
      </p:sp>
      <p:sp>
        <p:nvSpPr>
          <p:cNvPr id="3" name="Content Placeholder 4">
            <a:extLst>
              <a:ext uri="{FF2B5EF4-FFF2-40B4-BE49-F238E27FC236}">
                <a16:creationId xmlns:a16="http://schemas.microsoft.com/office/drawing/2014/main" id="{ED137762-2A13-9939-4411-62530FFB20BA}"/>
              </a:ext>
            </a:extLst>
          </p:cNvPr>
          <p:cNvSpPr txBox="1">
            <a:spLocks/>
          </p:cNvSpPr>
          <p:nvPr/>
        </p:nvSpPr>
        <p:spPr bwMode="auto">
          <a:xfrm>
            <a:off x="4244627" y="785003"/>
            <a:ext cx="3980160" cy="521898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normAutofit lnSpcReduction="10000"/>
          </a:bodyPr>
          <a:lstStyle>
            <a:lvl1pPr marL="230188" indent="-230188" algn="l" defTabSz="912813" rtl="0" eaLnBrk="1" fontAlgn="base" hangingPunct="1">
              <a:lnSpc>
                <a:spcPct val="120000"/>
              </a:lnSpc>
              <a:spcBef>
                <a:spcPts val="1000"/>
              </a:spcBef>
              <a:spcAft>
                <a:spcPts val="600"/>
              </a:spcAft>
              <a:buFont typeface="Arial" panose="020B0604020202020204" pitchFamily="34" charset="0"/>
              <a:buChar char="•"/>
              <a:defRPr sz="2800" kern="1200">
                <a:solidFill>
                  <a:schemeClr val="tx1"/>
                </a:solidFill>
                <a:latin typeface="Helvetica" pitchFamily="2" charset="0"/>
                <a:ea typeface="+mn-ea"/>
                <a:cs typeface="+mn-cs"/>
              </a:defRPr>
            </a:lvl1pPr>
            <a:lvl2pPr marL="454025" indent="-223838" algn="l" defTabSz="912813" rtl="0" eaLnBrk="1" fontAlgn="base" hangingPunct="1">
              <a:lnSpc>
                <a:spcPct val="120000"/>
              </a:lnSpc>
              <a:spcBef>
                <a:spcPts val="500"/>
              </a:spcBef>
              <a:spcAft>
                <a:spcPts val="600"/>
              </a:spcAft>
              <a:buFont typeface="Arial" panose="020B0604020202020204" pitchFamily="34" charset="0"/>
              <a:buChar char="•"/>
              <a:defRPr sz="2400" kern="1200">
                <a:solidFill>
                  <a:schemeClr val="tx1"/>
                </a:solidFill>
                <a:latin typeface="Helvetica" pitchFamily="2" charset="0"/>
                <a:ea typeface="+mn-ea"/>
                <a:cs typeface="+mn-cs"/>
              </a:defRPr>
            </a:lvl2pPr>
            <a:lvl3pPr marL="684213" indent="-222250" algn="l" defTabSz="912813" rtl="0" eaLnBrk="1" fontAlgn="base" hangingPunct="1">
              <a:lnSpc>
                <a:spcPct val="120000"/>
              </a:lnSpc>
              <a:spcBef>
                <a:spcPts val="500"/>
              </a:spcBef>
              <a:spcAft>
                <a:spcPts val="600"/>
              </a:spcAft>
              <a:buFont typeface="Arial" panose="020B0604020202020204" pitchFamily="34" charset="0"/>
              <a:buChar char="•"/>
              <a:defRPr sz="2000" kern="1200">
                <a:solidFill>
                  <a:schemeClr val="tx1"/>
                </a:solidFill>
                <a:latin typeface="Helvetica" pitchFamily="2" charset="0"/>
                <a:ea typeface="+mn-ea"/>
                <a:cs typeface="+mn-cs"/>
              </a:defRPr>
            </a:lvl3pPr>
            <a:lvl4pPr marL="914400" indent="-230188" algn="l" defTabSz="912813" rtl="0" eaLnBrk="1" fontAlgn="base" hangingPunct="1">
              <a:lnSpc>
                <a:spcPct val="120000"/>
              </a:lnSpc>
              <a:spcBef>
                <a:spcPts val="500"/>
              </a:spcBef>
              <a:spcAft>
                <a:spcPts val="600"/>
              </a:spcAft>
              <a:buFont typeface="Arial" panose="020B0604020202020204" pitchFamily="34" charset="0"/>
              <a:buChar char="•"/>
              <a:defRPr sz="1800" kern="1200">
                <a:solidFill>
                  <a:schemeClr val="tx1"/>
                </a:solidFill>
                <a:latin typeface="Helvetica" pitchFamily="2" charset="0"/>
                <a:ea typeface="+mn-ea"/>
                <a:cs typeface="+mn-cs"/>
              </a:defRPr>
            </a:lvl4pPr>
            <a:lvl5pPr marL="1198563" indent="-284163" algn="l" defTabSz="912813" rtl="0" eaLnBrk="1" fontAlgn="base" hangingPunct="1">
              <a:lnSpc>
                <a:spcPct val="120000"/>
              </a:lnSpc>
              <a:spcBef>
                <a:spcPts val="500"/>
              </a:spcBef>
              <a:spcAft>
                <a:spcPts val="600"/>
              </a:spcAft>
              <a:buFont typeface="Arial" panose="020B0604020202020204" pitchFamily="34" charset="0"/>
              <a:buChar char="•"/>
              <a:defRPr sz="1800" kern="1200">
                <a:solidFill>
                  <a:schemeClr val="tx1"/>
                </a:solidFill>
                <a:latin typeface="Helvetica" pitchFamily="2" charset="0"/>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u="sng" dirty="0"/>
              <a:t>Structural patterns</a:t>
            </a:r>
          </a:p>
          <a:p>
            <a:r>
              <a:rPr lang="en-US" dirty="0"/>
              <a:t>Control how objects and classes are composed</a:t>
            </a:r>
          </a:p>
          <a:p>
            <a:r>
              <a:rPr lang="en-US" dirty="0"/>
              <a:t>Deal with object relationships</a:t>
            </a:r>
          </a:p>
          <a:p>
            <a:r>
              <a:rPr lang="en-US" dirty="0"/>
              <a:t>E.g., Adapter, Proxy, Decorator, Bridge, Facade</a:t>
            </a:r>
          </a:p>
          <a:p>
            <a:pPr lvl="1"/>
            <a:endParaRPr lang="en-US" dirty="0"/>
          </a:p>
        </p:txBody>
      </p:sp>
      <p:sp>
        <p:nvSpPr>
          <p:cNvPr id="6" name="Content Placeholder 4">
            <a:extLst>
              <a:ext uri="{FF2B5EF4-FFF2-40B4-BE49-F238E27FC236}">
                <a16:creationId xmlns:a16="http://schemas.microsoft.com/office/drawing/2014/main" id="{B683DCB9-FAFA-6276-DDC6-ED5170F93B60}"/>
              </a:ext>
            </a:extLst>
          </p:cNvPr>
          <p:cNvSpPr txBox="1">
            <a:spLocks/>
          </p:cNvSpPr>
          <p:nvPr/>
        </p:nvSpPr>
        <p:spPr bwMode="auto">
          <a:xfrm>
            <a:off x="8291022" y="785002"/>
            <a:ext cx="3660408" cy="521898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normAutofit/>
          </a:bodyPr>
          <a:lstStyle>
            <a:lvl1pPr marL="230188" indent="-230188" algn="l" defTabSz="912813" rtl="0" eaLnBrk="1" fontAlgn="base" hangingPunct="1">
              <a:lnSpc>
                <a:spcPct val="120000"/>
              </a:lnSpc>
              <a:spcBef>
                <a:spcPts val="1000"/>
              </a:spcBef>
              <a:spcAft>
                <a:spcPts val="600"/>
              </a:spcAft>
              <a:buFont typeface="Arial" panose="020B0604020202020204" pitchFamily="34" charset="0"/>
              <a:buChar char="•"/>
              <a:defRPr sz="2800" kern="1200">
                <a:solidFill>
                  <a:schemeClr val="tx1"/>
                </a:solidFill>
                <a:latin typeface="Helvetica" pitchFamily="2" charset="0"/>
                <a:ea typeface="+mn-ea"/>
                <a:cs typeface="+mn-cs"/>
              </a:defRPr>
            </a:lvl1pPr>
            <a:lvl2pPr marL="454025" indent="-223838" algn="l" defTabSz="912813" rtl="0" eaLnBrk="1" fontAlgn="base" hangingPunct="1">
              <a:lnSpc>
                <a:spcPct val="120000"/>
              </a:lnSpc>
              <a:spcBef>
                <a:spcPts val="500"/>
              </a:spcBef>
              <a:spcAft>
                <a:spcPts val="600"/>
              </a:spcAft>
              <a:buFont typeface="Arial" panose="020B0604020202020204" pitchFamily="34" charset="0"/>
              <a:buChar char="•"/>
              <a:defRPr sz="2400" kern="1200">
                <a:solidFill>
                  <a:schemeClr val="tx1"/>
                </a:solidFill>
                <a:latin typeface="Helvetica" pitchFamily="2" charset="0"/>
                <a:ea typeface="+mn-ea"/>
                <a:cs typeface="+mn-cs"/>
              </a:defRPr>
            </a:lvl2pPr>
            <a:lvl3pPr marL="684213" indent="-222250" algn="l" defTabSz="912813" rtl="0" eaLnBrk="1" fontAlgn="base" hangingPunct="1">
              <a:lnSpc>
                <a:spcPct val="120000"/>
              </a:lnSpc>
              <a:spcBef>
                <a:spcPts val="500"/>
              </a:spcBef>
              <a:spcAft>
                <a:spcPts val="600"/>
              </a:spcAft>
              <a:buFont typeface="Arial" panose="020B0604020202020204" pitchFamily="34" charset="0"/>
              <a:buChar char="•"/>
              <a:defRPr sz="2000" kern="1200">
                <a:solidFill>
                  <a:schemeClr val="tx1"/>
                </a:solidFill>
                <a:latin typeface="Helvetica" pitchFamily="2" charset="0"/>
                <a:ea typeface="+mn-ea"/>
                <a:cs typeface="+mn-cs"/>
              </a:defRPr>
            </a:lvl3pPr>
            <a:lvl4pPr marL="914400" indent="-230188" algn="l" defTabSz="912813" rtl="0" eaLnBrk="1" fontAlgn="base" hangingPunct="1">
              <a:lnSpc>
                <a:spcPct val="120000"/>
              </a:lnSpc>
              <a:spcBef>
                <a:spcPts val="500"/>
              </a:spcBef>
              <a:spcAft>
                <a:spcPts val="600"/>
              </a:spcAft>
              <a:buFont typeface="Arial" panose="020B0604020202020204" pitchFamily="34" charset="0"/>
              <a:buChar char="•"/>
              <a:defRPr sz="1800" kern="1200">
                <a:solidFill>
                  <a:schemeClr val="tx1"/>
                </a:solidFill>
                <a:latin typeface="Helvetica" pitchFamily="2" charset="0"/>
                <a:ea typeface="+mn-ea"/>
                <a:cs typeface="+mn-cs"/>
              </a:defRPr>
            </a:lvl4pPr>
            <a:lvl5pPr marL="1198563" indent="-284163" algn="l" defTabSz="912813" rtl="0" eaLnBrk="1" fontAlgn="base" hangingPunct="1">
              <a:lnSpc>
                <a:spcPct val="120000"/>
              </a:lnSpc>
              <a:spcBef>
                <a:spcPts val="500"/>
              </a:spcBef>
              <a:spcAft>
                <a:spcPts val="600"/>
              </a:spcAft>
              <a:buFont typeface="Arial" panose="020B0604020202020204" pitchFamily="34" charset="0"/>
              <a:buChar char="•"/>
              <a:defRPr sz="1800" kern="1200">
                <a:solidFill>
                  <a:schemeClr val="tx1"/>
                </a:solidFill>
                <a:latin typeface="Helvetica" pitchFamily="2" charset="0"/>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u="sng" dirty="0"/>
              <a:t>Behavioral patterns</a:t>
            </a:r>
          </a:p>
          <a:p>
            <a:r>
              <a:rPr lang="en-US" dirty="0"/>
              <a:t>Control how objects distribute responsibilities</a:t>
            </a:r>
          </a:p>
          <a:p>
            <a:r>
              <a:rPr lang="en-US" dirty="0"/>
              <a:t>Template method, State, Observer, Visitor</a:t>
            </a:r>
          </a:p>
          <a:p>
            <a:pPr lvl="1"/>
            <a:endParaRPr lang="en-US" dirty="0"/>
          </a:p>
        </p:txBody>
      </p:sp>
    </p:spTree>
    <p:extLst>
      <p:ext uri="{BB962C8B-B14F-4D97-AF65-F5344CB8AC3E}">
        <p14:creationId xmlns:p14="http://schemas.microsoft.com/office/powerpoint/2010/main" val="41901872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954E2F-E90C-63F9-1EE7-6015D6747D4C}"/>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240A87DA-66DA-5A39-F393-779B20E42100}"/>
              </a:ext>
            </a:extLst>
          </p:cNvPr>
          <p:cNvSpPr>
            <a:spLocks noGrp="1"/>
          </p:cNvSpPr>
          <p:nvPr>
            <p:ph idx="1"/>
          </p:nvPr>
        </p:nvSpPr>
        <p:spPr/>
        <p:txBody>
          <a:bodyPr/>
          <a:lstStyle/>
          <a:p>
            <a:r>
              <a:rPr lang="en-US" dirty="0"/>
              <a:t>Abstract the instantiation process</a:t>
            </a:r>
          </a:p>
          <a:p>
            <a:r>
              <a:rPr lang="en-US" dirty="0"/>
              <a:t>Provides flexibility in</a:t>
            </a:r>
          </a:p>
          <a:p>
            <a:pPr lvl="1"/>
            <a:r>
              <a:rPr lang="en-US" dirty="0"/>
              <a:t>What gets created</a:t>
            </a:r>
          </a:p>
          <a:p>
            <a:pPr lvl="1"/>
            <a:r>
              <a:rPr lang="en-US" dirty="0"/>
              <a:t>Who creates it</a:t>
            </a:r>
          </a:p>
          <a:p>
            <a:pPr lvl="1"/>
            <a:r>
              <a:rPr lang="en-US" dirty="0"/>
              <a:t>How it is created and when</a:t>
            </a:r>
          </a:p>
          <a:p>
            <a:r>
              <a:rPr lang="en-US" dirty="0"/>
              <a:t>Singleton pattern (seen earlier), abstract factory</a:t>
            </a:r>
          </a:p>
        </p:txBody>
      </p:sp>
      <p:sp>
        <p:nvSpPr>
          <p:cNvPr id="4" name="Title 3">
            <a:extLst>
              <a:ext uri="{FF2B5EF4-FFF2-40B4-BE49-F238E27FC236}">
                <a16:creationId xmlns:a16="http://schemas.microsoft.com/office/drawing/2014/main" id="{35E0A266-AD48-CE84-98D8-12E0EF9E2B9D}"/>
              </a:ext>
            </a:extLst>
          </p:cNvPr>
          <p:cNvSpPr>
            <a:spLocks noGrp="1"/>
          </p:cNvSpPr>
          <p:nvPr>
            <p:ph type="title"/>
          </p:nvPr>
        </p:nvSpPr>
        <p:spPr/>
        <p:txBody>
          <a:bodyPr/>
          <a:lstStyle/>
          <a:p>
            <a:r>
              <a:rPr lang="en-US" dirty="0"/>
              <a:t>Creational patterns </a:t>
            </a:r>
          </a:p>
        </p:txBody>
      </p:sp>
    </p:spTree>
    <p:extLst>
      <p:ext uri="{BB962C8B-B14F-4D97-AF65-F5344CB8AC3E}">
        <p14:creationId xmlns:p14="http://schemas.microsoft.com/office/powerpoint/2010/main" val="738238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40E0303-71A9-36B0-0B0E-17359D76A13F}"/>
              </a:ext>
            </a:extLst>
          </p:cNvPr>
          <p:cNvSpPr>
            <a:spLocks noGrp="1"/>
          </p:cNvSpPr>
          <p:nvPr>
            <p:ph idx="1"/>
          </p:nvPr>
        </p:nvSpPr>
        <p:spPr/>
        <p:txBody>
          <a:bodyPr/>
          <a:lstStyle/>
          <a:p>
            <a:endParaRPr lang="en-US"/>
          </a:p>
        </p:txBody>
      </p:sp>
      <p:sp>
        <p:nvSpPr>
          <p:cNvPr id="3" name="Text Placeholder 2">
            <a:extLst>
              <a:ext uri="{FF2B5EF4-FFF2-40B4-BE49-F238E27FC236}">
                <a16:creationId xmlns:a16="http://schemas.microsoft.com/office/drawing/2014/main" id="{95DE3778-506D-E45E-FEBD-D878521A6E29}"/>
              </a:ext>
            </a:extLst>
          </p:cNvPr>
          <p:cNvSpPr>
            <a:spLocks noGrp="1"/>
          </p:cNvSpPr>
          <p:nvPr>
            <p:ph type="body" sz="quarter" idx="13"/>
          </p:nvPr>
        </p:nvSpPr>
        <p:spPr/>
        <p:txBody>
          <a:bodyPr/>
          <a:lstStyle/>
          <a:p>
            <a:r>
              <a:rPr lang="en-US" sz="2800" dirty="0"/>
              <a:t>Abstract factory design pattern</a:t>
            </a:r>
          </a:p>
        </p:txBody>
      </p:sp>
    </p:spTree>
    <p:extLst>
      <p:ext uri="{BB962C8B-B14F-4D97-AF65-F5344CB8AC3E}">
        <p14:creationId xmlns:p14="http://schemas.microsoft.com/office/powerpoint/2010/main" val="34830151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314958-E609-FD5C-3A1C-7D0E0E4FBACA}"/>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2E2DACA3-4BF1-ACB9-8247-3D08B49FC8F8}"/>
              </a:ext>
            </a:extLst>
          </p:cNvPr>
          <p:cNvSpPr>
            <a:spLocks noGrp="1"/>
          </p:cNvSpPr>
          <p:nvPr>
            <p:ph idx="1"/>
          </p:nvPr>
        </p:nvSpPr>
        <p:spPr/>
        <p:txBody>
          <a:bodyPr>
            <a:normAutofit fontScale="92500" lnSpcReduction="10000"/>
          </a:bodyPr>
          <a:lstStyle/>
          <a:p>
            <a:r>
              <a:rPr lang="en-US" dirty="0">
                <a:cs typeface="Consolas" panose="020B0609020204030204" pitchFamily="49" charset="0"/>
              </a:rPr>
              <a:t>public class Button { // button stuff }</a:t>
            </a:r>
          </a:p>
          <a:p>
            <a:r>
              <a:rPr lang="en-US" dirty="0">
                <a:cs typeface="Consolas" panose="020B0609020204030204" pitchFamily="49" charset="0"/>
              </a:rPr>
              <a:t>public class </a:t>
            </a:r>
            <a:r>
              <a:rPr lang="en-US" dirty="0" err="1">
                <a:cs typeface="Consolas" panose="020B0609020204030204" pitchFamily="49" charset="0"/>
              </a:rPr>
              <a:t>WinButton</a:t>
            </a:r>
            <a:r>
              <a:rPr lang="en-US" dirty="0">
                <a:cs typeface="Consolas" panose="020B0609020204030204" pitchFamily="49" charset="0"/>
              </a:rPr>
              <a:t> extends Button { // … } </a:t>
            </a:r>
          </a:p>
          <a:p>
            <a:r>
              <a:rPr lang="en-US" dirty="0">
                <a:cs typeface="Consolas" panose="020B0609020204030204" pitchFamily="49" charset="0"/>
              </a:rPr>
              <a:t>public class </a:t>
            </a:r>
            <a:r>
              <a:rPr lang="en-US" dirty="0" err="1">
                <a:cs typeface="Consolas" panose="020B0609020204030204" pitchFamily="49" charset="0"/>
              </a:rPr>
              <a:t>MacOSButton</a:t>
            </a:r>
            <a:r>
              <a:rPr lang="en-US" dirty="0">
                <a:cs typeface="Consolas" panose="020B0609020204030204" pitchFamily="49" charset="0"/>
              </a:rPr>
              <a:t> extends Button { // … }</a:t>
            </a:r>
          </a:p>
          <a:p>
            <a:br>
              <a:rPr lang="en-US" sz="1600" dirty="0">
                <a:latin typeface="Consolas" panose="020B0609020204030204" pitchFamily="49" charset="0"/>
              </a:rPr>
            </a:br>
            <a:r>
              <a:rPr lang="en-US" sz="1600" dirty="0">
                <a:latin typeface="Consolas" panose="020B0609020204030204" pitchFamily="49" charset="0"/>
              </a:rPr>
              <a:t>Button button = </a:t>
            </a:r>
            <a:r>
              <a:rPr lang="en-US" sz="1600" dirty="0" err="1">
                <a:latin typeface="Consolas" panose="020B0609020204030204" pitchFamily="49" charset="0"/>
              </a:rPr>
              <a:t>nullptr</a:t>
            </a:r>
            <a:r>
              <a:rPr lang="en-US" sz="1600" dirty="0">
                <a:latin typeface="Consolas" panose="020B0609020204030204" pitchFamily="49" charset="0"/>
              </a:rPr>
              <a:t>;</a:t>
            </a:r>
            <a:br>
              <a:rPr lang="en-US" sz="1600" dirty="0">
                <a:latin typeface="Consolas" panose="020B0609020204030204" pitchFamily="49" charset="0"/>
              </a:rPr>
            </a:br>
            <a:r>
              <a:rPr lang="en-US" sz="1600" dirty="0">
                <a:latin typeface="Consolas" panose="020B0609020204030204" pitchFamily="49" charset="0"/>
              </a:rPr>
              <a:t>if (platform == “win”) {</a:t>
            </a:r>
            <a:br>
              <a:rPr lang="en-US" sz="1600" dirty="0">
                <a:latin typeface="Consolas" panose="020B0609020204030204" pitchFamily="49" charset="0"/>
              </a:rPr>
            </a:br>
            <a:r>
              <a:rPr lang="en-US" sz="1600" dirty="0">
                <a:latin typeface="Consolas" panose="020B0609020204030204" pitchFamily="49" charset="0"/>
              </a:rPr>
              <a:t>	button = new </a:t>
            </a:r>
            <a:r>
              <a:rPr lang="en-US" sz="1600" dirty="0" err="1">
                <a:latin typeface="Consolas" panose="020B0609020204030204" pitchFamily="49" charset="0"/>
              </a:rPr>
              <a:t>WinButton</a:t>
            </a:r>
            <a:r>
              <a:rPr lang="en-US" sz="1600" dirty="0">
                <a:latin typeface="Consolas" panose="020B0609020204030204" pitchFamily="49" charset="0"/>
              </a:rPr>
              <a:t>();</a:t>
            </a:r>
            <a:br>
              <a:rPr lang="en-US" sz="1600" dirty="0">
                <a:latin typeface="Consolas" panose="020B0609020204030204" pitchFamily="49" charset="0"/>
              </a:rPr>
            </a:br>
            <a:r>
              <a:rPr lang="en-US" sz="1600" dirty="0">
                <a:latin typeface="Consolas" panose="020B0609020204030204" pitchFamily="49" charset="0"/>
              </a:rPr>
              <a:t>} else {</a:t>
            </a:r>
            <a:br>
              <a:rPr lang="en-US" sz="1600" dirty="0">
                <a:latin typeface="Consolas" panose="020B0609020204030204" pitchFamily="49" charset="0"/>
              </a:rPr>
            </a:br>
            <a:r>
              <a:rPr lang="en-US" sz="1600" dirty="0">
                <a:latin typeface="Consolas" panose="020B0609020204030204" pitchFamily="49" charset="0"/>
              </a:rPr>
              <a:t>	button = new </a:t>
            </a:r>
            <a:r>
              <a:rPr lang="en-US" sz="1600" dirty="0" err="1">
                <a:latin typeface="Consolas" panose="020B0609020204030204" pitchFamily="49" charset="0"/>
              </a:rPr>
              <a:t>MacOSButton</a:t>
            </a:r>
            <a:r>
              <a:rPr lang="en-US" sz="1600" dirty="0">
                <a:latin typeface="Consolas" panose="020B0609020204030204" pitchFamily="49" charset="0"/>
              </a:rPr>
              <a:t>();</a:t>
            </a:r>
            <a:br>
              <a:rPr lang="en-US" sz="1600" dirty="0">
                <a:latin typeface="Consolas" panose="020B0609020204030204" pitchFamily="49" charset="0"/>
              </a:rPr>
            </a:br>
            <a:r>
              <a:rPr lang="en-US" sz="1600" dirty="0">
                <a:latin typeface="Consolas" panose="020B0609020204030204" pitchFamily="49" charset="0"/>
              </a:rPr>
              <a:t>}</a:t>
            </a:r>
            <a:endParaRPr lang="en-US" dirty="0">
              <a:latin typeface="Consolas" panose="020B0609020204030204" pitchFamily="49" charset="0"/>
            </a:endParaRPr>
          </a:p>
          <a:p>
            <a:br>
              <a:rPr lang="en-US" dirty="0"/>
            </a:br>
            <a:r>
              <a:rPr lang="en-US" dirty="0"/>
              <a:t>Textbox </a:t>
            </a:r>
            <a:r>
              <a:rPr lang="en-US" dirty="0" err="1"/>
              <a:t>textbox</a:t>
            </a:r>
            <a:r>
              <a:rPr lang="en-US" dirty="0"/>
              <a:t> = </a:t>
            </a:r>
            <a:r>
              <a:rPr lang="en-US" dirty="0" err="1"/>
              <a:t>nullptr</a:t>
            </a:r>
            <a:r>
              <a:rPr lang="en-US" dirty="0"/>
              <a:t>;</a:t>
            </a:r>
            <a:br>
              <a:rPr lang="en-US" dirty="0"/>
            </a:br>
            <a:r>
              <a:rPr lang="en-US" sz="1600" dirty="0">
                <a:latin typeface="Consolas" panose="020B0609020204030204" pitchFamily="49" charset="0"/>
              </a:rPr>
              <a:t>if (platform == “win”) {</a:t>
            </a:r>
            <a:br>
              <a:rPr lang="en-US" sz="1600" dirty="0">
                <a:latin typeface="Consolas" panose="020B0609020204030204" pitchFamily="49" charset="0"/>
              </a:rPr>
            </a:br>
            <a:r>
              <a:rPr lang="en-US" sz="1600" dirty="0">
                <a:latin typeface="Consolas" panose="020B0609020204030204" pitchFamily="49" charset="0"/>
              </a:rPr>
              <a:t>	textbox = new </a:t>
            </a:r>
            <a:r>
              <a:rPr lang="en-US" sz="1600" dirty="0" err="1">
                <a:latin typeface="Consolas" panose="020B0609020204030204" pitchFamily="49" charset="0"/>
              </a:rPr>
              <a:t>WinTextBox</a:t>
            </a:r>
            <a:r>
              <a:rPr lang="en-US" sz="1600" dirty="0">
                <a:latin typeface="Consolas" panose="020B0609020204030204" pitchFamily="49" charset="0"/>
              </a:rPr>
              <a:t>();</a:t>
            </a:r>
            <a:br>
              <a:rPr lang="en-US" sz="1600" dirty="0">
                <a:latin typeface="Consolas" panose="020B0609020204030204" pitchFamily="49" charset="0"/>
              </a:rPr>
            </a:br>
            <a:r>
              <a:rPr lang="en-US" sz="1600" dirty="0">
                <a:latin typeface="Consolas" panose="020B0609020204030204" pitchFamily="49" charset="0"/>
              </a:rPr>
              <a:t>} else {</a:t>
            </a:r>
            <a:br>
              <a:rPr lang="en-US" sz="1600" dirty="0">
                <a:latin typeface="Consolas" panose="020B0609020204030204" pitchFamily="49" charset="0"/>
              </a:rPr>
            </a:br>
            <a:r>
              <a:rPr lang="en-US" sz="1600" dirty="0">
                <a:latin typeface="Consolas" panose="020B0609020204030204" pitchFamily="49" charset="0"/>
              </a:rPr>
              <a:t>	button = new </a:t>
            </a:r>
            <a:r>
              <a:rPr lang="en-US" sz="1600" dirty="0" err="1">
                <a:latin typeface="Consolas" panose="020B0609020204030204" pitchFamily="49" charset="0"/>
              </a:rPr>
              <a:t>MacOSTextBox</a:t>
            </a:r>
            <a:r>
              <a:rPr lang="en-US" sz="1600" dirty="0">
                <a:latin typeface="Consolas" panose="020B0609020204030204" pitchFamily="49" charset="0"/>
              </a:rPr>
              <a:t>();</a:t>
            </a:r>
            <a:br>
              <a:rPr lang="en-US" sz="1600" dirty="0">
                <a:latin typeface="Consolas" panose="020B0609020204030204" pitchFamily="49" charset="0"/>
              </a:rPr>
            </a:br>
            <a:r>
              <a:rPr lang="en-US" sz="1600" dirty="0">
                <a:latin typeface="Consolas" panose="020B0609020204030204" pitchFamily="49" charset="0"/>
              </a:rPr>
              <a:t>}</a:t>
            </a:r>
            <a:endParaRPr lang="en-US" dirty="0">
              <a:latin typeface="Consolas" panose="020B0609020204030204" pitchFamily="49" charset="0"/>
            </a:endParaRPr>
          </a:p>
          <a:p>
            <a:endParaRPr lang="en-US" dirty="0"/>
          </a:p>
          <a:p>
            <a:r>
              <a:rPr lang="en-US" dirty="0" err="1"/>
              <a:t>DropdownBox</a:t>
            </a:r>
            <a:r>
              <a:rPr lang="en-US" dirty="0"/>
              <a:t> </a:t>
            </a:r>
            <a:r>
              <a:rPr lang="en-US" dirty="0" err="1"/>
              <a:t>dropdownbox</a:t>
            </a:r>
            <a:r>
              <a:rPr lang="en-US" dirty="0"/>
              <a:t> = </a:t>
            </a:r>
            <a:r>
              <a:rPr lang="en-US" dirty="0" err="1"/>
              <a:t>nullptr</a:t>
            </a:r>
            <a:r>
              <a:rPr lang="en-US" dirty="0"/>
              <a:t>;</a:t>
            </a:r>
            <a:br>
              <a:rPr lang="en-US" dirty="0"/>
            </a:br>
            <a:r>
              <a:rPr lang="en-US" sz="1600" dirty="0">
                <a:latin typeface="Consolas" panose="020B0609020204030204" pitchFamily="49" charset="0"/>
              </a:rPr>
              <a:t>if (platform == “win”) {</a:t>
            </a:r>
            <a:br>
              <a:rPr lang="en-US" sz="1600" dirty="0">
                <a:latin typeface="Consolas" panose="020B0609020204030204" pitchFamily="49" charset="0"/>
              </a:rPr>
            </a:br>
            <a:r>
              <a:rPr lang="en-US" sz="1600" dirty="0">
                <a:latin typeface="Consolas" panose="020B0609020204030204" pitchFamily="49" charset="0"/>
              </a:rPr>
              <a:t>	</a:t>
            </a:r>
            <a:r>
              <a:rPr lang="en-US" dirty="0"/>
              <a:t> </a:t>
            </a:r>
            <a:r>
              <a:rPr lang="en-US" dirty="0" err="1"/>
              <a:t>dropdownbox</a:t>
            </a:r>
            <a:r>
              <a:rPr lang="en-US" sz="1600" dirty="0">
                <a:latin typeface="Consolas" panose="020B0609020204030204" pitchFamily="49" charset="0"/>
              </a:rPr>
              <a:t> = new </a:t>
            </a:r>
            <a:r>
              <a:rPr lang="en-US" sz="1600" dirty="0" err="1">
                <a:latin typeface="Consolas" panose="020B0609020204030204" pitchFamily="49" charset="0"/>
              </a:rPr>
              <a:t>Win</a:t>
            </a:r>
            <a:r>
              <a:rPr lang="en-US" dirty="0" err="1"/>
              <a:t>DropdownBox</a:t>
            </a:r>
            <a:r>
              <a:rPr lang="en-US" sz="1600" dirty="0">
                <a:latin typeface="Consolas" panose="020B0609020204030204" pitchFamily="49" charset="0"/>
              </a:rPr>
              <a:t>();</a:t>
            </a:r>
            <a:br>
              <a:rPr lang="en-US" sz="1600" dirty="0">
                <a:latin typeface="Consolas" panose="020B0609020204030204" pitchFamily="49" charset="0"/>
              </a:rPr>
            </a:br>
            <a:r>
              <a:rPr lang="en-US" sz="1600" dirty="0">
                <a:latin typeface="Consolas" panose="020B0609020204030204" pitchFamily="49" charset="0"/>
              </a:rPr>
              <a:t>} else {</a:t>
            </a:r>
            <a:br>
              <a:rPr lang="en-US" sz="1600" dirty="0">
                <a:latin typeface="Consolas" panose="020B0609020204030204" pitchFamily="49" charset="0"/>
              </a:rPr>
            </a:br>
            <a:r>
              <a:rPr lang="en-US" sz="1600" dirty="0">
                <a:latin typeface="Consolas" panose="020B0609020204030204" pitchFamily="49" charset="0"/>
              </a:rPr>
              <a:t>	</a:t>
            </a:r>
            <a:r>
              <a:rPr lang="en-US" dirty="0"/>
              <a:t> </a:t>
            </a:r>
            <a:r>
              <a:rPr lang="en-US" dirty="0" err="1"/>
              <a:t>dropdownbox</a:t>
            </a:r>
            <a:r>
              <a:rPr lang="en-US" sz="1600" dirty="0">
                <a:latin typeface="Consolas" panose="020B0609020204030204" pitchFamily="49" charset="0"/>
              </a:rPr>
              <a:t> = new </a:t>
            </a:r>
            <a:r>
              <a:rPr lang="en-US" sz="1600" dirty="0" err="1">
                <a:latin typeface="Consolas" panose="020B0609020204030204" pitchFamily="49" charset="0"/>
              </a:rPr>
              <a:t>MacOS</a:t>
            </a:r>
            <a:r>
              <a:rPr lang="en-US" dirty="0" err="1"/>
              <a:t>DropdownBox</a:t>
            </a:r>
            <a:r>
              <a:rPr lang="en-US" sz="1600" dirty="0">
                <a:latin typeface="Consolas" panose="020B0609020204030204" pitchFamily="49" charset="0"/>
              </a:rPr>
              <a:t>();</a:t>
            </a:r>
            <a:br>
              <a:rPr lang="en-US" sz="1600" dirty="0">
                <a:latin typeface="Consolas" panose="020B0609020204030204" pitchFamily="49" charset="0"/>
              </a:rPr>
            </a:br>
            <a:r>
              <a:rPr lang="en-US" sz="1600" dirty="0">
                <a:latin typeface="Consolas" panose="020B0609020204030204" pitchFamily="49" charset="0"/>
              </a:rPr>
              <a:t>}</a:t>
            </a:r>
            <a:endParaRPr lang="en-US" dirty="0"/>
          </a:p>
        </p:txBody>
      </p:sp>
      <p:sp>
        <p:nvSpPr>
          <p:cNvPr id="4" name="Title 3">
            <a:extLst>
              <a:ext uri="{FF2B5EF4-FFF2-40B4-BE49-F238E27FC236}">
                <a16:creationId xmlns:a16="http://schemas.microsoft.com/office/drawing/2014/main" id="{7359E192-1E6C-E546-8E98-0C2E6551740F}"/>
              </a:ext>
            </a:extLst>
          </p:cNvPr>
          <p:cNvSpPr>
            <a:spLocks noGrp="1"/>
          </p:cNvSpPr>
          <p:nvPr>
            <p:ph type="title"/>
          </p:nvPr>
        </p:nvSpPr>
        <p:spPr/>
        <p:txBody>
          <a:bodyPr/>
          <a:lstStyle/>
          <a:p>
            <a:r>
              <a:rPr lang="en-US" dirty="0"/>
              <a:t>Case study: UI toolkit</a:t>
            </a:r>
          </a:p>
        </p:txBody>
      </p:sp>
      <p:sp>
        <p:nvSpPr>
          <p:cNvPr id="2" name="Content Placeholder 1">
            <a:extLst>
              <a:ext uri="{FF2B5EF4-FFF2-40B4-BE49-F238E27FC236}">
                <a16:creationId xmlns:a16="http://schemas.microsoft.com/office/drawing/2014/main" id="{FF0E786E-0F0C-F91D-9527-CDEAF4144969}"/>
              </a:ext>
            </a:extLst>
          </p:cNvPr>
          <p:cNvSpPr>
            <a:spLocks noGrp="1"/>
          </p:cNvSpPr>
          <p:nvPr>
            <p:ph idx="13"/>
          </p:nvPr>
        </p:nvSpPr>
        <p:spPr/>
        <p:txBody>
          <a:bodyPr>
            <a:normAutofit/>
          </a:bodyPr>
          <a:lstStyle/>
          <a:p>
            <a:r>
              <a:rPr lang="en-US" dirty="0"/>
              <a:t>Example: design a GUI app that can support both Windows and MacOS UI components</a:t>
            </a:r>
          </a:p>
          <a:p>
            <a:r>
              <a:rPr lang="en-US" dirty="0"/>
              <a:t>Option 1 – add if-else statements for each UI component creation</a:t>
            </a:r>
          </a:p>
          <a:p>
            <a:pPr lvl="1"/>
            <a:r>
              <a:rPr lang="en-US" dirty="0">
                <a:latin typeface="Helvetica" panose="020B0604020202020204" pitchFamily="34" charset="0"/>
                <a:cs typeface="Helvetica" panose="020B0604020202020204" pitchFamily="34" charset="0"/>
              </a:rPr>
              <a:t>Error-prone!</a:t>
            </a:r>
          </a:p>
          <a:p>
            <a:endParaRPr lang="en-US" dirty="0"/>
          </a:p>
        </p:txBody>
      </p:sp>
      <p:sp>
        <p:nvSpPr>
          <p:cNvPr id="3" name="Rectangle 2">
            <a:extLst>
              <a:ext uri="{FF2B5EF4-FFF2-40B4-BE49-F238E27FC236}">
                <a16:creationId xmlns:a16="http://schemas.microsoft.com/office/drawing/2014/main" id="{B94E8FA2-D7D8-2552-E624-12EA31D7AFDA}"/>
              </a:ext>
            </a:extLst>
          </p:cNvPr>
          <p:cNvSpPr/>
          <p:nvPr/>
        </p:nvSpPr>
        <p:spPr>
          <a:xfrm>
            <a:off x="6176511" y="785004"/>
            <a:ext cx="5633413" cy="858360"/>
          </a:xfrm>
          <a:prstGeom prst="rect">
            <a:avLst/>
          </a:prstGeom>
          <a:noFill/>
          <a:ln w="285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777314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3"/>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894F4B-DBCD-4D79-CA17-752A8568DA43}"/>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2AF32625-FDC5-A453-80F5-27946CB95314}"/>
              </a:ext>
            </a:extLst>
          </p:cNvPr>
          <p:cNvSpPr>
            <a:spLocks noGrp="1"/>
          </p:cNvSpPr>
          <p:nvPr>
            <p:ph idx="1"/>
          </p:nvPr>
        </p:nvSpPr>
        <p:spPr/>
        <p:txBody>
          <a:bodyPr>
            <a:normAutofit lnSpcReduction="10000"/>
          </a:bodyPr>
          <a:lstStyle/>
          <a:p>
            <a:r>
              <a:rPr lang="en-US" dirty="0">
                <a:latin typeface="Helvetica" panose="020B0604020202020204" pitchFamily="34" charset="0"/>
                <a:cs typeface="Helvetica" panose="020B0604020202020204" pitchFamily="34" charset="0"/>
              </a:rPr>
              <a:t>public class Button { // button stuff }</a:t>
            </a:r>
          </a:p>
          <a:p>
            <a:r>
              <a:rPr lang="en-US" dirty="0">
                <a:latin typeface="Helvetica" panose="020B0604020202020204" pitchFamily="34" charset="0"/>
                <a:cs typeface="Helvetica" panose="020B0604020202020204" pitchFamily="34" charset="0"/>
              </a:rPr>
              <a:t>public class </a:t>
            </a:r>
            <a:r>
              <a:rPr lang="en-US" dirty="0" err="1">
                <a:latin typeface="Helvetica" panose="020B0604020202020204" pitchFamily="34" charset="0"/>
                <a:cs typeface="Helvetica" panose="020B0604020202020204" pitchFamily="34" charset="0"/>
              </a:rPr>
              <a:t>WinButton</a:t>
            </a:r>
            <a:r>
              <a:rPr lang="en-US" dirty="0">
                <a:latin typeface="Helvetica" panose="020B0604020202020204" pitchFamily="34" charset="0"/>
                <a:cs typeface="Helvetica" panose="020B0604020202020204" pitchFamily="34" charset="0"/>
              </a:rPr>
              <a:t> extends Button { // … } </a:t>
            </a:r>
          </a:p>
          <a:p>
            <a:r>
              <a:rPr lang="en-US" dirty="0">
                <a:latin typeface="Helvetica" panose="020B0604020202020204" pitchFamily="34" charset="0"/>
                <a:cs typeface="Helvetica" panose="020B0604020202020204" pitchFamily="34" charset="0"/>
              </a:rPr>
              <a:t>public class </a:t>
            </a:r>
            <a:r>
              <a:rPr lang="en-US" dirty="0" err="1">
                <a:latin typeface="Helvetica" panose="020B0604020202020204" pitchFamily="34" charset="0"/>
                <a:cs typeface="Helvetica" panose="020B0604020202020204" pitchFamily="34" charset="0"/>
              </a:rPr>
              <a:t>MacOSButton</a:t>
            </a:r>
            <a:r>
              <a:rPr lang="en-US" dirty="0">
                <a:latin typeface="Helvetica" panose="020B0604020202020204" pitchFamily="34" charset="0"/>
                <a:cs typeface="Helvetica" panose="020B0604020202020204" pitchFamily="34" charset="0"/>
              </a:rPr>
              <a:t> extends Button { // … }</a:t>
            </a:r>
          </a:p>
          <a:p>
            <a:endParaRPr lang="en-US" dirty="0">
              <a:latin typeface="Helvetica" panose="020B0604020202020204" pitchFamily="34" charset="0"/>
              <a:cs typeface="Helvetica" panose="020B0604020202020204" pitchFamily="34" charset="0"/>
            </a:endParaRPr>
          </a:p>
          <a:p>
            <a:r>
              <a:rPr lang="en-US" dirty="0"/>
              <a:t>abstract Class </a:t>
            </a:r>
            <a:r>
              <a:rPr lang="en-US" dirty="0" err="1"/>
              <a:t>UIFactory</a:t>
            </a:r>
            <a:r>
              <a:rPr lang="en-US" dirty="0"/>
              <a:t> {</a:t>
            </a:r>
          </a:p>
          <a:p>
            <a:r>
              <a:rPr lang="en-US" dirty="0"/>
              <a:t>	public void </a:t>
            </a:r>
            <a:r>
              <a:rPr lang="en-US" dirty="0" err="1"/>
              <a:t>createButton</a:t>
            </a:r>
            <a:r>
              <a:rPr lang="en-US" dirty="0"/>
              <a:t>();</a:t>
            </a:r>
          </a:p>
          <a:p>
            <a:r>
              <a:rPr lang="en-US" dirty="0"/>
              <a:t>}</a:t>
            </a:r>
          </a:p>
          <a:p>
            <a:endParaRPr lang="en-US" dirty="0"/>
          </a:p>
          <a:p>
            <a:r>
              <a:rPr lang="en-US" dirty="0"/>
              <a:t>public class </a:t>
            </a:r>
            <a:r>
              <a:rPr lang="en-US" dirty="0" err="1"/>
              <a:t>WinFactory</a:t>
            </a:r>
            <a:r>
              <a:rPr lang="en-US" dirty="0"/>
              <a:t> extends </a:t>
            </a:r>
            <a:r>
              <a:rPr lang="en-US" dirty="0" err="1"/>
              <a:t>UIFactory</a:t>
            </a:r>
            <a:r>
              <a:rPr lang="en-US" dirty="0"/>
              <a:t> {</a:t>
            </a:r>
          </a:p>
          <a:p>
            <a:r>
              <a:rPr lang="en-US" dirty="0"/>
              <a:t>	@Override</a:t>
            </a:r>
          </a:p>
          <a:p>
            <a:r>
              <a:rPr lang="en-US" dirty="0"/>
              <a:t>	public void </a:t>
            </a:r>
            <a:r>
              <a:rPr lang="en-US" dirty="0" err="1"/>
              <a:t>createButton</a:t>
            </a:r>
            <a:r>
              <a:rPr lang="en-US" dirty="0"/>
              <a:t>() {</a:t>
            </a:r>
          </a:p>
          <a:p>
            <a:r>
              <a:rPr lang="en-US" dirty="0"/>
              <a:t>		return new </a:t>
            </a:r>
            <a:r>
              <a:rPr lang="en-US" dirty="0" err="1"/>
              <a:t>WinButton</a:t>
            </a:r>
            <a:r>
              <a:rPr lang="en-US" dirty="0"/>
              <a:t>();</a:t>
            </a:r>
          </a:p>
          <a:p>
            <a:r>
              <a:rPr lang="en-US" dirty="0"/>
              <a:t>	}</a:t>
            </a:r>
          </a:p>
          <a:p>
            <a:r>
              <a:rPr lang="en-US" dirty="0"/>
              <a:t>}</a:t>
            </a:r>
          </a:p>
          <a:p>
            <a:endParaRPr lang="en-US" dirty="0"/>
          </a:p>
          <a:p>
            <a:r>
              <a:rPr lang="en-US" dirty="0"/>
              <a:t>public class </a:t>
            </a:r>
            <a:r>
              <a:rPr lang="en-US" dirty="0" err="1"/>
              <a:t>MacOSFactory</a:t>
            </a:r>
            <a:r>
              <a:rPr lang="en-US" dirty="0"/>
              <a:t> extends </a:t>
            </a:r>
            <a:r>
              <a:rPr lang="en-US" dirty="0" err="1"/>
              <a:t>UIFactory</a:t>
            </a:r>
            <a:r>
              <a:rPr lang="en-US" dirty="0"/>
              <a:t> {</a:t>
            </a:r>
          </a:p>
          <a:p>
            <a:r>
              <a:rPr lang="en-US" dirty="0"/>
              <a:t>	@Override</a:t>
            </a:r>
          </a:p>
          <a:p>
            <a:r>
              <a:rPr lang="en-US" dirty="0"/>
              <a:t>	public void </a:t>
            </a:r>
            <a:r>
              <a:rPr lang="en-US" dirty="0" err="1"/>
              <a:t>createButton</a:t>
            </a:r>
            <a:r>
              <a:rPr lang="en-US" dirty="0"/>
              <a:t>() {</a:t>
            </a:r>
          </a:p>
          <a:p>
            <a:r>
              <a:rPr lang="en-US" dirty="0"/>
              <a:t>		return new </a:t>
            </a:r>
            <a:r>
              <a:rPr lang="en-US" dirty="0" err="1"/>
              <a:t>MacOSButton</a:t>
            </a:r>
            <a:r>
              <a:rPr lang="en-US" dirty="0"/>
              <a:t>();</a:t>
            </a:r>
          </a:p>
          <a:p>
            <a:r>
              <a:rPr lang="en-US" dirty="0"/>
              <a:t>	}</a:t>
            </a:r>
          </a:p>
          <a:p>
            <a:r>
              <a:rPr lang="en-US" dirty="0"/>
              <a:t>}</a:t>
            </a:r>
          </a:p>
        </p:txBody>
      </p:sp>
      <p:sp>
        <p:nvSpPr>
          <p:cNvPr id="4" name="Title 3">
            <a:extLst>
              <a:ext uri="{FF2B5EF4-FFF2-40B4-BE49-F238E27FC236}">
                <a16:creationId xmlns:a16="http://schemas.microsoft.com/office/drawing/2014/main" id="{FF969879-3781-7743-E985-9EA7F6F68EBD}"/>
              </a:ext>
            </a:extLst>
          </p:cNvPr>
          <p:cNvSpPr>
            <a:spLocks noGrp="1"/>
          </p:cNvSpPr>
          <p:nvPr>
            <p:ph type="title"/>
          </p:nvPr>
        </p:nvSpPr>
        <p:spPr/>
        <p:txBody>
          <a:bodyPr/>
          <a:lstStyle/>
          <a:p>
            <a:r>
              <a:rPr lang="en-US" dirty="0"/>
              <a:t>Abstract factory pattern for UI toolkit</a:t>
            </a:r>
          </a:p>
        </p:txBody>
      </p:sp>
      <p:sp>
        <p:nvSpPr>
          <p:cNvPr id="2" name="Content Placeholder 1">
            <a:extLst>
              <a:ext uri="{FF2B5EF4-FFF2-40B4-BE49-F238E27FC236}">
                <a16:creationId xmlns:a16="http://schemas.microsoft.com/office/drawing/2014/main" id="{B3B589CC-126E-D915-5851-DEF1857E7BED}"/>
              </a:ext>
            </a:extLst>
          </p:cNvPr>
          <p:cNvSpPr>
            <a:spLocks noGrp="1"/>
          </p:cNvSpPr>
          <p:nvPr>
            <p:ph idx="13"/>
          </p:nvPr>
        </p:nvSpPr>
        <p:spPr/>
        <p:txBody>
          <a:bodyPr/>
          <a:lstStyle/>
          <a:p>
            <a:r>
              <a:rPr lang="en-US" dirty="0"/>
              <a:t>Create an abstract </a:t>
            </a:r>
            <a:r>
              <a:rPr lang="en-US" dirty="0" err="1">
                <a:latin typeface="Consolas" panose="020B0609020204030204" pitchFamily="49" charset="0"/>
              </a:rPr>
              <a:t>UIFactory</a:t>
            </a:r>
            <a:r>
              <a:rPr lang="en-US" dirty="0"/>
              <a:t> class that provides abstract methods for UI component creation</a:t>
            </a:r>
          </a:p>
          <a:p>
            <a:r>
              <a:rPr lang="en-US" dirty="0"/>
              <a:t>Create concrete factory classes for both Windows and MacOS</a:t>
            </a:r>
          </a:p>
        </p:txBody>
      </p:sp>
      <p:sp>
        <p:nvSpPr>
          <p:cNvPr id="3" name="Rectangle 2">
            <a:extLst>
              <a:ext uri="{FF2B5EF4-FFF2-40B4-BE49-F238E27FC236}">
                <a16:creationId xmlns:a16="http://schemas.microsoft.com/office/drawing/2014/main" id="{A3A61597-6F20-88D6-43C3-F90B61447C54}"/>
              </a:ext>
            </a:extLst>
          </p:cNvPr>
          <p:cNvSpPr/>
          <p:nvPr/>
        </p:nvSpPr>
        <p:spPr>
          <a:xfrm>
            <a:off x="6015487" y="1582616"/>
            <a:ext cx="4418051" cy="937846"/>
          </a:xfrm>
          <a:prstGeom prst="rect">
            <a:avLst/>
          </a:prstGeom>
          <a:noFill/>
          <a:ln w="349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6" name="Rectangle 5">
            <a:extLst>
              <a:ext uri="{FF2B5EF4-FFF2-40B4-BE49-F238E27FC236}">
                <a16:creationId xmlns:a16="http://schemas.microsoft.com/office/drawing/2014/main" id="{CCB76BBE-2901-B794-50BD-9434F53B7160}"/>
              </a:ext>
            </a:extLst>
          </p:cNvPr>
          <p:cNvSpPr/>
          <p:nvPr/>
        </p:nvSpPr>
        <p:spPr>
          <a:xfrm>
            <a:off x="6015487" y="2520462"/>
            <a:ext cx="5285559" cy="1418492"/>
          </a:xfrm>
          <a:prstGeom prst="rect">
            <a:avLst/>
          </a:prstGeom>
          <a:noFill/>
          <a:ln w="349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7" name="Rectangle 6">
            <a:extLst>
              <a:ext uri="{FF2B5EF4-FFF2-40B4-BE49-F238E27FC236}">
                <a16:creationId xmlns:a16="http://schemas.microsoft.com/office/drawing/2014/main" id="{8C42C4E9-10F8-C747-EC49-88C42F1149E8}"/>
              </a:ext>
            </a:extLst>
          </p:cNvPr>
          <p:cNvSpPr/>
          <p:nvPr/>
        </p:nvSpPr>
        <p:spPr>
          <a:xfrm>
            <a:off x="6015486" y="3938954"/>
            <a:ext cx="5285559" cy="1418492"/>
          </a:xfrm>
          <a:prstGeom prst="rect">
            <a:avLst/>
          </a:prstGeom>
          <a:noFill/>
          <a:ln w="349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Tree>
    <p:extLst>
      <p:ext uri="{BB962C8B-B14F-4D97-AF65-F5344CB8AC3E}">
        <p14:creationId xmlns:p14="http://schemas.microsoft.com/office/powerpoint/2010/main" val="8639938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7"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942A29-48D8-4139-1177-D82A19112EEC}"/>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85AC07F-CD1B-D3F1-B5AD-56A3879078AB}"/>
              </a:ext>
            </a:extLst>
          </p:cNvPr>
          <p:cNvSpPr>
            <a:spLocks noGrp="1"/>
          </p:cNvSpPr>
          <p:nvPr>
            <p:ph idx="1"/>
          </p:nvPr>
        </p:nvSpPr>
        <p:spPr/>
        <p:txBody>
          <a:bodyPr>
            <a:normAutofit fontScale="92500" lnSpcReduction="20000"/>
          </a:bodyPr>
          <a:lstStyle/>
          <a:p>
            <a:r>
              <a:rPr lang="en-US" dirty="0">
                <a:latin typeface="Helvetica" panose="020B0604020202020204" pitchFamily="34" charset="0"/>
                <a:cs typeface="Helvetica" panose="020B0604020202020204" pitchFamily="34" charset="0"/>
              </a:rPr>
              <a:t>public class Button { // button stuff }</a:t>
            </a:r>
          </a:p>
          <a:p>
            <a:r>
              <a:rPr lang="en-US" dirty="0">
                <a:latin typeface="Helvetica" panose="020B0604020202020204" pitchFamily="34" charset="0"/>
                <a:cs typeface="Helvetica" panose="020B0604020202020204" pitchFamily="34" charset="0"/>
              </a:rPr>
              <a:t>public class </a:t>
            </a:r>
            <a:r>
              <a:rPr lang="en-US" dirty="0" err="1">
                <a:latin typeface="Helvetica" panose="020B0604020202020204" pitchFamily="34" charset="0"/>
                <a:cs typeface="Helvetica" panose="020B0604020202020204" pitchFamily="34" charset="0"/>
              </a:rPr>
              <a:t>WinButton</a:t>
            </a:r>
            <a:r>
              <a:rPr lang="en-US" dirty="0">
                <a:latin typeface="Helvetica" panose="020B0604020202020204" pitchFamily="34" charset="0"/>
                <a:cs typeface="Helvetica" panose="020B0604020202020204" pitchFamily="34" charset="0"/>
              </a:rPr>
              <a:t> extends Button { // … } </a:t>
            </a:r>
          </a:p>
          <a:p>
            <a:r>
              <a:rPr lang="en-US" dirty="0">
                <a:latin typeface="Helvetica" panose="020B0604020202020204" pitchFamily="34" charset="0"/>
                <a:cs typeface="Helvetica" panose="020B0604020202020204" pitchFamily="34" charset="0"/>
              </a:rPr>
              <a:t>public class </a:t>
            </a:r>
            <a:r>
              <a:rPr lang="en-US" dirty="0" err="1">
                <a:latin typeface="Helvetica" panose="020B0604020202020204" pitchFamily="34" charset="0"/>
                <a:cs typeface="Helvetica" panose="020B0604020202020204" pitchFamily="34" charset="0"/>
              </a:rPr>
              <a:t>MacOSButton</a:t>
            </a:r>
            <a:r>
              <a:rPr lang="en-US" dirty="0">
                <a:latin typeface="Helvetica" panose="020B0604020202020204" pitchFamily="34" charset="0"/>
                <a:cs typeface="Helvetica" panose="020B0604020202020204" pitchFamily="34" charset="0"/>
              </a:rPr>
              <a:t> extends Button { // … }</a:t>
            </a:r>
          </a:p>
          <a:p>
            <a:endParaRPr lang="en-US" dirty="0">
              <a:latin typeface="Helvetica" panose="020B0604020202020204" pitchFamily="34" charset="0"/>
              <a:cs typeface="Helvetica" panose="020B0604020202020204" pitchFamily="34" charset="0"/>
            </a:endParaRPr>
          </a:p>
          <a:p>
            <a:r>
              <a:rPr lang="en-US" dirty="0"/>
              <a:t>abstract Class </a:t>
            </a:r>
            <a:r>
              <a:rPr lang="en-US" dirty="0" err="1"/>
              <a:t>UIFactory</a:t>
            </a:r>
            <a:r>
              <a:rPr lang="en-US" dirty="0"/>
              <a:t> { … }</a:t>
            </a:r>
          </a:p>
          <a:p>
            <a:endParaRPr lang="en-US" dirty="0"/>
          </a:p>
          <a:p>
            <a:r>
              <a:rPr lang="en-US" dirty="0"/>
              <a:t>public class </a:t>
            </a:r>
            <a:r>
              <a:rPr lang="en-US" dirty="0" err="1"/>
              <a:t>WinFactory</a:t>
            </a:r>
            <a:r>
              <a:rPr lang="en-US" dirty="0"/>
              <a:t> extends </a:t>
            </a:r>
            <a:r>
              <a:rPr lang="en-US" dirty="0" err="1"/>
              <a:t>UIFactory</a:t>
            </a:r>
            <a:r>
              <a:rPr lang="en-US" dirty="0"/>
              <a:t> { … }</a:t>
            </a:r>
          </a:p>
          <a:p>
            <a:endParaRPr lang="en-US" dirty="0"/>
          </a:p>
          <a:p>
            <a:r>
              <a:rPr lang="en-US" dirty="0"/>
              <a:t>public class </a:t>
            </a:r>
            <a:r>
              <a:rPr lang="en-US" dirty="0" err="1"/>
              <a:t>MacOSFactory</a:t>
            </a:r>
            <a:r>
              <a:rPr lang="en-US" dirty="0"/>
              <a:t> extends </a:t>
            </a:r>
            <a:r>
              <a:rPr lang="en-US" dirty="0" err="1"/>
              <a:t>UIFactory</a:t>
            </a:r>
            <a:r>
              <a:rPr lang="en-US" dirty="0"/>
              <a:t> { …}</a:t>
            </a:r>
          </a:p>
          <a:p>
            <a:endParaRPr lang="en-US" dirty="0"/>
          </a:p>
          <a:p>
            <a:r>
              <a:rPr lang="en-US" dirty="0"/>
              <a:t>public class Application {</a:t>
            </a:r>
          </a:p>
          <a:p>
            <a:r>
              <a:rPr lang="en-US" dirty="0"/>
              <a:t>	private </a:t>
            </a:r>
            <a:r>
              <a:rPr lang="en-US" dirty="0" err="1"/>
              <a:t>UIFactory</a:t>
            </a:r>
            <a:r>
              <a:rPr lang="en-US" dirty="0"/>
              <a:t> </a:t>
            </a:r>
            <a:r>
              <a:rPr lang="en-US" dirty="0" err="1"/>
              <a:t>uiFactory</a:t>
            </a:r>
            <a:r>
              <a:rPr lang="en-US" dirty="0"/>
              <a:t>;</a:t>
            </a:r>
          </a:p>
          <a:p>
            <a:r>
              <a:rPr lang="en-US" dirty="0"/>
              <a:t>	public Application() {</a:t>
            </a:r>
          </a:p>
          <a:p>
            <a:r>
              <a:rPr lang="en-US" dirty="0"/>
              <a:t>		String platform = </a:t>
            </a:r>
            <a:r>
              <a:rPr lang="en-US" dirty="0" err="1"/>
              <a:t>detectPlatform</a:t>
            </a:r>
            <a:r>
              <a:rPr lang="en-US" dirty="0"/>
              <a:t>();</a:t>
            </a:r>
          </a:p>
          <a:p>
            <a:r>
              <a:rPr lang="en-US" dirty="0"/>
              <a:t>		if (platform == “win”) {</a:t>
            </a:r>
          </a:p>
          <a:p>
            <a:r>
              <a:rPr lang="en-US" dirty="0"/>
              <a:t>		    </a:t>
            </a:r>
            <a:r>
              <a:rPr lang="en-US" dirty="0" err="1"/>
              <a:t>uiFactory</a:t>
            </a:r>
            <a:r>
              <a:rPr lang="en-US" dirty="0"/>
              <a:t> = new </a:t>
            </a:r>
            <a:r>
              <a:rPr lang="en-US" dirty="0" err="1"/>
              <a:t>WinFactory</a:t>
            </a:r>
            <a:r>
              <a:rPr lang="en-US" dirty="0"/>
              <a:t>();</a:t>
            </a:r>
          </a:p>
          <a:p>
            <a:r>
              <a:rPr lang="en-US" dirty="0"/>
              <a:t>		} else if (platform == “</a:t>
            </a:r>
            <a:r>
              <a:rPr lang="en-US" dirty="0" err="1"/>
              <a:t>macos</a:t>
            </a:r>
            <a:r>
              <a:rPr lang="en-US" dirty="0"/>
              <a:t>”) {</a:t>
            </a:r>
          </a:p>
          <a:p>
            <a:r>
              <a:rPr lang="en-US" dirty="0"/>
              <a:t>		    </a:t>
            </a:r>
            <a:r>
              <a:rPr lang="en-US" dirty="0" err="1"/>
              <a:t>uiFactory</a:t>
            </a:r>
            <a:r>
              <a:rPr lang="en-US" dirty="0"/>
              <a:t> = new </a:t>
            </a:r>
            <a:r>
              <a:rPr lang="en-US" dirty="0" err="1"/>
              <a:t>MacOSFactory</a:t>
            </a:r>
            <a:r>
              <a:rPr lang="en-US" dirty="0"/>
              <a:t>();</a:t>
            </a:r>
          </a:p>
          <a:p>
            <a:r>
              <a:rPr lang="en-US" dirty="0"/>
              <a:t>		}</a:t>
            </a:r>
          </a:p>
          <a:p>
            <a:r>
              <a:rPr lang="en-US" dirty="0"/>
              <a:t>	}</a:t>
            </a:r>
          </a:p>
          <a:p>
            <a:endParaRPr lang="en-US" dirty="0"/>
          </a:p>
          <a:p>
            <a:r>
              <a:rPr lang="en-US" dirty="0"/>
              <a:t>	public </a:t>
            </a:r>
            <a:r>
              <a:rPr lang="en-US" dirty="0" err="1"/>
              <a:t>drawGUI</a:t>
            </a:r>
            <a:r>
              <a:rPr lang="en-US" dirty="0"/>
              <a:t>() {</a:t>
            </a:r>
          </a:p>
          <a:p>
            <a:r>
              <a:rPr lang="en-US" dirty="0"/>
              <a:t>		Button </a:t>
            </a:r>
            <a:r>
              <a:rPr lang="en-US" dirty="0" err="1"/>
              <a:t>button</a:t>
            </a:r>
            <a:r>
              <a:rPr lang="en-US" dirty="0"/>
              <a:t> = </a:t>
            </a:r>
            <a:r>
              <a:rPr lang="en-US" dirty="0" err="1"/>
              <a:t>uiFactory.createButton</a:t>
            </a:r>
            <a:r>
              <a:rPr lang="en-US" dirty="0"/>
              <a:t>();</a:t>
            </a:r>
          </a:p>
          <a:p>
            <a:r>
              <a:rPr lang="en-US" dirty="0"/>
              <a:t>	}</a:t>
            </a:r>
          </a:p>
          <a:p>
            <a:r>
              <a:rPr lang="en-US" dirty="0"/>
              <a:t>}</a:t>
            </a:r>
          </a:p>
        </p:txBody>
      </p:sp>
      <p:sp>
        <p:nvSpPr>
          <p:cNvPr id="4" name="Title 3">
            <a:extLst>
              <a:ext uri="{FF2B5EF4-FFF2-40B4-BE49-F238E27FC236}">
                <a16:creationId xmlns:a16="http://schemas.microsoft.com/office/drawing/2014/main" id="{E547DA89-6477-5418-7AE2-DDE15A5553E9}"/>
              </a:ext>
            </a:extLst>
          </p:cNvPr>
          <p:cNvSpPr>
            <a:spLocks noGrp="1"/>
          </p:cNvSpPr>
          <p:nvPr>
            <p:ph type="title"/>
          </p:nvPr>
        </p:nvSpPr>
        <p:spPr/>
        <p:txBody>
          <a:bodyPr/>
          <a:lstStyle/>
          <a:p>
            <a:r>
              <a:rPr lang="en-US" dirty="0"/>
              <a:t>Abstract factory pattern for UI toolkit</a:t>
            </a:r>
          </a:p>
        </p:txBody>
      </p:sp>
      <p:sp>
        <p:nvSpPr>
          <p:cNvPr id="2" name="Content Placeholder 1">
            <a:extLst>
              <a:ext uri="{FF2B5EF4-FFF2-40B4-BE49-F238E27FC236}">
                <a16:creationId xmlns:a16="http://schemas.microsoft.com/office/drawing/2014/main" id="{D4DC1E04-2BC5-AF62-B5F8-10210EEAA125}"/>
              </a:ext>
            </a:extLst>
          </p:cNvPr>
          <p:cNvSpPr>
            <a:spLocks noGrp="1"/>
          </p:cNvSpPr>
          <p:nvPr>
            <p:ph idx="13"/>
          </p:nvPr>
        </p:nvSpPr>
        <p:spPr/>
        <p:txBody>
          <a:bodyPr/>
          <a:lstStyle/>
          <a:p>
            <a:r>
              <a:rPr lang="en-US" dirty="0"/>
              <a:t>Application contains a field of type </a:t>
            </a:r>
            <a:r>
              <a:rPr lang="en-US" dirty="0" err="1"/>
              <a:t>UIFactory</a:t>
            </a:r>
            <a:endParaRPr lang="en-US" dirty="0"/>
          </a:p>
          <a:p>
            <a:pPr lvl="1"/>
            <a:r>
              <a:rPr lang="en-US" dirty="0"/>
              <a:t>Initialized depending on the platform</a:t>
            </a:r>
          </a:p>
          <a:p>
            <a:pPr lvl="1"/>
            <a:r>
              <a:rPr lang="en-US" dirty="0"/>
              <a:t>ONLY place where the platform check is performed</a:t>
            </a:r>
          </a:p>
        </p:txBody>
      </p:sp>
      <p:sp>
        <p:nvSpPr>
          <p:cNvPr id="3" name="Rectangle 2">
            <a:extLst>
              <a:ext uri="{FF2B5EF4-FFF2-40B4-BE49-F238E27FC236}">
                <a16:creationId xmlns:a16="http://schemas.microsoft.com/office/drawing/2014/main" id="{79F85215-C309-3E70-032B-5FE66668BB47}"/>
              </a:ext>
            </a:extLst>
          </p:cNvPr>
          <p:cNvSpPr/>
          <p:nvPr/>
        </p:nvSpPr>
        <p:spPr>
          <a:xfrm>
            <a:off x="6015487" y="2520461"/>
            <a:ext cx="5285559" cy="2016369"/>
          </a:xfrm>
          <a:prstGeom prst="rect">
            <a:avLst/>
          </a:prstGeom>
          <a:noFill/>
          <a:ln w="349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6" name="Rectangle 5">
            <a:extLst>
              <a:ext uri="{FF2B5EF4-FFF2-40B4-BE49-F238E27FC236}">
                <a16:creationId xmlns:a16="http://schemas.microsoft.com/office/drawing/2014/main" id="{97280A8C-D758-D1FC-DC5C-7FE1D14BEA9A}"/>
              </a:ext>
            </a:extLst>
          </p:cNvPr>
          <p:cNvSpPr/>
          <p:nvPr/>
        </p:nvSpPr>
        <p:spPr>
          <a:xfrm>
            <a:off x="6015486" y="4560276"/>
            <a:ext cx="5794439" cy="679939"/>
          </a:xfrm>
          <a:prstGeom prst="rect">
            <a:avLst/>
          </a:prstGeom>
          <a:noFill/>
          <a:ln w="349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Tree>
    <p:extLst>
      <p:ext uri="{BB962C8B-B14F-4D97-AF65-F5344CB8AC3E}">
        <p14:creationId xmlns:p14="http://schemas.microsoft.com/office/powerpoint/2010/main" val="36216459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566C345-4FE9-861F-9401-62552AB83AA9}"/>
              </a:ext>
            </a:extLst>
          </p:cNvPr>
          <p:cNvSpPr>
            <a:spLocks noGrp="1"/>
          </p:cNvSpPr>
          <p:nvPr>
            <p:ph idx="1"/>
          </p:nvPr>
        </p:nvSpPr>
        <p:spPr/>
        <p:txBody>
          <a:bodyPr/>
          <a:lstStyle/>
          <a:p>
            <a:r>
              <a:rPr lang="en-US" dirty="0"/>
              <a:t>Provide an interface for creating families of related or dependent objects without specifying their concrete classes</a:t>
            </a:r>
          </a:p>
          <a:p>
            <a:r>
              <a:rPr lang="en-US" dirty="0"/>
              <a:t>An abstract factory class provides an abstract interface for object creation</a:t>
            </a:r>
          </a:p>
          <a:p>
            <a:r>
              <a:rPr lang="en-US" dirty="0"/>
              <a:t>Concreate factory sub-classes implement that abstract interface</a:t>
            </a:r>
          </a:p>
        </p:txBody>
      </p:sp>
      <p:sp>
        <p:nvSpPr>
          <p:cNvPr id="4" name="Title 3">
            <a:extLst>
              <a:ext uri="{FF2B5EF4-FFF2-40B4-BE49-F238E27FC236}">
                <a16:creationId xmlns:a16="http://schemas.microsoft.com/office/drawing/2014/main" id="{CA5707DD-719B-2F02-2BF7-BE6738BB593D}"/>
              </a:ext>
            </a:extLst>
          </p:cNvPr>
          <p:cNvSpPr>
            <a:spLocks noGrp="1"/>
          </p:cNvSpPr>
          <p:nvPr>
            <p:ph type="title"/>
          </p:nvPr>
        </p:nvSpPr>
        <p:spPr/>
        <p:txBody>
          <a:bodyPr/>
          <a:lstStyle/>
          <a:p>
            <a:r>
              <a:rPr lang="en-US" dirty="0"/>
              <a:t>Abstract factory</a:t>
            </a:r>
          </a:p>
        </p:txBody>
      </p:sp>
    </p:spTree>
    <p:extLst>
      <p:ext uri="{BB962C8B-B14F-4D97-AF65-F5344CB8AC3E}">
        <p14:creationId xmlns:p14="http://schemas.microsoft.com/office/powerpoint/2010/main" val="36354924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6382BE99-4688-BBD0-00B4-F0B88544F0BE}"/>
              </a:ext>
            </a:extLst>
          </p:cNvPr>
          <p:cNvSpPr>
            <a:spLocks noGrp="1"/>
          </p:cNvSpPr>
          <p:nvPr>
            <p:ph idx="1"/>
          </p:nvPr>
        </p:nvSpPr>
        <p:spPr/>
        <p:txBody>
          <a:bodyPr/>
          <a:lstStyle/>
          <a:p>
            <a:r>
              <a:rPr lang="en-US" dirty="0"/>
              <a:t>Promotes consistency among products</a:t>
            </a:r>
          </a:p>
          <a:p>
            <a:pPr lvl="1"/>
            <a:r>
              <a:rPr lang="en-US" dirty="0"/>
              <a:t>All UI families must support same functionalities</a:t>
            </a:r>
          </a:p>
          <a:p>
            <a:r>
              <a:rPr lang="en-US" dirty="0"/>
              <a:t>Supporting new kind of UI family is easier</a:t>
            </a:r>
          </a:p>
        </p:txBody>
      </p:sp>
      <p:sp>
        <p:nvSpPr>
          <p:cNvPr id="5" name="Title 4">
            <a:extLst>
              <a:ext uri="{FF2B5EF4-FFF2-40B4-BE49-F238E27FC236}">
                <a16:creationId xmlns:a16="http://schemas.microsoft.com/office/drawing/2014/main" id="{A46D94F0-D760-0527-69CE-B30BDEE9C0CF}"/>
              </a:ext>
            </a:extLst>
          </p:cNvPr>
          <p:cNvSpPr>
            <a:spLocks noGrp="1"/>
          </p:cNvSpPr>
          <p:nvPr>
            <p:ph type="title"/>
          </p:nvPr>
        </p:nvSpPr>
        <p:spPr/>
        <p:txBody>
          <a:bodyPr/>
          <a:lstStyle/>
          <a:p>
            <a:r>
              <a:rPr lang="en-US" dirty="0"/>
              <a:t>Characteristics</a:t>
            </a:r>
          </a:p>
        </p:txBody>
      </p:sp>
    </p:spTree>
    <p:extLst>
      <p:ext uri="{BB962C8B-B14F-4D97-AF65-F5344CB8AC3E}">
        <p14:creationId xmlns:p14="http://schemas.microsoft.com/office/powerpoint/2010/main" val="188366815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F5D1F2-BBC7-90BA-A35F-F21534714B9E}"/>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48E0420A-9BD0-A8DF-8517-9C45037D9BA4}"/>
              </a:ext>
            </a:extLst>
          </p:cNvPr>
          <p:cNvSpPr>
            <a:spLocks noGrp="1"/>
          </p:cNvSpPr>
          <p:nvPr>
            <p:ph idx="1"/>
          </p:nvPr>
        </p:nvSpPr>
        <p:spPr/>
        <p:txBody>
          <a:bodyPr>
            <a:normAutofit/>
          </a:bodyPr>
          <a:lstStyle/>
          <a:p>
            <a:r>
              <a:rPr lang="en-US" sz="1600" dirty="0">
                <a:latin typeface="Consolas" panose="020B0609020204030204" pitchFamily="49" charset="0"/>
              </a:rPr>
              <a:t>Button </a:t>
            </a:r>
            <a:r>
              <a:rPr lang="en-US" sz="1600" dirty="0" err="1">
                <a:latin typeface="Consolas" panose="020B0609020204030204" pitchFamily="49" charset="0"/>
              </a:rPr>
              <a:t>button</a:t>
            </a:r>
            <a:r>
              <a:rPr lang="en-US" sz="1600" dirty="0">
                <a:latin typeface="Consolas" panose="020B0609020204030204" pitchFamily="49" charset="0"/>
              </a:rPr>
              <a:t> = </a:t>
            </a:r>
            <a:r>
              <a:rPr lang="en-US" sz="1600" dirty="0" err="1">
                <a:latin typeface="Consolas" panose="020B0609020204030204" pitchFamily="49" charset="0"/>
              </a:rPr>
              <a:t>nullptr</a:t>
            </a:r>
            <a:r>
              <a:rPr lang="en-US" sz="1600" dirty="0">
                <a:latin typeface="Consolas" panose="020B0609020204030204" pitchFamily="49" charset="0"/>
              </a:rPr>
              <a:t>;</a:t>
            </a:r>
            <a:br>
              <a:rPr lang="en-US" sz="1600" dirty="0">
                <a:latin typeface="Consolas" panose="020B0609020204030204" pitchFamily="49" charset="0"/>
              </a:rPr>
            </a:br>
            <a:r>
              <a:rPr lang="en-US" sz="1600" dirty="0">
                <a:latin typeface="Consolas" panose="020B0609020204030204" pitchFamily="49" charset="0"/>
              </a:rPr>
              <a:t>if (platform == “win”) {</a:t>
            </a:r>
            <a:br>
              <a:rPr lang="en-US" sz="1600" dirty="0">
                <a:latin typeface="Consolas" panose="020B0609020204030204" pitchFamily="49" charset="0"/>
              </a:rPr>
            </a:br>
            <a:r>
              <a:rPr lang="en-US" sz="1600" dirty="0">
                <a:latin typeface="Consolas" panose="020B0609020204030204" pitchFamily="49" charset="0"/>
              </a:rPr>
              <a:t>	button = new </a:t>
            </a:r>
            <a:r>
              <a:rPr lang="en-US" sz="1600" dirty="0" err="1">
                <a:latin typeface="Consolas" panose="020B0609020204030204" pitchFamily="49" charset="0"/>
              </a:rPr>
              <a:t>WinButton</a:t>
            </a:r>
            <a:r>
              <a:rPr lang="en-US" sz="1600" dirty="0">
                <a:latin typeface="Consolas" panose="020B0609020204030204" pitchFamily="49" charset="0"/>
              </a:rPr>
              <a:t>();</a:t>
            </a:r>
            <a:br>
              <a:rPr lang="en-US" sz="1600" dirty="0">
                <a:latin typeface="Consolas" panose="020B0609020204030204" pitchFamily="49" charset="0"/>
              </a:rPr>
            </a:br>
            <a:r>
              <a:rPr lang="en-US" sz="1600" dirty="0">
                <a:latin typeface="Consolas" panose="020B0609020204030204" pitchFamily="49" charset="0"/>
              </a:rPr>
              <a:t>} else if (platform == “</a:t>
            </a:r>
            <a:r>
              <a:rPr lang="en-US" sz="1600" dirty="0" err="1">
                <a:latin typeface="Consolas" panose="020B0609020204030204" pitchFamily="49" charset="0"/>
              </a:rPr>
              <a:t>macos</a:t>
            </a:r>
            <a:r>
              <a:rPr lang="en-US" sz="1600" dirty="0">
                <a:latin typeface="Consolas" panose="020B0609020204030204" pitchFamily="49" charset="0"/>
              </a:rPr>
              <a:t>”) {</a:t>
            </a:r>
            <a:br>
              <a:rPr lang="en-US" sz="1600" dirty="0">
                <a:latin typeface="Consolas" panose="020B0609020204030204" pitchFamily="49" charset="0"/>
              </a:rPr>
            </a:br>
            <a:r>
              <a:rPr lang="en-US" sz="1600" dirty="0">
                <a:latin typeface="Consolas" panose="020B0609020204030204" pitchFamily="49" charset="0"/>
              </a:rPr>
              <a:t>	button = new </a:t>
            </a:r>
            <a:r>
              <a:rPr lang="en-US" sz="1600" dirty="0" err="1">
                <a:latin typeface="Consolas" panose="020B0609020204030204" pitchFamily="49" charset="0"/>
              </a:rPr>
              <a:t>MacOSButton</a:t>
            </a:r>
            <a:r>
              <a:rPr lang="en-US" sz="1600" dirty="0">
                <a:latin typeface="Consolas" panose="020B0609020204030204" pitchFamily="49" charset="0"/>
              </a:rPr>
              <a:t>();</a:t>
            </a:r>
            <a:br>
              <a:rPr lang="en-US" sz="1600" dirty="0">
                <a:latin typeface="Consolas" panose="020B0609020204030204" pitchFamily="49" charset="0"/>
              </a:rPr>
            </a:br>
            <a:r>
              <a:rPr lang="en-US" sz="1600" dirty="0">
                <a:latin typeface="Consolas" panose="020B0609020204030204" pitchFamily="49" charset="0"/>
              </a:rPr>
              <a:t>} else {</a:t>
            </a:r>
          </a:p>
          <a:p>
            <a:r>
              <a:rPr lang="en-US" dirty="0"/>
              <a:t>	button = new </a:t>
            </a:r>
            <a:r>
              <a:rPr lang="en-US" dirty="0" err="1"/>
              <a:t>GnomeButton</a:t>
            </a:r>
            <a:r>
              <a:rPr lang="en-US" dirty="0"/>
              <a:t>(); // </a:t>
            </a:r>
            <a:r>
              <a:rPr lang="en-US" dirty="0" err="1"/>
              <a:t>linux</a:t>
            </a:r>
            <a:endParaRPr lang="en-US" sz="1600" dirty="0">
              <a:latin typeface="Consolas" panose="020B0609020204030204" pitchFamily="49" charset="0"/>
            </a:endParaRPr>
          </a:p>
          <a:p>
            <a:r>
              <a:rPr lang="en-US" dirty="0"/>
              <a:t>}</a:t>
            </a:r>
            <a:endParaRPr lang="en-US" dirty="0">
              <a:latin typeface="Consolas" panose="020B0609020204030204" pitchFamily="49" charset="0"/>
            </a:endParaRPr>
          </a:p>
          <a:p>
            <a:br>
              <a:rPr lang="en-US" dirty="0"/>
            </a:br>
            <a:r>
              <a:rPr lang="en-US" dirty="0"/>
              <a:t>Textbox </a:t>
            </a:r>
            <a:r>
              <a:rPr lang="en-US" dirty="0" err="1"/>
              <a:t>textbox</a:t>
            </a:r>
            <a:r>
              <a:rPr lang="en-US" dirty="0"/>
              <a:t> = </a:t>
            </a:r>
            <a:r>
              <a:rPr lang="en-US" dirty="0" err="1"/>
              <a:t>nullptr</a:t>
            </a:r>
            <a:r>
              <a:rPr lang="en-US" dirty="0"/>
              <a:t>;</a:t>
            </a:r>
            <a:br>
              <a:rPr lang="en-US" dirty="0"/>
            </a:br>
            <a:r>
              <a:rPr lang="en-US" sz="1600" dirty="0">
                <a:latin typeface="Consolas" panose="020B0609020204030204" pitchFamily="49" charset="0"/>
              </a:rPr>
              <a:t>if (platform == “win”) {</a:t>
            </a:r>
            <a:br>
              <a:rPr lang="en-US" sz="1600" dirty="0">
                <a:latin typeface="Consolas" panose="020B0609020204030204" pitchFamily="49" charset="0"/>
              </a:rPr>
            </a:br>
            <a:r>
              <a:rPr lang="en-US" sz="1600" dirty="0">
                <a:latin typeface="Consolas" panose="020B0609020204030204" pitchFamily="49" charset="0"/>
              </a:rPr>
              <a:t>	textbox = new </a:t>
            </a:r>
            <a:r>
              <a:rPr lang="en-US" sz="1600" dirty="0" err="1">
                <a:latin typeface="Consolas" panose="020B0609020204030204" pitchFamily="49" charset="0"/>
              </a:rPr>
              <a:t>WinTextBox</a:t>
            </a:r>
            <a:r>
              <a:rPr lang="en-US" sz="1600" dirty="0">
                <a:latin typeface="Consolas" panose="020B0609020204030204" pitchFamily="49" charset="0"/>
              </a:rPr>
              <a:t>();</a:t>
            </a:r>
            <a:br>
              <a:rPr lang="en-US" sz="1600" dirty="0">
                <a:latin typeface="Consolas" panose="020B0609020204030204" pitchFamily="49" charset="0"/>
              </a:rPr>
            </a:br>
            <a:r>
              <a:rPr lang="en-US" sz="1600" dirty="0">
                <a:latin typeface="Consolas" panose="020B0609020204030204" pitchFamily="49" charset="0"/>
              </a:rPr>
              <a:t>} else if (platform == “</a:t>
            </a:r>
            <a:r>
              <a:rPr lang="en-US" sz="1600" dirty="0" err="1">
                <a:latin typeface="Consolas" panose="020B0609020204030204" pitchFamily="49" charset="0"/>
              </a:rPr>
              <a:t>macos</a:t>
            </a:r>
            <a:r>
              <a:rPr lang="en-US" sz="1600" dirty="0">
                <a:latin typeface="Consolas" panose="020B0609020204030204" pitchFamily="49" charset="0"/>
              </a:rPr>
              <a:t>” {</a:t>
            </a:r>
            <a:br>
              <a:rPr lang="en-US" sz="1600" dirty="0">
                <a:latin typeface="Consolas" panose="020B0609020204030204" pitchFamily="49" charset="0"/>
              </a:rPr>
            </a:br>
            <a:r>
              <a:rPr lang="en-US" sz="1600" dirty="0">
                <a:latin typeface="Consolas" panose="020B0609020204030204" pitchFamily="49" charset="0"/>
              </a:rPr>
              <a:t>	button = new </a:t>
            </a:r>
            <a:r>
              <a:rPr lang="en-US" sz="1600" dirty="0" err="1">
                <a:latin typeface="Consolas" panose="020B0609020204030204" pitchFamily="49" charset="0"/>
              </a:rPr>
              <a:t>MacOSTextBox</a:t>
            </a:r>
            <a:r>
              <a:rPr lang="en-US" sz="1600" dirty="0">
                <a:latin typeface="Consolas" panose="020B0609020204030204" pitchFamily="49" charset="0"/>
              </a:rPr>
              <a:t>();</a:t>
            </a:r>
            <a:br>
              <a:rPr lang="en-US" sz="1600" dirty="0">
                <a:latin typeface="Consolas" panose="020B0609020204030204" pitchFamily="49" charset="0"/>
              </a:rPr>
            </a:br>
            <a:r>
              <a:rPr lang="en-US" sz="1600" dirty="0">
                <a:latin typeface="Consolas" panose="020B0609020204030204" pitchFamily="49" charset="0"/>
              </a:rPr>
              <a:t>} </a:t>
            </a:r>
            <a:r>
              <a:rPr lang="en-US" sz="1600" b="1" dirty="0">
                <a:latin typeface="Consolas" panose="020B0609020204030204" pitchFamily="49" charset="0"/>
              </a:rPr>
              <a:t>// Linux not handled</a:t>
            </a:r>
            <a:endParaRPr lang="en-US" dirty="0">
              <a:latin typeface="Consolas" panose="020B0609020204030204" pitchFamily="49" charset="0"/>
            </a:endParaRPr>
          </a:p>
        </p:txBody>
      </p:sp>
      <p:sp>
        <p:nvSpPr>
          <p:cNvPr id="5" name="Title 4">
            <a:extLst>
              <a:ext uri="{FF2B5EF4-FFF2-40B4-BE49-F238E27FC236}">
                <a16:creationId xmlns:a16="http://schemas.microsoft.com/office/drawing/2014/main" id="{49599D3D-9665-7DB1-0347-261D21065FC9}"/>
              </a:ext>
            </a:extLst>
          </p:cNvPr>
          <p:cNvSpPr>
            <a:spLocks noGrp="1"/>
          </p:cNvSpPr>
          <p:nvPr>
            <p:ph type="title"/>
          </p:nvPr>
        </p:nvSpPr>
        <p:spPr/>
        <p:txBody>
          <a:bodyPr/>
          <a:lstStyle/>
          <a:p>
            <a:r>
              <a:rPr lang="en-US" dirty="0"/>
              <a:t>Characteristics</a:t>
            </a:r>
          </a:p>
        </p:txBody>
      </p:sp>
      <p:sp>
        <p:nvSpPr>
          <p:cNvPr id="2" name="Content Placeholder 1">
            <a:extLst>
              <a:ext uri="{FF2B5EF4-FFF2-40B4-BE49-F238E27FC236}">
                <a16:creationId xmlns:a16="http://schemas.microsoft.com/office/drawing/2014/main" id="{2527A8C5-7BB9-1540-FAE6-8DBC5AD87AE2}"/>
              </a:ext>
            </a:extLst>
          </p:cNvPr>
          <p:cNvSpPr>
            <a:spLocks noGrp="1"/>
          </p:cNvSpPr>
          <p:nvPr>
            <p:ph idx="13"/>
          </p:nvPr>
        </p:nvSpPr>
        <p:spPr/>
        <p:txBody>
          <a:bodyPr/>
          <a:lstStyle/>
          <a:p>
            <a:r>
              <a:rPr lang="en-US" dirty="0"/>
              <a:t>Promotes consistency among products</a:t>
            </a:r>
          </a:p>
          <a:p>
            <a:r>
              <a:rPr lang="en-US" dirty="0"/>
              <a:t>Supporting new kind of UI family is easier</a:t>
            </a:r>
          </a:p>
          <a:p>
            <a:endParaRPr lang="en-US" dirty="0"/>
          </a:p>
        </p:txBody>
      </p:sp>
      <p:sp>
        <p:nvSpPr>
          <p:cNvPr id="3" name="Rectangle 2">
            <a:extLst>
              <a:ext uri="{FF2B5EF4-FFF2-40B4-BE49-F238E27FC236}">
                <a16:creationId xmlns:a16="http://schemas.microsoft.com/office/drawing/2014/main" id="{C037429C-0F66-E6CC-C306-DB5421D2FDE5}"/>
              </a:ext>
            </a:extLst>
          </p:cNvPr>
          <p:cNvSpPr/>
          <p:nvPr/>
        </p:nvSpPr>
        <p:spPr>
          <a:xfrm>
            <a:off x="6015486" y="2063261"/>
            <a:ext cx="5794439" cy="820616"/>
          </a:xfrm>
          <a:prstGeom prst="rect">
            <a:avLst/>
          </a:prstGeom>
          <a:noFill/>
          <a:ln w="349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4" name="Rectangle 3">
            <a:extLst>
              <a:ext uri="{FF2B5EF4-FFF2-40B4-BE49-F238E27FC236}">
                <a16:creationId xmlns:a16="http://schemas.microsoft.com/office/drawing/2014/main" id="{6F54AF51-6AC6-C6E9-E6B5-F55BF356A6D7}"/>
              </a:ext>
            </a:extLst>
          </p:cNvPr>
          <p:cNvSpPr/>
          <p:nvPr/>
        </p:nvSpPr>
        <p:spPr>
          <a:xfrm>
            <a:off x="6015485" y="4250861"/>
            <a:ext cx="5794439" cy="820616"/>
          </a:xfrm>
          <a:prstGeom prst="rect">
            <a:avLst/>
          </a:prstGeom>
          <a:noFill/>
          <a:ln w="349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7" name="TextBox 6">
            <a:extLst>
              <a:ext uri="{FF2B5EF4-FFF2-40B4-BE49-F238E27FC236}">
                <a16:creationId xmlns:a16="http://schemas.microsoft.com/office/drawing/2014/main" id="{6F1CA7B2-59AB-6CFF-65FC-3801C0FA1ACE}"/>
              </a:ext>
            </a:extLst>
          </p:cNvPr>
          <p:cNvSpPr txBox="1"/>
          <p:nvPr/>
        </p:nvSpPr>
        <p:spPr>
          <a:xfrm>
            <a:off x="8710247" y="4572000"/>
            <a:ext cx="2188420" cy="461665"/>
          </a:xfrm>
          <a:prstGeom prst="rect">
            <a:avLst/>
          </a:prstGeom>
          <a:noFill/>
        </p:spPr>
        <p:txBody>
          <a:bodyPr wrap="none" rtlCol="0">
            <a:spAutoFit/>
          </a:bodyPr>
          <a:lstStyle/>
          <a:p>
            <a:r>
              <a:rPr lang="en-US" sz="2400" b="1" i="1" dirty="0"/>
              <a:t>What happens?</a:t>
            </a:r>
          </a:p>
        </p:txBody>
      </p:sp>
    </p:spTree>
    <p:extLst>
      <p:ext uri="{BB962C8B-B14F-4D97-AF65-F5344CB8AC3E}">
        <p14:creationId xmlns:p14="http://schemas.microsoft.com/office/powerpoint/2010/main" val="20175305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FA12B5-ADD3-CB4C-7416-B5293F237EC7}"/>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B675D4CC-5D12-143B-A598-C0F61397305B}"/>
              </a:ext>
            </a:extLst>
          </p:cNvPr>
          <p:cNvSpPr>
            <a:spLocks noGrp="1"/>
          </p:cNvSpPr>
          <p:nvPr>
            <p:ph idx="1"/>
          </p:nvPr>
        </p:nvSpPr>
        <p:spPr/>
        <p:txBody>
          <a:bodyPr>
            <a:normAutofit fontScale="92500" lnSpcReduction="10000"/>
          </a:bodyPr>
          <a:lstStyle/>
          <a:p>
            <a:r>
              <a:rPr lang="en-US" dirty="0">
                <a:latin typeface="Helvetica" panose="020B0604020202020204" pitchFamily="34" charset="0"/>
                <a:cs typeface="Helvetica" panose="020B0604020202020204" pitchFamily="34" charset="0"/>
              </a:rPr>
              <a:t>public class Button { // button stuff }</a:t>
            </a:r>
          </a:p>
          <a:p>
            <a:r>
              <a:rPr lang="en-US" dirty="0">
                <a:latin typeface="Helvetica" panose="020B0604020202020204" pitchFamily="34" charset="0"/>
                <a:cs typeface="Helvetica" panose="020B0604020202020204" pitchFamily="34" charset="0"/>
              </a:rPr>
              <a:t>public class </a:t>
            </a:r>
            <a:r>
              <a:rPr lang="en-US" dirty="0" err="1">
                <a:latin typeface="Helvetica" panose="020B0604020202020204" pitchFamily="34" charset="0"/>
                <a:cs typeface="Helvetica" panose="020B0604020202020204" pitchFamily="34" charset="0"/>
              </a:rPr>
              <a:t>WinButton</a:t>
            </a:r>
            <a:r>
              <a:rPr lang="en-US" dirty="0">
                <a:latin typeface="Helvetica" panose="020B0604020202020204" pitchFamily="34" charset="0"/>
                <a:cs typeface="Helvetica" panose="020B0604020202020204" pitchFamily="34" charset="0"/>
              </a:rPr>
              <a:t> extends Button { // … } </a:t>
            </a:r>
          </a:p>
          <a:p>
            <a:r>
              <a:rPr lang="en-US" dirty="0">
                <a:latin typeface="Helvetica" panose="020B0604020202020204" pitchFamily="34" charset="0"/>
                <a:cs typeface="Helvetica" panose="020B0604020202020204" pitchFamily="34" charset="0"/>
              </a:rPr>
              <a:t>public class </a:t>
            </a:r>
            <a:r>
              <a:rPr lang="en-US" dirty="0" err="1">
                <a:latin typeface="Helvetica" panose="020B0604020202020204" pitchFamily="34" charset="0"/>
                <a:cs typeface="Helvetica" panose="020B0604020202020204" pitchFamily="34" charset="0"/>
              </a:rPr>
              <a:t>MacOSButton</a:t>
            </a:r>
            <a:r>
              <a:rPr lang="en-US" dirty="0">
                <a:latin typeface="Helvetica" panose="020B0604020202020204" pitchFamily="34" charset="0"/>
                <a:cs typeface="Helvetica" panose="020B0604020202020204" pitchFamily="34" charset="0"/>
              </a:rPr>
              <a:t> extends Button { // … }</a:t>
            </a:r>
          </a:p>
          <a:p>
            <a:endParaRPr lang="en-US" dirty="0">
              <a:latin typeface="Helvetica" panose="020B0604020202020204" pitchFamily="34" charset="0"/>
              <a:cs typeface="Helvetica" panose="020B0604020202020204" pitchFamily="34" charset="0"/>
            </a:endParaRPr>
          </a:p>
          <a:p>
            <a:r>
              <a:rPr lang="en-US" dirty="0"/>
              <a:t>abstract Class </a:t>
            </a:r>
            <a:r>
              <a:rPr lang="en-US" dirty="0" err="1"/>
              <a:t>UIFactory</a:t>
            </a:r>
            <a:r>
              <a:rPr lang="en-US" dirty="0"/>
              <a:t> {</a:t>
            </a:r>
          </a:p>
          <a:p>
            <a:r>
              <a:rPr lang="en-US" dirty="0"/>
              <a:t>	public void </a:t>
            </a:r>
            <a:r>
              <a:rPr lang="en-US" dirty="0" err="1"/>
              <a:t>createButton</a:t>
            </a:r>
            <a:r>
              <a:rPr lang="en-US" dirty="0"/>
              <a:t>();</a:t>
            </a:r>
          </a:p>
          <a:p>
            <a:r>
              <a:rPr lang="en-US" dirty="0"/>
              <a:t>	public void </a:t>
            </a:r>
            <a:r>
              <a:rPr lang="en-US" dirty="0" err="1"/>
              <a:t>createTextbox</a:t>
            </a:r>
            <a:r>
              <a:rPr lang="en-US" dirty="0"/>
              <a:t>();</a:t>
            </a:r>
          </a:p>
          <a:p>
            <a:r>
              <a:rPr lang="en-US" dirty="0"/>
              <a:t>}</a:t>
            </a:r>
          </a:p>
          <a:p>
            <a:endParaRPr lang="en-US" dirty="0"/>
          </a:p>
          <a:p>
            <a:r>
              <a:rPr lang="en-US" dirty="0"/>
              <a:t>public class </a:t>
            </a:r>
            <a:r>
              <a:rPr lang="en-US" dirty="0" err="1"/>
              <a:t>WinFactory</a:t>
            </a:r>
            <a:r>
              <a:rPr lang="en-US" dirty="0"/>
              <a:t> extends </a:t>
            </a:r>
            <a:r>
              <a:rPr lang="en-US" dirty="0" err="1"/>
              <a:t>UIFactory</a:t>
            </a:r>
            <a:r>
              <a:rPr lang="en-US" dirty="0"/>
              <a:t> {</a:t>
            </a:r>
          </a:p>
          <a:p>
            <a:r>
              <a:rPr lang="en-US" dirty="0"/>
              <a:t>	public void </a:t>
            </a:r>
            <a:r>
              <a:rPr lang="en-US" dirty="0" err="1"/>
              <a:t>createButton</a:t>
            </a:r>
            <a:r>
              <a:rPr lang="en-US" dirty="0"/>
              <a:t>() {</a:t>
            </a:r>
          </a:p>
          <a:p>
            <a:r>
              <a:rPr lang="en-US" dirty="0"/>
              <a:t>		return new </a:t>
            </a:r>
            <a:r>
              <a:rPr lang="en-US" dirty="0" err="1"/>
              <a:t>WinButton</a:t>
            </a:r>
            <a:r>
              <a:rPr lang="en-US" dirty="0"/>
              <a:t>();</a:t>
            </a:r>
          </a:p>
          <a:p>
            <a:r>
              <a:rPr lang="en-US" dirty="0"/>
              <a:t>	}</a:t>
            </a:r>
            <a:br>
              <a:rPr lang="en-US" dirty="0"/>
            </a:br>
            <a:r>
              <a:rPr lang="en-US" dirty="0"/>
              <a:t>	public void </a:t>
            </a:r>
            <a:r>
              <a:rPr lang="en-US" dirty="0" err="1"/>
              <a:t>createTextbox</a:t>
            </a:r>
            <a:r>
              <a:rPr lang="en-US" dirty="0"/>
              <a:t>() {</a:t>
            </a:r>
          </a:p>
          <a:p>
            <a:r>
              <a:rPr lang="en-US" dirty="0"/>
              <a:t>		return new </a:t>
            </a:r>
            <a:r>
              <a:rPr lang="en-US" dirty="0" err="1"/>
              <a:t>WinTextbox</a:t>
            </a:r>
            <a:r>
              <a:rPr lang="en-US" dirty="0"/>
              <a:t>();</a:t>
            </a:r>
          </a:p>
          <a:p>
            <a:r>
              <a:rPr lang="en-US" dirty="0"/>
              <a:t>	}</a:t>
            </a:r>
          </a:p>
          <a:p>
            <a:r>
              <a:rPr lang="en-US" dirty="0"/>
              <a:t>}</a:t>
            </a:r>
          </a:p>
          <a:p>
            <a:endParaRPr lang="en-US" dirty="0"/>
          </a:p>
          <a:p>
            <a:r>
              <a:rPr lang="en-US" dirty="0"/>
              <a:t>public class </a:t>
            </a:r>
            <a:r>
              <a:rPr lang="en-US" dirty="0" err="1"/>
              <a:t>LinuxFactory</a:t>
            </a:r>
            <a:r>
              <a:rPr lang="en-US" dirty="0"/>
              <a:t> extends </a:t>
            </a:r>
            <a:r>
              <a:rPr lang="en-US" dirty="0" err="1"/>
              <a:t>UIFactory</a:t>
            </a:r>
            <a:r>
              <a:rPr lang="en-US" dirty="0"/>
              <a:t> {</a:t>
            </a:r>
          </a:p>
          <a:p>
            <a:r>
              <a:rPr lang="en-US" dirty="0"/>
              <a:t>	public void </a:t>
            </a:r>
            <a:r>
              <a:rPr lang="en-US" dirty="0" err="1"/>
              <a:t>createButton</a:t>
            </a:r>
            <a:r>
              <a:rPr lang="en-US" dirty="0"/>
              <a:t>() {</a:t>
            </a:r>
          </a:p>
          <a:p>
            <a:r>
              <a:rPr lang="en-US" dirty="0"/>
              <a:t>		return new </a:t>
            </a:r>
            <a:r>
              <a:rPr lang="en-US" dirty="0" err="1"/>
              <a:t>GnomeButton</a:t>
            </a:r>
            <a:r>
              <a:rPr lang="en-US" dirty="0"/>
              <a:t>();</a:t>
            </a:r>
          </a:p>
          <a:p>
            <a:r>
              <a:rPr lang="en-US" dirty="0"/>
              <a:t>	}</a:t>
            </a:r>
            <a:br>
              <a:rPr lang="en-US" dirty="0"/>
            </a:br>
            <a:r>
              <a:rPr lang="en-US" dirty="0"/>
              <a:t>	</a:t>
            </a:r>
            <a:r>
              <a:rPr lang="en-US" b="1" dirty="0"/>
              <a:t>// Missing </a:t>
            </a:r>
            <a:r>
              <a:rPr lang="en-US" b="1" dirty="0" err="1"/>
              <a:t>createTextbox</a:t>
            </a:r>
            <a:endParaRPr lang="en-US" dirty="0"/>
          </a:p>
          <a:p>
            <a:r>
              <a:rPr lang="en-US" dirty="0"/>
              <a:t>}</a:t>
            </a:r>
          </a:p>
          <a:p>
            <a:endParaRPr lang="en-US" dirty="0">
              <a:latin typeface="Consolas" panose="020B0609020204030204" pitchFamily="49" charset="0"/>
            </a:endParaRPr>
          </a:p>
        </p:txBody>
      </p:sp>
      <p:sp>
        <p:nvSpPr>
          <p:cNvPr id="5" name="Title 4">
            <a:extLst>
              <a:ext uri="{FF2B5EF4-FFF2-40B4-BE49-F238E27FC236}">
                <a16:creationId xmlns:a16="http://schemas.microsoft.com/office/drawing/2014/main" id="{D75992B5-F503-8874-C6B7-C3414C514E30}"/>
              </a:ext>
            </a:extLst>
          </p:cNvPr>
          <p:cNvSpPr>
            <a:spLocks noGrp="1"/>
          </p:cNvSpPr>
          <p:nvPr>
            <p:ph type="title"/>
          </p:nvPr>
        </p:nvSpPr>
        <p:spPr/>
        <p:txBody>
          <a:bodyPr/>
          <a:lstStyle/>
          <a:p>
            <a:r>
              <a:rPr lang="en-US" dirty="0"/>
              <a:t>Characteristics</a:t>
            </a:r>
          </a:p>
        </p:txBody>
      </p:sp>
      <p:sp>
        <p:nvSpPr>
          <p:cNvPr id="2" name="Content Placeholder 1">
            <a:extLst>
              <a:ext uri="{FF2B5EF4-FFF2-40B4-BE49-F238E27FC236}">
                <a16:creationId xmlns:a16="http://schemas.microsoft.com/office/drawing/2014/main" id="{0D62DDF7-CD81-136B-B512-E791807BC792}"/>
              </a:ext>
            </a:extLst>
          </p:cNvPr>
          <p:cNvSpPr>
            <a:spLocks noGrp="1"/>
          </p:cNvSpPr>
          <p:nvPr>
            <p:ph idx="13"/>
          </p:nvPr>
        </p:nvSpPr>
        <p:spPr/>
        <p:txBody>
          <a:bodyPr/>
          <a:lstStyle/>
          <a:p>
            <a:r>
              <a:rPr lang="en-US" dirty="0"/>
              <a:t>Promotes consistency among products</a:t>
            </a:r>
          </a:p>
          <a:p>
            <a:r>
              <a:rPr lang="en-US" dirty="0"/>
              <a:t>Supporting new kind of UI family is easier</a:t>
            </a:r>
          </a:p>
          <a:p>
            <a:r>
              <a:rPr lang="en-US" dirty="0"/>
              <a:t>Catching errors at compile time is </a:t>
            </a:r>
            <a:r>
              <a:rPr lang="en-US" b="1" i="1" dirty="0"/>
              <a:t>much better </a:t>
            </a:r>
            <a:r>
              <a:rPr lang="en-US" dirty="0"/>
              <a:t>than during execution</a:t>
            </a:r>
          </a:p>
          <a:p>
            <a:pPr lvl="1"/>
            <a:r>
              <a:rPr lang="en-US" b="1" i="1" dirty="0"/>
              <a:t>Why…? </a:t>
            </a:r>
          </a:p>
          <a:p>
            <a:endParaRPr lang="en-US" dirty="0"/>
          </a:p>
        </p:txBody>
      </p:sp>
      <p:sp>
        <p:nvSpPr>
          <p:cNvPr id="7" name="Rectangle 6">
            <a:extLst>
              <a:ext uri="{FF2B5EF4-FFF2-40B4-BE49-F238E27FC236}">
                <a16:creationId xmlns:a16="http://schemas.microsoft.com/office/drawing/2014/main" id="{E4DB7449-FD6B-66BC-CC06-F006B234356D}"/>
              </a:ext>
            </a:extLst>
          </p:cNvPr>
          <p:cNvSpPr/>
          <p:nvPr/>
        </p:nvSpPr>
        <p:spPr>
          <a:xfrm>
            <a:off x="6015485" y="4250860"/>
            <a:ext cx="5794439" cy="1458277"/>
          </a:xfrm>
          <a:prstGeom prst="rect">
            <a:avLst/>
          </a:prstGeom>
          <a:noFill/>
          <a:ln w="349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8" name="TextBox 7">
            <a:extLst>
              <a:ext uri="{FF2B5EF4-FFF2-40B4-BE49-F238E27FC236}">
                <a16:creationId xmlns:a16="http://schemas.microsoft.com/office/drawing/2014/main" id="{06C51097-B08A-505E-F9FA-5F27F18279DC}"/>
              </a:ext>
            </a:extLst>
          </p:cNvPr>
          <p:cNvSpPr txBox="1"/>
          <p:nvPr/>
        </p:nvSpPr>
        <p:spPr>
          <a:xfrm>
            <a:off x="9460478" y="5200120"/>
            <a:ext cx="2188420" cy="461665"/>
          </a:xfrm>
          <a:prstGeom prst="rect">
            <a:avLst/>
          </a:prstGeom>
          <a:noFill/>
        </p:spPr>
        <p:txBody>
          <a:bodyPr wrap="none" rtlCol="0">
            <a:spAutoFit/>
          </a:bodyPr>
          <a:lstStyle/>
          <a:p>
            <a:r>
              <a:rPr lang="en-US" sz="2400" b="1" i="1" dirty="0"/>
              <a:t>What happens?</a:t>
            </a:r>
          </a:p>
        </p:txBody>
      </p:sp>
    </p:spTree>
    <p:extLst>
      <p:ext uri="{BB962C8B-B14F-4D97-AF65-F5344CB8AC3E}">
        <p14:creationId xmlns:p14="http://schemas.microsoft.com/office/powerpoint/2010/main" val="25620200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7796B1-FE05-DC1E-C9A3-08C5341499A9}"/>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2BD23404-833D-FC2B-089F-14CF45CF8380}"/>
              </a:ext>
            </a:extLst>
          </p:cNvPr>
          <p:cNvSpPr>
            <a:spLocks noGrp="1"/>
          </p:cNvSpPr>
          <p:nvPr>
            <p:ph idx="1"/>
          </p:nvPr>
        </p:nvSpPr>
        <p:spPr>
          <a:xfrm>
            <a:off x="240570" y="785004"/>
            <a:ext cx="3896544" cy="5218981"/>
          </a:xfrm>
          <a:ln>
            <a:solidFill>
              <a:schemeClr val="tx1"/>
            </a:solidFill>
          </a:ln>
        </p:spPr>
        <p:txBody>
          <a:bodyPr>
            <a:normAutofit/>
          </a:bodyPr>
          <a:lstStyle/>
          <a:p>
            <a:pPr marL="0" indent="0" algn="ctr">
              <a:buNone/>
            </a:pPr>
            <a:r>
              <a:rPr lang="en-US" b="1" u="sng" dirty="0"/>
              <a:t>Creational patterns </a:t>
            </a:r>
          </a:p>
          <a:p>
            <a:r>
              <a:rPr lang="en-US" dirty="0"/>
              <a:t>Control how objects are created</a:t>
            </a:r>
          </a:p>
          <a:p>
            <a:r>
              <a:rPr lang="en-US" dirty="0" err="1"/>
              <a:t>E.g</a:t>
            </a:r>
            <a:r>
              <a:rPr lang="en-US" dirty="0"/>
              <a:t>, Factory, Singleton</a:t>
            </a:r>
          </a:p>
          <a:p>
            <a:pPr marL="230187" lvl="1" indent="0">
              <a:buNone/>
            </a:pPr>
            <a:endParaRPr lang="en-US" dirty="0"/>
          </a:p>
        </p:txBody>
      </p:sp>
      <p:sp>
        <p:nvSpPr>
          <p:cNvPr id="4" name="Title 3">
            <a:extLst>
              <a:ext uri="{FF2B5EF4-FFF2-40B4-BE49-F238E27FC236}">
                <a16:creationId xmlns:a16="http://schemas.microsoft.com/office/drawing/2014/main" id="{DBB2E82A-2685-543E-3A63-1A8655808FA3}"/>
              </a:ext>
            </a:extLst>
          </p:cNvPr>
          <p:cNvSpPr>
            <a:spLocks noGrp="1"/>
          </p:cNvSpPr>
          <p:nvPr>
            <p:ph type="title"/>
          </p:nvPr>
        </p:nvSpPr>
        <p:spPr/>
        <p:txBody>
          <a:bodyPr/>
          <a:lstStyle/>
          <a:p>
            <a:r>
              <a:rPr lang="en-US" dirty="0"/>
              <a:t>Design pattern classification</a:t>
            </a:r>
          </a:p>
        </p:txBody>
      </p:sp>
      <p:sp>
        <p:nvSpPr>
          <p:cNvPr id="3" name="Content Placeholder 4">
            <a:extLst>
              <a:ext uri="{FF2B5EF4-FFF2-40B4-BE49-F238E27FC236}">
                <a16:creationId xmlns:a16="http://schemas.microsoft.com/office/drawing/2014/main" id="{A3DC3B1B-9C44-A739-C111-64B20D703A85}"/>
              </a:ext>
            </a:extLst>
          </p:cNvPr>
          <p:cNvSpPr txBox="1">
            <a:spLocks/>
          </p:cNvSpPr>
          <p:nvPr/>
        </p:nvSpPr>
        <p:spPr bwMode="auto">
          <a:xfrm>
            <a:off x="4244627" y="785003"/>
            <a:ext cx="3980160" cy="521898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normAutofit lnSpcReduction="10000"/>
          </a:bodyPr>
          <a:lstStyle>
            <a:lvl1pPr marL="230188" indent="-230188" algn="l" defTabSz="912813" rtl="0" eaLnBrk="1" fontAlgn="base" hangingPunct="1">
              <a:lnSpc>
                <a:spcPct val="120000"/>
              </a:lnSpc>
              <a:spcBef>
                <a:spcPts val="1000"/>
              </a:spcBef>
              <a:spcAft>
                <a:spcPts val="600"/>
              </a:spcAft>
              <a:buFont typeface="Arial" panose="020B0604020202020204" pitchFamily="34" charset="0"/>
              <a:buChar char="•"/>
              <a:defRPr sz="2800" kern="1200">
                <a:solidFill>
                  <a:schemeClr val="tx1"/>
                </a:solidFill>
                <a:latin typeface="Helvetica" pitchFamily="2" charset="0"/>
                <a:ea typeface="+mn-ea"/>
                <a:cs typeface="+mn-cs"/>
              </a:defRPr>
            </a:lvl1pPr>
            <a:lvl2pPr marL="454025" indent="-223838" algn="l" defTabSz="912813" rtl="0" eaLnBrk="1" fontAlgn="base" hangingPunct="1">
              <a:lnSpc>
                <a:spcPct val="120000"/>
              </a:lnSpc>
              <a:spcBef>
                <a:spcPts val="500"/>
              </a:spcBef>
              <a:spcAft>
                <a:spcPts val="600"/>
              </a:spcAft>
              <a:buFont typeface="Arial" panose="020B0604020202020204" pitchFamily="34" charset="0"/>
              <a:buChar char="•"/>
              <a:defRPr sz="2400" kern="1200">
                <a:solidFill>
                  <a:schemeClr val="tx1"/>
                </a:solidFill>
                <a:latin typeface="Helvetica" pitchFamily="2" charset="0"/>
                <a:ea typeface="+mn-ea"/>
                <a:cs typeface="+mn-cs"/>
              </a:defRPr>
            </a:lvl2pPr>
            <a:lvl3pPr marL="684213" indent="-222250" algn="l" defTabSz="912813" rtl="0" eaLnBrk="1" fontAlgn="base" hangingPunct="1">
              <a:lnSpc>
                <a:spcPct val="120000"/>
              </a:lnSpc>
              <a:spcBef>
                <a:spcPts val="500"/>
              </a:spcBef>
              <a:spcAft>
                <a:spcPts val="600"/>
              </a:spcAft>
              <a:buFont typeface="Arial" panose="020B0604020202020204" pitchFamily="34" charset="0"/>
              <a:buChar char="•"/>
              <a:defRPr sz="2000" kern="1200">
                <a:solidFill>
                  <a:schemeClr val="tx1"/>
                </a:solidFill>
                <a:latin typeface="Helvetica" pitchFamily="2" charset="0"/>
                <a:ea typeface="+mn-ea"/>
                <a:cs typeface="+mn-cs"/>
              </a:defRPr>
            </a:lvl3pPr>
            <a:lvl4pPr marL="914400" indent="-230188" algn="l" defTabSz="912813" rtl="0" eaLnBrk="1" fontAlgn="base" hangingPunct="1">
              <a:lnSpc>
                <a:spcPct val="120000"/>
              </a:lnSpc>
              <a:spcBef>
                <a:spcPts val="500"/>
              </a:spcBef>
              <a:spcAft>
                <a:spcPts val="600"/>
              </a:spcAft>
              <a:buFont typeface="Arial" panose="020B0604020202020204" pitchFamily="34" charset="0"/>
              <a:buChar char="•"/>
              <a:defRPr sz="1800" kern="1200">
                <a:solidFill>
                  <a:schemeClr val="tx1"/>
                </a:solidFill>
                <a:latin typeface="Helvetica" pitchFamily="2" charset="0"/>
                <a:ea typeface="+mn-ea"/>
                <a:cs typeface="+mn-cs"/>
              </a:defRPr>
            </a:lvl4pPr>
            <a:lvl5pPr marL="1198563" indent="-284163" algn="l" defTabSz="912813" rtl="0" eaLnBrk="1" fontAlgn="base" hangingPunct="1">
              <a:lnSpc>
                <a:spcPct val="120000"/>
              </a:lnSpc>
              <a:spcBef>
                <a:spcPts val="500"/>
              </a:spcBef>
              <a:spcAft>
                <a:spcPts val="600"/>
              </a:spcAft>
              <a:buFont typeface="Arial" panose="020B0604020202020204" pitchFamily="34" charset="0"/>
              <a:buChar char="•"/>
              <a:defRPr sz="1800" kern="1200">
                <a:solidFill>
                  <a:schemeClr val="tx1"/>
                </a:solidFill>
                <a:latin typeface="Helvetica" pitchFamily="2" charset="0"/>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u="sng" dirty="0"/>
              <a:t>Structural patterns</a:t>
            </a:r>
          </a:p>
          <a:p>
            <a:r>
              <a:rPr lang="en-US" dirty="0"/>
              <a:t>Control how objects and classes are composed</a:t>
            </a:r>
          </a:p>
          <a:p>
            <a:r>
              <a:rPr lang="en-US" dirty="0"/>
              <a:t>Deal with object relationships</a:t>
            </a:r>
          </a:p>
          <a:p>
            <a:r>
              <a:rPr lang="en-US" dirty="0"/>
              <a:t>E.g., Adapter, Proxy, Decorator, Bridge, Façade</a:t>
            </a:r>
          </a:p>
        </p:txBody>
      </p:sp>
      <p:sp>
        <p:nvSpPr>
          <p:cNvPr id="6" name="Content Placeholder 4">
            <a:extLst>
              <a:ext uri="{FF2B5EF4-FFF2-40B4-BE49-F238E27FC236}">
                <a16:creationId xmlns:a16="http://schemas.microsoft.com/office/drawing/2014/main" id="{62DFC4D6-F9C0-DD15-2B17-437C14F9F5DD}"/>
              </a:ext>
            </a:extLst>
          </p:cNvPr>
          <p:cNvSpPr txBox="1">
            <a:spLocks/>
          </p:cNvSpPr>
          <p:nvPr/>
        </p:nvSpPr>
        <p:spPr bwMode="auto">
          <a:xfrm>
            <a:off x="8291022" y="785002"/>
            <a:ext cx="3660408" cy="521898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normAutofit/>
          </a:bodyPr>
          <a:lstStyle>
            <a:lvl1pPr marL="230188" indent="-230188" algn="l" defTabSz="912813" rtl="0" eaLnBrk="1" fontAlgn="base" hangingPunct="1">
              <a:lnSpc>
                <a:spcPct val="120000"/>
              </a:lnSpc>
              <a:spcBef>
                <a:spcPts val="1000"/>
              </a:spcBef>
              <a:spcAft>
                <a:spcPts val="600"/>
              </a:spcAft>
              <a:buFont typeface="Arial" panose="020B0604020202020204" pitchFamily="34" charset="0"/>
              <a:buChar char="•"/>
              <a:defRPr sz="2800" kern="1200">
                <a:solidFill>
                  <a:schemeClr val="tx1"/>
                </a:solidFill>
                <a:latin typeface="Helvetica" pitchFamily="2" charset="0"/>
                <a:ea typeface="+mn-ea"/>
                <a:cs typeface="+mn-cs"/>
              </a:defRPr>
            </a:lvl1pPr>
            <a:lvl2pPr marL="454025" indent="-223838" algn="l" defTabSz="912813" rtl="0" eaLnBrk="1" fontAlgn="base" hangingPunct="1">
              <a:lnSpc>
                <a:spcPct val="120000"/>
              </a:lnSpc>
              <a:spcBef>
                <a:spcPts val="500"/>
              </a:spcBef>
              <a:spcAft>
                <a:spcPts val="600"/>
              </a:spcAft>
              <a:buFont typeface="Arial" panose="020B0604020202020204" pitchFamily="34" charset="0"/>
              <a:buChar char="•"/>
              <a:defRPr sz="2400" kern="1200">
                <a:solidFill>
                  <a:schemeClr val="tx1"/>
                </a:solidFill>
                <a:latin typeface="Helvetica" pitchFamily="2" charset="0"/>
                <a:ea typeface="+mn-ea"/>
                <a:cs typeface="+mn-cs"/>
              </a:defRPr>
            </a:lvl2pPr>
            <a:lvl3pPr marL="684213" indent="-222250" algn="l" defTabSz="912813" rtl="0" eaLnBrk="1" fontAlgn="base" hangingPunct="1">
              <a:lnSpc>
                <a:spcPct val="120000"/>
              </a:lnSpc>
              <a:spcBef>
                <a:spcPts val="500"/>
              </a:spcBef>
              <a:spcAft>
                <a:spcPts val="600"/>
              </a:spcAft>
              <a:buFont typeface="Arial" panose="020B0604020202020204" pitchFamily="34" charset="0"/>
              <a:buChar char="•"/>
              <a:defRPr sz="2000" kern="1200">
                <a:solidFill>
                  <a:schemeClr val="tx1"/>
                </a:solidFill>
                <a:latin typeface="Helvetica" pitchFamily="2" charset="0"/>
                <a:ea typeface="+mn-ea"/>
                <a:cs typeface="+mn-cs"/>
              </a:defRPr>
            </a:lvl3pPr>
            <a:lvl4pPr marL="914400" indent="-230188" algn="l" defTabSz="912813" rtl="0" eaLnBrk="1" fontAlgn="base" hangingPunct="1">
              <a:lnSpc>
                <a:spcPct val="120000"/>
              </a:lnSpc>
              <a:spcBef>
                <a:spcPts val="500"/>
              </a:spcBef>
              <a:spcAft>
                <a:spcPts val="600"/>
              </a:spcAft>
              <a:buFont typeface="Arial" panose="020B0604020202020204" pitchFamily="34" charset="0"/>
              <a:buChar char="•"/>
              <a:defRPr sz="1800" kern="1200">
                <a:solidFill>
                  <a:schemeClr val="tx1"/>
                </a:solidFill>
                <a:latin typeface="Helvetica" pitchFamily="2" charset="0"/>
                <a:ea typeface="+mn-ea"/>
                <a:cs typeface="+mn-cs"/>
              </a:defRPr>
            </a:lvl4pPr>
            <a:lvl5pPr marL="1198563" indent="-284163" algn="l" defTabSz="912813" rtl="0" eaLnBrk="1" fontAlgn="base" hangingPunct="1">
              <a:lnSpc>
                <a:spcPct val="120000"/>
              </a:lnSpc>
              <a:spcBef>
                <a:spcPts val="500"/>
              </a:spcBef>
              <a:spcAft>
                <a:spcPts val="600"/>
              </a:spcAft>
              <a:buFont typeface="Arial" panose="020B0604020202020204" pitchFamily="34" charset="0"/>
              <a:buChar char="•"/>
              <a:defRPr sz="1800" kern="1200">
                <a:solidFill>
                  <a:schemeClr val="tx1"/>
                </a:solidFill>
                <a:latin typeface="Helvetica" pitchFamily="2" charset="0"/>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u="sng" dirty="0"/>
              <a:t>Behavioral patterns</a:t>
            </a:r>
          </a:p>
          <a:p>
            <a:r>
              <a:rPr lang="en-US" dirty="0"/>
              <a:t>Control how objects distribute responsibilities</a:t>
            </a:r>
          </a:p>
          <a:p>
            <a:r>
              <a:rPr lang="en-US" dirty="0"/>
              <a:t>Template method, State, Observer, Visitor</a:t>
            </a:r>
          </a:p>
          <a:p>
            <a:pPr lvl="1"/>
            <a:endParaRPr lang="en-US" dirty="0"/>
          </a:p>
        </p:txBody>
      </p:sp>
      <p:sp>
        <p:nvSpPr>
          <p:cNvPr id="2" name="Rectangle 1">
            <a:extLst>
              <a:ext uri="{FF2B5EF4-FFF2-40B4-BE49-F238E27FC236}">
                <a16:creationId xmlns:a16="http://schemas.microsoft.com/office/drawing/2014/main" id="{6AA41AD9-CEC0-4A18-F4AF-370EE324D07D}"/>
              </a:ext>
            </a:extLst>
          </p:cNvPr>
          <p:cNvSpPr/>
          <p:nvPr/>
        </p:nvSpPr>
        <p:spPr>
          <a:xfrm>
            <a:off x="4105919" y="706132"/>
            <a:ext cx="4334695" cy="5376720"/>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Tree>
    <p:extLst>
      <p:ext uri="{BB962C8B-B14F-4D97-AF65-F5344CB8AC3E}">
        <p14:creationId xmlns:p14="http://schemas.microsoft.com/office/powerpoint/2010/main" val="334140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8CE3DB8-72E0-65BB-8252-1DAEE6DFEC9F}"/>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5B1957A4-C116-3A8A-3126-9639181B78F9}"/>
              </a:ext>
            </a:extLst>
          </p:cNvPr>
          <p:cNvSpPr>
            <a:spLocks noGrp="1"/>
          </p:cNvSpPr>
          <p:nvPr>
            <p:ph idx="1"/>
          </p:nvPr>
        </p:nvSpPr>
        <p:spPr/>
        <p:txBody>
          <a:bodyPr/>
          <a:lstStyle/>
          <a:p>
            <a:pPr marL="0" indent="0">
              <a:buNone/>
            </a:pPr>
            <a:r>
              <a:rPr lang="en-US" dirty="0"/>
              <a:t>How classes and objects compose to form larger structures</a:t>
            </a:r>
          </a:p>
        </p:txBody>
      </p:sp>
      <p:sp>
        <p:nvSpPr>
          <p:cNvPr id="5" name="Title 4">
            <a:extLst>
              <a:ext uri="{FF2B5EF4-FFF2-40B4-BE49-F238E27FC236}">
                <a16:creationId xmlns:a16="http://schemas.microsoft.com/office/drawing/2014/main" id="{C6A2237B-DB38-0B09-7E6B-FB905BAE9867}"/>
              </a:ext>
            </a:extLst>
          </p:cNvPr>
          <p:cNvSpPr>
            <a:spLocks noGrp="1"/>
          </p:cNvSpPr>
          <p:nvPr>
            <p:ph type="title"/>
          </p:nvPr>
        </p:nvSpPr>
        <p:spPr/>
        <p:txBody>
          <a:bodyPr/>
          <a:lstStyle/>
          <a:p>
            <a:r>
              <a:rPr lang="en-US" dirty="0"/>
              <a:t>Structural patterns</a:t>
            </a:r>
          </a:p>
        </p:txBody>
      </p:sp>
    </p:spTree>
    <p:extLst>
      <p:ext uri="{BB962C8B-B14F-4D97-AF65-F5344CB8AC3E}">
        <p14:creationId xmlns:p14="http://schemas.microsoft.com/office/powerpoint/2010/main" val="169990042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FF5873D-6EAC-9D52-0741-24E9E493EF58}"/>
              </a:ext>
            </a:extLst>
          </p:cNvPr>
          <p:cNvSpPr>
            <a:spLocks noGrp="1"/>
          </p:cNvSpPr>
          <p:nvPr>
            <p:ph idx="1"/>
          </p:nvPr>
        </p:nvSpPr>
        <p:spPr/>
        <p:txBody>
          <a:bodyPr/>
          <a:lstStyle/>
          <a:p>
            <a:endParaRPr lang="en-US"/>
          </a:p>
        </p:txBody>
      </p:sp>
      <p:sp>
        <p:nvSpPr>
          <p:cNvPr id="3" name="Text Placeholder 2">
            <a:extLst>
              <a:ext uri="{FF2B5EF4-FFF2-40B4-BE49-F238E27FC236}">
                <a16:creationId xmlns:a16="http://schemas.microsoft.com/office/drawing/2014/main" id="{97F6A42F-E6A0-F082-ECE1-C2DB9FD57748}"/>
              </a:ext>
            </a:extLst>
          </p:cNvPr>
          <p:cNvSpPr>
            <a:spLocks noGrp="1"/>
          </p:cNvSpPr>
          <p:nvPr>
            <p:ph type="body" sz="quarter" idx="13"/>
          </p:nvPr>
        </p:nvSpPr>
        <p:spPr/>
        <p:txBody>
          <a:bodyPr/>
          <a:lstStyle/>
          <a:p>
            <a:r>
              <a:rPr lang="en-US" sz="3200" dirty="0"/>
              <a:t>Adapter design pattern</a:t>
            </a:r>
          </a:p>
        </p:txBody>
      </p:sp>
    </p:spTree>
    <p:extLst>
      <p:ext uri="{BB962C8B-B14F-4D97-AF65-F5344CB8AC3E}">
        <p14:creationId xmlns:p14="http://schemas.microsoft.com/office/powerpoint/2010/main" val="348909790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0FC10D-68FA-95DD-7036-88FA30F32C0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1A9D9A61-5063-2D50-C2F9-AF651770C092}"/>
              </a:ext>
            </a:extLst>
          </p:cNvPr>
          <p:cNvSpPr>
            <a:spLocks noGrp="1"/>
          </p:cNvSpPr>
          <p:nvPr>
            <p:ph type="title"/>
          </p:nvPr>
        </p:nvSpPr>
        <p:spPr/>
        <p:txBody>
          <a:bodyPr/>
          <a:lstStyle/>
          <a:p>
            <a:r>
              <a:rPr lang="en-US" dirty="0"/>
              <a:t>Use case: payment processor</a:t>
            </a:r>
          </a:p>
        </p:txBody>
      </p:sp>
      <p:sp>
        <p:nvSpPr>
          <p:cNvPr id="11" name="Rectangle: Rounded Corners 10">
            <a:extLst>
              <a:ext uri="{FF2B5EF4-FFF2-40B4-BE49-F238E27FC236}">
                <a16:creationId xmlns:a16="http://schemas.microsoft.com/office/drawing/2014/main" id="{6A14BF0F-3206-35D9-BC9F-E414F0AC5924}"/>
              </a:ext>
            </a:extLst>
          </p:cNvPr>
          <p:cNvSpPr/>
          <p:nvPr/>
        </p:nvSpPr>
        <p:spPr>
          <a:xfrm>
            <a:off x="4161693" y="974170"/>
            <a:ext cx="3868614" cy="4909660"/>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16AE84D9-DD8E-4828-4731-AD26087C0CD8}"/>
              </a:ext>
            </a:extLst>
          </p:cNvPr>
          <p:cNvGrpSpPr/>
          <p:nvPr/>
        </p:nvGrpSpPr>
        <p:grpSpPr>
          <a:xfrm>
            <a:off x="4301438" y="1254760"/>
            <a:ext cx="3589124" cy="912855"/>
            <a:chOff x="1205614" y="2133600"/>
            <a:chExt cx="3589124" cy="912855"/>
          </a:xfrm>
        </p:grpSpPr>
        <p:sp>
          <p:nvSpPr>
            <p:cNvPr id="13" name="Rectangle 12">
              <a:extLst>
                <a:ext uri="{FF2B5EF4-FFF2-40B4-BE49-F238E27FC236}">
                  <a16:creationId xmlns:a16="http://schemas.microsoft.com/office/drawing/2014/main" id="{43FD647E-8B3E-13C3-25D6-224724499927}"/>
                </a:ext>
              </a:extLst>
            </p:cNvPr>
            <p:cNvSpPr/>
            <p:nvPr/>
          </p:nvSpPr>
          <p:spPr>
            <a:xfrm>
              <a:off x="1205614" y="2540834"/>
              <a:ext cx="3589124" cy="505621"/>
            </a:xfrm>
            <a:prstGeom prst="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rPr>
                <a:t>void pay(int amt);</a:t>
              </a:r>
            </a:p>
          </p:txBody>
        </p:sp>
        <p:sp>
          <p:nvSpPr>
            <p:cNvPr id="14" name="Rectangle 13">
              <a:extLst>
                <a:ext uri="{FF2B5EF4-FFF2-40B4-BE49-F238E27FC236}">
                  <a16:creationId xmlns:a16="http://schemas.microsoft.com/office/drawing/2014/main" id="{F775438C-F59C-AD9C-991D-012A43422EF6}"/>
                </a:ext>
              </a:extLst>
            </p:cNvPr>
            <p:cNvSpPr/>
            <p:nvPr/>
          </p:nvSpPr>
          <p:spPr>
            <a:xfrm>
              <a:off x="1205614" y="2133600"/>
              <a:ext cx="3589123" cy="413096"/>
            </a:xfrm>
            <a:prstGeom prst="rect">
              <a:avLst/>
            </a:prstGeom>
            <a:solidFill>
              <a:srgbClr val="B9B9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anose="020B0609020204030204" pitchFamily="49" charset="0"/>
                </a:rPr>
                <a:t>interface </a:t>
              </a:r>
              <a:r>
                <a:rPr lang="en-US" dirty="0" err="1">
                  <a:solidFill>
                    <a:schemeClr val="tx1"/>
                  </a:solidFill>
                  <a:latin typeface="Consolas" panose="020B0609020204030204" pitchFamily="49" charset="0"/>
                </a:rPr>
                <a:t>PaymentProcessor</a:t>
              </a:r>
              <a:endParaRPr lang="en-US" dirty="0">
                <a:solidFill>
                  <a:schemeClr val="tx1"/>
                </a:solidFill>
                <a:latin typeface="Consolas" panose="020B0609020204030204" pitchFamily="49" charset="0"/>
              </a:endParaRPr>
            </a:p>
          </p:txBody>
        </p:sp>
      </p:grpSp>
      <p:grpSp>
        <p:nvGrpSpPr>
          <p:cNvPr id="15" name="Group 14">
            <a:extLst>
              <a:ext uri="{FF2B5EF4-FFF2-40B4-BE49-F238E27FC236}">
                <a16:creationId xmlns:a16="http://schemas.microsoft.com/office/drawing/2014/main" id="{C1A6D106-F794-673C-1B37-7831DA33FE66}"/>
              </a:ext>
            </a:extLst>
          </p:cNvPr>
          <p:cNvGrpSpPr/>
          <p:nvPr/>
        </p:nvGrpSpPr>
        <p:grpSpPr>
          <a:xfrm>
            <a:off x="4301438" y="2355682"/>
            <a:ext cx="3589124" cy="1038838"/>
            <a:chOff x="1205614" y="2133600"/>
            <a:chExt cx="3589124" cy="793392"/>
          </a:xfrm>
        </p:grpSpPr>
        <p:sp>
          <p:nvSpPr>
            <p:cNvPr id="16" name="Rectangle 15">
              <a:extLst>
                <a:ext uri="{FF2B5EF4-FFF2-40B4-BE49-F238E27FC236}">
                  <a16:creationId xmlns:a16="http://schemas.microsoft.com/office/drawing/2014/main" id="{E2431621-6514-0C59-7768-9831A5636426}"/>
                </a:ext>
              </a:extLst>
            </p:cNvPr>
            <p:cNvSpPr/>
            <p:nvPr/>
          </p:nvSpPr>
          <p:spPr>
            <a:xfrm>
              <a:off x="1205614" y="2540834"/>
              <a:ext cx="3589124" cy="386158"/>
            </a:xfrm>
            <a:prstGeom prst="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rPr>
                <a:t>void pay(int amt) {// code}</a:t>
              </a:r>
            </a:p>
          </p:txBody>
        </p:sp>
        <p:sp>
          <p:nvSpPr>
            <p:cNvPr id="17" name="Rectangle 16">
              <a:extLst>
                <a:ext uri="{FF2B5EF4-FFF2-40B4-BE49-F238E27FC236}">
                  <a16:creationId xmlns:a16="http://schemas.microsoft.com/office/drawing/2014/main" id="{95F520A9-6520-C892-5BA9-35BC9F8A8D40}"/>
                </a:ext>
              </a:extLst>
            </p:cNvPr>
            <p:cNvSpPr/>
            <p:nvPr/>
          </p:nvSpPr>
          <p:spPr>
            <a:xfrm>
              <a:off x="1205615" y="2133600"/>
              <a:ext cx="3589122" cy="413096"/>
            </a:xfrm>
            <a:prstGeom prst="rect">
              <a:avLst/>
            </a:prstGeom>
            <a:solidFill>
              <a:srgbClr val="B9B9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rPr>
                <a:t>class </a:t>
              </a:r>
              <a:r>
                <a:rPr lang="en-US" dirty="0" err="1">
                  <a:solidFill>
                    <a:schemeClr val="tx1"/>
                  </a:solidFill>
                  <a:latin typeface="Consolas" panose="020B0609020204030204" pitchFamily="49" charset="0"/>
                </a:rPr>
                <a:t>PaypalProcessor</a:t>
              </a:r>
              <a:r>
                <a:rPr lang="en-US" dirty="0">
                  <a:solidFill>
                    <a:schemeClr val="tx1"/>
                  </a:solidFill>
                  <a:latin typeface="Consolas" panose="020B0609020204030204" pitchFamily="49" charset="0"/>
                </a:rPr>
                <a:t> implements </a:t>
              </a:r>
              <a:r>
                <a:rPr lang="en-US" dirty="0" err="1">
                  <a:solidFill>
                    <a:schemeClr val="tx1"/>
                  </a:solidFill>
                  <a:latin typeface="Consolas" panose="020B0609020204030204" pitchFamily="49" charset="0"/>
                </a:rPr>
                <a:t>PaymentProcessor</a:t>
              </a:r>
              <a:r>
                <a:rPr lang="en-US" dirty="0">
                  <a:solidFill>
                    <a:schemeClr val="tx1"/>
                  </a:solidFill>
                  <a:latin typeface="Consolas" panose="020B0609020204030204" pitchFamily="49" charset="0"/>
                </a:rPr>
                <a:t> </a:t>
              </a:r>
            </a:p>
          </p:txBody>
        </p:sp>
      </p:grpSp>
      <p:grpSp>
        <p:nvGrpSpPr>
          <p:cNvPr id="18" name="Group 17">
            <a:extLst>
              <a:ext uri="{FF2B5EF4-FFF2-40B4-BE49-F238E27FC236}">
                <a16:creationId xmlns:a16="http://schemas.microsoft.com/office/drawing/2014/main" id="{20191B01-58E5-E1E7-1BA1-1B533A8DED51}"/>
              </a:ext>
            </a:extLst>
          </p:cNvPr>
          <p:cNvGrpSpPr/>
          <p:nvPr/>
        </p:nvGrpSpPr>
        <p:grpSpPr>
          <a:xfrm>
            <a:off x="4301438" y="3505843"/>
            <a:ext cx="3589124" cy="2079527"/>
            <a:chOff x="1205614" y="2133600"/>
            <a:chExt cx="3589124" cy="1588197"/>
          </a:xfrm>
        </p:grpSpPr>
        <p:sp>
          <p:nvSpPr>
            <p:cNvPr id="19" name="Rectangle 18">
              <a:extLst>
                <a:ext uri="{FF2B5EF4-FFF2-40B4-BE49-F238E27FC236}">
                  <a16:creationId xmlns:a16="http://schemas.microsoft.com/office/drawing/2014/main" id="{C6396E66-14C5-9930-DA5C-FD3035BB4A27}"/>
                </a:ext>
              </a:extLst>
            </p:cNvPr>
            <p:cNvSpPr/>
            <p:nvPr/>
          </p:nvSpPr>
          <p:spPr>
            <a:xfrm>
              <a:off x="1205614" y="2540833"/>
              <a:ext cx="3589124" cy="1180964"/>
            </a:xfrm>
            <a:prstGeom prst="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rPr>
                <a:t>main() {</a:t>
              </a:r>
              <a:br>
                <a:rPr lang="en-US" dirty="0">
                  <a:solidFill>
                    <a:schemeClr val="tx1"/>
                  </a:solidFill>
                  <a:latin typeface="Consolas" panose="020B0609020204030204" pitchFamily="49" charset="0"/>
                </a:rPr>
              </a:br>
              <a:r>
                <a:rPr lang="en-US" dirty="0">
                  <a:solidFill>
                    <a:schemeClr val="tx1"/>
                  </a:solidFill>
                  <a:latin typeface="Consolas" panose="020B0609020204030204" pitchFamily="49" charset="0"/>
                </a:rPr>
                <a:t> </a:t>
              </a:r>
              <a:r>
                <a:rPr lang="en-US" dirty="0" err="1">
                  <a:solidFill>
                    <a:schemeClr val="tx1"/>
                  </a:solidFill>
                  <a:latin typeface="Consolas" panose="020B0609020204030204" pitchFamily="49" charset="0"/>
                </a:rPr>
                <a:t>PaymentProcessor</a:t>
              </a:r>
              <a:r>
                <a:rPr lang="en-US" dirty="0">
                  <a:solidFill>
                    <a:schemeClr val="tx1"/>
                  </a:solidFill>
                  <a:latin typeface="Consolas" panose="020B0609020204030204" pitchFamily="49" charset="0"/>
                </a:rPr>
                <a:t> p = new </a:t>
              </a:r>
              <a:r>
                <a:rPr lang="en-US" dirty="0" err="1">
                  <a:solidFill>
                    <a:schemeClr val="tx1"/>
                  </a:solidFill>
                  <a:latin typeface="Consolas" panose="020B0609020204030204" pitchFamily="49" charset="0"/>
                </a:rPr>
                <a:t>PaypalProcessor</a:t>
              </a:r>
              <a:r>
                <a:rPr lang="en-US" dirty="0">
                  <a:solidFill>
                    <a:schemeClr val="tx1"/>
                  </a:solidFill>
                  <a:latin typeface="Consolas" panose="020B0609020204030204" pitchFamily="49" charset="0"/>
                </a:rPr>
                <a:t>();</a:t>
              </a:r>
            </a:p>
            <a:p>
              <a:r>
                <a:rPr lang="en-US" dirty="0">
                  <a:solidFill>
                    <a:schemeClr val="tx1"/>
                  </a:solidFill>
                  <a:latin typeface="Consolas" panose="020B0609020204030204" pitchFamily="49" charset="0"/>
                </a:rPr>
                <a:t> </a:t>
              </a:r>
              <a:r>
                <a:rPr lang="en-US" dirty="0" err="1">
                  <a:solidFill>
                    <a:schemeClr val="tx1"/>
                  </a:solidFill>
                  <a:latin typeface="Consolas" panose="020B0609020204030204" pitchFamily="49" charset="0"/>
                </a:rPr>
                <a:t>p.pay</a:t>
              </a:r>
              <a:r>
                <a:rPr lang="en-US" dirty="0">
                  <a:solidFill>
                    <a:schemeClr val="tx1"/>
                  </a:solidFill>
                  <a:latin typeface="Consolas" panose="020B0609020204030204" pitchFamily="49" charset="0"/>
                </a:rPr>
                <a:t>(1000);</a:t>
              </a:r>
              <a:br>
                <a:rPr lang="en-US" dirty="0">
                  <a:solidFill>
                    <a:schemeClr val="tx1"/>
                  </a:solidFill>
                  <a:latin typeface="Consolas" panose="020B0609020204030204" pitchFamily="49" charset="0"/>
                </a:rPr>
              </a:br>
              <a:r>
                <a:rPr lang="en-US" dirty="0">
                  <a:solidFill>
                    <a:schemeClr val="tx1"/>
                  </a:solidFill>
                  <a:latin typeface="Consolas" panose="020B0609020204030204" pitchFamily="49" charset="0"/>
                </a:rPr>
                <a:t>}</a:t>
              </a:r>
            </a:p>
          </p:txBody>
        </p:sp>
        <p:sp>
          <p:nvSpPr>
            <p:cNvPr id="20" name="Rectangle 19">
              <a:extLst>
                <a:ext uri="{FF2B5EF4-FFF2-40B4-BE49-F238E27FC236}">
                  <a16:creationId xmlns:a16="http://schemas.microsoft.com/office/drawing/2014/main" id="{0A0830DB-233D-2E7F-318E-1BDEE73674AB}"/>
                </a:ext>
              </a:extLst>
            </p:cNvPr>
            <p:cNvSpPr/>
            <p:nvPr/>
          </p:nvSpPr>
          <p:spPr>
            <a:xfrm>
              <a:off x="1205615" y="2133600"/>
              <a:ext cx="3589122" cy="413096"/>
            </a:xfrm>
            <a:prstGeom prst="rect">
              <a:avLst/>
            </a:prstGeom>
            <a:solidFill>
              <a:srgbClr val="B9B9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rPr>
                <a:t>class </a:t>
              </a:r>
              <a:r>
                <a:rPr lang="en-US" dirty="0" err="1">
                  <a:solidFill>
                    <a:schemeClr val="tx1"/>
                  </a:solidFill>
                  <a:latin typeface="Consolas" panose="020B0609020204030204" pitchFamily="49" charset="0"/>
                </a:rPr>
                <a:t>MyApp</a:t>
              </a:r>
              <a:endParaRPr lang="en-US" dirty="0">
                <a:solidFill>
                  <a:schemeClr val="tx1"/>
                </a:solidFill>
                <a:latin typeface="Consolas" panose="020B0609020204030204" pitchFamily="49" charset="0"/>
              </a:endParaRPr>
            </a:p>
          </p:txBody>
        </p:sp>
      </p:grpSp>
      <p:sp>
        <p:nvSpPr>
          <p:cNvPr id="25" name="TextBox 24">
            <a:extLst>
              <a:ext uri="{FF2B5EF4-FFF2-40B4-BE49-F238E27FC236}">
                <a16:creationId xmlns:a16="http://schemas.microsoft.com/office/drawing/2014/main" id="{13B903FB-1A1E-A118-AB1F-6F0AE9F8AE30}"/>
              </a:ext>
            </a:extLst>
          </p:cNvPr>
          <p:cNvSpPr txBox="1"/>
          <p:nvPr/>
        </p:nvSpPr>
        <p:spPr>
          <a:xfrm>
            <a:off x="8170053" y="3429000"/>
            <a:ext cx="780983" cy="523220"/>
          </a:xfrm>
          <a:prstGeom prst="rect">
            <a:avLst/>
          </a:prstGeom>
          <a:noFill/>
        </p:spPr>
        <p:txBody>
          <a:bodyPr wrap="none" rtlCol="0">
            <a:spAutoFit/>
          </a:bodyPr>
          <a:lstStyle/>
          <a:p>
            <a:r>
              <a:rPr lang="en-US" sz="2800" b="1" i="1" dirty="0"/>
              <a:t>App</a:t>
            </a:r>
          </a:p>
        </p:txBody>
      </p:sp>
    </p:spTree>
    <p:extLst>
      <p:ext uri="{BB962C8B-B14F-4D97-AF65-F5344CB8AC3E}">
        <p14:creationId xmlns:p14="http://schemas.microsoft.com/office/powerpoint/2010/main" val="625435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C635B6-6889-D0AB-87E0-DDBEDD3440B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23B5C61-D722-A820-3E2D-BC979CA88127}"/>
              </a:ext>
            </a:extLst>
          </p:cNvPr>
          <p:cNvSpPr>
            <a:spLocks noGrp="1"/>
          </p:cNvSpPr>
          <p:nvPr>
            <p:ph type="title"/>
          </p:nvPr>
        </p:nvSpPr>
        <p:spPr/>
        <p:txBody>
          <a:bodyPr/>
          <a:lstStyle/>
          <a:p>
            <a:r>
              <a:rPr lang="en-US" dirty="0"/>
              <a:t>Adapter design pattern</a:t>
            </a:r>
          </a:p>
        </p:txBody>
      </p:sp>
      <p:sp>
        <p:nvSpPr>
          <p:cNvPr id="2" name="Rectangle: Rounded Corners 1">
            <a:extLst>
              <a:ext uri="{FF2B5EF4-FFF2-40B4-BE49-F238E27FC236}">
                <a16:creationId xmlns:a16="http://schemas.microsoft.com/office/drawing/2014/main" id="{4E60BDC5-C853-F8F0-1120-D87AE63C8A6B}"/>
              </a:ext>
            </a:extLst>
          </p:cNvPr>
          <p:cNvSpPr/>
          <p:nvPr/>
        </p:nvSpPr>
        <p:spPr>
          <a:xfrm>
            <a:off x="183846" y="1500554"/>
            <a:ext cx="3868614" cy="248529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8383F0A1-CFFE-BA4C-6BB0-BA945FF34951}"/>
              </a:ext>
            </a:extLst>
          </p:cNvPr>
          <p:cNvSpPr txBox="1"/>
          <p:nvPr/>
        </p:nvSpPr>
        <p:spPr>
          <a:xfrm>
            <a:off x="492369" y="1065407"/>
            <a:ext cx="1438214" cy="523220"/>
          </a:xfrm>
          <a:prstGeom prst="rect">
            <a:avLst/>
          </a:prstGeom>
          <a:noFill/>
        </p:spPr>
        <p:txBody>
          <a:bodyPr wrap="none" rtlCol="0">
            <a:spAutoFit/>
          </a:bodyPr>
          <a:lstStyle/>
          <a:p>
            <a:r>
              <a:rPr lang="en-US" sz="2800" b="1" i="1" dirty="0" err="1"/>
              <a:t>libStripe</a:t>
            </a:r>
            <a:endParaRPr lang="en-US" sz="2800" b="1" i="1" dirty="0"/>
          </a:p>
        </p:txBody>
      </p:sp>
      <p:grpSp>
        <p:nvGrpSpPr>
          <p:cNvPr id="9" name="Group 8">
            <a:extLst>
              <a:ext uri="{FF2B5EF4-FFF2-40B4-BE49-F238E27FC236}">
                <a16:creationId xmlns:a16="http://schemas.microsoft.com/office/drawing/2014/main" id="{F6009C28-6FCC-F035-0E8F-F4321CFC3120}"/>
              </a:ext>
            </a:extLst>
          </p:cNvPr>
          <p:cNvGrpSpPr/>
          <p:nvPr/>
        </p:nvGrpSpPr>
        <p:grpSpPr>
          <a:xfrm>
            <a:off x="279491" y="1863970"/>
            <a:ext cx="3589124" cy="937845"/>
            <a:chOff x="1205614" y="2133600"/>
            <a:chExt cx="3589124" cy="937845"/>
          </a:xfrm>
        </p:grpSpPr>
        <p:sp>
          <p:nvSpPr>
            <p:cNvPr id="7" name="Rectangle 6">
              <a:extLst>
                <a:ext uri="{FF2B5EF4-FFF2-40B4-BE49-F238E27FC236}">
                  <a16:creationId xmlns:a16="http://schemas.microsoft.com/office/drawing/2014/main" id="{C49F328E-6058-4B87-FA87-C474EC7C454A}"/>
                </a:ext>
              </a:extLst>
            </p:cNvPr>
            <p:cNvSpPr/>
            <p:nvPr/>
          </p:nvSpPr>
          <p:spPr>
            <a:xfrm>
              <a:off x="1205614" y="2540834"/>
              <a:ext cx="3589124" cy="530611"/>
            </a:xfrm>
            <a:prstGeom prst="rect">
              <a:avLst/>
            </a:prstGeom>
            <a:solidFill>
              <a:schemeClr val="tx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rPr>
                <a:t>void </a:t>
              </a:r>
              <a:r>
                <a:rPr lang="en-US" dirty="0" err="1">
                  <a:solidFill>
                    <a:schemeClr val="tx1"/>
                  </a:solidFill>
                  <a:latin typeface="Consolas" panose="020B0609020204030204" pitchFamily="49" charset="0"/>
                </a:rPr>
                <a:t>makePayment</a:t>
              </a:r>
              <a:r>
                <a:rPr lang="en-US" dirty="0">
                  <a:solidFill>
                    <a:schemeClr val="tx1"/>
                  </a:solidFill>
                  <a:latin typeface="Consolas" panose="020B0609020204030204" pitchFamily="49" charset="0"/>
                </a:rPr>
                <a:t>(int amt);</a:t>
              </a:r>
            </a:p>
          </p:txBody>
        </p:sp>
        <p:sp>
          <p:nvSpPr>
            <p:cNvPr id="8" name="Rectangle 7">
              <a:extLst>
                <a:ext uri="{FF2B5EF4-FFF2-40B4-BE49-F238E27FC236}">
                  <a16:creationId xmlns:a16="http://schemas.microsoft.com/office/drawing/2014/main" id="{9C3A78C5-69C8-866A-7652-0DE25D856487}"/>
                </a:ext>
              </a:extLst>
            </p:cNvPr>
            <p:cNvSpPr/>
            <p:nvPr/>
          </p:nvSpPr>
          <p:spPr>
            <a:xfrm>
              <a:off x="1205615" y="2133600"/>
              <a:ext cx="3036276" cy="413096"/>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latin typeface="Consolas" panose="020B0609020204030204" pitchFamily="49" charset="0"/>
                </a:rPr>
                <a:t>StripeProcessor</a:t>
              </a:r>
              <a:endParaRPr lang="en-US" dirty="0">
                <a:latin typeface="Consolas" panose="020B0609020204030204" pitchFamily="49" charset="0"/>
              </a:endParaRPr>
            </a:p>
          </p:txBody>
        </p:sp>
      </p:grpSp>
      <p:sp>
        <p:nvSpPr>
          <p:cNvPr id="11" name="Rectangle: Rounded Corners 10">
            <a:extLst>
              <a:ext uri="{FF2B5EF4-FFF2-40B4-BE49-F238E27FC236}">
                <a16:creationId xmlns:a16="http://schemas.microsoft.com/office/drawing/2014/main" id="{E71BEB77-7464-3F1D-D8EB-009BA954D963}"/>
              </a:ext>
            </a:extLst>
          </p:cNvPr>
          <p:cNvSpPr/>
          <p:nvPr/>
        </p:nvSpPr>
        <p:spPr>
          <a:xfrm>
            <a:off x="7123907" y="869817"/>
            <a:ext cx="3868614" cy="4909660"/>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7CE0B3B7-B18A-A351-5706-DD0790C3FFEF}"/>
              </a:ext>
            </a:extLst>
          </p:cNvPr>
          <p:cNvGrpSpPr/>
          <p:nvPr/>
        </p:nvGrpSpPr>
        <p:grpSpPr>
          <a:xfrm>
            <a:off x="7263652" y="1150407"/>
            <a:ext cx="3589124" cy="912855"/>
            <a:chOff x="1205614" y="2133600"/>
            <a:chExt cx="3589124" cy="912855"/>
          </a:xfrm>
        </p:grpSpPr>
        <p:sp>
          <p:nvSpPr>
            <p:cNvPr id="13" name="Rectangle 12">
              <a:extLst>
                <a:ext uri="{FF2B5EF4-FFF2-40B4-BE49-F238E27FC236}">
                  <a16:creationId xmlns:a16="http://schemas.microsoft.com/office/drawing/2014/main" id="{B409CE67-00B1-4C08-6829-A9E2F66C4FF9}"/>
                </a:ext>
              </a:extLst>
            </p:cNvPr>
            <p:cNvSpPr/>
            <p:nvPr/>
          </p:nvSpPr>
          <p:spPr>
            <a:xfrm>
              <a:off x="1205614" y="2540834"/>
              <a:ext cx="3589124" cy="505621"/>
            </a:xfrm>
            <a:prstGeom prst="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rPr>
                <a:t>void pay(int amt);</a:t>
              </a:r>
            </a:p>
          </p:txBody>
        </p:sp>
        <p:sp>
          <p:nvSpPr>
            <p:cNvPr id="14" name="Rectangle 13">
              <a:extLst>
                <a:ext uri="{FF2B5EF4-FFF2-40B4-BE49-F238E27FC236}">
                  <a16:creationId xmlns:a16="http://schemas.microsoft.com/office/drawing/2014/main" id="{3893F881-08F7-3CC0-DDEC-27EE1433A8F7}"/>
                </a:ext>
              </a:extLst>
            </p:cNvPr>
            <p:cNvSpPr/>
            <p:nvPr/>
          </p:nvSpPr>
          <p:spPr>
            <a:xfrm>
              <a:off x="1205614" y="2133600"/>
              <a:ext cx="3589123" cy="413096"/>
            </a:xfrm>
            <a:prstGeom prst="rect">
              <a:avLst/>
            </a:prstGeom>
            <a:solidFill>
              <a:srgbClr val="B9B9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anose="020B0609020204030204" pitchFamily="49" charset="0"/>
                </a:rPr>
                <a:t>interface </a:t>
              </a:r>
              <a:r>
                <a:rPr lang="en-US" dirty="0" err="1">
                  <a:solidFill>
                    <a:schemeClr val="tx1"/>
                  </a:solidFill>
                  <a:latin typeface="Consolas" panose="020B0609020204030204" pitchFamily="49" charset="0"/>
                </a:rPr>
                <a:t>PaymentProcessor</a:t>
              </a:r>
              <a:endParaRPr lang="en-US" dirty="0">
                <a:solidFill>
                  <a:schemeClr val="tx1"/>
                </a:solidFill>
                <a:latin typeface="Consolas" panose="020B0609020204030204" pitchFamily="49" charset="0"/>
              </a:endParaRPr>
            </a:p>
          </p:txBody>
        </p:sp>
      </p:grpSp>
      <p:grpSp>
        <p:nvGrpSpPr>
          <p:cNvPr id="15" name="Group 14">
            <a:extLst>
              <a:ext uri="{FF2B5EF4-FFF2-40B4-BE49-F238E27FC236}">
                <a16:creationId xmlns:a16="http://schemas.microsoft.com/office/drawing/2014/main" id="{B85EC693-849F-BA13-8D64-838D50245C9A}"/>
              </a:ext>
            </a:extLst>
          </p:cNvPr>
          <p:cNvGrpSpPr/>
          <p:nvPr/>
        </p:nvGrpSpPr>
        <p:grpSpPr>
          <a:xfrm>
            <a:off x="7263652" y="2251329"/>
            <a:ext cx="3589124" cy="1038838"/>
            <a:chOff x="1205614" y="2133600"/>
            <a:chExt cx="3589124" cy="793392"/>
          </a:xfrm>
        </p:grpSpPr>
        <p:sp>
          <p:nvSpPr>
            <p:cNvPr id="16" name="Rectangle 15">
              <a:extLst>
                <a:ext uri="{FF2B5EF4-FFF2-40B4-BE49-F238E27FC236}">
                  <a16:creationId xmlns:a16="http://schemas.microsoft.com/office/drawing/2014/main" id="{43356FCE-AB09-92EF-A8C2-BBDE49D9D3D0}"/>
                </a:ext>
              </a:extLst>
            </p:cNvPr>
            <p:cNvSpPr/>
            <p:nvPr/>
          </p:nvSpPr>
          <p:spPr>
            <a:xfrm>
              <a:off x="1205614" y="2540834"/>
              <a:ext cx="3589124" cy="386158"/>
            </a:xfrm>
            <a:prstGeom prst="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rPr>
                <a:t>void pay(int amt) {// code}</a:t>
              </a:r>
            </a:p>
          </p:txBody>
        </p:sp>
        <p:sp>
          <p:nvSpPr>
            <p:cNvPr id="17" name="Rectangle 16">
              <a:extLst>
                <a:ext uri="{FF2B5EF4-FFF2-40B4-BE49-F238E27FC236}">
                  <a16:creationId xmlns:a16="http://schemas.microsoft.com/office/drawing/2014/main" id="{CF79DE43-E370-6205-6493-E0BA62A58882}"/>
                </a:ext>
              </a:extLst>
            </p:cNvPr>
            <p:cNvSpPr/>
            <p:nvPr/>
          </p:nvSpPr>
          <p:spPr>
            <a:xfrm>
              <a:off x="1205615" y="2133600"/>
              <a:ext cx="3589122" cy="413096"/>
            </a:xfrm>
            <a:prstGeom prst="rect">
              <a:avLst/>
            </a:prstGeom>
            <a:solidFill>
              <a:srgbClr val="B9B9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rPr>
                <a:t>class </a:t>
              </a:r>
              <a:r>
                <a:rPr lang="en-US" dirty="0" err="1">
                  <a:solidFill>
                    <a:schemeClr val="tx1"/>
                  </a:solidFill>
                  <a:latin typeface="Consolas" panose="020B0609020204030204" pitchFamily="49" charset="0"/>
                </a:rPr>
                <a:t>PaypalProcessor</a:t>
              </a:r>
              <a:r>
                <a:rPr lang="en-US" dirty="0">
                  <a:solidFill>
                    <a:schemeClr val="tx1"/>
                  </a:solidFill>
                  <a:latin typeface="Consolas" panose="020B0609020204030204" pitchFamily="49" charset="0"/>
                </a:rPr>
                <a:t> implements </a:t>
              </a:r>
              <a:r>
                <a:rPr lang="en-US" dirty="0" err="1">
                  <a:solidFill>
                    <a:schemeClr val="tx1"/>
                  </a:solidFill>
                  <a:latin typeface="Consolas" panose="020B0609020204030204" pitchFamily="49" charset="0"/>
                </a:rPr>
                <a:t>PaymentProcessor</a:t>
              </a:r>
              <a:r>
                <a:rPr lang="en-US" dirty="0">
                  <a:solidFill>
                    <a:schemeClr val="tx1"/>
                  </a:solidFill>
                  <a:latin typeface="Consolas" panose="020B0609020204030204" pitchFamily="49" charset="0"/>
                </a:rPr>
                <a:t> </a:t>
              </a:r>
            </a:p>
          </p:txBody>
        </p:sp>
      </p:grpSp>
      <p:grpSp>
        <p:nvGrpSpPr>
          <p:cNvPr id="18" name="Group 17">
            <a:extLst>
              <a:ext uri="{FF2B5EF4-FFF2-40B4-BE49-F238E27FC236}">
                <a16:creationId xmlns:a16="http://schemas.microsoft.com/office/drawing/2014/main" id="{2C4DC758-BD6B-3362-FACA-86C79BFC0432}"/>
              </a:ext>
            </a:extLst>
          </p:cNvPr>
          <p:cNvGrpSpPr/>
          <p:nvPr/>
        </p:nvGrpSpPr>
        <p:grpSpPr>
          <a:xfrm>
            <a:off x="7263652" y="3401490"/>
            <a:ext cx="3589124" cy="2079527"/>
            <a:chOff x="1205614" y="2133600"/>
            <a:chExt cx="3589124" cy="1588197"/>
          </a:xfrm>
        </p:grpSpPr>
        <p:sp>
          <p:nvSpPr>
            <p:cNvPr id="19" name="Rectangle 18">
              <a:extLst>
                <a:ext uri="{FF2B5EF4-FFF2-40B4-BE49-F238E27FC236}">
                  <a16:creationId xmlns:a16="http://schemas.microsoft.com/office/drawing/2014/main" id="{6187F8CB-776A-0392-A4E5-84E2BABBAD98}"/>
                </a:ext>
              </a:extLst>
            </p:cNvPr>
            <p:cNvSpPr/>
            <p:nvPr/>
          </p:nvSpPr>
          <p:spPr>
            <a:xfrm>
              <a:off x="1205614" y="2540833"/>
              <a:ext cx="3589124" cy="1180964"/>
            </a:xfrm>
            <a:prstGeom prst="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rPr>
                <a:t>main() {</a:t>
              </a:r>
              <a:br>
                <a:rPr lang="en-US" dirty="0">
                  <a:solidFill>
                    <a:schemeClr val="tx1"/>
                  </a:solidFill>
                  <a:latin typeface="Consolas" panose="020B0609020204030204" pitchFamily="49" charset="0"/>
                </a:rPr>
              </a:br>
              <a:r>
                <a:rPr lang="en-US" dirty="0">
                  <a:solidFill>
                    <a:schemeClr val="tx1"/>
                  </a:solidFill>
                  <a:latin typeface="Consolas" panose="020B0609020204030204" pitchFamily="49" charset="0"/>
                </a:rPr>
                <a:t> </a:t>
              </a:r>
              <a:r>
                <a:rPr lang="en-US" dirty="0" err="1">
                  <a:solidFill>
                    <a:schemeClr val="tx1"/>
                  </a:solidFill>
                  <a:latin typeface="Consolas" panose="020B0609020204030204" pitchFamily="49" charset="0"/>
                </a:rPr>
                <a:t>PaymentProcessor</a:t>
              </a:r>
              <a:r>
                <a:rPr lang="en-US" dirty="0">
                  <a:solidFill>
                    <a:schemeClr val="tx1"/>
                  </a:solidFill>
                  <a:latin typeface="Consolas" panose="020B0609020204030204" pitchFamily="49" charset="0"/>
                </a:rPr>
                <a:t> p = new </a:t>
              </a:r>
              <a:r>
                <a:rPr lang="en-US" dirty="0" err="1">
                  <a:solidFill>
                    <a:schemeClr val="tx1"/>
                  </a:solidFill>
                  <a:latin typeface="Consolas" panose="020B0609020204030204" pitchFamily="49" charset="0"/>
                </a:rPr>
                <a:t>PaypalProcessor</a:t>
              </a:r>
              <a:r>
                <a:rPr lang="en-US" dirty="0">
                  <a:solidFill>
                    <a:schemeClr val="tx1"/>
                  </a:solidFill>
                  <a:latin typeface="Consolas" panose="020B0609020204030204" pitchFamily="49" charset="0"/>
                </a:rPr>
                <a:t>();</a:t>
              </a:r>
            </a:p>
            <a:p>
              <a:r>
                <a:rPr lang="en-US" dirty="0">
                  <a:solidFill>
                    <a:schemeClr val="tx1"/>
                  </a:solidFill>
                  <a:latin typeface="Consolas" panose="020B0609020204030204" pitchFamily="49" charset="0"/>
                </a:rPr>
                <a:t> </a:t>
              </a:r>
              <a:r>
                <a:rPr lang="en-US" dirty="0" err="1">
                  <a:solidFill>
                    <a:schemeClr val="tx1"/>
                  </a:solidFill>
                  <a:latin typeface="Consolas" panose="020B0609020204030204" pitchFamily="49" charset="0"/>
                </a:rPr>
                <a:t>p.pay</a:t>
              </a:r>
              <a:r>
                <a:rPr lang="en-US" dirty="0">
                  <a:solidFill>
                    <a:schemeClr val="tx1"/>
                  </a:solidFill>
                  <a:latin typeface="Consolas" panose="020B0609020204030204" pitchFamily="49" charset="0"/>
                </a:rPr>
                <a:t>(1000);</a:t>
              </a:r>
              <a:br>
                <a:rPr lang="en-US" dirty="0">
                  <a:solidFill>
                    <a:schemeClr val="tx1"/>
                  </a:solidFill>
                  <a:latin typeface="Consolas" panose="020B0609020204030204" pitchFamily="49" charset="0"/>
                </a:rPr>
              </a:br>
              <a:r>
                <a:rPr lang="en-US" dirty="0">
                  <a:solidFill>
                    <a:schemeClr val="tx1"/>
                  </a:solidFill>
                  <a:latin typeface="Consolas" panose="020B0609020204030204" pitchFamily="49" charset="0"/>
                </a:rPr>
                <a:t>}</a:t>
              </a:r>
            </a:p>
          </p:txBody>
        </p:sp>
        <p:sp>
          <p:nvSpPr>
            <p:cNvPr id="20" name="Rectangle 19">
              <a:extLst>
                <a:ext uri="{FF2B5EF4-FFF2-40B4-BE49-F238E27FC236}">
                  <a16:creationId xmlns:a16="http://schemas.microsoft.com/office/drawing/2014/main" id="{AC0E10EF-6CEB-B157-8282-B7B6956E9BDA}"/>
                </a:ext>
              </a:extLst>
            </p:cNvPr>
            <p:cNvSpPr/>
            <p:nvPr/>
          </p:nvSpPr>
          <p:spPr>
            <a:xfrm>
              <a:off x="1205615" y="2133600"/>
              <a:ext cx="3589122" cy="413096"/>
            </a:xfrm>
            <a:prstGeom prst="rect">
              <a:avLst/>
            </a:prstGeom>
            <a:solidFill>
              <a:srgbClr val="B9B9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rPr>
                <a:t>class </a:t>
              </a:r>
              <a:r>
                <a:rPr lang="en-US" dirty="0" err="1">
                  <a:solidFill>
                    <a:schemeClr val="tx1"/>
                  </a:solidFill>
                  <a:latin typeface="Consolas" panose="020B0609020204030204" pitchFamily="49" charset="0"/>
                </a:rPr>
                <a:t>MyApp</a:t>
              </a:r>
              <a:endParaRPr lang="en-US" dirty="0">
                <a:solidFill>
                  <a:schemeClr val="tx1"/>
                </a:solidFill>
                <a:latin typeface="Consolas" panose="020B0609020204030204" pitchFamily="49" charset="0"/>
              </a:endParaRPr>
            </a:p>
          </p:txBody>
        </p:sp>
      </p:grpSp>
      <p:cxnSp>
        <p:nvCxnSpPr>
          <p:cNvPr id="22" name="Connector: Curved 21">
            <a:extLst>
              <a:ext uri="{FF2B5EF4-FFF2-40B4-BE49-F238E27FC236}">
                <a16:creationId xmlns:a16="http://schemas.microsoft.com/office/drawing/2014/main" id="{5DA6D0EC-4154-9D40-5837-64890F1CF4C8}"/>
              </a:ext>
            </a:extLst>
          </p:cNvPr>
          <p:cNvCxnSpPr>
            <a:cxnSpLocks/>
            <a:stCxn id="2" idx="3"/>
            <a:endCxn id="19" idx="1"/>
          </p:cNvCxnSpPr>
          <p:nvPr/>
        </p:nvCxnSpPr>
        <p:spPr>
          <a:xfrm>
            <a:off x="4052460" y="2743201"/>
            <a:ext cx="3211192" cy="1964661"/>
          </a:xfrm>
          <a:prstGeom prst="curvedConnector3">
            <a:avLst/>
          </a:prstGeom>
          <a:ln w="19050">
            <a:tailEnd type="triangle"/>
          </a:ln>
        </p:spPr>
        <p:style>
          <a:lnRef idx="1">
            <a:schemeClr val="dk1"/>
          </a:lnRef>
          <a:fillRef idx="0">
            <a:schemeClr val="dk1"/>
          </a:fillRef>
          <a:effectRef idx="0">
            <a:schemeClr val="dk1"/>
          </a:effectRef>
          <a:fontRef idx="minor">
            <a:schemeClr val="tx1"/>
          </a:fontRef>
        </p:style>
      </p:cxnSp>
      <p:sp>
        <p:nvSpPr>
          <p:cNvPr id="24" name="TextBox 23">
            <a:extLst>
              <a:ext uri="{FF2B5EF4-FFF2-40B4-BE49-F238E27FC236}">
                <a16:creationId xmlns:a16="http://schemas.microsoft.com/office/drawing/2014/main" id="{8AB7AABE-6D6C-8E4F-854B-520354A89921}"/>
              </a:ext>
            </a:extLst>
          </p:cNvPr>
          <p:cNvSpPr txBox="1"/>
          <p:nvPr/>
        </p:nvSpPr>
        <p:spPr>
          <a:xfrm>
            <a:off x="4263242" y="4313070"/>
            <a:ext cx="2072885" cy="523220"/>
          </a:xfrm>
          <a:prstGeom prst="rect">
            <a:avLst/>
          </a:prstGeom>
          <a:noFill/>
        </p:spPr>
        <p:txBody>
          <a:bodyPr wrap="square" rtlCol="0">
            <a:spAutoFit/>
          </a:bodyPr>
          <a:lstStyle/>
          <a:p>
            <a:pPr algn="ctr"/>
            <a:r>
              <a:rPr lang="en-US" sz="2800" b="1" i="1" dirty="0"/>
              <a:t>Use Stripe</a:t>
            </a:r>
          </a:p>
        </p:txBody>
      </p:sp>
      <p:sp>
        <p:nvSpPr>
          <p:cNvPr id="25" name="TextBox 24">
            <a:extLst>
              <a:ext uri="{FF2B5EF4-FFF2-40B4-BE49-F238E27FC236}">
                <a16:creationId xmlns:a16="http://schemas.microsoft.com/office/drawing/2014/main" id="{839D92A3-7C38-9CD6-F75B-5280040E0E7A}"/>
              </a:ext>
            </a:extLst>
          </p:cNvPr>
          <p:cNvSpPr txBox="1"/>
          <p:nvPr/>
        </p:nvSpPr>
        <p:spPr>
          <a:xfrm>
            <a:off x="9058213" y="379939"/>
            <a:ext cx="780983" cy="523220"/>
          </a:xfrm>
          <a:prstGeom prst="rect">
            <a:avLst/>
          </a:prstGeom>
          <a:noFill/>
        </p:spPr>
        <p:txBody>
          <a:bodyPr wrap="none" rtlCol="0">
            <a:spAutoFit/>
          </a:bodyPr>
          <a:lstStyle/>
          <a:p>
            <a:r>
              <a:rPr lang="en-US" sz="2800" b="1" i="1" dirty="0"/>
              <a:t>App</a:t>
            </a:r>
          </a:p>
        </p:txBody>
      </p:sp>
    </p:spTree>
    <p:extLst>
      <p:ext uri="{BB962C8B-B14F-4D97-AF65-F5344CB8AC3E}">
        <p14:creationId xmlns:p14="http://schemas.microsoft.com/office/powerpoint/2010/main" val="649483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7BF725-718A-742E-CF78-93BBA283D102}"/>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5BBA1CB9-8249-A861-E667-BF24158CAF72}"/>
              </a:ext>
            </a:extLst>
          </p:cNvPr>
          <p:cNvSpPr txBox="1"/>
          <p:nvPr/>
        </p:nvSpPr>
        <p:spPr>
          <a:xfrm>
            <a:off x="4263242" y="4313070"/>
            <a:ext cx="2072885" cy="523220"/>
          </a:xfrm>
          <a:prstGeom prst="rect">
            <a:avLst/>
          </a:prstGeom>
          <a:noFill/>
        </p:spPr>
        <p:txBody>
          <a:bodyPr wrap="square" rtlCol="0">
            <a:spAutoFit/>
          </a:bodyPr>
          <a:lstStyle/>
          <a:p>
            <a:pPr algn="ctr"/>
            <a:r>
              <a:rPr lang="en-US" sz="2800" b="1" i="1" dirty="0"/>
              <a:t>Use Stripe </a:t>
            </a:r>
          </a:p>
        </p:txBody>
      </p:sp>
      <p:sp>
        <p:nvSpPr>
          <p:cNvPr id="5" name="Title 4">
            <a:extLst>
              <a:ext uri="{FF2B5EF4-FFF2-40B4-BE49-F238E27FC236}">
                <a16:creationId xmlns:a16="http://schemas.microsoft.com/office/drawing/2014/main" id="{9D8FA73F-5F51-C464-BC6A-4DC64EB47356}"/>
              </a:ext>
            </a:extLst>
          </p:cNvPr>
          <p:cNvSpPr>
            <a:spLocks noGrp="1"/>
          </p:cNvSpPr>
          <p:nvPr>
            <p:ph type="title"/>
          </p:nvPr>
        </p:nvSpPr>
        <p:spPr/>
        <p:txBody>
          <a:bodyPr/>
          <a:lstStyle/>
          <a:p>
            <a:r>
              <a:rPr lang="en-US" dirty="0"/>
              <a:t>Adapter design pattern</a:t>
            </a:r>
          </a:p>
        </p:txBody>
      </p:sp>
      <p:sp>
        <p:nvSpPr>
          <p:cNvPr id="2" name="Rectangle: Rounded Corners 1">
            <a:extLst>
              <a:ext uri="{FF2B5EF4-FFF2-40B4-BE49-F238E27FC236}">
                <a16:creationId xmlns:a16="http://schemas.microsoft.com/office/drawing/2014/main" id="{78F4C8F0-4585-6875-1A9D-3836196B53DD}"/>
              </a:ext>
            </a:extLst>
          </p:cNvPr>
          <p:cNvSpPr/>
          <p:nvPr/>
        </p:nvSpPr>
        <p:spPr>
          <a:xfrm>
            <a:off x="183846" y="1500554"/>
            <a:ext cx="3868614" cy="248529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91519A78-AF92-7C1D-36E5-BC290949A024}"/>
              </a:ext>
            </a:extLst>
          </p:cNvPr>
          <p:cNvSpPr txBox="1"/>
          <p:nvPr/>
        </p:nvSpPr>
        <p:spPr>
          <a:xfrm>
            <a:off x="492369" y="1065407"/>
            <a:ext cx="1438214" cy="523220"/>
          </a:xfrm>
          <a:prstGeom prst="rect">
            <a:avLst/>
          </a:prstGeom>
          <a:noFill/>
        </p:spPr>
        <p:txBody>
          <a:bodyPr wrap="none" rtlCol="0">
            <a:spAutoFit/>
          </a:bodyPr>
          <a:lstStyle/>
          <a:p>
            <a:r>
              <a:rPr lang="en-US" sz="2800" b="1" i="1" dirty="0" err="1"/>
              <a:t>libStripe</a:t>
            </a:r>
            <a:endParaRPr lang="en-US" sz="2800" b="1" i="1" dirty="0"/>
          </a:p>
        </p:txBody>
      </p:sp>
      <p:grpSp>
        <p:nvGrpSpPr>
          <p:cNvPr id="9" name="Group 8">
            <a:extLst>
              <a:ext uri="{FF2B5EF4-FFF2-40B4-BE49-F238E27FC236}">
                <a16:creationId xmlns:a16="http://schemas.microsoft.com/office/drawing/2014/main" id="{96C00576-5D37-2AD4-A254-1AFA350BB19E}"/>
              </a:ext>
            </a:extLst>
          </p:cNvPr>
          <p:cNvGrpSpPr/>
          <p:nvPr/>
        </p:nvGrpSpPr>
        <p:grpSpPr>
          <a:xfrm>
            <a:off x="279491" y="1863970"/>
            <a:ext cx="3589124" cy="937845"/>
            <a:chOff x="1205614" y="2133600"/>
            <a:chExt cx="3589124" cy="937845"/>
          </a:xfrm>
        </p:grpSpPr>
        <p:sp>
          <p:nvSpPr>
            <p:cNvPr id="7" name="Rectangle 6">
              <a:extLst>
                <a:ext uri="{FF2B5EF4-FFF2-40B4-BE49-F238E27FC236}">
                  <a16:creationId xmlns:a16="http://schemas.microsoft.com/office/drawing/2014/main" id="{9F193774-AF88-AC70-ECB3-15F621330B83}"/>
                </a:ext>
              </a:extLst>
            </p:cNvPr>
            <p:cNvSpPr/>
            <p:nvPr/>
          </p:nvSpPr>
          <p:spPr>
            <a:xfrm>
              <a:off x="1205614" y="2540834"/>
              <a:ext cx="3589124" cy="530611"/>
            </a:xfrm>
            <a:prstGeom prst="rect">
              <a:avLst/>
            </a:prstGeom>
            <a:solidFill>
              <a:schemeClr val="tx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rPr>
                <a:t>void </a:t>
              </a:r>
              <a:r>
                <a:rPr lang="en-US" dirty="0" err="1">
                  <a:solidFill>
                    <a:schemeClr val="tx1"/>
                  </a:solidFill>
                  <a:latin typeface="Consolas" panose="020B0609020204030204" pitchFamily="49" charset="0"/>
                </a:rPr>
                <a:t>makePayment</a:t>
              </a:r>
              <a:r>
                <a:rPr lang="en-US" dirty="0">
                  <a:solidFill>
                    <a:schemeClr val="tx1"/>
                  </a:solidFill>
                  <a:latin typeface="Consolas" panose="020B0609020204030204" pitchFamily="49" charset="0"/>
                </a:rPr>
                <a:t>(int amt);</a:t>
              </a:r>
            </a:p>
          </p:txBody>
        </p:sp>
        <p:sp>
          <p:nvSpPr>
            <p:cNvPr id="8" name="Rectangle 7">
              <a:extLst>
                <a:ext uri="{FF2B5EF4-FFF2-40B4-BE49-F238E27FC236}">
                  <a16:creationId xmlns:a16="http://schemas.microsoft.com/office/drawing/2014/main" id="{A952DCC1-6FA3-5E27-9637-A6D46DFBFDFE}"/>
                </a:ext>
              </a:extLst>
            </p:cNvPr>
            <p:cNvSpPr/>
            <p:nvPr/>
          </p:nvSpPr>
          <p:spPr>
            <a:xfrm>
              <a:off x="1205615" y="2133600"/>
              <a:ext cx="3036276" cy="413096"/>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latin typeface="Consolas" panose="020B0609020204030204" pitchFamily="49" charset="0"/>
                </a:rPr>
                <a:t>StripeProcessor</a:t>
              </a:r>
              <a:endParaRPr lang="en-US" dirty="0">
                <a:latin typeface="Consolas" panose="020B0609020204030204" pitchFamily="49" charset="0"/>
              </a:endParaRPr>
            </a:p>
          </p:txBody>
        </p:sp>
      </p:grpSp>
      <p:sp>
        <p:nvSpPr>
          <p:cNvPr id="11" name="Rectangle: Rounded Corners 10">
            <a:extLst>
              <a:ext uri="{FF2B5EF4-FFF2-40B4-BE49-F238E27FC236}">
                <a16:creationId xmlns:a16="http://schemas.microsoft.com/office/drawing/2014/main" id="{287B0434-2914-4C0D-8EBE-721EBC8CD5AA}"/>
              </a:ext>
            </a:extLst>
          </p:cNvPr>
          <p:cNvSpPr/>
          <p:nvPr/>
        </p:nvSpPr>
        <p:spPr>
          <a:xfrm>
            <a:off x="7123907" y="869817"/>
            <a:ext cx="3868614" cy="4909660"/>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66F2D429-DA8D-8469-BEC8-CBCEB677EF16}"/>
              </a:ext>
            </a:extLst>
          </p:cNvPr>
          <p:cNvGrpSpPr/>
          <p:nvPr/>
        </p:nvGrpSpPr>
        <p:grpSpPr>
          <a:xfrm>
            <a:off x="7263652" y="1150407"/>
            <a:ext cx="3589124" cy="912855"/>
            <a:chOff x="1205614" y="2133600"/>
            <a:chExt cx="3589124" cy="912855"/>
          </a:xfrm>
        </p:grpSpPr>
        <p:sp>
          <p:nvSpPr>
            <p:cNvPr id="13" name="Rectangle 12">
              <a:extLst>
                <a:ext uri="{FF2B5EF4-FFF2-40B4-BE49-F238E27FC236}">
                  <a16:creationId xmlns:a16="http://schemas.microsoft.com/office/drawing/2014/main" id="{BDFA6845-75C2-C2D8-F822-E39297396CCA}"/>
                </a:ext>
              </a:extLst>
            </p:cNvPr>
            <p:cNvSpPr/>
            <p:nvPr/>
          </p:nvSpPr>
          <p:spPr>
            <a:xfrm>
              <a:off x="1205614" y="2540834"/>
              <a:ext cx="3589124" cy="505621"/>
            </a:xfrm>
            <a:prstGeom prst="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rPr>
                <a:t>void pay(int amt);</a:t>
              </a:r>
            </a:p>
          </p:txBody>
        </p:sp>
        <p:sp>
          <p:nvSpPr>
            <p:cNvPr id="14" name="Rectangle 13">
              <a:extLst>
                <a:ext uri="{FF2B5EF4-FFF2-40B4-BE49-F238E27FC236}">
                  <a16:creationId xmlns:a16="http://schemas.microsoft.com/office/drawing/2014/main" id="{9D611ECD-DDF6-9CF7-AB54-708AE096EBBC}"/>
                </a:ext>
              </a:extLst>
            </p:cNvPr>
            <p:cNvSpPr/>
            <p:nvPr/>
          </p:nvSpPr>
          <p:spPr>
            <a:xfrm>
              <a:off x="1205614" y="2133600"/>
              <a:ext cx="3589123" cy="413096"/>
            </a:xfrm>
            <a:prstGeom prst="rect">
              <a:avLst/>
            </a:prstGeom>
            <a:solidFill>
              <a:srgbClr val="B9B9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anose="020B0609020204030204" pitchFamily="49" charset="0"/>
                </a:rPr>
                <a:t>interface </a:t>
              </a:r>
              <a:r>
                <a:rPr lang="en-US" dirty="0" err="1">
                  <a:solidFill>
                    <a:schemeClr val="tx1"/>
                  </a:solidFill>
                  <a:latin typeface="Consolas" panose="020B0609020204030204" pitchFamily="49" charset="0"/>
                </a:rPr>
                <a:t>PaymentProcessor</a:t>
              </a:r>
              <a:endParaRPr lang="en-US" dirty="0">
                <a:solidFill>
                  <a:schemeClr val="tx1"/>
                </a:solidFill>
                <a:latin typeface="Consolas" panose="020B0609020204030204" pitchFamily="49" charset="0"/>
              </a:endParaRPr>
            </a:p>
          </p:txBody>
        </p:sp>
      </p:grpSp>
      <p:grpSp>
        <p:nvGrpSpPr>
          <p:cNvPr id="15" name="Group 14">
            <a:extLst>
              <a:ext uri="{FF2B5EF4-FFF2-40B4-BE49-F238E27FC236}">
                <a16:creationId xmlns:a16="http://schemas.microsoft.com/office/drawing/2014/main" id="{E906CEE7-5801-CB3C-C4F4-E8F4B91DF358}"/>
              </a:ext>
            </a:extLst>
          </p:cNvPr>
          <p:cNvGrpSpPr/>
          <p:nvPr/>
        </p:nvGrpSpPr>
        <p:grpSpPr>
          <a:xfrm>
            <a:off x="7263652" y="2251329"/>
            <a:ext cx="3589124" cy="1038838"/>
            <a:chOff x="1205614" y="2133600"/>
            <a:chExt cx="3589124" cy="793392"/>
          </a:xfrm>
        </p:grpSpPr>
        <p:sp>
          <p:nvSpPr>
            <p:cNvPr id="16" name="Rectangle 15">
              <a:extLst>
                <a:ext uri="{FF2B5EF4-FFF2-40B4-BE49-F238E27FC236}">
                  <a16:creationId xmlns:a16="http://schemas.microsoft.com/office/drawing/2014/main" id="{A57A000A-5286-8F7C-BA41-0BA910F696A5}"/>
                </a:ext>
              </a:extLst>
            </p:cNvPr>
            <p:cNvSpPr/>
            <p:nvPr/>
          </p:nvSpPr>
          <p:spPr>
            <a:xfrm>
              <a:off x="1205614" y="2540834"/>
              <a:ext cx="3589124" cy="386158"/>
            </a:xfrm>
            <a:prstGeom prst="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rPr>
                <a:t>void pay(int amt) {// code}</a:t>
              </a:r>
            </a:p>
          </p:txBody>
        </p:sp>
        <p:sp>
          <p:nvSpPr>
            <p:cNvPr id="17" name="Rectangle 16">
              <a:extLst>
                <a:ext uri="{FF2B5EF4-FFF2-40B4-BE49-F238E27FC236}">
                  <a16:creationId xmlns:a16="http://schemas.microsoft.com/office/drawing/2014/main" id="{93FDA456-1D10-59AA-4C51-7AF8E05A48C8}"/>
                </a:ext>
              </a:extLst>
            </p:cNvPr>
            <p:cNvSpPr/>
            <p:nvPr/>
          </p:nvSpPr>
          <p:spPr>
            <a:xfrm>
              <a:off x="1205615" y="2133600"/>
              <a:ext cx="3589122" cy="413096"/>
            </a:xfrm>
            <a:prstGeom prst="rect">
              <a:avLst/>
            </a:prstGeom>
            <a:solidFill>
              <a:srgbClr val="B9B9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rPr>
                <a:t>class </a:t>
              </a:r>
              <a:r>
                <a:rPr lang="en-US" dirty="0" err="1">
                  <a:solidFill>
                    <a:schemeClr val="tx1"/>
                  </a:solidFill>
                  <a:latin typeface="Consolas" panose="020B0609020204030204" pitchFamily="49" charset="0"/>
                </a:rPr>
                <a:t>PaypalProcessor</a:t>
              </a:r>
              <a:r>
                <a:rPr lang="en-US" dirty="0">
                  <a:solidFill>
                    <a:schemeClr val="tx1"/>
                  </a:solidFill>
                  <a:latin typeface="Consolas" panose="020B0609020204030204" pitchFamily="49" charset="0"/>
                </a:rPr>
                <a:t> implements </a:t>
              </a:r>
              <a:r>
                <a:rPr lang="en-US" dirty="0" err="1">
                  <a:solidFill>
                    <a:schemeClr val="tx1"/>
                  </a:solidFill>
                  <a:latin typeface="Consolas" panose="020B0609020204030204" pitchFamily="49" charset="0"/>
                </a:rPr>
                <a:t>PaymentProcessor</a:t>
              </a:r>
              <a:r>
                <a:rPr lang="en-US" dirty="0">
                  <a:solidFill>
                    <a:schemeClr val="tx1"/>
                  </a:solidFill>
                  <a:latin typeface="Consolas" panose="020B0609020204030204" pitchFamily="49" charset="0"/>
                </a:rPr>
                <a:t> </a:t>
              </a:r>
            </a:p>
          </p:txBody>
        </p:sp>
      </p:grpSp>
      <p:grpSp>
        <p:nvGrpSpPr>
          <p:cNvPr id="18" name="Group 17">
            <a:extLst>
              <a:ext uri="{FF2B5EF4-FFF2-40B4-BE49-F238E27FC236}">
                <a16:creationId xmlns:a16="http://schemas.microsoft.com/office/drawing/2014/main" id="{14FCFA28-8594-0228-97FD-F89A613ECA9C}"/>
              </a:ext>
            </a:extLst>
          </p:cNvPr>
          <p:cNvGrpSpPr/>
          <p:nvPr/>
        </p:nvGrpSpPr>
        <p:grpSpPr>
          <a:xfrm>
            <a:off x="7263652" y="3401490"/>
            <a:ext cx="3589124" cy="2079527"/>
            <a:chOff x="1205614" y="2133600"/>
            <a:chExt cx="3589124" cy="1588197"/>
          </a:xfrm>
        </p:grpSpPr>
        <p:sp>
          <p:nvSpPr>
            <p:cNvPr id="19" name="Rectangle 18">
              <a:extLst>
                <a:ext uri="{FF2B5EF4-FFF2-40B4-BE49-F238E27FC236}">
                  <a16:creationId xmlns:a16="http://schemas.microsoft.com/office/drawing/2014/main" id="{317D7E11-AD14-740E-5BC9-993CFAF1064D}"/>
                </a:ext>
              </a:extLst>
            </p:cNvPr>
            <p:cNvSpPr/>
            <p:nvPr/>
          </p:nvSpPr>
          <p:spPr>
            <a:xfrm>
              <a:off x="1205614" y="2540833"/>
              <a:ext cx="3589124" cy="1180964"/>
            </a:xfrm>
            <a:prstGeom prst="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rPr>
                <a:t>main() {</a:t>
              </a:r>
              <a:br>
                <a:rPr lang="en-US" dirty="0">
                  <a:solidFill>
                    <a:schemeClr val="tx1"/>
                  </a:solidFill>
                  <a:latin typeface="Consolas" panose="020B0609020204030204" pitchFamily="49" charset="0"/>
                </a:rPr>
              </a:br>
              <a:r>
                <a:rPr lang="en-US" dirty="0">
                  <a:solidFill>
                    <a:schemeClr val="tx1"/>
                  </a:solidFill>
                  <a:latin typeface="Consolas" panose="020B0609020204030204" pitchFamily="49" charset="0"/>
                </a:rPr>
                <a:t> </a:t>
              </a:r>
              <a:r>
                <a:rPr lang="en-US" dirty="0" err="1">
                  <a:solidFill>
                    <a:schemeClr val="tx1"/>
                  </a:solidFill>
                  <a:latin typeface="Consolas" panose="020B0609020204030204" pitchFamily="49" charset="0"/>
                </a:rPr>
                <a:t>PaymentProcessor</a:t>
              </a:r>
              <a:r>
                <a:rPr lang="en-US" dirty="0">
                  <a:solidFill>
                    <a:schemeClr val="tx1"/>
                  </a:solidFill>
                  <a:latin typeface="Consolas" panose="020B0609020204030204" pitchFamily="49" charset="0"/>
                </a:rPr>
                <a:t> p = new </a:t>
              </a:r>
              <a:r>
                <a:rPr lang="en-US" dirty="0" err="1">
                  <a:solidFill>
                    <a:schemeClr val="tx1"/>
                  </a:solidFill>
                  <a:latin typeface="Consolas" panose="020B0609020204030204" pitchFamily="49" charset="0"/>
                </a:rPr>
                <a:t>StripePaymentProcessor</a:t>
              </a:r>
              <a:r>
                <a:rPr lang="en-US" dirty="0">
                  <a:solidFill>
                    <a:schemeClr val="tx1"/>
                  </a:solidFill>
                  <a:latin typeface="Consolas" panose="020B0609020204030204" pitchFamily="49" charset="0"/>
                </a:rPr>
                <a:t>();</a:t>
              </a:r>
            </a:p>
            <a:p>
              <a:r>
                <a:rPr lang="en-US" dirty="0">
                  <a:solidFill>
                    <a:schemeClr val="tx1"/>
                  </a:solidFill>
                  <a:latin typeface="Consolas" panose="020B0609020204030204" pitchFamily="49" charset="0"/>
                </a:rPr>
                <a:t> </a:t>
              </a:r>
              <a:r>
                <a:rPr lang="en-US" b="1" dirty="0">
                  <a:solidFill>
                    <a:srgbClr val="C00000"/>
                  </a:solidFill>
                  <a:latin typeface="Consolas" panose="020B0609020204030204" pitchFamily="49" charset="0"/>
                </a:rPr>
                <a:t>// … How?</a:t>
              </a:r>
              <a:br>
                <a:rPr lang="en-US" dirty="0">
                  <a:solidFill>
                    <a:schemeClr val="tx1"/>
                  </a:solidFill>
                  <a:latin typeface="Consolas" panose="020B0609020204030204" pitchFamily="49" charset="0"/>
                </a:rPr>
              </a:br>
              <a:r>
                <a:rPr lang="en-US" dirty="0">
                  <a:solidFill>
                    <a:schemeClr val="tx1"/>
                  </a:solidFill>
                  <a:latin typeface="Consolas" panose="020B0609020204030204" pitchFamily="49" charset="0"/>
                </a:rPr>
                <a:t>}</a:t>
              </a:r>
            </a:p>
          </p:txBody>
        </p:sp>
        <p:sp>
          <p:nvSpPr>
            <p:cNvPr id="20" name="Rectangle 19">
              <a:extLst>
                <a:ext uri="{FF2B5EF4-FFF2-40B4-BE49-F238E27FC236}">
                  <a16:creationId xmlns:a16="http://schemas.microsoft.com/office/drawing/2014/main" id="{53294D4F-7477-5130-9F7D-7EAA59B49717}"/>
                </a:ext>
              </a:extLst>
            </p:cNvPr>
            <p:cNvSpPr/>
            <p:nvPr/>
          </p:nvSpPr>
          <p:spPr>
            <a:xfrm>
              <a:off x="1205615" y="2133600"/>
              <a:ext cx="3589122" cy="413096"/>
            </a:xfrm>
            <a:prstGeom prst="rect">
              <a:avLst/>
            </a:prstGeom>
            <a:solidFill>
              <a:srgbClr val="B9B9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rPr>
                <a:t>class </a:t>
              </a:r>
              <a:r>
                <a:rPr lang="en-US" dirty="0" err="1">
                  <a:solidFill>
                    <a:schemeClr val="tx1"/>
                  </a:solidFill>
                  <a:latin typeface="Consolas" panose="020B0609020204030204" pitchFamily="49" charset="0"/>
                </a:rPr>
                <a:t>MyApp</a:t>
              </a:r>
              <a:endParaRPr lang="en-US" dirty="0">
                <a:solidFill>
                  <a:schemeClr val="tx1"/>
                </a:solidFill>
                <a:latin typeface="Consolas" panose="020B0609020204030204" pitchFamily="49" charset="0"/>
              </a:endParaRPr>
            </a:p>
          </p:txBody>
        </p:sp>
      </p:grpSp>
      <p:cxnSp>
        <p:nvCxnSpPr>
          <p:cNvPr id="3" name="Connector: Curved 2">
            <a:extLst>
              <a:ext uri="{FF2B5EF4-FFF2-40B4-BE49-F238E27FC236}">
                <a16:creationId xmlns:a16="http://schemas.microsoft.com/office/drawing/2014/main" id="{D24489E5-083F-706B-638D-384E8937B04D}"/>
              </a:ext>
            </a:extLst>
          </p:cNvPr>
          <p:cNvCxnSpPr>
            <a:cxnSpLocks/>
          </p:cNvCxnSpPr>
          <p:nvPr/>
        </p:nvCxnSpPr>
        <p:spPr>
          <a:xfrm>
            <a:off x="4052460" y="2743201"/>
            <a:ext cx="3211192" cy="1964661"/>
          </a:xfrm>
          <a:prstGeom prst="curvedConnector3">
            <a:avLst/>
          </a:prstGeom>
          <a:ln w="19050">
            <a:tailEnd type="triangle"/>
          </a:ln>
        </p:spPr>
        <p:style>
          <a:lnRef idx="1">
            <a:schemeClr val="dk1"/>
          </a:lnRef>
          <a:fillRef idx="0">
            <a:schemeClr val="dk1"/>
          </a:fillRef>
          <a:effectRef idx="0">
            <a:schemeClr val="dk1"/>
          </a:effectRef>
          <a:fontRef idx="minor">
            <a:schemeClr val="tx1"/>
          </a:fontRef>
        </p:style>
      </p:cxnSp>
      <p:sp>
        <p:nvSpPr>
          <p:cNvPr id="10" name="TextBox 9">
            <a:extLst>
              <a:ext uri="{FF2B5EF4-FFF2-40B4-BE49-F238E27FC236}">
                <a16:creationId xmlns:a16="http://schemas.microsoft.com/office/drawing/2014/main" id="{B1EB392D-BF63-A018-CCDB-8855F50E6326}"/>
              </a:ext>
            </a:extLst>
          </p:cNvPr>
          <p:cNvSpPr txBox="1"/>
          <p:nvPr/>
        </p:nvSpPr>
        <p:spPr>
          <a:xfrm>
            <a:off x="9058213" y="379939"/>
            <a:ext cx="780983" cy="523220"/>
          </a:xfrm>
          <a:prstGeom prst="rect">
            <a:avLst/>
          </a:prstGeom>
          <a:noFill/>
        </p:spPr>
        <p:txBody>
          <a:bodyPr wrap="none" rtlCol="0">
            <a:spAutoFit/>
          </a:bodyPr>
          <a:lstStyle/>
          <a:p>
            <a:r>
              <a:rPr lang="en-US" sz="2800" b="1" i="1" dirty="0"/>
              <a:t>App</a:t>
            </a:r>
          </a:p>
        </p:txBody>
      </p:sp>
      <p:sp>
        <p:nvSpPr>
          <p:cNvPr id="22" name="Rectangle 21">
            <a:extLst>
              <a:ext uri="{FF2B5EF4-FFF2-40B4-BE49-F238E27FC236}">
                <a16:creationId xmlns:a16="http://schemas.microsoft.com/office/drawing/2014/main" id="{174226F8-7E5A-1B6C-F101-D0B53A8262D0}"/>
              </a:ext>
            </a:extLst>
          </p:cNvPr>
          <p:cNvSpPr/>
          <p:nvPr/>
        </p:nvSpPr>
        <p:spPr>
          <a:xfrm>
            <a:off x="2215398" y="3578563"/>
            <a:ext cx="6868419" cy="1077218"/>
          </a:xfrm>
          <a:prstGeom prst="rect">
            <a:avLst/>
          </a:prstGeom>
          <a:solidFill>
            <a:schemeClr val="bg2">
              <a:lumMod val="20000"/>
              <a:lumOff val="80000"/>
            </a:schemeClr>
          </a:solidFill>
          <a:ln>
            <a:solidFill>
              <a:srgbClr val="003399"/>
            </a:solidFill>
          </a:ln>
        </p:spPr>
        <p:txBody>
          <a:bodyPr wrap="none" lIns="91440" tIns="45720" rIns="91440" bIns="45720">
            <a:spAutoFit/>
          </a:bodyPr>
          <a:lstStyle/>
          <a:p>
            <a:pPr algn="ctr"/>
            <a:r>
              <a:rPr lang="en-US" sz="3200" b="1" i="1" cap="none" spc="0" dirty="0" err="1">
                <a:ln w="0"/>
                <a:solidFill>
                  <a:schemeClr val="tx1"/>
                </a:solidFill>
                <a:effectLst>
                  <a:outerShdw blurRad="38100" dist="19050" dir="2700000" algn="tl" rotWithShape="0">
                    <a:schemeClr val="dk1">
                      <a:alpha val="40000"/>
                    </a:schemeClr>
                  </a:outerShdw>
                </a:effectLst>
              </a:rPr>
              <a:t>StripePaymentProcessor</a:t>
            </a:r>
            <a:r>
              <a:rPr lang="en-US" sz="3200" b="1" i="1" cap="none" spc="0" dirty="0">
                <a:ln w="0"/>
                <a:solidFill>
                  <a:schemeClr val="tx1"/>
                </a:solidFill>
                <a:effectLst>
                  <a:outerShdw blurRad="38100" dist="19050" dir="2700000" algn="tl" rotWithShape="0">
                    <a:schemeClr val="dk1">
                      <a:alpha val="40000"/>
                    </a:schemeClr>
                  </a:outerShdw>
                </a:effectLst>
              </a:rPr>
              <a:t> </a:t>
            </a:r>
          </a:p>
          <a:p>
            <a:pPr algn="ctr"/>
            <a:r>
              <a:rPr lang="en-US" sz="3200" b="1" i="1" cap="none" spc="0" dirty="0">
                <a:ln w="0"/>
                <a:solidFill>
                  <a:schemeClr val="tx1"/>
                </a:solidFill>
                <a:effectLst>
                  <a:outerShdw blurRad="38100" dist="19050" dir="2700000" algn="tl" rotWithShape="0">
                    <a:schemeClr val="dk1">
                      <a:alpha val="40000"/>
                    </a:schemeClr>
                  </a:outerShdw>
                </a:effectLst>
              </a:rPr>
              <a:t>does not implement </a:t>
            </a:r>
            <a:r>
              <a:rPr lang="en-US" sz="3200" b="1" i="1" cap="none" spc="0" dirty="0" err="1">
                <a:ln w="0"/>
                <a:solidFill>
                  <a:schemeClr val="tx1"/>
                </a:solidFill>
                <a:effectLst>
                  <a:outerShdw blurRad="38100" dist="19050" dir="2700000" algn="tl" rotWithShape="0">
                    <a:schemeClr val="dk1">
                      <a:alpha val="40000"/>
                    </a:schemeClr>
                  </a:outerShdw>
                </a:effectLst>
              </a:rPr>
              <a:t>PaymentProcessor</a:t>
            </a:r>
            <a:endParaRPr lang="en-US" sz="3200" b="1" i="1"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1948597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E3CE27-E540-108F-8563-06C16DFC0AB3}"/>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1D20D83-9ED8-1EFC-00B5-F76F98FCB87D}"/>
              </a:ext>
            </a:extLst>
          </p:cNvPr>
          <p:cNvSpPr>
            <a:spLocks noGrp="1"/>
          </p:cNvSpPr>
          <p:nvPr>
            <p:ph idx="1"/>
          </p:nvPr>
        </p:nvSpPr>
        <p:spPr>
          <a:xfrm>
            <a:off x="6176512" y="785004"/>
            <a:ext cx="6015488" cy="5046453"/>
          </a:xfrm>
        </p:spPr>
        <p:txBody>
          <a:bodyPr>
            <a:normAutofit fontScale="92500" lnSpcReduction="10000"/>
          </a:bodyPr>
          <a:lstStyle/>
          <a:p>
            <a:r>
              <a:rPr lang="en-US" dirty="0"/>
              <a:t>interface </a:t>
            </a:r>
            <a:r>
              <a:rPr lang="en-US" dirty="0" err="1"/>
              <a:t>PaymentProcessor</a:t>
            </a:r>
            <a:r>
              <a:rPr lang="en-US" dirty="0"/>
              <a:t> </a:t>
            </a:r>
            <a:br>
              <a:rPr lang="en-US" dirty="0"/>
            </a:br>
            <a:r>
              <a:rPr lang="en-US" dirty="0"/>
              <a:t>{    </a:t>
            </a:r>
            <a:br>
              <a:rPr lang="en-US" dirty="0"/>
            </a:br>
            <a:r>
              <a:rPr lang="en-US" dirty="0"/>
              <a:t>	void pay(int amount);</a:t>
            </a:r>
            <a:br>
              <a:rPr lang="en-US" dirty="0"/>
            </a:br>
            <a:r>
              <a:rPr lang="en-US" dirty="0"/>
              <a:t>}</a:t>
            </a:r>
            <a:br>
              <a:rPr lang="en-US" dirty="0"/>
            </a:br>
            <a:endParaRPr lang="en-US" dirty="0"/>
          </a:p>
          <a:p>
            <a:r>
              <a:rPr lang="en-US" dirty="0"/>
              <a:t>class </a:t>
            </a:r>
            <a:r>
              <a:rPr lang="en-US" dirty="0" err="1"/>
              <a:t>PaypalProcessor</a:t>
            </a:r>
            <a:r>
              <a:rPr lang="en-US" dirty="0"/>
              <a:t> implements </a:t>
            </a:r>
            <a:r>
              <a:rPr lang="en-US" dirty="0" err="1"/>
              <a:t>PaymentProcessor</a:t>
            </a:r>
            <a:r>
              <a:rPr lang="en-US" dirty="0"/>
              <a:t> {</a:t>
            </a:r>
          </a:p>
          <a:p>
            <a:r>
              <a:rPr lang="en-US" dirty="0"/>
              <a:t>	void pay (int amount) {</a:t>
            </a:r>
          </a:p>
          <a:p>
            <a:r>
              <a:rPr lang="en-US" dirty="0"/>
              <a:t>		// </a:t>
            </a:r>
            <a:r>
              <a:rPr lang="en-US" dirty="0" err="1"/>
              <a:t>paypal</a:t>
            </a:r>
            <a:r>
              <a:rPr lang="en-US" dirty="0"/>
              <a:t> functionality</a:t>
            </a:r>
          </a:p>
          <a:p>
            <a:r>
              <a:rPr lang="en-US" dirty="0"/>
              <a:t>	} </a:t>
            </a:r>
          </a:p>
          <a:p>
            <a:r>
              <a:rPr lang="en-US" dirty="0"/>
              <a:t>}</a:t>
            </a:r>
          </a:p>
          <a:p>
            <a:endParaRPr lang="en-US" dirty="0"/>
          </a:p>
          <a:p>
            <a:r>
              <a:rPr lang="en-US" dirty="0"/>
              <a:t>public static void main(…) {</a:t>
            </a:r>
          </a:p>
          <a:p>
            <a:r>
              <a:rPr lang="en-US" dirty="0"/>
              <a:t>	</a:t>
            </a:r>
            <a:r>
              <a:rPr lang="en-US" dirty="0" err="1"/>
              <a:t>PaymentProcessor</a:t>
            </a:r>
            <a:r>
              <a:rPr lang="en-US" dirty="0"/>
              <a:t> p = new </a:t>
            </a:r>
            <a:r>
              <a:rPr lang="en-US" dirty="0" err="1"/>
              <a:t>PaypalProcessor</a:t>
            </a:r>
            <a:r>
              <a:rPr lang="en-US" dirty="0"/>
              <a:t>();</a:t>
            </a:r>
          </a:p>
          <a:p>
            <a:r>
              <a:rPr lang="en-US" dirty="0"/>
              <a:t>	</a:t>
            </a:r>
            <a:r>
              <a:rPr lang="en-US" dirty="0" err="1"/>
              <a:t>handlePurchase</a:t>
            </a:r>
            <a:r>
              <a:rPr lang="en-US" dirty="0"/>
              <a:t>(p);</a:t>
            </a:r>
          </a:p>
          <a:p>
            <a:r>
              <a:rPr lang="en-US" dirty="0"/>
              <a:t>}</a:t>
            </a:r>
            <a:br>
              <a:rPr lang="en-US" dirty="0"/>
            </a:br>
            <a:r>
              <a:rPr lang="en-US" dirty="0"/>
              <a:t>public void </a:t>
            </a:r>
            <a:r>
              <a:rPr lang="en-US" dirty="0" err="1"/>
              <a:t>handlePurchase</a:t>
            </a:r>
            <a:r>
              <a:rPr lang="en-US" dirty="0"/>
              <a:t>(</a:t>
            </a:r>
            <a:r>
              <a:rPr lang="en-US" dirty="0" err="1"/>
              <a:t>PaymentProcessor</a:t>
            </a:r>
            <a:r>
              <a:rPr lang="en-US" dirty="0"/>
              <a:t> p) {</a:t>
            </a:r>
          </a:p>
          <a:p>
            <a:r>
              <a:rPr lang="en-US" dirty="0"/>
              <a:t>	</a:t>
            </a:r>
            <a:r>
              <a:rPr lang="en-US" dirty="0" err="1"/>
              <a:t>p.pay</a:t>
            </a:r>
            <a:r>
              <a:rPr lang="en-US" dirty="0"/>
              <a:t>(2000);</a:t>
            </a:r>
          </a:p>
          <a:p>
            <a:r>
              <a:rPr lang="en-US" dirty="0"/>
              <a:t>}</a:t>
            </a:r>
          </a:p>
          <a:p>
            <a:endParaRPr lang="en-US" dirty="0"/>
          </a:p>
          <a:p>
            <a:r>
              <a:rPr lang="en-US" dirty="0"/>
              <a:t>class </a:t>
            </a:r>
            <a:r>
              <a:rPr lang="en-US" dirty="0" err="1"/>
              <a:t>StripeProcessor</a:t>
            </a:r>
            <a:r>
              <a:rPr lang="en-US" dirty="0"/>
              <a:t> {</a:t>
            </a:r>
          </a:p>
          <a:p>
            <a:r>
              <a:rPr lang="en-US" dirty="0"/>
              <a:t>	void </a:t>
            </a:r>
            <a:r>
              <a:rPr lang="en-US" dirty="0" err="1"/>
              <a:t>makePayment</a:t>
            </a:r>
            <a:r>
              <a:rPr lang="en-US" dirty="0"/>
              <a:t>(double amount) {</a:t>
            </a:r>
          </a:p>
          <a:p>
            <a:r>
              <a:rPr lang="en-US" dirty="0"/>
              <a:t>		// stripe functionality</a:t>
            </a:r>
          </a:p>
          <a:p>
            <a:r>
              <a:rPr lang="en-US" dirty="0"/>
              <a:t>	}</a:t>
            </a:r>
          </a:p>
          <a:p>
            <a:r>
              <a:rPr lang="en-US" dirty="0"/>
              <a:t>}</a:t>
            </a:r>
          </a:p>
        </p:txBody>
      </p:sp>
      <p:sp>
        <p:nvSpPr>
          <p:cNvPr id="5" name="Title 4">
            <a:extLst>
              <a:ext uri="{FF2B5EF4-FFF2-40B4-BE49-F238E27FC236}">
                <a16:creationId xmlns:a16="http://schemas.microsoft.com/office/drawing/2014/main" id="{B5AB3BE7-4371-B561-6198-A513CAB97396}"/>
              </a:ext>
            </a:extLst>
          </p:cNvPr>
          <p:cNvSpPr>
            <a:spLocks noGrp="1"/>
          </p:cNvSpPr>
          <p:nvPr>
            <p:ph type="title"/>
          </p:nvPr>
        </p:nvSpPr>
        <p:spPr/>
        <p:txBody>
          <a:bodyPr/>
          <a:lstStyle/>
          <a:p>
            <a:r>
              <a:rPr lang="en-US" dirty="0"/>
              <a:t>Payment interface adapter</a:t>
            </a:r>
          </a:p>
        </p:txBody>
      </p:sp>
      <p:sp>
        <p:nvSpPr>
          <p:cNvPr id="3" name="Content Placeholder 2">
            <a:extLst>
              <a:ext uri="{FF2B5EF4-FFF2-40B4-BE49-F238E27FC236}">
                <a16:creationId xmlns:a16="http://schemas.microsoft.com/office/drawing/2014/main" id="{F5E0394B-7BD7-051C-9695-560E29531A7E}"/>
              </a:ext>
            </a:extLst>
          </p:cNvPr>
          <p:cNvSpPr>
            <a:spLocks noGrp="1"/>
          </p:cNvSpPr>
          <p:nvPr>
            <p:ph idx="13"/>
          </p:nvPr>
        </p:nvSpPr>
        <p:spPr/>
        <p:txBody>
          <a:bodyPr>
            <a:normAutofit lnSpcReduction="10000"/>
          </a:bodyPr>
          <a:lstStyle/>
          <a:p>
            <a:r>
              <a:rPr lang="en-US" dirty="0"/>
              <a:t>Example: an e-commerce website uses a unified payment interface (</a:t>
            </a:r>
            <a:r>
              <a:rPr lang="en-US" dirty="0" err="1">
                <a:latin typeface="Consolas" panose="020B0609020204030204" pitchFamily="49" charset="0"/>
              </a:rPr>
              <a:t>PaymentProcessor</a:t>
            </a:r>
            <a:r>
              <a:rPr lang="en-US" dirty="0"/>
              <a:t>) to handle all payment requests</a:t>
            </a:r>
            <a:br>
              <a:rPr lang="en-US" dirty="0"/>
            </a:br>
            <a:endParaRPr lang="en-US" sz="3200" dirty="0">
              <a:latin typeface="Consolas" panose="020B0609020204030204" pitchFamily="49" charset="0"/>
            </a:endParaRPr>
          </a:p>
          <a:p>
            <a:r>
              <a:rPr lang="en-US" dirty="0"/>
              <a:t>Want to integrate a new third-party payment gateway (</a:t>
            </a:r>
            <a:r>
              <a:rPr lang="en-US" dirty="0" err="1">
                <a:latin typeface="Consolas" panose="020B0609020204030204" pitchFamily="49" charset="0"/>
              </a:rPr>
              <a:t>ThirdPartyPayment</a:t>
            </a:r>
            <a:r>
              <a:rPr lang="en-US" dirty="0"/>
              <a:t>) with a different interface</a:t>
            </a:r>
          </a:p>
          <a:p>
            <a:endParaRPr lang="en-US" dirty="0"/>
          </a:p>
        </p:txBody>
      </p:sp>
      <p:grpSp>
        <p:nvGrpSpPr>
          <p:cNvPr id="8" name="Group 7">
            <a:extLst>
              <a:ext uri="{FF2B5EF4-FFF2-40B4-BE49-F238E27FC236}">
                <a16:creationId xmlns:a16="http://schemas.microsoft.com/office/drawing/2014/main" id="{5BE05887-031A-C61F-677A-649440796468}"/>
              </a:ext>
            </a:extLst>
          </p:cNvPr>
          <p:cNvGrpSpPr/>
          <p:nvPr/>
        </p:nvGrpSpPr>
        <p:grpSpPr>
          <a:xfrm>
            <a:off x="6015487" y="4396153"/>
            <a:ext cx="5633413" cy="1435303"/>
            <a:chOff x="6015487" y="4038545"/>
            <a:chExt cx="5633413" cy="1792912"/>
          </a:xfrm>
        </p:grpSpPr>
        <p:sp>
          <p:nvSpPr>
            <p:cNvPr id="4" name="Rectangle 3">
              <a:extLst>
                <a:ext uri="{FF2B5EF4-FFF2-40B4-BE49-F238E27FC236}">
                  <a16:creationId xmlns:a16="http://schemas.microsoft.com/office/drawing/2014/main" id="{F85D9286-6B37-D700-F666-53CD5725BFE9}"/>
                </a:ext>
              </a:extLst>
            </p:cNvPr>
            <p:cNvSpPr/>
            <p:nvPr/>
          </p:nvSpPr>
          <p:spPr>
            <a:xfrm>
              <a:off x="6015487" y="4407877"/>
              <a:ext cx="4746298" cy="1423580"/>
            </a:xfrm>
            <a:prstGeom prst="rect">
              <a:avLst/>
            </a:prstGeom>
            <a:noFill/>
            <a:ln w="3175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dirty="0"/>
            </a:p>
          </p:txBody>
        </p:sp>
        <p:sp>
          <p:nvSpPr>
            <p:cNvPr id="7" name="TextBox 6">
              <a:extLst>
                <a:ext uri="{FF2B5EF4-FFF2-40B4-BE49-F238E27FC236}">
                  <a16:creationId xmlns:a16="http://schemas.microsoft.com/office/drawing/2014/main" id="{3A104984-B080-B71B-9980-23887F883084}"/>
                </a:ext>
              </a:extLst>
            </p:cNvPr>
            <p:cNvSpPr txBox="1"/>
            <p:nvPr/>
          </p:nvSpPr>
          <p:spPr>
            <a:xfrm flipH="1">
              <a:off x="8074360" y="4038545"/>
              <a:ext cx="3574540" cy="369332"/>
            </a:xfrm>
            <a:prstGeom prst="rect">
              <a:avLst/>
            </a:prstGeom>
            <a:noFill/>
          </p:spPr>
          <p:txBody>
            <a:bodyPr wrap="square" rtlCol="0">
              <a:spAutoFit/>
            </a:bodyPr>
            <a:lstStyle/>
            <a:p>
              <a:r>
                <a:rPr lang="en-US" b="1" i="1" dirty="0"/>
                <a:t>Third party payment gateway</a:t>
              </a:r>
            </a:p>
          </p:txBody>
        </p:sp>
      </p:grpSp>
    </p:spTree>
    <p:extLst>
      <p:ext uri="{BB962C8B-B14F-4D97-AF65-F5344CB8AC3E}">
        <p14:creationId xmlns:p14="http://schemas.microsoft.com/office/powerpoint/2010/main" val="11449299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95777D-41B7-8594-04C9-1C60F6280DAF}"/>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9C553C1F-F6C1-5073-518C-C2DF129FB5FB}"/>
              </a:ext>
            </a:extLst>
          </p:cNvPr>
          <p:cNvSpPr>
            <a:spLocks noGrp="1"/>
          </p:cNvSpPr>
          <p:nvPr>
            <p:ph idx="1"/>
          </p:nvPr>
        </p:nvSpPr>
        <p:spPr/>
        <p:txBody>
          <a:bodyPr/>
          <a:lstStyle/>
          <a:p>
            <a:r>
              <a:rPr lang="en-US" dirty="0"/>
              <a:t>Convert the interface of a class into another interface clients expect</a:t>
            </a:r>
          </a:p>
          <a:p>
            <a:r>
              <a:rPr lang="en-US" dirty="0"/>
              <a:t>Allows classes to work together that couldn't otherwise because of incompatible interfaces</a:t>
            </a:r>
          </a:p>
          <a:p>
            <a:pPr lvl="1"/>
            <a:r>
              <a:rPr lang="en-US" dirty="0"/>
              <a:t>… just like a HDMI to USB-C adapter</a:t>
            </a:r>
          </a:p>
          <a:p>
            <a:endParaRPr lang="en-US" dirty="0"/>
          </a:p>
        </p:txBody>
      </p:sp>
      <p:sp>
        <p:nvSpPr>
          <p:cNvPr id="5" name="Title 4">
            <a:extLst>
              <a:ext uri="{FF2B5EF4-FFF2-40B4-BE49-F238E27FC236}">
                <a16:creationId xmlns:a16="http://schemas.microsoft.com/office/drawing/2014/main" id="{6B3D2BE8-ED05-64E2-2B6C-9217E4585C7E}"/>
              </a:ext>
            </a:extLst>
          </p:cNvPr>
          <p:cNvSpPr>
            <a:spLocks noGrp="1"/>
          </p:cNvSpPr>
          <p:nvPr>
            <p:ph type="title"/>
          </p:nvPr>
        </p:nvSpPr>
        <p:spPr/>
        <p:txBody>
          <a:bodyPr/>
          <a:lstStyle/>
          <a:p>
            <a:r>
              <a:rPr lang="en-US" dirty="0"/>
              <a:t>Adapter design pattern</a:t>
            </a:r>
          </a:p>
        </p:txBody>
      </p:sp>
    </p:spTree>
    <p:extLst>
      <p:ext uri="{BB962C8B-B14F-4D97-AF65-F5344CB8AC3E}">
        <p14:creationId xmlns:p14="http://schemas.microsoft.com/office/powerpoint/2010/main" val="408840024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A068719-C6B0-DD6F-5C3D-F19F30169927}"/>
              </a:ext>
            </a:extLst>
          </p:cNvPr>
          <p:cNvSpPr>
            <a:spLocks noGrp="1"/>
          </p:cNvSpPr>
          <p:nvPr>
            <p:ph idx="1"/>
          </p:nvPr>
        </p:nvSpPr>
        <p:spPr>
          <a:xfrm>
            <a:off x="6176512" y="785004"/>
            <a:ext cx="6015488" cy="5046453"/>
          </a:xfrm>
        </p:spPr>
        <p:txBody>
          <a:bodyPr/>
          <a:lstStyle/>
          <a:p>
            <a:r>
              <a:rPr lang="en-US" dirty="0"/>
              <a:t>class </a:t>
            </a:r>
            <a:r>
              <a:rPr lang="en-US" dirty="0" err="1"/>
              <a:t>StripeAdapter</a:t>
            </a:r>
            <a:r>
              <a:rPr lang="en-US" dirty="0"/>
              <a:t> implements </a:t>
            </a:r>
            <a:r>
              <a:rPr lang="en-US" dirty="0" err="1"/>
              <a:t>PaymentProcessor</a:t>
            </a:r>
            <a:r>
              <a:rPr lang="en-US" dirty="0"/>
              <a:t>{</a:t>
            </a:r>
          </a:p>
          <a:p>
            <a:r>
              <a:rPr lang="en-US" dirty="0"/>
              <a:t>	private </a:t>
            </a:r>
            <a:r>
              <a:rPr lang="en-US" dirty="0" err="1"/>
              <a:t>StripeProcessor</a:t>
            </a:r>
            <a:r>
              <a:rPr lang="en-US" dirty="0"/>
              <a:t> </a:t>
            </a:r>
            <a:r>
              <a:rPr lang="en-US" dirty="0" err="1"/>
              <a:t>stripeProcessor</a:t>
            </a:r>
            <a:r>
              <a:rPr lang="en-US" dirty="0"/>
              <a:t>;</a:t>
            </a:r>
          </a:p>
          <a:p>
            <a:endParaRPr lang="en-US" dirty="0"/>
          </a:p>
          <a:p>
            <a:r>
              <a:rPr lang="en-US" dirty="0"/>
              <a:t>	public </a:t>
            </a:r>
            <a:r>
              <a:rPr lang="en-US" dirty="0" err="1"/>
              <a:t>StripeAdapter</a:t>
            </a:r>
            <a:r>
              <a:rPr lang="en-US" dirty="0"/>
              <a:t>(</a:t>
            </a:r>
            <a:r>
              <a:rPr lang="en-US" dirty="0" err="1"/>
              <a:t>StripeProcessor</a:t>
            </a:r>
            <a:r>
              <a:rPr lang="en-US" dirty="0"/>
              <a:t> p) {</a:t>
            </a:r>
          </a:p>
          <a:p>
            <a:r>
              <a:rPr lang="en-US" dirty="0"/>
              <a:t>		</a:t>
            </a:r>
            <a:r>
              <a:rPr lang="en-US" dirty="0" err="1"/>
              <a:t>this.stripeProcessor</a:t>
            </a:r>
            <a:r>
              <a:rPr lang="en-US" dirty="0"/>
              <a:t> = p;</a:t>
            </a:r>
          </a:p>
          <a:p>
            <a:r>
              <a:rPr lang="en-US" dirty="0"/>
              <a:t>	}</a:t>
            </a:r>
          </a:p>
          <a:p>
            <a:r>
              <a:rPr lang="en-US" dirty="0"/>
              <a:t>	</a:t>
            </a:r>
          </a:p>
          <a:p>
            <a:r>
              <a:rPr lang="en-US" dirty="0"/>
              <a:t>	public void pay(double amount) {</a:t>
            </a:r>
          </a:p>
          <a:p>
            <a:r>
              <a:rPr lang="en-US" dirty="0"/>
              <a:t>		</a:t>
            </a:r>
            <a:r>
              <a:rPr lang="en-US" dirty="0" err="1"/>
              <a:t>stripeProcessor.makePayment</a:t>
            </a:r>
            <a:r>
              <a:rPr lang="en-US" dirty="0"/>
              <a:t>(amount);</a:t>
            </a:r>
          </a:p>
          <a:p>
            <a:r>
              <a:rPr lang="en-US" dirty="0"/>
              <a:t>	}</a:t>
            </a:r>
          </a:p>
          <a:p>
            <a:r>
              <a:rPr lang="en-US" dirty="0"/>
              <a:t>}</a:t>
            </a:r>
          </a:p>
          <a:p>
            <a:endParaRPr lang="en-US" dirty="0"/>
          </a:p>
          <a:p>
            <a:r>
              <a:rPr lang="en-US" dirty="0"/>
              <a:t>public static void main(…) {</a:t>
            </a:r>
          </a:p>
          <a:p>
            <a:r>
              <a:rPr lang="en-US" dirty="0"/>
              <a:t>	</a:t>
            </a:r>
            <a:r>
              <a:rPr lang="en-US" dirty="0" err="1"/>
              <a:t>StripeProcessor</a:t>
            </a:r>
            <a:r>
              <a:rPr lang="en-US" dirty="0"/>
              <a:t> stripe = new </a:t>
            </a:r>
            <a:r>
              <a:rPr lang="en-US" dirty="0" err="1"/>
              <a:t>StripeProcessor</a:t>
            </a:r>
            <a:r>
              <a:rPr lang="en-US" dirty="0"/>
              <a:t>();</a:t>
            </a:r>
          </a:p>
          <a:p>
            <a:r>
              <a:rPr lang="en-US" dirty="0"/>
              <a:t>	</a:t>
            </a:r>
            <a:r>
              <a:rPr lang="en-US" dirty="0" err="1"/>
              <a:t>PaymentProcessor</a:t>
            </a:r>
            <a:r>
              <a:rPr lang="en-US" dirty="0"/>
              <a:t> p = new </a:t>
            </a:r>
            <a:r>
              <a:rPr lang="en-US" dirty="0" err="1"/>
              <a:t>StripeAdapter</a:t>
            </a:r>
            <a:r>
              <a:rPr lang="en-US" dirty="0"/>
              <a:t>(stripe);</a:t>
            </a:r>
          </a:p>
          <a:p>
            <a:r>
              <a:rPr lang="en-US" dirty="0"/>
              <a:t>	</a:t>
            </a:r>
            <a:r>
              <a:rPr lang="en-US" dirty="0" err="1"/>
              <a:t>handlePurchase</a:t>
            </a:r>
            <a:r>
              <a:rPr lang="en-US" dirty="0"/>
              <a:t>(p);</a:t>
            </a:r>
          </a:p>
          <a:p>
            <a:r>
              <a:rPr lang="en-US" dirty="0"/>
              <a:t>}</a:t>
            </a:r>
            <a:br>
              <a:rPr lang="en-US" dirty="0"/>
            </a:br>
            <a:r>
              <a:rPr lang="en-US" dirty="0"/>
              <a:t>public void </a:t>
            </a:r>
            <a:r>
              <a:rPr lang="en-US" dirty="0" err="1"/>
              <a:t>handlePurchase</a:t>
            </a:r>
            <a:r>
              <a:rPr lang="en-US" dirty="0"/>
              <a:t>(</a:t>
            </a:r>
            <a:r>
              <a:rPr lang="en-US" dirty="0" err="1"/>
              <a:t>PaymentProcessor</a:t>
            </a:r>
            <a:r>
              <a:rPr lang="en-US" dirty="0"/>
              <a:t> p) {</a:t>
            </a:r>
          </a:p>
          <a:p>
            <a:r>
              <a:rPr lang="en-US" dirty="0"/>
              <a:t>	</a:t>
            </a:r>
            <a:r>
              <a:rPr lang="en-US" dirty="0" err="1"/>
              <a:t>p.pay</a:t>
            </a:r>
            <a:r>
              <a:rPr lang="en-US" dirty="0"/>
              <a:t>(200.0);</a:t>
            </a:r>
          </a:p>
          <a:p>
            <a:r>
              <a:rPr lang="en-US" dirty="0"/>
              <a:t>}</a:t>
            </a:r>
          </a:p>
          <a:p>
            <a:endParaRPr lang="en-US" dirty="0"/>
          </a:p>
          <a:p>
            <a:endParaRPr lang="en-US" dirty="0"/>
          </a:p>
        </p:txBody>
      </p:sp>
      <p:sp>
        <p:nvSpPr>
          <p:cNvPr id="3" name="Title 2">
            <a:extLst>
              <a:ext uri="{FF2B5EF4-FFF2-40B4-BE49-F238E27FC236}">
                <a16:creationId xmlns:a16="http://schemas.microsoft.com/office/drawing/2014/main" id="{A2D31281-26A2-0368-5120-D2CB25395F35}"/>
              </a:ext>
            </a:extLst>
          </p:cNvPr>
          <p:cNvSpPr>
            <a:spLocks noGrp="1"/>
          </p:cNvSpPr>
          <p:nvPr>
            <p:ph type="title"/>
          </p:nvPr>
        </p:nvSpPr>
        <p:spPr/>
        <p:txBody>
          <a:bodyPr/>
          <a:lstStyle/>
          <a:p>
            <a:r>
              <a:rPr lang="en-US" dirty="0"/>
              <a:t>Payment interface adapter</a:t>
            </a:r>
          </a:p>
        </p:txBody>
      </p:sp>
      <p:sp>
        <p:nvSpPr>
          <p:cNvPr id="4" name="Content Placeholder 3">
            <a:extLst>
              <a:ext uri="{FF2B5EF4-FFF2-40B4-BE49-F238E27FC236}">
                <a16:creationId xmlns:a16="http://schemas.microsoft.com/office/drawing/2014/main" id="{D8927576-E03B-D6FF-3E7A-C506FFCE0E7D}"/>
              </a:ext>
            </a:extLst>
          </p:cNvPr>
          <p:cNvSpPr>
            <a:spLocks noGrp="1"/>
          </p:cNvSpPr>
          <p:nvPr>
            <p:ph idx="13"/>
          </p:nvPr>
        </p:nvSpPr>
        <p:spPr/>
        <p:txBody>
          <a:bodyPr>
            <a:normAutofit lnSpcReduction="10000"/>
          </a:bodyPr>
          <a:lstStyle/>
          <a:p>
            <a:r>
              <a:rPr lang="en-US" dirty="0"/>
              <a:t>Wrap the </a:t>
            </a:r>
            <a:r>
              <a:rPr lang="en-US" dirty="0" err="1">
                <a:latin typeface="Consolas" panose="020B0609020204030204" pitchFamily="49" charset="0"/>
              </a:rPr>
              <a:t>StripeProcessor</a:t>
            </a:r>
            <a:r>
              <a:rPr lang="en-US" dirty="0"/>
              <a:t> object (</a:t>
            </a:r>
            <a:r>
              <a:rPr lang="en-US" dirty="0" err="1"/>
              <a:t>adaptee</a:t>
            </a:r>
            <a:r>
              <a:rPr lang="en-US" dirty="0"/>
              <a:t>) in an Adapter</a:t>
            </a:r>
          </a:p>
          <a:p>
            <a:r>
              <a:rPr lang="en-US" dirty="0"/>
              <a:t>The </a:t>
            </a:r>
            <a:r>
              <a:rPr lang="en-US" dirty="0" err="1">
                <a:latin typeface="Consolas" panose="020B0609020204030204" pitchFamily="49" charset="0"/>
              </a:rPr>
              <a:t>StripeAdapter</a:t>
            </a:r>
            <a:r>
              <a:rPr lang="en-US" dirty="0"/>
              <a:t> implements the </a:t>
            </a:r>
            <a:r>
              <a:rPr lang="en-US" dirty="0" err="1">
                <a:latin typeface="Consolas" panose="020B0609020204030204" pitchFamily="49" charset="0"/>
              </a:rPr>
              <a:t>PaymentProcessor</a:t>
            </a:r>
            <a:r>
              <a:rPr lang="en-US" dirty="0"/>
              <a:t> interface</a:t>
            </a:r>
          </a:p>
          <a:p>
            <a:pPr lvl="1"/>
            <a:r>
              <a:rPr lang="en-US" dirty="0"/>
              <a:t>And internally invokes the </a:t>
            </a:r>
            <a:r>
              <a:rPr lang="en-US" dirty="0" err="1"/>
              <a:t>adaptee’s</a:t>
            </a:r>
            <a:r>
              <a:rPr lang="en-US" dirty="0"/>
              <a:t> </a:t>
            </a:r>
            <a:r>
              <a:rPr lang="en-US" dirty="0" err="1">
                <a:latin typeface="Consolas" panose="020B0609020204030204" pitchFamily="49" charset="0"/>
              </a:rPr>
              <a:t>makePayment</a:t>
            </a:r>
            <a:r>
              <a:rPr lang="en-US" dirty="0">
                <a:latin typeface="Consolas" panose="020B0609020204030204" pitchFamily="49" charset="0"/>
              </a:rPr>
              <a:t>()</a:t>
            </a:r>
            <a:r>
              <a:rPr lang="en-US" dirty="0"/>
              <a:t> method</a:t>
            </a:r>
          </a:p>
          <a:p>
            <a:r>
              <a:rPr lang="en-US" dirty="0"/>
              <a:t>Can use </a:t>
            </a:r>
            <a:r>
              <a:rPr lang="en-US" dirty="0" err="1">
                <a:latin typeface="Consolas" panose="020B0609020204030204" pitchFamily="49" charset="0"/>
              </a:rPr>
              <a:t>StripeAdapter</a:t>
            </a:r>
            <a:r>
              <a:rPr lang="en-US" dirty="0"/>
              <a:t> wherever </a:t>
            </a:r>
            <a:r>
              <a:rPr lang="en-US" dirty="0" err="1">
                <a:latin typeface="Consolas" panose="020B0609020204030204" pitchFamily="49" charset="0"/>
              </a:rPr>
              <a:t>PaymentProcessor</a:t>
            </a:r>
            <a:r>
              <a:rPr lang="en-US" dirty="0"/>
              <a:t> is used</a:t>
            </a:r>
          </a:p>
        </p:txBody>
      </p:sp>
      <p:sp>
        <p:nvSpPr>
          <p:cNvPr id="6" name="Rectangle 5">
            <a:extLst>
              <a:ext uri="{FF2B5EF4-FFF2-40B4-BE49-F238E27FC236}">
                <a16:creationId xmlns:a16="http://schemas.microsoft.com/office/drawing/2014/main" id="{03B14B28-7E7E-03AD-CEC4-24468A683B3F}"/>
              </a:ext>
            </a:extLst>
          </p:cNvPr>
          <p:cNvSpPr/>
          <p:nvPr/>
        </p:nvSpPr>
        <p:spPr>
          <a:xfrm>
            <a:off x="6178060" y="696278"/>
            <a:ext cx="5631865" cy="417414"/>
          </a:xfrm>
          <a:prstGeom prst="rect">
            <a:avLst/>
          </a:prstGeom>
          <a:noFill/>
          <a:ln w="3175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dirty="0"/>
          </a:p>
        </p:txBody>
      </p:sp>
      <p:sp>
        <p:nvSpPr>
          <p:cNvPr id="7" name="Rectangle 6">
            <a:extLst>
              <a:ext uri="{FF2B5EF4-FFF2-40B4-BE49-F238E27FC236}">
                <a16:creationId xmlns:a16="http://schemas.microsoft.com/office/drawing/2014/main" id="{5885E2FE-C0B9-370C-CD89-9CB17C4673B2}"/>
              </a:ext>
            </a:extLst>
          </p:cNvPr>
          <p:cNvSpPr/>
          <p:nvPr/>
        </p:nvSpPr>
        <p:spPr>
          <a:xfrm>
            <a:off x="6178060" y="1101526"/>
            <a:ext cx="5631865" cy="1254812"/>
          </a:xfrm>
          <a:prstGeom prst="rect">
            <a:avLst/>
          </a:prstGeom>
          <a:noFill/>
          <a:ln w="3175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dirty="0"/>
          </a:p>
        </p:txBody>
      </p:sp>
      <p:sp>
        <p:nvSpPr>
          <p:cNvPr id="8" name="Rectangle 7">
            <a:extLst>
              <a:ext uri="{FF2B5EF4-FFF2-40B4-BE49-F238E27FC236}">
                <a16:creationId xmlns:a16="http://schemas.microsoft.com/office/drawing/2014/main" id="{55B7E88E-4A3D-A3BD-0142-D8F1876D0CEC}"/>
              </a:ext>
            </a:extLst>
          </p:cNvPr>
          <p:cNvSpPr/>
          <p:nvPr/>
        </p:nvSpPr>
        <p:spPr>
          <a:xfrm>
            <a:off x="6176512" y="2356338"/>
            <a:ext cx="5631865" cy="1254812"/>
          </a:xfrm>
          <a:prstGeom prst="rect">
            <a:avLst/>
          </a:prstGeom>
          <a:noFill/>
          <a:ln w="3175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dirty="0"/>
          </a:p>
        </p:txBody>
      </p:sp>
      <p:sp>
        <p:nvSpPr>
          <p:cNvPr id="9" name="Rectangle 8">
            <a:extLst>
              <a:ext uri="{FF2B5EF4-FFF2-40B4-BE49-F238E27FC236}">
                <a16:creationId xmlns:a16="http://schemas.microsoft.com/office/drawing/2014/main" id="{DACCF1B2-88D3-386C-472E-10D26E974152}"/>
              </a:ext>
            </a:extLst>
          </p:cNvPr>
          <p:cNvSpPr/>
          <p:nvPr/>
        </p:nvSpPr>
        <p:spPr>
          <a:xfrm>
            <a:off x="6368323" y="3951118"/>
            <a:ext cx="5631865" cy="796728"/>
          </a:xfrm>
          <a:prstGeom prst="rect">
            <a:avLst/>
          </a:prstGeom>
          <a:noFill/>
          <a:ln w="3175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dirty="0"/>
          </a:p>
        </p:txBody>
      </p:sp>
    </p:spTree>
    <p:extLst>
      <p:ext uri="{BB962C8B-B14F-4D97-AF65-F5344CB8AC3E}">
        <p14:creationId xmlns:p14="http://schemas.microsoft.com/office/powerpoint/2010/main" val="12480442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6"/>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1" nodeType="clickEffect">
                                  <p:stCondLst>
                                    <p:cond delay="0"/>
                                  </p:stCondLst>
                                  <p:childTnLst>
                                    <p:set>
                                      <p:cBhvr>
                                        <p:cTn id="18" dur="1" fill="hold">
                                          <p:stCondLst>
                                            <p:cond delay="0"/>
                                          </p:stCondLst>
                                        </p:cTn>
                                        <p:tgtEl>
                                          <p:spTgt spid="7"/>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1" nodeType="clickEffect">
                                  <p:stCondLst>
                                    <p:cond delay="0"/>
                                  </p:stCondLst>
                                  <p:childTnLst>
                                    <p:set>
                                      <p:cBhvr>
                                        <p:cTn id="26" dur="1" fill="hold">
                                          <p:stCondLst>
                                            <p:cond delay="0"/>
                                          </p:stCondLst>
                                        </p:cTn>
                                        <p:tgtEl>
                                          <p:spTgt spid="8"/>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grpId="1" nodeType="clickEffect">
                                  <p:stCondLst>
                                    <p:cond delay="0"/>
                                  </p:stCondLst>
                                  <p:childTnLst>
                                    <p:set>
                                      <p:cBhvr>
                                        <p:cTn id="34"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7" grpId="0" animBg="1"/>
      <p:bldP spid="7" grpId="1" animBg="1"/>
      <p:bldP spid="8" grpId="0" animBg="1"/>
      <p:bldP spid="8" grpId="1" animBg="1"/>
      <p:bldP spid="9" grpId="0" animBg="1"/>
      <p:bldP spid="9" grpId="1"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F55EFAB0-6932-BCC3-F40C-C74814AC1708}"/>
              </a:ext>
            </a:extLst>
          </p:cNvPr>
          <p:cNvSpPr>
            <a:spLocks noGrp="1"/>
          </p:cNvSpPr>
          <p:nvPr>
            <p:ph idx="1"/>
          </p:nvPr>
        </p:nvSpPr>
        <p:spPr/>
        <p:txBody>
          <a:bodyPr>
            <a:normAutofit fontScale="92500" lnSpcReduction="10000"/>
          </a:bodyPr>
          <a:lstStyle/>
          <a:p>
            <a:r>
              <a:rPr lang="en-US" dirty="0"/>
              <a:t>interface </a:t>
            </a:r>
            <a:r>
              <a:rPr lang="en-US" dirty="0" err="1"/>
              <a:t>PaymentProcessor</a:t>
            </a:r>
            <a:r>
              <a:rPr lang="en-US" dirty="0"/>
              <a:t> </a:t>
            </a:r>
            <a:br>
              <a:rPr lang="en-US" dirty="0"/>
            </a:br>
            <a:r>
              <a:rPr lang="en-US" dirty="0"/>
              <a:t>{    </a:t>
            </a:r>
            <a:br>
              <a:rPr lang="en-US" dirty="0"/>
            </a:br>
            <a:r>
              <a:rPr lang="en-US" dirty="0"/>
              <a:t>	void pay(int amount);</a:t>
            </a:r>
            <a:br>
              <a:rPr lang="en-US" dirty="0"/>
            </a:br>
            <a:r>
              <a:rPr lang="en-US" dirty="0"/>
              <a:t>}</a:t>
            </a:r>
            <a:br>
              <a:rPr lang="en-US" dirty="0"/>
            </a:br>
            <a:endParaRPr lang="en-US" dirty="0"/>
          </a:p>
          <a:p>
            <a:r>
              <a:rPr lang="en-US" dirty="0"/>
              <a:t>class </a:t>
            </a:r>
            <a:r>
              <a:rPr lang="en-US" dirty="0" err="1"/>
              <a:t>PaypalProcessor</a:t>
            </a:r>
            <a:r>
              <a:rPr lang="en-US" dirty="0"/>
              <a:t> implements </a:t>
            </a:r>
            <a:r>
              <a:rPr lang="en-US" dirty="0" err="1"/>
              <a:t>PaymentProcessor</a:t>
            </a:r>
            <a:r>
              <a:rPr lang="en-US" dirty="0"/>
              <a:t> {</a:t>
            </a:r>
          </a:p>
          <a:p>
            <a:r>
              <a:rPr lang="en-US" dirty="0"/>
              <a:t>	void pay (int amount) {</a:t>
            </a:r>
          </a:p>
          <a:p>
            <a:r>
              <a:rPr lang="en-US" dirty="0"/>
              <a:t>		// </a:t>
            </a:r>
            <a:r>
              <a:rPr lang="en-US" dirty="0" err="1"/>
              <a:t>paypal</a:t>
            </a:r>
            <a:r>
              <a:rPr lang="en-US" dirty="0"/>
              <a:t> functionality</a:t>
            </a:r>
          </a:p>
          <a:p>
            <a:r>
              <a:rPr lang="en-US" dirty="0"/>
              <a:t>	} </a:t>
            </a:r>
          </a:p>
          <a:p>
            <a:r>
              <a:rPr lang="en-US" dirty="0"/>
              <a:t>}</a:t>
            </a:r>
          </a:p>
          <a:p>
            <a:endParaRPr lang="en-US" dirty="0"/>
          </a:p>
          <a:p>
            <a:r>
              <a:rPr lang="en-US" dirty="0"/>
              <a:t>public static void main(…) {</a:t>
            </a:r>
          </a:p>
          <a:p>
            <a:r>
              <a:rPr lang="en-US" dirty="0"/>
              <a:t>	</a:t>
            </a:r>
            <a:r>
              <a:rPr lang="en-US" dirty="0" err="1"/>
              <a:t>PaymentProcessor</a:t>
            </a:r>
            <a:r>
              <a:rPr lang="en-US" dirty="0"/>
              <a:t> p = new </a:t>
            </a:r>
            <a:r>
              <a:rPr lang="en-US" dirty="0" err="1"/>
              <a:t>PaypalProcessor</a:t>
            </a:r>
            <a:r>
              <a:rPr lang="en-US" dirty="0"/>
              <a:t>();</a:t>
            </a:r>
          </a:p>
          <a:p>
            <a:r>
              <a:rPr lang="en-US" dirty="0"/>
              <a:t>	</a:t>
            </a:r>
            <a:r>
              <a:rPr lang="en-US" dirty="0" err="1"/>
              <a:t>StripeProcessor</a:t>
            </a:r>
            <a:r>
              <a:rPr lang="en-US" dirty="0"/>
              <a:t> </a:t>
            </a:r>
            <a:r>
              <a:rPr lang="en-US" dirty="0" err="1"/>
              <a:t>sp</a:t>
            </a:r>
            <a:r>
              <a:rPr lang="en-US" dirty="0"/>
              <a:t> = new </a:t>
            </a:r>
            <a:r>
              <a:rPr lang="en-US" dirty="0" err="1"/>
              <a:t>StripeProcessor</a:t>
            </a:r>
            <a:r>
              <a:rPr lang="en-US" dirty="0"/>
              <a:t>();</a:t>
            </a:r>
          </a:p>
          <a:p>
            <a:r>
              <a:rPr lang="en-US" dirty="0"/>
              <a:t>	</a:t>
            </a:r>
            <a:r>
              <a:rPr lang="en-US" dirty="0" err="1"/>
              <a:t>handlePurchase</a:t>
            </a:r>
            <a:r>
              <a:rPr lang="en-US" dirty="0"/>
              <a:t>(p, </a:t>
            </a:r>
            <a:r>
              <a:rPr lang="en-US" dirty="0" err="1"/>
              <a:t>sp</a:t>
            </a:r>
            <a:r>
              <a:rPr lang="en-US" dirty="0"/>
              <a:t>, true);</a:t>
            </a:r>
          </a:p>
          <a:p>
            <a:r>
              <a:rPr lang="en-US" dirty="0"/>
              <a:t>}</a:t>
            </a:r>
            <a:br>
              <a:rPr lang="en-US" dirty="0"/>
            </a:br>
            <a:r>
              <a:rPr lang="en-US" dirty="0"/>
              <a:t>public void </a:t>
            </a:r>
            <a:r>
              <a:rPr lang="en-US" dirty="0" err="1"/>
              <a:t>handlePurchase</a:t>
            </a:r>
            <a:r>
              <a:rPr lang="en-US" dirty="0"/>
              <a:t>(</a:t>
            </a:r>
            <a:r>
              <a:rPr lang="en-US" dirty="0" err="1"/>
              <a:t>PaymentProcessor</a:t>
            </a:r>
            <a:r>
              <a:rPr lang="en-US" dirty="0"/>
              <a:t> p, </a:t>
            </a:r>
            <a:r>
              <a:rPr lang="en-US" dirty="0" err="1"/>
              <a:t>StripeProcessor</a:t>
            </a:r>
            <a:r>
              <a:rPr lang="en-US" dirty="0"/>
              <a:t> </a:t>
            </a:r>
            <a:r>
              <a:rPr lang="en-US" dirty="0" err="1"/>
              <a:t>sp</a:t>
            </a:r>
            <a:r>
              <a:rPr lang="en-US" dirty="0"/>
              <a:t>, bool </a:t>
            </a:r>
            <a:r>
              <a:rPr lang="en-US" dirty="0" err="1"/>
              <a:t>isStripe</a:t>
            </a:r>
            <a:r>
              <a:rPr lang="en-US" dirty="0"/>
              <a:t>) {</a:t>
            </a:r>
          </a:p>
          <a:p>
            <a:r>
              <a:rPr lang="en-US" dirty="0"/>
              <a:t>	if (</a:t>
            </a:r>
            <a:r>
              <a:rPr lang="en-US" dirty="0" err="1"/>
              <a:t>isStripe</a:t>
            </a:r>
            <a:r>
              <a:rPr lang="en-US" dirty="0"/>
              <a:t>) {</a:t>
            </a:r>
          </a:p>
          <a:p>
            <a:r>
              <a:rPr lang="en-US" dirty="0"/>
              <a:t>		</a:t>
            </a:r>
            <a:r>
              <a:rPr lang="en-US" dirty="0" err="1"/>
              <a:t>sp.makePayment</a:t>
            </a:r>
            <a:r>
              <a:rPr lang="en-US" dirty="0"/>
              <a:t>(2000);</a:t>
            </a:r>
          </a:p>
          <a:p>
            <a:r>
              <a:rPr lang="en-US" dirty="0"/>
              <a:t>	} else {</a:t>
            </a:r>
          </a:p>
          <a:p>
            <a:r>
              <a:rPr lang="en-US" dirty="0"/>
              <a:t>		</a:t>
            </a:r>
            <a:r>
              <a:rPr lang="en-US" dirty="0" err="1"/>
              <a:t>p.pay</a:t>
            </a:r>
            <a:r>
              <a:rPr lang="en-US" dirty="0"/>
              <a:t>(2000);</a:t>
            </a:r>
          </a:p>
          <a:p>
            <a:r>
              <a:rPr lang="en-US" dirty="0"/>
              <a:t>	}</a:t>
            </a:r>
          </a:p>
          <a:p>
            <a:r>
              <a:rPr lang="en-US" dirty="0"/>
              <a:t>}</a:t>
            </a:r>
          </a:p>
        </p:txBody>
      </p:sp>
      <p:sp>
        <p:nvSpPr>
          <p:cNvPr id="5" name="Title 4">
            <a:extLst>
              <a:ext uri="{FF2B5EF4-FFF2-40B4-BE49-F238E27FC236}">
                <a16:creationId xmlns:a16="http://schemas.microsoft.com/office/drawing/2014/main" id="{72F1DBAF-7515-CBDB-F413-3947D57F6409}"/>
              </a:ext>
            </a:extLst>
          </p:cNvPr>
          <p:cNvSpPr>
            <a:spLocks noGrp="1"/>
          </p:cNvSpPr>
          <p:nvPr>
            <p:ph type="title"/>
          </p:nvPr>
        </p:nvSpPr>
        <p:spPr/>
        <p:txBody>
          <a:bodyPr/>
          <a:lstStyle/>
          <a:p>
            <a:r>
              <a:rPr lang="en-US" dirty="0"/>
              <a:t>What did we achieve?</a:t>
            </a:r>
          </a:p>
        </p:txBody>
      </p:sp>
      <p:sp>
        <p:nvSpPr>
          <p:cNvPr id="7" name="Content Placeholder 6">
            <a:extLst>
              <a:ext uri="{FF2B5EF4-FFF2-40B4-BE49-F238E27FC236}">
                <a16:creationId xmlns:a16="http://schemas.microsoft.com/office/drawing/2014/main" id="{CCB3CA11-68E0-FC3A-EBB2-921D6B36BA0A}"/>
              </a:ext>
            </a:extLst>
          </p:cNvPr>
          <p:cNvSpPr>
            <a:spLocks noGrp="1"/>
          </p:cNvSpPr>
          <p:nvPr>
            <p:ph idx="13"/>
          </p:nvPr>
        </p:nvSpPr>
        <p:spPr/>
        <p:txBody>
          <a:bodyPr/>
          <a:lstStyle/>
          <a:p>
            <a:r>
              <a:rPr lang="en-US" dirty="0"/>
              <a:t>Ability to use the same interface </a:t>
            </a:r>
            <a:r>
              <a:rPr lang="en-US" dirty="0" err="1"/>
              <a:t>PaymentProcessor</a:t>
            </a:r>
            <a:r>
              <a:rPr lang="en-US" dirty="0"/>
              <a:t> for Stripe payments</a:t>
            </a:r>
          </a:p>
          <a:p>
            <a:r>
              <a:rPr lang="en-US" dirty="0"/>
              <a:t>Once you initialize it, that’s enough</a:t>
            </a:r>
          </a:p>
          <a:p>
            <a:r>
              <a:rPr lang="en-US" dirty="0"/>
              <a:t>No need to create special if-checks where the </a:t>
            </a:r>
            <a:r>
              <a:rPr lang="en-US" dirty="0" err="1"/>
              <a:t>PaymentProcessor</a:t>
            </a:r>
            <a:r>
              <a:rPr lang="en-US" dirty="0"/>
              <a:t> is used</a:t>
            </a:r>
          </a:p>
        </p:txBody>
      </p:sp>
      <p:sp>
        <p:nvSpPr>
          <p:cNvPr id="8" name="Rectangle 7">
            <a:extLst>
              <a:ext uri="{FF2B5EF4-FFF2-40B4-BE49-F238E27FC236}">
                <a16:creationId xmlns:a16="http://schemas.microsoft.com/office/drawing/2014/main" id="{C57E43F7-34C8-B221-0C44-FBC8664D26D1}"/>
              </a:ext>
            </a:extLst>
          </p:cNvPr>
          <p:cNvSpPr/>
          <p:nvPr/>
        </p:nvSpPr>
        <p:spPr>
          <a:xfrm>
            <a:off x="6178060" y="2909865"/>
            <a:ext cx="5631865" cy="1240103"/>
          </a:xfrm>
          <a:prstGeom prst="rect">
            <a:avLst/>
          </a:prstGeom>
          <a:noFill/>
          <a:ln w="3175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dirty="0"/>
          </a:p>
        </p:txBody>
      </p:sp>
      <p:sp>
        <p:nvSpPr>
          <p:cNvPr id="9" name="Rectangle 8">
            <a:extLst>
              <a:ext uri="{FF2B5EF4-FFF2-40B4-BE49-F238E27FC236}">
                <a16:creationId xmlns:a16="http://schemas.microsoft.com/office/drawing/2014/main" id="{4BC15D9E-19C9-08FB-2410-E3C7FE56C3C5}"/>
              </a:ext>
            </a:extLst>
          </p:cNvPr>
          <p:cNvSpPr/>
          <p:nvPr/>
        </p:nvSpPr>
        <p:spPr>
          <a:xfrm>
            <a:off x="6176512" y="4149968"/>
            <a:ext cx="5631865" cy="1681489"/>
          </a:xfrm>
          <a:prstGeom prst="rect">
            <a:avLst/>
          </a:prstGeom>
          <a:noFill/>
          <a:ln w="3175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dirty="0"/>
          </a:p>
        </p:txBody>
      </p:sp>
      <p:sp>
        <p:nvSpPr>
          <p:cNvPr id="2" name="TextBox 1">
            <a:extLst>
              <a:ext uri="{FF2B5EF4-FFF2-40B4-BE49-F238E27FC236}">
                <a16:creationId xmlns:a16="http://schemas.microsoft.com/office/drawing/2014/main" id="{CE82DCE5-2A99-A0DD-6537-48804294FED1}"/>
              </a:ext>
            </a:extLst>
          </p:cNvPr>
          <p:cNvSpPr txBox="1"/>
          <p:nvPr/>
        </p:nvSpPr>
        <p:spPr>
          <a:xfrm>
            <a:off x="9265577" y="4850479"/>
            <a:ext cx="2279535" cy="830997"/>
          </a:xfrm>
          <a:prstGeom prst="rect">
            <a:avLst/>
          </a:prstGeom>
          <a:noFill/>
        </p:spPr>
        <p:txBody>
          <a:bodyPr wrap="none" rtlCol="0">
            <a:spAutoFit/>
          </a:bodyPr>
          <a:lstStyle/>
          <a:p>
            <a:r>
              <a:rPr lang="en-US" sz="2400" b="1" i="1" dirty="0">
                <a:solidFill>
                  <a:srgbClr val="C00000"/>
                </a:solidFill>
              </a:rPr>
              <a:t>Bad design:</a:t>
            </a:r>
          </a:p>
          <a:p>
            <a:r>
              <a:rPr lang="en-US" sz="2400" b="1" i="1" dirty="0">
                <a:solidFill>
                  <a:srgbClr val="C00000"/>
                </a:solidFill>
              </a:rPr>
              <a:t>very error-prone</a:t>
            </a:r>
          </a:p>
        </p:txBody>
      </p:sp>
    </p:spTree>
    <p:extLst>
      <p:ext uri="{BB962C8B-B14F-4D97-AF65-F5344CB8AC3E}">
        <p14:creationId xmlns:p14="http://schemas.microsoft.com/office/powerpoint/2010/main" val="1772838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8"/>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1" nodeType="clickEffect">
                                  <p:stCondLst>
                                    <p:cond delay="0"/>
                                  </p:stCondLst>
                                  <p:childTnLst>
                                    <p:set>
                                      <p:cBhvr>
                                        <p:cTn id="18" dur="1" fill="hold">
                                          <p:stCondLst>
                                            <p:cond delay="0"/>
                                          </p:stCondLst>
                                        </p:cTn>
                                        <p:tgtEl>
                                          <p:spTgt spid="9"/>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P spid="9" grpId="0" animBg="1"/>
      <p:bldP spid="9" grpId="1"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8F1468-6CF8-0711-B9E7-17A597F0948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508ED12-6DE1-29B8-F924-34F12AD90A20}"/>
              </a:ext>
            </a:extLst>
          </p:cNvPr>
          <p:cNvSpPr>
            <a:spLocks noGrp="1"/>
          </p:cNvSpPr>
          <p:nvPr>
            <p:ph type="title"/>
          </p:nvPr>
        </p:nvSpPr>
        <p:spPr/>
        <p:txBody>
          <a:bodyPr/>
          <a:lstStyle/>
          <a:p>
            <a:r>
              <a:rPr lang="en-US" dirty="0"/>
              <a:t>Payment interface adapter</a:t>
            </a:r>
          </a:p>
        </p:txBody>
      </p:sp>
      <p:sp>
        <p:nvSpPr>
          <p:cNvPr id="4" name="Content Placeholder 3">
            <a:extLst>
              <a:ext uri="{FF2B5EF4-FFF2-40B4-BE49-F238E27FC236}">
                <a16:creationId xmlns:a16="http://schemas.microsoft.com/office/drawing/2014/main" id="{00CE5E6F-F8F8-BA90-3378-55992D1E0A94}"/>
              </a:ext>
            </a:extLst>
          </p:cNvPr>
          <p:cNvSpPr>
            <a:spLocks noGrp="1"/>
          </p:cNvSpPr>
          <p:nvPr>
            <p:ph idx="13"/>
          </p:nvPr>
        </p:nvSpPr>
        <p:spPr/>
        <p:txBody>
          <a:bodyPr>
            <a:normAutofit lnSpcReduction="10000"/>
          </a:bodyPr>
          <a:lstStyle/>
          <a:p>
            <a:r>
              <a:rPr lang="en-US" dirty="0"/>
              <a:t>Wrap the </a:t>
            </a:r>
            <a:r>
              <a:rPr lang="en-US" dirty="0" err="1">
                <a:latin typeface="Consolas" panose="020B0609020204030204" pitchFamily="49" charset="0"/>
              </a:rPr>
              <a:t>StripeProcessor</a:t>
            </a:r>
            <a:r>
              <a:rPr lang="en-US" dirty="0"/>
              <a:t> object (</a:t>
            </a:r>
            <a:r>
              <a:rPr lang="en-US" dirty="0" err="1"/>
              <a:t>adaptee</a:t>
            </a:r>
            <a:r>
              <a:rPr lang="en-US" dirty="0"/>
              <a:t>) in an Adapter</a:t>
            </a:r>
          </a:p>
          <a:p>
            <a:r>
              <a:rPr lang="en-US" dirty="0"/>
              <a:t>The </a:t>
            </a:r>
            <a:r>
              <a:rPr lang="en-US" dirty="0" err="1">
                <a:latin typeface="Consolas" panose="020B0609020204030204" pitchFamily="49" charset="0"/>
              </a:rPr>
              <a:t>StripeAdapter</a:t>
            </a:r>
            <a:r>
              <a:rPr lang="en-US" dirty="0"/>
              <a:t> implements the </a:t>
            </a:r>
            <a:r>
              <a:rPr lang="en-US" dirty="0" err="1">
                <a:latin typeface="Consolas" panose="020B0609020204030204" pitchFamily="49" charset="0"/>
              </a:rPr>
              <a:t>PaymentProcessor</a:t>
            </a:r>
            <a:r>
              <a:rPr lang="en-US" dirty="0"/>
              <a:t> interface</a:t>
            </a:r>
          </a:p>
          <a:p>
            <a:pPr lvl="1"/>
            <a:r>
              <a:rPr lang="en-US" dirty="0"/>
              <a:t>And internally invokes the </a:t>
            </a:r>
            <a:r>
              <a:rPr lang="en-US" dirty="0" err="1"/>
              <a:t>adaptee’s</a:t>
            </a:r>
            <a:r>
              <a:rPr lang="en-US" dirty="0"/>
              <a:t> </a:t>
            </a:r>
            <a:r>
              <a:rPr lang="en-US" dirty="0" err="1">
                <a:latin typeface="Consolas" panose="020B0609020204030204" pitchFamily="49" charset="0"/>
              </a:rPr>
              <a:t>makePayment</a:t>
            </a:r>
            <a:r>
              <a:rPr lang="en-US" dirty="0">
                <a:latin typeface="Consolas" panose="020B0609020204030204" pitchFamily="49" charset="0"/>
              </a:rPr>
              <a:t>()</a:t>
            </a:r>
            <a:r>
              <a:rPr lang="en-US" dirty="0"/>
              <a:t> method</a:t>
            </a:r>
          </a:p>
          <a:p>
            <a:r>
              <a:rPr lang="en-US" dirty="0"/>
              <a:t>Can use </a:t>
            </a:r>
            <a:r>
              <a:rPr lang="en-US" dirty="0" err="1">
                <a:latin typeface="Consolas" panose="020B0609020204030204" pitchFamily="49" charset="0"/>
              </a:rPr>
              <a:t>StripeAdapter</a:t>
            </a:r>
            <a:r>
              <a:rPr lang="en-US" dirty="0"/>
              <a:t> wherever </a:t>
            </a:r>
            <a:r>
              <a:rPr lang="en-US" dirty="0" err="1">
                <a:latin typeface="Consolas" panose="020B0609020204030204" pitchFamily="49" charset="0"/>
              </a:rPr>
              <a:t>PaymentProcessor</a:t>
            </a:r>
            <a:r>
              <a:rPr lang="en-US" dirty="0"/>
              <a:t> is used</a:t>
            </a:r>
          </a:p>
        </p:txBody>
      </p:sp>
      <p:sp>
        <p:nvSpPr>
          <p:cNvPr id="5" name="Content Placeholder 4">
            <a:extLst>
              <a:ext uri="{FF2B5EF4-FFF2-40B4-BE49-F238E27FC236}">
                <a16:creationId xmlns:a16="http://schemas.microsoft.com/office/drawing/2014/main" id="{4227A453-A6E0-B0E4-1122-D87B3A95C5E2}"/>
              </a:ext>
            </a:extLst>
          </p:cNvPr>
          <p:cNvSpPr>
            <a:spLocks noGrp="1"/>
          </p:cNvSpPr>
          <p:nvPr>
            <p:ph idx="1"/>
          </p:nvPr>
        </p:nvSpPr>
        <p:spPr/>
        <p:txBody>
          <a:bodyPr/>
          <a:lstStyle/>
          <a:p>
            <a:endParaRPr lang="en-US" dirty="0"/>
          </a:p>
        </p:txBody>
      </p:sp>
      <p:grpSp>
        <p:nvGrpSpPr>
          <p:cNvPr id="6" name="Group 5">
            <a:extLst>
              <a:ext uri="{FF2B5EF4-FFF2-40B4-BE49-F238E27FC236}">
                <a16:creationId xmlns:a16="http://schemas.microsoft.com/office/drawing/2014/main" id="{106921F1-38C3-D0D0-F331-D7169AEE1941}"/>
              </a:ext>
            </a:extLst>
          </p:cNvPr>
          <p:cNvGrpSpPr/>
          <p:nvPr/>
        </p:nvGrpSpPr>
        <p:grpSpPr>
          <a:xfrm>
            <a:off x="6858000" y="1348153"/>
            <a:ext cx="3962400" cy="3693240"/>
            <a:chOff x="6553200" y="1477107"/>
            <a:chExt cx="3962400" cy="3693240"/>
          </a:xfrm>
        </p:grpSpPr>
        <p:grpSp>
          <p:nvGrpSpPr>
            <p:cNvPr id="7" name="Group 6">
              <a:extLst>
                <a:ext uri="{FF2B5EF4-FFF2-40B4-BE49-F238E27FC236}">
                  <a16:creationId xmlns:a16="http://schemas.microsoft.com/office/drawing/2014/main" id="{5A3EA35A-0D8B-28B5-474E-464074D3322A}"/>
                </a:ext>
              </a:extLst>
            </p:cNvPr>
            <p:cNvGrpSpPr/>
            <p:nvPr/>
          </p:nvGrpSpPr>
          <p:grpSpPr>
            <a:xfrm>
              <a:off x="6553200" y="1477107"/>
              <a:ext cx="3962400" cy="3341077"/>
              <a:chOff x="6553200" y="1477107"/>
              <a:chExt cx="3962400" cy="3341077"/>
            </a:xfrm>
          </p:grpSpPr>
          <p:sp>
            <p:nvSpPr>
              <p:cNvPr id="10" name="Rectangle 9">
                <a:extLst>
                  <a:ext uri="{FF2B5EF4-FFF2-40B4-BE49-F238E27FC236}">
                    <a16:creationId xmlns:a16="http://schemas.microsoft.com/office/drawing/2014/main" id="{B2C3F44B-8D06-581E-D4F4-8C0184908A74}"/>
                  </a:ext>
                </a:extLst>
              </p:cNvPr>
              <p:cNvSpPr/>
              <p:nvPr/>
            </p:nvSpPr>
            <p:spPr>
              <a:xfrm>
                <a:off x="6553200" y="1477107"/>
                <a:ext cx="3962400" cy="334107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atin typeface="Consolas" panose="020B0609020204030204" pitchFamily="49" charset="0"/>
                  </a:rPr>
                  <a:t>hget</a:t>
                </a:r>
                <a:endParaRPr lang="en-US" dirty="0"/>
              </a:p>
            </p:txBody>
          </p:sp>
          <p:sp>
            <p:nvSpPr>
              <p:cNvPr id="11" name="Rectangle 10">
                <a:extLst>
                  <a:ext uri="{FF2B5EF4-FFF2-40B4-BE49-F238E27FC236}">
                    <a16:creationId xmlns:a16="http://schemas.microsoft.com/office/drawing/2014/main" id="{F45204E2-9645-66B3-0E6A-DC055C70A3AD}"/>
                  </a:ext>
                </a:extLst>
              </p:cNvPr>
              <p:cNvSpPr/>
              <p:nvPr/>
            </p:nvSpPr>
            <p:spPr>
              <a:xfrm>
                <a:off x="6925946" y="1651142"/>
                <a:ext cx="3216907" cy="523220"/>
              </a:xfrm>
              <a:prstGeom prst="rect">
                <a:avLst/>
              </a:prstGeom>
              <a:noFill/>
            </p:spPr>
            <p:txBody>
              <a:bodyPr wrap="none" lIns="91440" tIns="45720" rIns="91440" bIns="45720">
                <a:spAutoFit/>
              </a:bodyPr>
              <a:lstStyle/>
              <a:p>
                <a:pPr algn="ctr"/>
                <a:r>
                  <a:rPr lang="en-US" sz="2800" b="0" cap="none" spc="0" dirty="0" err="1">
                    <a:ln w="0"/>
                    <a:solidFill>
                      <a:schemeClr val="tx1"/>
                    </a:solidFill>
                    <a:effectLst>
                      <a:outerShdw blurRad="38100" dist="19050" dir="2700000" algn="tl" rotWithShape="0">
                        <a:schemeClr val="dk1">
                          <a:alpha val="40000"/>
                        </a:schemeClr>
                      </a:outerShdw>
                    </a:effectLst>
                  </a:rPr>
                  <a:t>StripeAdapter</a:t>
                </a:r>
                <a:r>
                  <a:rPr lang="en-US" sz="2800" b="0" cap="none" spc="0" dirty="0">
                    <a:ln w="0"/>
                    <a:solidFill>
                      <a:schemeClr val="tx1"/>
                    </a:solidFill>
                    <a:effectLst>
                      <a:outerShdw blurRad="38100" dist="19050" dir="2700000" algn="tl" rotWithShape="0">
                        <a:schemeClr val="dk1">
                          <a:alpha val="40000"/>
                        </a:schemeClr>
                      </a:outerShdw>
                    </a:effectLst>
                  </a:rPr>
                  <a:t> object</a:t>
                </a:r>
              </a:p>
            </p:txBody>
          </p:sp>
          <p:sp>
            <p:nvSpPr>
              <p:cNvPr id="12" name="Rectangle 11">
                <a:extLst>
                  <a:ext uri="{FF2B5EF4-FFF2-40B4-BE49-F238E27FC236}">
                    <a16:creationId xmlns:a16="http://schemas.microsoft.com/office/drawing/2014/main" id="{9E8ABD0D-8A72-1C88-D788-BFD753A0277D}"/>
                  </a:ext>
                </a:extLst>
              </p:cNvPr>
              <p:cNvSpPr/>
              <p:nvPr/>
            </p:nvSpPr>
            <p:spPr>
              <a:xfrm>
                <a:off x="7583507" y="4624754"/>
                <a:ext cx="457200" cy="19343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76A42570-7D8C-CAB1-DCA5-0F6876306A0C}"/>
                  </a:ext>
                </a:extLst>
              </p:cNvPr>
              <p:cNvSpPr txBox="1"/>
              <p:nvPr/>
            </p:nvSpPr>
            <p:spPr>
              <a:xfrm>
                <a:off x="8039312" y="4377758"/>
                <a:ext cx="705642" cy="369332"/>
              </a:xfrm>
              <a:prstGeom prst="rect">
                <a:avLst/>
              </a:prstGeom>
              <a:noFill/>
            </p:spPr>
            <p:txBody>
              <a:bodyPr wrap="none" rtlCol="0">
                <a:spAutoFit/>
              </a:bodyPr>
              <a:lstStyle/>
              <a:p>
                <a:r>
                  <a:rPr lang="en-US" dirty="0">
                    <a:latin typeface="Consolas" panose="020B0609020204030204" pitchFamily="49" charset="0"/>
                  </a:rPr>
                  <a:t>pay</a:t>
                </a:r>
                <a:r>
                  <a:rPr lang="en-US" dirty="0"/>
                  <a:t>()</a:t>
                </a:r>
              </a:p>
            </p:txBody>
          </p:sp>
          <p:cxnSp>
            <p:nvCxnSpPr>
              <p:cNvPr id="18" name="Straight Arrow Connector 17">
                <a:extLst>
                  <a:ext uri="{FF2B5EF4-FFF2-40B4-BE49-F238E27FC236}">
                    <a16:creationId xmlns:a16="http://schemas.microsoft.com/office/drawing/2014/main" id="{1DBCE28D-6242-2206-CF0A-3552063F83EE}"/>
                  </a:ext>
                </a:extLst>
              </p:cNvPr>
              <p:cNvCxnSpPr>
                <a:cxnSpLocks/>
                <a:stCxn id="12" idx="0"/>
              </p:cNvCxnSpPr>
              <p:nvPr/>
            </p:nvCxnSpPr>
            <p:spPr>
              <a:xfrm flipV="1">
                <a:off x="7812107" y="4031513"/>
                <a:ext cx="0" cy="593241"/>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grpSp>
        <p:cxnSp>
          <p:nvCxnSpPr>
            <p:cNvPr id="8" name="Straight Arrow Connector 7">
              <a:extLst>
                <a:ext uri="{FF2B5EF4-FFF2-40B4-BE49-F238E27FC236}">
                  <a16:creationId xmlns:a16="http://schemas.microsoft.com/office/drawing/2014/main" id="{98FC1ED1-6923-431E-2C29-C6BEA43AC2EF}"/>
                </a:ext>
              </a:extLst>
            </p:cNvPr>
            <p:cNvCxnSpPr/>
            <p:nvPr/>
          </p:nvCxnSpPr>
          <p:spPr>
            <a:xfrm flipH="1" flipV="1">
              <a:off x="7810712" y="4814091"/>
              <a:ext cx="1" cy="356256"/>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grpSp>
      <p:grpSp>
        <p:nvGrpSpPr>
          <p:cNvPr id="22" name="Group 21">
            <a:extLst>
              <a:ext uri="{FF2B5EF4-FFF2-40B4-BE49-F238E27FC236}">
                <a16:creationId xmlns:a16="http://schemas.microsoft.com/office/drawing/2014/main" id="{2E3CCAEF-F0E6-C3DD-4B9E-9A6656F07854}"/>
              </a:ext>
            </a:extLst>
          </p:cNvPr>
          <p:cNvGrpSpPr/>
          <p:nvPr/>
        </p:nvGrpSpPr>
        <p:grpSpPr>
          <a:xfrm>
            <a:off x="7211523" y="2286425"/>
            <a:ext cx="3182816" cy="1612102"/>
            <a:chOff x="7097010" y="2039815"/>
            <a:chExt cx="3182816" cy="1582615"/>
          </a:xfrm>
        </p:grpSpPr>
        <p:sp>
          <p:nvSpPr>
            <p:cNvPr id="23" name="Rectangle 22">
              <a:extLst>
                <a:ext uri="{FF2B5EF4-FFF2-40B4-BE49-F238E27FC236}">
                  <a16:creationId xmlns:a16="http://schemas.microsoft.com/office/drawing/2014/main" id="{E5C30FD2-8FDE-6462-E9F6-2A32DBC1F5D0}"/>
                </a:ext>
              </a:extLst>
            </p:cNvPr>
            <p:cNvSpPr/>
            <p:nvPr/>
          </p:nvSpPr>
          <p:spPr>
            <a:xfrm>
              <a:off x="7097010" y="2039815"/>
              <a:ext cx="3182816" cy="1582615"/>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2800" dirty="0" err="1">
                  <a:ln w="0"/>
                  <a:solidFill>
                    <a:schemeClr val="tx1"/>
                  </a:solidFill>
                  <a:effectLst>
                    <a:outerShdw blurRad="38100" dist="19050" dir="2700000" algn="tl" rotWithShape="0">
                      <a:schemeClr val="dk1">
                        <a:alpha val="40000"/>
                      </a:schemeClr>
                    </a:outerShdw>
                  </a:effectLst>
                </a:rPr>
                <a:t>StripeProcessor</a:t>
              </a:r>
              <a:r>
                <a:rPr lang="en-US" sz="2800" dirty="0">
                  <a:ln w="0"/>
                  <a:solidFill>
                    <a:schemeClr val="tx1"/>
                  </a:solidFill>
                  <a:effectLst>
                    <a:outerShdw blurRad="38100" dist="19050" dir="2700000" algn="tl" rotWithShape="0">
                      <a:schemeClr val="dk1">
                        <a:alpha val="40000"/>
                      </a:schemeClr>
                    </a:outerShdw>
                  </a:effectLst>
                </a:rPr>
                <a:t> object</a:t>
              </a:r>
              <a:endParaRPr lang="en-US" sz="2800" dirty="0"/>
            </a:p>
          </p:txBody>
        </p:sp>
        <p:sp>
          <p:nvSpPr>
            <p:cNvPr id="24" name="Rectangle 23">
              <a:extLst>
                <a:ext uri="{FF2B5EF4-FFF2-40B4-BE49-F238E27FC236}">
                  <a16:creationId xmlns:a16="http://schemas.microsoft.com/office/drawing/2014/main" id="{F8A07369-D0BF-95B1-CE2F-EFC5005664FA}"/>
                </a:ext>
              </a:extLst>
            </p:cNvPr>
            <p:cNvSpPr/>
            <p:nvPr/>
          </p:nvSpPr>
          <p:spPr>
            <a:xfrm>
              <a:off x="7772399" y="3420207"/>
              <a:ext cx="457200" cy="19343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DBCB8E49-B039-5F64-BEDD-7D9AF7F6516A}"/>
                </a:ext>
              </a:extLst>
            </p:cNvPr>
            <p:cNvSpPr txBox="1"/>
            <p:nvPr/>
          </p:nvSpPr>
          <p:spPr>
            <a:xfrm>
              <a:off x="7370229" y="3113462"/>
              <a:ext cx="1718740" cy="362577"/>
            </a:xfrm>
            <a:prstGeom prst="rect">
              <a:avLst/>
            </a:prstGeom>
            <a:noFill/>
          </p:spPr>
          <p:txBody>
            <a:bodyPr wrap="none" rtlCol="0">
              <a:spAutoFit/>
            </a:bodyPr>
            <a:lstStyle/>
            <a:p>
              <a:r>
                <a:rPr lang="en-US" dirty="0" err="1">
                  <a:latin typeface="Consolas" panose="020B0609020204030204" pitchFamily="49" charset="0"/>
                </a:rPr>
                <a:t>makePayment</a:t>
              </a:r>
              <a:r>
                <a:rPr lang="en-US" dirty="0"/>
                <a:t>()</a:t>
              </a:r>
            </a:p>
          </p:txBody>
        </p:sp>
      </p:grpSp>
    </p:spTree>
    <p:extLst>
      <p:ext uri="{BB962C8B-B14F-4D97-AF65-F5344CB8AC3E}">
        <p14:creationId xmlns:p14="http://schemas.microsoft.com/office/powerpoint/2010/main" val="309251722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FF66E66-1BC8-0503-10D6-90336E0E78B9}"/>
              </a:ext>
            </a:extLst>
          </p:cNvPr>
          <p:cNvSpPr>
            <a:spLocks noGrp="1"/>
          </p:cNvSpPr>
          <p:nvPr>
            <p:ph idx="1"/>
          </p:nvPr>
        </p:nvSpPr>
        <p:spPr/>
        <p:txBody>
          <a:bodyPr/>
          <a:lstStyle/>
          <a:p>
            <a:endParaRPr lang="en-US"/>
          </a:p>
        </p:txBody>
      </p:sp>
      <p:sp>
        <p:nvSpPr>
          <p:cNvPr id="3" name="Text Placeholder 2">
            <a:extLst>
              <a:ext uri="{FF2B5EF4-FFF2-40B4-BE49-F238E27FC236}">
                <a16:creationId xmlns:a16="http://schemas.microsoft.com/office/drawing/2014/main" id="{D412A576-3AAF-9D24-411D-143C85EBADB4}"/>
              </a:ext>
            </a:extLst>
          </p:cNvPr>
          <p:cNvSpPr>
            <a:spLocks noGrp="1"/>
          </p:cNvSpPr>
          <p:nvPr>
            <p:ph type="body" sz="quarter" idx="13"/>
          </p:nvPr>
        </p:nvSpPr>
        <p:spPr/>
        <p:txBody>
          <a:bodyPr/>
          <a:lstStyle/>
          <a:p>
            <a:r>
              <a:rPr lang="en-US" dirty="0"/>
              <a:t>Proxy design pattern</a:t>
            </a:r>
          </a:p>
        </p:txBody>
      </p:sp>
    </p:spTree>
    <p:extLst>
      <p:ext uri="{BB962C8B-B14F-4D97-AF65-F5344CB8AC3E}">
        <p14:creationId xmlns:p14="http://schemas.microsoft.com/office/powerpoint/2010/main" val="185154647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3AD9A-B3B5-C5A2-9D71-68B09DC040E3}"/>
            </a:ext>
          </a:extLst>
        </p:cNvPr>
        <p:cNvGrpSpPr/>
        <p:nvPr/>
      </p:nvGrpSpPr>
      <p:grpSpPr>
        <a:xfrm>
          <a:off x="0" y="0"/>
          <a:ext cx="0" cy="0"/>
          <a:chOff x="0" y="0"/>
          <a:chExt cx="0" cy="0"/>
        </a:xfrm>
      </p:grpSpPr>
      <p:sp>
        <p:nvSpPr>
          <p:cNvPr id="22" name="Content Placeholder 21">
            <a:extLst>
              <a:ext uri="{FF2B5EF4-FFF2-40B4-BE49-F238E27FC236}">
                <a16:creationId xmlns:a16="http://schemas.microsoft.com/office/drawing/2014/main" id="{9054C6EA-E296-729C-72E3-77C8736C9C0A}"/>
              </a:ext>
            </a:extLst>
          </p:cNvPr>
          <p:cNvSpPr>
            <a:spLocks noGrp="1"/>
          </p:cNvSpPr>
          <p:nvPr>
            <p:ph idx="1"/>
          </p:nvPr>
        </p:nvSpPr>
        <p:spPr/>
        <p:txBody>
          <a:bodyPr>
            <a:normAutofit/>
          </a:bodyPr>
          <a:lstStyle/>
          <a:p>
            <a:r>
              <a:rPr lang="en-US" dirty="0"/>
              <a:t>class Person {</a:t>
            </a:r>
          </a:p>
          <a:p>
            <a:r>
              <a:rPr lang="en-US" dirty="0"/>
              <a:t>	public String walk() { … }</a:t>
            </a:r>
          </a:p>
          <a:p>
            <a:r>
              <a:rPr lang="en-US" dirty="0"/>
              <a:t>	public void talk() { … }</a:t>
            </a:r>
          </a:p>
          <a:p>
            <a:r>
              <a:rPr lang="en-US" dirty="0"/>
              <a:t>}</a:t>
            </a:r>
          </a:p>
          <a:p>
            <a:endParaRPr lang="en-US" dirty="0"/>
          </a:p>
          <a:p>
            <a:r>
              <a:rPr lang="en-US" dirty="0"/>
              <a:t>public static void main() {</a:t>
            </a:r>
            <a:br>
              <a:rPr lang="en-US" dirty="0"/>
            </a:br>
            <a:r>
              <a:rPr lang="en-US" dirty="0"/>
              <a:t>	Person p = new Person();</a:t>
            </a:r>
            <a:br>
              <a:rPr lang="en-US" dirty="0"/>
            </a:br>
            <a:r>
              <a:rPr lang="en-US" dirty="0"/>
              <a:t>	animate (p);</a:t>
            </a:r>
            <a:br>
              <a:rPr lang="en-US" dirty="0"/>
            </a:br>
            <a:r>
              <a:rPr lang="en-US" dirty="0"/>
              <a:t>}</a:t>
            </a:r>
            <a:br>
              <a:rPr lang="en-US" dirty="0"/>
            </a:br>
            <a:br>
              <a:rPr lang="en-US" dirty="0"/>
            </a:br>
            <a:r>
              <a:rPr lang="en-US" dirty="0"/>
              <a:t>static void animate(Person p) {</a:t>
            </a:r>
            <a:br>
              <a:rPr lang="en-US" dirty="0"/>
            </a:br>
            <a:r>
              <a:rPr lang="en-US" dirty="0"/>
              <a:t>	</a:t>
            </a:r>
            <a:r>
              <a:rPr lang="en-US" dirty="0" err="1"/>
              <a:t>p.walk</a:t>
            </a:r>
            <a:r>
              <a:rPr lang="en-US" dirty="0"/>
              <a:t>(); </a:t>
            </a:r>
            <a:r>
              <a:rPr lang="en-US" dirty="0" err="1"/>
              <a:t>p.talk</a:t>
            </a:r>
            <a:r>
              <a:rPr lang="en-US" dirty="0"/>
              <a:t>();</a:t>
            </a:r>
          </a:p>
          <a:p>
            <a:r>
              <a:rPr lang="en-US" dirty="0"/>
              <a:t>}</a:t>
            </a:r>
          </a:p>
        </p:txBody>
      </p:sp>
      <p:sp>
        <p:nvSpPr>
          <p:cNvPr id="4" name="Title 3">
            <a:extLst>
              <a:ext uri="{FF2B5EF4-FFF2-40B4-BE49-F238E27FC236}">
                <a16:creationId xmlns:a16="http://schemas.microsoft.com/office/drawing/2014/main" id="{ACCB40B5-994C-B86E-3592-173C9D43E2DC}"/>
              </a:ext>
            </a:extLst>
          </p:cNvPr>
          <p:cNvSpPr>
            <a:spLocks noGrp="1"/>
          </p:cNvSpPr>
          <p:nvPr>
            <p:ph type="title"/>
          </p:nvPr>
        </p:nvSpPr>
        <p:spPr/>
        <p:txBody>
          <a:bodyPr/>
          <a:lstStyle/>
          <a:p>
            <a:r>
              <a:rPr lang="en-US" dirty="0"/>
              <a:t>Use case: add logging functionality</a:t>
            </a:r>
          </a:p>
        </p:txBody>
      </p:sp>
      <p:sp>
        <p:nvSpPr>
          <p:cNvPr id="5" name="Content Placeholder 4">
            <a:extLst>
              <a:ext uri="{FF2B5EF4-FFF2-40B4-BE49-F238E27FC236}">
                <a16:creationId xmlns:a16="http://schemas.microsoft.com/office/drawing/2014/main" id="{AD935315-F70E-6208-8C54-7DD65DFBD913}"/>
              </a:ext>
            </a:extLst>
          </p:cNvPr>
          <p:cNvSpPr>
            <a:spLocks noGrp="1"/>
          </p:cNvSpPr>
          <p:nvPr>
            <p:ph idx="13"/>
          </p:nvPr>
        </p:nvSpPr>
        <p:spPr/>
        <p:txBody>
          <a:bodyPr/>
          <a:lstStyle/>
          <a:p>
            <a:r>
              <a:rPr lang="en-US" dirty="0"/>
              <a:t>Goal: invoke </a:t>
            </a:r>
            <a:r>
              <a:rPr lang="en-US" dirty="0">
                <a:latin typeface="Consolas" panose="020B0609020204030204" pitchFamily="49" charset="0"/>
                <a:cs typeface="Consolas" panose="020B0609020204030204" pitchFamily="49" charset="0"/>
              </a:rPr>
              <a:t>log() </a:t>
            </a:r>
            <a:r>
              <a:rPr lang="en-US" dirty="0"/>
              <a:t>method before every method invocation on a Person object, without changing other method signatures</a:t>
            </a:r>
          </a:p>
        </p:txBody>
      </p:sp>
    </p:spTree>
    <p:extLst>
      <p:ext uri="{BB962C8B-B14F-4D97-AF65-F5344CB8AC3E}">
        <p14:creationId xmlns:p14="http://schemas.microsoft.com/office/powerpoint/2010/main" val="64376001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B9894B-6CD8-54C0-8116-71ED14CF3438}"/>
            </a:ext>
          </a:extLst>
        </p:cNvPr>
        <p:cNvGrpSpPr/>
        <p:nvPr/>
      </p:nvGrpSpPr>
      <p:grpSpPr>
        <a:xfrm>
          <a:off x="0" y="0"/>
          <a:ext cx="0" cy="0"/>
          <a:chOff x="0" y="0"/>
          <a:chExt cx="0" cy="0"/>
        </a:xfrm>
      </p:grpSpPr>
      <p:sp>
        <p:nvSpPr>
          <p:cNvPr id="22" name="Content Placeholder 21">
            <a:extLst>
              <a:ext uri="{FF2B5EF4-FFF2-40B4-BE49-F238E27FC236}">
                <a16:creationId xmlns:a16="http://schemas.microsoft.com/office/drawing/2014/main" id="{BF286134-CE66-5EA7-8C12-52C6F97E145D}"/>
              </a:ext>
            </a:extLst>
          </p:cNvPr>
          <p:cNvSpPr>
            <a:spLocks noGrp="1"/>
          </p:cNvSpPr>
          <p:nvPr>
            <p:ph idx="1"/>
          </p:nvPr>
        </p:nvSpPr>
        <p:spPr/>
        <p:txBody>
          <a:bodyPr>
            <a:normAutofit/>
          </a:bodyPr>
          <a:lstStyle/>
          <a:p>
            <a:r>
              <a:rPr lang="en-US" dirty="0"/>
              <a:t>class Person {</a:t>
            </a:r>
          </a:p>
          <a:p>
            <a:r>
              <a:rPr lang="en-US" dirty="0"/>
              <a:t>	public String walk() { </a:t>
            </a:r>
            <a:r>
              <a:rPr lang="en-US" dirty="0">
                <a:solidFill>
                  <a:schemeClr val="accent6">
                    <a:lumMod val="75000"/>
                  </a:schemeClr>
                </a:solidFill>
              </a:rPr>
              <a:t>log(); </a:t>
            </a:r>
            <a:r>
              <a:rPr lang="en-US" dirty="0"/>
              <a:t>// … }</a:t>
            </a:r>
          </a:p>
          <a:p>
            <a:r>
              <a:rPr lang="en-US" dirty="0"/>
              <a:t>	public void talk() { </a:t>
            </a:r>
            <a:r>
              <a:rPr lang="en-US" dirty="0">
                <a:solidFill>
                  <a:schemeClr val="accent6">
                    <a:lumMod val="75000"/>
                  </a:schemeClr>
                </a:solidFill>
              </a:rPr>
              <a:t>log(); </a:t>
            </a:r>
            <a:r>
              <a:rPr lang="en-US" dirty="0"/>
              <a:t>// … }</a:t>
            </a:r>
          </a:p>
          <a:p>
            <a:r>
              <a:rPr lang="en-US" dirty="0"/>
              <a:t>}</a:t>
            </a:r>
          </a:p>
          <a:p>
            <a:endParaRPr lang="en-US" dirty="0"/>
          </a:p>
          <a:p>
            <a:r>
              <a:rPr lang="en-US" dirty="0"/>
              <a:t>public static void main() {</a:t>
            </a:r>
            <a:br>
              <a:rPr lang="en-US" dirty="0"/>
            </a:br>
            <a:r>
              <a:rPr lang="en-US" dirty="0"/>
              <a:t>	Person p = new Person();</a:t>
            </a:r>
            <a:br>
              <a:rPr lang="en-US" dirty="0"/>
            </a:br>
            <a:r>
              <a:rPr lang="en-US" dirty="0"/>
              <a:t>	animate (p);</a:t>
            </a:r>
            <a:br>
              <a:rPr lang="en-US" dirty="0"/>
            </a:br>
            <a:r>
              <a:rPr lang="en-US" dirty="0"/>
              <a:t>}</a:t>
            </a:r>
            <a:br>
              <a:rPr lang="en-US" dirty="0"/>
            </a:br>
            <a:br>
              <a:rPr lang="en-US" dirty="0"/>
            </a:br>
            <a:r>
              <a:rPr lang="en-US" dirty="0"/>
              <a:t>static void animate(Person p) {</a:t>
            </a:r>
            <a:br>
              <a:rPr lang="en-US" dirty="0"/>
            </a:br>
            <a:r>
              <a:rPr lang="en-US" dirty="0"/>
              <a:t>	</a:t>
            </a:r>
            <a:r>
              <a:rPr lang="en-US" dirty="0" err="1"/>
              <a:t>p.walk</a:t>
            </a:r>
            <a:r>
              <a:rPr lang="en-US" dirty="0"/>
              <a:t>(); </a:t>
            </a:r>
            <a:r>
              <a:rPr lang="en-US" dirty="0" err="1"/>
              <a:t>p.talk</a:t>
            </a:r>
            <a:r>
              <a:rPr lang="en-US" dirty="0"/>
              <a:t>();</a:t>
            </a:r>
          </a:p>
          <a:p>
            <a:r>
              <a:rPr lang="en-US" dirty="0"/>
              <a:t>}</a:t>
            </a:r>
          </a:p>
        </p:txBody>
      </p:sp>
      <p:sp>
        <p:nvSpPr>
          <p:cNvPr id="4" name="Title 3">
            <a:extLst>
              <a:ext uri="{FF2B5EF4-FFF2-40B4-BE49-F238E27FC236}">
                <a16:creationId xmlns:a16="http://schemas.microsoft.com/office/drawing/2014/main" id="{FF1E5367-847F-98E8-061C-D1021C68CD06}"/>
              </a:ext>
            </a:extLst>
          </p:cNvPr>
          <p:cNvSpPr>
            <a:spLocks noGrp="1"/>
          </p:cNvSpPr>
          <p:nvPr>
            <p:ph type="title"/>
          </p:nvPr>
        </p:nvSpPr>
        <p:spPr/>
        <p:txBody>
          <a:bodyPr/>
          <a:lstStyle/>
          <a:p>
            <a:r>
              <a:rPr lang="en-US" dirty="0"/>
              <a:t>Use case: add logging functionality</a:t>
            </a:r>
          </a:p>
        </p:txBody>
      </p:sp>
      <p:sp>
        <p:nvSpPr>
          <p:cNvPr id="5" name="Content Placeholder 4">
            <a:extLst>
              <a:ext uri="{FF2B5EF4-FFF2-40B4-BE49-F238E27FC236}">
                <a16:creationId xmlns:a16="http://schemas.microsoft.com/office/drawing/2014/main" id="{4D2B01C7-3F7E-DF8A-30B1-109585BCA0E4}"/>
              </a:ext>
            </a:extLst>
          </p:cNvPr>
          <p:cNvSpPr>
            <a:spLocks noGrp="1"/>
          </p:cNvSpPr>
          <p:nvPr>
            <p:ph idx="13"/>
          </p:nvPr>
        </p:nvSpPr>
        <p:spPr/>
        <p:txBody>
          <a:bodyPr>
            <a:normAutofit/>
          </a:bodyPr>
          <a:lstStyle/>
          <a:p>
            <a:r>
              <a:rPr lang="en-US" dirty="0"/>
              <a:t>Goal: invoke </a:t>
            </a:r>
            <a:r>
              <a:rPr lang="en-US" dirty="0">
                <a:latin typeface="Consolas" panose="020B0609020204030204" pitchFamily="49" charset="0"/>
                <a:cs typeface="Consolas" panose="020B0609020204030204" pitchFamily="49" charset="0"/>
              </a:rPr>
              <a:t>log() </a:t>
            </a:r>
            <a:r>
              <a:rPr lang="en-US" dirty="0"/>
              <a:t>method before every method invocation on a Person object , without changing other method signatures</a:t>
            </a:r>
          </a:p>
          <a:p>
            <a:r>
              <a:rPr lang="en-US" dirty="0"/>
              <a:t>But can’t modify the Person class</a:t>
            </a:r>
          </a:p>
          <a:p>
            <a:pPr lvl="1"/>
            <a:r>
              <a:rPr lang="en-US" dirty="0"/>
              <a:t>A third-party library provided the class</a:t>
            </a:r>
          </a:p>
          <a:p>
            <a:pPr lvl="1"/>
            <a:r>
              <a:rPr lang="en-US" dirty="0"/>
              <a:t>All person objects are not </a:t>
            </a:r>
            <a:r>
              <a:rPr lang="en-US" dirty="0" err="1"/>
              <a:t>loggable</a:t>
            </a:r>
            <a:endParaRPr lang="en-US" dirty="0"/>
          </a:p>
        </p:txBody>
      </p:sp>
    </p:spTree>
    <p:extLst>
      <p:ext uri="{BB962C8B-B14F-4D97-AF65-F5344CB8AC3E}">
        <p14:creationId xmlns:p14="http://schemas.microsoft.com/office/powerpoint/2010/main" val="11427205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Group 21">
            <a:extLst>
              <a:ext uri="{FF2B5EF4-FFF2-40B4-BE49-F238E27FC236}">
                <a16:creationId xmlns:a16="http://schemas.microsoft.com/office/drawing/2014/main" id="{11C80823-DB83-436D-56B9-2935A03C68F4}"/>
              </a:ext>
            </a:extLst>
          </p:cNvPr>
          <p:cNvGrpSpPr/>
          <p:nvPr/>
        </p:nvGrpSpPr>
        <p:grpSpPr>
          <a:xfrm>
            <a:off x="7080738" y="1430215"/>
            <a:ext cx="3414514" cy="2923828"/>
            <a:chOff x="7080738" y="1430215"/>
            <a:chExt cx="3414514" cy="2923828"/>
          </a:xfrm>
        </p:grpSpPr>
        <p:sp>
          <p:nvSpPr>
            <p:cNvPr id="7" name="Rectangle 6">
              <a:extLst>
                <a:ext uri="{FF2B5EF4-FFF2-40B4-BE49-F238E27FC236}">
                  <a16:creationId xmlns:a16="http://schemas.microsoft.com/office/drawing/2014/main" id="{11F9C68E-BE0A-F52F-EE1C-1E5830AA6920}"/>
                </a:ext>
              </a:extLst>
            </p:cNvPr>
            <p:cNvSpPr/>
            <p:nvPr/>
          </p:nvSpPr>
          <p:spPr>
            <a:xfrm>
              <a:off x="7080738" y="1430215"/>
              <a:ext cx="3414514" cy="28889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0D89C322-6524-B9E2-640F-B254951B10A1}"/>
                </a:ext>
              </a:extLst>
            </p:cNvPr>
            <p:cNvSpPr txBox="1"/>
            <p:nvPr/>
          </p:nvSpPr>
          <p:spPr>
            <a:xfrm>
              <a:off x="7852913" y="1430215"/>
              <a:ext cx="2334441" cy="523220"/>
            </a:xfrm>
            <a:prstGeom prst="rect">
              <a:avLst/>
            </a:prstGeom>
            <a:noFill/>
          </p:spPr>
          <p:txBody>
            <a:bodyPr wrap="square" rtlCol="0">
              <a:spAutoFit/>
            </a:bodyPr>
            <a:lstStyle/>
            <a:p>
              <a:r>
                <a:rPr lang="en-US" sz="2800" dirty="0" err="1"/>
                <a:t>ProxyObject</a:t>
              </a:r>
              <a:endParaRPr lang="en-US" sz="2800" dirty="0"/>
            </a:p>
          </p:txBody>
        </p:sp>
        <p:sp>
          <p:nvSpPr>
            <p:cNvPr id="14" name="Rectangle 13">
              <a:extLst>
                <a:ext uri="{FF2B5EF4-FFF2-40B4-BE49-F238E27FC236}">
                  <a16:creationId xmlns:a16="http://schemas.microsoft.com/office/drawing/2014/main" id="{BB210AC7-1672-B796-A1F0-106B26ED9D75}"/>
                </a:ext>
              </a:extLst>
            </p:cNvPr>
            <p:cNvSpPr/>
            <p:nvPr/>
          </p:nvSpPr>
          <p:spPr>
            <a:xfrm>
              <a:off x="8637591" y="4104540"/>
              <a:ext cx="586154" cy="211016"/>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F5B4DA07-1269-548B-900C-5DFADBB679C8}"/>
                </a:ext>
              </a:extLst>
            </p:cNvPr>
            <p:cNvSpPr txBox="1"/>
            <p:nvPr/>
          </p:nvSpPr>
          <p:spPr>
            <a:xfrm>
              <a:off x="9260072" y="3984711"/>
              <a:ext cx="1184031" cy="369332"/>
            </a:xfrm>
            <a:prstGeom prst="rect">
              <a:avLst/>
            </a:prstGeom>
            <a:noFill/>
          </p:spPr>
          <p:txBody>
            <a:bodyPr wrap="square" rtlCol="0">
              <a:spAutoFit/>
            </a:bodyPr>
            <a:lstStyle/>
            <a:p>
              <a:r>
                <a:rPr lang="en-US" dirty="0" err="1">
                  <a:latin typeface="Consolas" panose="020B0609020204030204" pitchFamily="49" charset="0"/>
                </a:rPr>
                <a:t>func</a:t>
              </a:r>
              <a:r>
                <a:rPr lang="en-US" dirty="0">
                  <a:latin typeface="Consolas" panose="020B0609020204030204" pitchFamily="49" charset="0"/>
                </a:rPr>
                <a:t>()</a:t>
              </a:r>
            </a:p>
          </p:txBody>
        </p:sp>
        <p:cxnSp>
          <p:nvCxnSpPr>
            <p:cNvPr id="17" name="Straight Arrow Connector 16">
              <a:extLst>
                <a:ext uri="{FF2B5EF4-FFF2-40B4-BE49-F238E27FC236}">
                  <a16:creationId xmlns:a16="http://schemas.microsoft.com/office/drawing/2014/main" id="{5C84AFA9-3D5A-22DB-472E-A21AB0B3951D}"/>
                </a:ext>
              </a:extLst>
            </p:cNvPr>
            <p:cNvCxnSpPr>
              <a:cxnSpLocks/>
              <a:stCxn id="14" idx="0"/>
              <a:endCxn id="9" idx="2"/>
            </p:cNvCxnSpPr>
            <p:nvPr/>
          </p:nvCxnSpPr>
          <p:spPr>
            <a:xfrm flipH="1" flipV="1">
              <a:off x="8924967" y="3308230"/>
              <a:ext cx="5701" cy="796310"/>
            </a:xfrm>
            <a:prstGeom prst="straightConnector1">
              <a:avLst/>
            </a:prstGeom>
            <a:ln w="25400">
              <a:tailEnd type="triangle"/>
            </a:ln>
          </p:spPr>
          <p:style>
            <a:lnRef idx="1">
              <a:schemeClr val="dk1"/>
            </a:lnRef>
            <a:fillRef idx="0">
              <a:schemeClr val="dk1"/>
            </a:fillRef>
            <a:effectRef idx="0">
              <a:schemeClr val="dk1"/>
            </a:effectRef>
            <a:fontRef idx="minor">
              <a:schemeClr val="tx1"/>
            </a:fontRef>
          </p:style>
        </p:cxnSp>
      </p:grpSp>
      <p:sp>
        <p:nvSpPr>
          <p:cNvPr id="4" name="Title 3">
            <a:extLst>
              <a:ext uri="{FF2B5EF4-FFF2-40B4-BE49-F238E27FC236}">
                <a16:creationId xmlns:a16="http://schemas.microsoft.com/office/drawing/2014/main" id="{3C35C940-4D55-AFA0-199A-37EDB61F8181}"/>
              </a:ext>
            </a:extLst>
          </p:cNvPr>
          <p:cNvSpPr>
            <a:spLocks noGrp="1"/>
          </p:cNvSpPr>
          <p:nvPr>
            <p:ph type="title"/>
          </p:nvPr>
        </p:nvSpPr>
        <p:spPr/>
        <p:txBody>
          <a:bodyPr/>
          <a:lstStyle/>
          <a:p>
            <a:r>
              <a:rPr lang="en-US" dirty="0"/>
              <a:t>Proxy design pattern - what is a proxy object?</a:t>
            </a:r>
          </a:p>
        </p:txBody>
      </p:sp>
      <p:sp>
        <p:nvSpPr>
          <p:cNvPr id="6" name="Content Placeholder 5">
            <a:extLst>
              <a:ext uri="{FF2B5EF4-FFF2-40B4-BE49-F238E27FC236}">
                <a16:creationId xmlns:a16="http://schemas.microsoft.com/office/drawing/2014/main" id="{AB51EF6E-E886-747C-EDF5-2A77500EBB73}"/>
              </a:ext>
            </a:extLst>
          </p:cNvPr>
          <p:cNvSpPr>
            <a:spLocks noGrp="1"/>
          </p:cNvSpPr>
          <p:nvPr>
            <p:ph idx="13"/>
          </p:nvPr>
        </p:nvSpPr>
        <p:spPr/>
        <p:txBody>
          <a:bodyPr>
            <a:normAutofit fontScale="92500" lnSpcReduction="10000"/>
          </a:bodyPr>
          <a:lstStyle/>
          <a:p>
            <a:r>
              <a:rPr lang="en-US" dirty="0"/>
              <a:t>A proxy is </a:t>
            </a:r>
            <a:r>
              <a:rPr lang="en-US" i="1" dirty="0"/>
              <a:t>also</a:t>
            </a:r>
            <a:r>
              <a:rPr lang="en-US" dirty="0"/>
              <a:t> wrapper around the original/target object</a:t>
            </a:r>
          </a:p>
          <a:p>
            <a:r>
              <a:rPr lang="en-US" b="1" i="1" dirty="0"/>
              <a:t>Mediates access </a:t>
            </a:r>
            <a:r>
              <a:rPr lang="en-US" dirty="0"/>
              <a:t>to the inner object and is used </a:t>
            </a:r>
            <a:r>
              <a:rPr lang="en-US" b="1" i="1" dirty="0"/>
              <a:t>in place of </a:t>
            </a:r>
            <a:r>
              <a:rPr lang="en-US" dirty="0"/>
              <a:t>inner object</a:t>
            </a:r>
          </a:p>
          <a:p>
            <a:r>
              <a:rPr lang="en-US" dirty="0"/>
              <a:t>The user accesses the proxy object instead of the original target object</a:t>
            </a:r>
          </a:p>
          <a:p>
            <a:r>
              <a:rPr lang="en-US" dirty="0"/>
              <a:t>Proxy performs some additional logic, then forwards the request to the target object</a:t>
            </a:r>
          </a:p>
        </p:txBody>
      </p:sp>
      <p:grpSp>
        <p:nvGrpSpPr>
          <p:cNvPr id="21" name="Group 20">
            <a:extLst>
              <a:ext uri="{FF2B5EF4-FFF2-40B4-BE49-F238E27FC236}">
                <a16:creationId xmlns:a16="http://schemas.microsoft.com/office/drawing/2014/main" id="{57793D35-7917-C0EF-5D8B-C2300F29C995}"/>
              </a:ext>
            </a:extLst>
          </p:cNvPr>
          <p:cNvGrpSpPr/>
          <p:nvPr/>
        </p:nvGrpSpPr>
        <p:grpSpPr>
          <a:xfrm>
            <a:off x="7583282" y="1931572"/>
            <a:ext cx="2804610" cy="1376658"/>
            <a:chOff x="7583282" y="1931572"/>
            <a:chExt cx="2804610" cy="1376658"/>
          </a:xfrm>
        </p:grpSpPr>
        <p:sp>
          <p:nvSpPr>
            <p:cNvPr id="8" name="Rectangle 7">
              <a:extLst>
                <a:ext uri="{FF2B5EF4-FFF2-40B4-BE49-F238E27FC236}">
                  <a16:creationId xmlns:a16="http://schemas.microsoft.com/office/drawing/2014/main" id="{5BFD5DD6-4C0F-FC8C-4FF7-BCB43B7D5C54}"/>
                </a:ext>
              </a:extLst>
            </p:cNvPr>
            <p:cNvSpPr/>
            <p:nvPr/>
          </p:nvSpPr>
          <p:spPr>
            <a:xfrm>
              <a:off x="7583282" y="1931572"/>
              <a:ext cx="2604072" cy="1376658"/>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3600" dirty="0">
                  <a:ln w="0"/>
                  <a:solidFill>
                    <a:schemeClr val="bg1"/>
                  </a:solidFill>
                  <a:effectLst>
                    <a:outerShdw blurRad="38100" dist="19050" dir="2700000" algn="tl" rotWithShape="0">
                      <a:schemeClr val="dk1">
                        <a:alpha val="40000"/>
                      </a:schemeClr>
                    </a:outerShdw>
                  </a:effectLst>
                </a:rPr>
                <a:t>Object</a:t>
              </a:r>
              <a:endParaRPr lang="en-US" dirty="0">
                <a:solidFill>
                  <a:schemeClr val="bg1"/>
                </a:solidFill>
              </a:endParaRPr>
            </a:p>
          </p:txBody>
        </p:sp>
        <p:sp>
          <p:nvSpPr>
            <p:cNvPr id="9" name="Rectangle 8">
              <a:extLst>
                <a:ext uri="{FF2B5EF4-FFF2-40B4-BE49-F238E27FC236}">
                  <a16:creationId xmlns:a16="http://schemas.microsoft.com/office/drawing/2014/main" id="{332B6133-124B-EC62-835B-17D30D4B3D96}"/>
                </a:ext>
              </a:extLst>
            </p:cNvPr>
            <p:cNvSpPr/>
            <p:nvPr/>
          </p:nvSpPr>
          <p:spPr>
            <a:xfrm>
              <a:off x="8631890" y="3097214"/>
              <a:ext cx="586154" cy="211016"/>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AACB3755-01BD-59F3-9BA0-14E8632DF030}"/>
                </a:ext>
              </a:extLst>
            </p:cNvPr>
            <p:cNvSpPr txBox="1"/>
            <p:nvPr/>
          </p:nvSpPr>
          <p:spPr>
            <a:xfrm>
              <a:off x="9203861" y="2833390"/>
              <a:ext cx="1184031" cy="369332"/>
            </a:xfrm>
            <a:prstGeom prst="rect">
              <a:avLst/>
            </a:prstGeom>
            <a:noFill/>
          </p:spPr>
          <p:txBody>
            <a:bodyPr wrap="square" rtlCol="0">
              <a:spAutoFit/>
            </a:bodyPr>
            <a:lstStyle/>
            <a:p>
              <a:r>
                <a:rPr lang="en-US" dirty="0" err="1">
                  <a:solidFill>
                    <a:schemeClr val="bg1"/>
                  </a:solidFill>
                  <a:latin typeface="Consolas" panose="020B0609020204030204" pitchFamily="49" charset="0"/>
                </a:rPr>
                <a:t>func</a:t>
              </a:r>
              <a:r>
                <a:rPr lang="en-US" dirty="0">
                  <a:solidFill>
                    <a:schemeClr val="bg1"/>
                  </a:solidFill>
                  <a:latin typeface="Consolas" panose="020B0609020204030204" pitchFamily="49" charset="0"/>
                </a:rPr>
                <a:t>()</a:t>
              </a:r>
            </a:p>
          </p:txBody>
        </p:sp>
      </p:grpSp>
      <p:cxnSp>
        <p:nvCxnSpPr>
          <p:cNvPr id="23" name="Straight Arrow Connector 22">
            <a:extLst>
              <a:ext uri="{FF2B5EF4-FFF2-40B4-BE49-F238E27FC236}">
                <a16:creationId xmlns:a16="http://schemas.microsoft.com/office/drawing/2014/main" id="{19A2885C-CAD9-9A1E-FFFE-0DF525A67926}"/>
              </a:ext>
            </a:extLst>
          </p:cNvPr>
          <p:cNvCxnSpPr>
            <a:cxnSpLocks/>
            <a:endCxn id="14" idx="2"/>
          </p:cNvCxnSpPr>
          <p:nvPr/>
        </p:nvCxnSpPr>
        <p:spPr>
          <a:xfrm flipV="1">
            <a:off x="8924967" y="4315556"/>
            <a:ext cx="5701" cy="827944"/>
          </a:xfrm>
          <a:prstGeom prst="straightConnector1">
            <a:avLst/>
          </a:prstGeom>
          <a:ln w="25400">
            <a:tailEnd type="triangle"/>
          </a:ln>
        </p:spPr>
        <p:style>
          <a:lnRef idx="1">
            <a:schemeClr val="dk1"/>
          </a:lnRef>
          <a:fillRef idx="0">
            <a:schemeClr val="dk1"/>
          </a:fillRef>
          <a:effectRef idx="0">
            <a:schemeClr val="dk1"/>
          </a:effectRef>
          <a:fontRef idx="minor">
            <a:schemeClr val="tx1"/>
          </a:fontRef>
        </p:style>
      </p:cxnSp>
      <p:sp>
        <p:nvSpPr>
          <p:cNvPr id="26" name="Rectangle 25">
            <a:extLst>
              <a:ext uri="{FF2B5EF4-FFF2-40B4-BE49-F238E27FC236}">
                <a16:creationId xmlns:a16="http://schemas.microsoft.com/office/drawing/2014/main" id="{ED89E94F-E2FF-C34E-9E88-59E5744EB48F}"/>
              </a:ext>
            </a:extLst>
          </p:cNvPr>
          <p:cNvSpPr/>
          <p:nvPr/>
        </p:nvSpPr>
        <p:spPr>
          <a:xfrm>
            <a:off x="7583283" y="3515661"/>
            <a:ext cx="2604071" cy="501277"/>
          </a:xfrm>
          <a:prstGeom prst="rect">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rPr>
              <a:t>additional_functionality</a:t>
            </a:r>
            <a:r>
              <a:rPr lang="en-US" dirty="0">
                <a:solidFill>
                  <a:schemeClr val="tx1"/>
                </a:solidFill>
              </a:rPr>
              <a:t>()</a:t>
            </a:r>
          </a:p>
        </p:txBody>
      </p:sp>
    </p:spTree>
    <p:extLst>
      <p:ext uri="{BB962C8B-B14F-4D97-AF65-F5344CB8AC3E}">
        <p14:creationId xmlns:p14="http://schemas.microsoft.com/office/powerpoint/2010/main" val="31189031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DFCC80-DCA4-A2F3-68CB-B34A12AA3FA1}"/>
            </a:ext>
          </a:extLst>
        </p:cNvPr>
        <p:cNvGrpSpPr/>
        <p:nvPr/>
      </p:nvGrpSpPr>
      <p:grpSpPr>
        <a:xfrm>
          <a:off x="0" y="0"/>
          <a:ext cx="0" cy="0"/>
          <a:chOff x="0" y="0"/>
          <a:chExt cx="0" cy="0"/>
        </a:xfrm>
      </p:grpSpPr>
      <p:grpSp>
        <p:nvGrpSpPr>
          <p:cNvPr id="37" name="Group 36">
            <a:extLst>
              <a:ext uri="{FF2B5EF4-FFF2-40B4-BE49-F238E27FC236}">
                <a16:creationId xmlns:a16="http://schemas.microsoft.com/office/drawing/2014/main" id="{06B47569-8DB3-FC60-EAEF-9C27B888621E}"/>
              </a:ext>
            </a:extLst>
          </p:cNvPr>
          <p:cNvGrpSpPr/>
          <p:nvPr/>
        </p:nvGrpSpPr>
        <p:grpSpPr>
          <a:xfrm>
            <a:off x="1055077" y="1406768"/>
            <a:ext cx="3962400" cy="3697333"/>
            <a:chOff x="6553200" y="1477107"/>
            <a:chExt cx="3962400" cy="3697333"/>
          </a:xfrm>
        </p:grpSpPr>
        <p:grpSp>
          <p:nvGrpSpPr>
            <p:cNvPr id="36" name="Group 35">
              <a:extLst>
                <a:ext uri="{FF2B5EF4-FFF2-40B4-BE49-F238E27FC236}">
                  <a16:creationId xmlns:a16="http://schemas.microsoft.com/office/drawing/2014/main" id="{D644DAFC-8440-8D74-5434-7B150617869E}"/>
                </a:ext>
              </a:extLst>
            </p:cNvPr>
            <p:cNvGrpSpPr/>
            <p:nvPr/>
          </p:nvGrpSpPr>
          <p:grpSpPr>
            <a:xfrm>
              <a:off x="6553200" y="1477107"/>
              <a:ext cx="3962400" cy="3371772"/>
              <a:chOff x="6553200" y="1477107"/>
              <a:chExt cx="3962400" cy="3371772"/>
            </a:xfrm>
          </p:grpSpPr>
          <p:sp>
            <p:nvSpPr>
              <p:cNvPr id="3" name="Rectangle 2">
                <a:extLst>
                  <a:ext uri="{FF2B5EF4-FFF2-40B4-BE49-F238E27FC236}">
                    <a16:creationId xmlns:a16="http://schemas.microsoft.com/office/drawing/2014/main" id="{9F07D3C6-F0B8-5E53-1C94-B84402F39034}"/>
                  </a:ext>
                </a:extLst>
              </p:cNvPr>
              <p:cNvSpPr/>
              <p:nvPr/>
            </p:nvSpPr>
            <p:spPr>
              <a:xfrm>
                <a:off x="6553200" y="1477107"/>
                <a:ext cx="3962400" cy="334107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atin typeface="Consolas" panose="020B0609020204030204" pitchFamily="49" charset="0"/>
                  </a:rPr>
                  <a:t>hget</a:t>
                </a:r>
                <a:endParaRPr lang="en-US" dirty="0"/>
              </a:p>
            </p:txBody>
          </p:sp>
          <p:sp>
            <p:nvSpPr>
              <p:cNvPr id="11" name="Rectangle 10">
                <a:extLst>
                  <a:ext uri="{FF2B5EF4-FFF2-40B4-BE49-F238E27FC236}">
                    <a16:creationId xmlns:a16="http://schemas.microsoft.com/office/drawing/2014/main" id="{F6476910-F87F-D22C-E793-C00A67F72758}"/>
                  </a:ext>
                </a:extLst>
              </p:cNvPr>
              <p:cNvSpPr/>
              <p:nvPr/>
            </p:nvSpPr>
            <p:spPr>
              <a:xfrm>
                <a:off x="7043672" y="1507802"/>
                <a:ext cx="2981458" cy="523220"/>
              </a:xfrm>
              <a:prstGeom prst="rect">
                <a:avLst/>
              </a:prstGeom>
              <a:noFill/>
            </p:spPr>
            <p:txBody>
              <a:bodyPr wrap="none" lIns="91440" tIns="45720" rIns="91440" bIns="45720">
                <a:spAutoFit/>
              </a:bodyPr>
              <a:lstStyle/>
              <a:p>
                <a:pPr algn="ctr"/>
                <a:r>
                  <a:rPr lang="en-US" sz="2800" dirty="0" err="1">
                    <a:ln w="0"/>
                    <a:effectLst>
                      <a:outerShdw blurRad="38100" dist="19050" dir="2700000" algn="tl" rotWithShape="0">
                        <a:schemeClr val="dk1">
                          <a:alpha val="40000"/>
                        </a:schemeClr>
                      </a:outerShdw>
                    </a:effectLst>
                  </a:rPr>
                  <a:t>Person</a:t>
                </a:r>
                <a:r>
                  <a:rPr lang="en-US" sz="2800" b="0" cap="none" spc="0" dirty="0" err="1">
                    <a:ln w="0"/>
                    <a:solidFill>
                      <a:schemeClr val="tx1"/>
                    </a:solidFill>
                    <a:effectLst>
                      <a:outerShdw blurRad="38100" dist="19050" dir="2700000" algn="tl" rotWithShape="0">
                        <a:schemeClr val="dk1">
                          <a:alpha val="40000"/>
                        </a:schemeClr>
                      </a:outerShdw>
                    </a:effectLst>
                  </a:rPr>
                  <a:t>Proxy</a:t>
                </a:r>
                <a:r>
                  <a:rPr lang="en-US" sz="2800" b="0" cap="none" spc="0" dirty="0">
                    <a:ln w="0"/>
                    <a:solidFill>
                      <a:schemeClr val="tx1"/>
                    </a:solidFill>
                    <a:effectLst>
                      <a:outerShdw blurRad="38100" dist="19050" dir="2700000" algn="tl" rotWithShape="0">
                        <a:schemeClr val="dk1">
                          <a:alpha val="40000"/>
                        </a:schemeClr>
                      </a:outerShdw>
                    </a:effectLst>
                  </a:rPr>
                  <a:t> object</a:t>
                </a:r>
              </a:p>
            </p:txBody>
          </p:sp>
          <p:sp>
            <p:nvSpPr>
              <p:cNvPr id="12" name="Rectangle 11">
                <a:extLst>
                  <a:ext uri="{FF2B5EF4-FFF2-40B4-BE49-F238E27FC236}">
                    <a16:creationId xmlns:a16="http://schemas.microsoft.com/office/drawing/2014/main" id="{EDEC17F4-151A-FE6B-AA7A-06725AF6F604}"/>
                  </a:ext>
                </a:extLst>
              </p:cNvPr>
              <p:cNvSpPr/>
              <p:nvPr/>
            </p:nvSpPr>
            <p:spPr>
              <a:xfrm>
                <a:off x="7772399" y="4624754"/>
                <a:ext cx="457200" cy="19343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2C00A58-6D13-19D8-A3D3-67F57C1DB035}"/>
                  </a:ext>
                </a:extLst>
              </p:cNvPr>
              <p:cNvSpPr/>
              <p:nvPr/>
            </p:nvSpPr>
            <p:spPr>
              <a:xfrm>
                <a:off x="8944675" y="4633490"/>
                <a:ext cx="457200" cy="19343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04DDBBBF-EF97-1F04-C922-5792C2EAF778}"/>
                  </a:ext>
                </a:extLst>
              </p:cNvPr>
              <p:cNvSpPr txBox="1"/>
              <p:nvPr/>
            </p:nvSpPr>
            <p:spPr>
              <a:xfrm>
                <a:off x="6906723" y="4479547"/>
                <a:ext cx="832279" cy="369332"/>
              </a:xfrm>
              <a:prstGeom prst="rect">
                <a:avLst/>
              </a:prstGeom>
              <a:noFill/>
            </p:spPr>
            <p:txBody>
              <a:bodyPr wrap="none" rtlCol="0">
                <a:spAutoFit/>
              </a:bodyPr>
              <a:lstStyle/>
              <a:p>
                <a:r>
                  <a:rPr lang="en-US" dirty="0">
                    <a:latin typeface="Consolas" panose="020B0609020204030204" pitchFamily="49" charset="0"/>
                  </a:rPr>
                  <a:t>walk</a:t>
                </a:r>
                <a:r>
                  <a:rPr lang="en-US" dirty="0"/>
                  <a:t>()</a:t>
                </a:r>
              </a:p>
            </p:txBody>
          </p:sp>
          <p:sp>
            <p:nvSpPr>
              <p:cNvPr id="16" name="TextBox 15">
                <a:extLst>
                  <a:ext uri="{FF2B5EF4-FFF2-40B4-BE49-F238E27FC236}">
                    <a16:creationId xmlns:a16="http://schemas.microsoft.com/office/drawing/2014/main" id="{8809E86A-CB42-8767-31E5-8264A38FECE9}"/>
                  </a:ext>
                </a:extLst>
              </p:cNvPr>
              <p:cNvSpPr txBox="1"/>
              <p:nvPr/>
            </p:nvSpPr>
            <p:spPr>
              <a:xfrm>
                <a:off x="9542598" y="4479547"/>
                <a:ext cx="832279" cy="369332"/>
              </a:xfrm>
              <a:prstGeom prst="rect">
                <a:avLst/>
              </a:prstGeom>
              <a:noFill/>
            </p:spPr>
            <p:txBody>
              <a:bodyPr wrap="none" rtlCol="0">
                <a:spAutoFit/>
              </a:bodyPr>
              <a:lstStyle/>
              <a:p>
                <a:r>
                  <a:rPr lang="en-US" dirty="0">
                    <a:latin typeface="Consolas" panose="020B0609020204030204" pitchFamily="49" charset="0"/>
                  </a:rPr>
                  <a:t>talk</a:t>
                </a:r>
                <a:r>
                  <a:rPr lang="en-US" dirty="0"/>
                  <a:t>()</a:t>
                </a:r>
              </a:p>
            </p:txBody>
          </p:sp>
          <p:sp>
            <p:nvSpPr>
              <p:cNvPr id="17" name="TextBox 16">
                <a:extLst>
                  <a:ext uri="{FF2B5EF4-FFF2-40B4-BE49-F238E27FC236}">
                    <a16:creationId xmlns:a16="http://schemas.microsoft.com/office/drawing/2014/main" id="{92AAE7FB-78C4-EF60-31DE-F01BBE1B2438}"/>
                  </a:ext>
                </a:extLst>
              </p:cNvPr>
              <p:cNvSpPr txBox="1"/>
              <p:nvPr/>
            </p:nvSpPr>
            <p:spPr>
              <a:xfrm>
                <a:off x="7648177" y="3845347"/>
                <a:ext cx="705642" cy="369332"/>
              </a:xfrm>
              <a:prstGeom prst="rect">
                <a:avLst/>
              </a:prstGeom>
              <a:solidFill>
                <a:schemeClr val="tx1">
                  <a:lumMod val="10000"/>
                  <a:lumOff val="90000"/>
                </a:schemeClr>
              </a:solidFill>
            </p:spPr>
            <p:txBody>
              <a:bodyPr wrap="none" rtlCol="0">
                <a:spAutoFit/>
              </a:bodyPr>
              <a:lstStyle/>
              <a:p>
                <a:r>
                  <a:rPr lang="en-US" dirty="0">
                    <a:latin typeface="Consolas" panose="020B0609020204030204" pitchFamily="49" charset="0"/>
                  </a:rPr>
                  <a:t>log</a:t>
                </a:r>
                <a:r>
                  <a:rPr lang="en-US" dirty="0"/>
                  <a:t>()</a:t>
                </a:r>
              </a:p>
            </p:txBody>
          </p:sp>
          <p:sp>
            <p:nvSpPr>
              <p:cNvPr id="18" name="TextBox 17">
                <a:extLst>
                  <a:ext uri="{FF2B5EF4-FFF2-40B4-BE49-F238E27FC236}">
                    <a16:creationId xmlns:a16="http://schemas.microsoft.com/office/drawing/2014/main" id="{87F19D73-3A4F-1952-D5D5-64D3581C136C}"/>
                  </a:ext>
                </a:extLst>
              </p:cNvPr>
              <p:cNvSpPr txBox="1"/>
              <p:nvPr/>
            </p:nvSpPr>
            <p:spPr>
              <a:xfrm>
                <a:off x="8815750" y="3845347"/>
                <a:ext cx="705642" cy="369332"/>
              </a:xfrm>
              <a:prstGeom prst="rect">
                <a:avLst/>
              </a:prstGeom>
              <a:solidFill>
                <a:schemeClr val="tx1">
                  <a:lumMod val="10000"/>
                  <a:lumOff val="90000"/>
                </a:schemeClr>
              </a:solidFill>
            </p:spPr>
            <p:txBody>
              <a:bodyPr wrap="none" rtlCol="0">
                <a:spAutoFit/>
              </a:bodyPr>
              <a:lstStyle/>
              <a:p>
                <a:r>
                  <a:rPr lang="en-US" dirty="0">
                    <a:latin typeface="Consolas" panose="020B0609020204030204" pitchFamily="49" charset="0"/>
                  </a:rPr>
                  <a:t>log</a:t>
                </a:r>
                <a:r>
                  <a:rPr lang="en-US" dirty="0"/>
                  <a:t>()</a:t>
                </a:r>
              </a:p>
            </p:txBody>
          </p:sp>
          <p:cxnSp>
            <p:nvCxnSpPr>
              <p:cNvPr id="20" name="Straight Arrow Connector 19">
                <a:extLst>
                  <a:ext uri="{FF2B5EF4-FFF2-40B4-BE49-F238E27FC236}">
                    <a16:creationId xmlns:a16="http://schemas.microsoft.com/office/drawing/2014/main" id="{81F15233-0357-E5FB-978B-C8C49A1B978D}"/>
                  </a:ext>
                </a:extLst>
              </p:cNvPr>
              <p:cNvCxnSpPr>
                <a:stCxn id="12" idx="0"/>
              </p:cNvCxnSpPr>
              <p:nvPr/>
            </p:nvCxnSpPr>
            <p:spPr>
              <a:xfrm flipH="1" flipV="1">
                <a:off x="8000998" y="4268498"/>
                <a:ext cx="1" cy="356256"/>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cxnSp>
            <p:nvCxnSpPr>
              <p:cNvPr id="21" name="Straight Arrow Connector 20">
                <a:extLst>
                  <a:ext uri="{FF2B5EF4-FFF2-40B4-BE49-F238E27FC236}">
                    <a16:creationId xmlns:a16="http://schemas.microsoft.com/office/drawing/2014/main" id="{C5620A36-DC1D-57AC-4958-BE3968A550C5}"/>
                  </a:ext>
                </a:extLst>
              </p:cNvPr>
              <p:cNvCxnSpPr>
                <a:cxnSpLocks/>
                <a:stCxn id="13" idx="0"/>
                <a:endCxn id="18" idx="2"/>
              </p:cNvCxnSpPr>
              <p:nvPr/>
            </p:nvCxnSpPr>
            <p:spPr>
              <a:xfrm flipH="1" flipV="1">
                <a:off x="9168571" y="4214679"/>
                <a:ext cx="4704" cy="418811"/>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cxnSp>
            <p:nvCxnSpPr>
              <p:cNvPr id="27" name="Straight Arrow Connector 26">
                <a:extLst>
                  <a:ext uri="{FF2B5EF4-FFF2-40B4-BE49-F238E27FC236}">
                    <a16:creationId xmlns:a16="http://schemas.microsoft.com/office/drawing/2014/main" id="{5EA1FB9F-46E5-090A-04BF-25D09A068E07}"/>
                  </a:ext>
                </a:extLst>
              </p:cNvPr>
              <p:cNvCxnSpPr>
                <a:cxnSpLocks/>
                <a:stCxn id="17" idx="0"/>
                <a:endCxn id="7" idx="2"/>
              </p:cNvCxnSpPr>
              <p:nvPr/>
            </p:nvCxnSpPr>
            <p:spPr>
              <a:xfrm flipV="1">
                <a:off x="8000998" y="3613637"/>
                <a:ext cx="1" cy="231710"/>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cxnSp>
            <p:nvCxnSpPr>
              <p:cNvPr id="30" name="Straight Arrow Connector 29">
                <a:extLst>
                  <a:ext uri="{FF2B5EF4-FFF2-40B4-BE49-F238E27FC236}">
                    <a16:creationId xmlns:a16="http://schemas.microsoft.com/office/drawing/2014/main" id="{29BB24F2-7083-1D0C-07AE-F60741C9E463}"/>
                  </a:ext>
                </a:extLst>
              </p:cNvPr>
              <p:cNvCxnSpPr>
                <a:cxnSpLocks/>
                <a:stCxn id="18" idx="0"/>
                <a:endCxn id="8" idx="2"/>
              </p:cNvCxnSpPr>
              <p:nvPr/>
            </p:nvCxnSpPr>
            <p:spPr>
              <a:xfrm flipH="1" flipV="1">
                <a:off x="9167446" y="3613637"/>
                <a:ext cx="1125" cy="231710"/>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grpSp>
        <p:cxnSp>
          <p:nvCxnSpPr>
            <p:cNvPr id="33" name="Straight Arrow Connector 32">
              <a:extLst>
                <a:ext uri="{FF2B5EF4-FFF2-40B4-BE49-F238E27FC236}">
                  <a16:creationId xmlns:a16="http://schemas.microsoft.com/office/drawing/2014/main" id="{7C487434-A16E-FA8A-B8C1-BD6D661CA7BD}"/>
                </a:ext>
              </a:extLst>
            </p:cNvPr>
            <p:cNvCxnSpPr/>
            <p:nvPr/>
          </p:nvCxnSpPr>
          <p:spPr>
            <a:xfrm flipH="1" flipV="1">
              <a:off x="7993346" y="4818184"/>
              <a:ext cx="1" cy="356256"/>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cxnSp>
          <p:nvCxnSpPr>
            <p:cNvPr id="34" name="Straight Arrow Connector 33">
              <a:extLst>
                <a:ext uri="{FF2B5EF4-FFF2-40B4-BE49-F238E27FC236}">
                  <a16:creationId xmlns:a16="http://schemas.microsoft.com/office/drawing/2014/main" id="{17A5902F-C6BD-8E9A-D319-A813594BEF7F}"/>
                </a:ext>
              </a:extLst>
            </p:cNvPr>
            <p:cNvCxnSpPr/>
            <p:nvPr/>
          </p:nvCxnSpPr>
          <p:spPr>
            <a:xfrm flipH="1" flipV="1">
              <a:off x="9167445" y="4818184"/>
              <a:ext cx="1" cy="356256"/>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grpSp>
      <p:sp>
        <p:nvSpPr>
          <p:cNvPr id="22" name="Content Placeholder 21">
            <a:extLst>
              <a:ext uri="{FF2B5EF4-FFF2-40B4-BE49-F238E27FC236}">
                <a16:creationId xmlns:a16="http://schemas.microsoft.com/office/drawing/2014/main" id="{B3CF7E8A-566C-CBDB-7599-D886504499C7}"/>
              </a:ext>
            </a:extLst>
          </p:cNvPr>
          <p:cNvSpPr>
            <a:spLocks noGrp="1"/>
          </p:cNvSpPr>
          <p:nvPr>
            <p:ph idx="1"/>
          </p:nvPr>
        </p:nvSpPr>
        <p:spPr>
          <a:xfrm>
            <a:off x="6176512" y="785004"/>
            <a:ext cx="5933425" cy="5046453"/>
          </a:xfrm>
        </p:spPr>
        <p:txBody>
          <a:bodyPr>
            <a:normAutofit fontScale="92500" lnSpcReduction="20000"/>
          </a:bodyPr>
          <a:lstStyle/>
          <a:p>
            <a:r>
              <a:rPr lang="en-US" dirty="0"/>
              <a:t>class Person {</a:t>
            </a:r>
          </a:p>
          <a:p>
            <a:r>
              <a:rPr lang="en-US" dirty="0"/>
              <a:t>	public String walk() { … }</a:t>
            </a:r>
          </a:p>
          <a:p>
            <a:r>
              <a:rPr lang="en-US" dirty="0"/>
              <a:t>	public void talk() { … }</a:t>
            </a:r>
          </a:p>
          <a:p>
            <a:r>
              <a:rPr lang="en-US" dirty="0"/>
              <a:t>}</a:t>
            </a:r>
          </a:p>
          <a:p>
            <a:endParaRPr lang="en-US" dirty="0"/>
          </a:p>
          <a:p>
            <a:r>
              <a:rPr lang="en-US" dirty="0"/>
              <a:t>class </a:t>
            </a:r>
            <a:r>
              <a:rPr lang="en-US" dirty="0" err="1"/>
              <a:t>PersonProxy</a:t>
            </a:r>
            <a:r>
              <a:rPr lang="en-US" dirty="0"/>
              <a:t> </a:t>
            </a:r>
            <a:r>
              <a:rPr lang="en-US" b="1" dirty="0"/>
              <a:t>extends Person</a:t>
            </a:r>
            <a:r>
              <a:rPr lang="en-US" dirty="0"/>
              <a:t>{</a:t>
            </a:r>
          </a:p>
          <a:p>
            <a:r>
              <a:rPr lang="en-US" dirty="0"/>
              <a:t>	private Person person; // Wrap person obj</a:t>
            </a:r>
          </a:p>
          <a:p>
            <a:endParaRPr lang="en-US" dirty="0"/>
          </a:p>
          <a:p>
            <a:r>
              <a:rPr lang="en-US" dirty="0"/>
              <a:t>	public log() { </a:t>
            </a:r>
            <a:r>
              <a:rPr lang="en-US" dirty="0" err="1"/>
              <a:t>S.o.p</a:t>
            </a:r>
            <a:r>
              <a:rPr lang="en-US" dirty="0"/>
              <a:t>(…); }</a:t>
            </a:r>
          </a:p>
          <a:p>
            <a:endParaRPr lang="en-US" dirty="0"/>
          </a:p>
          <a:p>
            <a:r>
              <a:rPr lang="en-US" dirty="0"/>
              <a:t>	public void walk() {</a:t>
            </a:r>
          </a:p>
          <a:p>
            <a:r>
              <a:rPr lang="en-US" dirty="0"/>
              <a:t>		log();</a:t>
            </a:r>
          </a:p>
          <a:p>
            <a:r>
              <a:rPr lang="en-US" dirty="0"/>
              <a:t>		</a:t>
            </a:r>
            <a:r>
              <a:rPr lang="en-US" dirty="0" err="1"/>
              <a:t>person.walk</a:t>
            </a:r>
            <a:r>
              <a:rPr lang="en-US" dirty="0"/>
              <a:t>();</a:t>
            </a:r>
          </a:p>
          <a:p>
            <a:r>
              <a:rPr lang="en-US" dirty="0"/>
              <a:t>	}</a:t>
            </a:r>
          </a:p>
          <a:p>
            <a:r>
              <a:rPr lang="en-US" dirty="0"/>
              <a:t>	public void talk() {</a:t>
            </a:r>
          </a:p>
          <a:p>
            <a:r>
              <a:rPr lang="en-US" dirty="0"/>
              <a:t>		log();</a:t>
            </a:r>
          </a:p>
          <a:p>
            <a:r>
              <a:rPr lang="en-US" dirty="0"/>
              <a:t>		</a:t>
            </a:r>
            <a:r>
              <a:rPr lang="en-US" dirty="0" err="1"/>
              <a:t>person.talk</a:t>
            </a:r>
            <a:r>
              <a:rPr lang="en-US" dirty="0"/>
              <a:t>();</a:t>
            </a:r>
          </a:p>
          <a:p>
            <a:r>
              <a:rPr lang="en-US" dirty="0"/>
              <a:t>	}</a:t>
            </a:r>
          </a:p>
          <a:p>
            <a:r>
              <a:rPr lang="en-US" dirty="0"/>
              <a:t>}</a:t>
            </a:r>
            <a:br>
              <a:rPr lang="en-US" dirty="0"/>
            </a:br>
            <a:r>
              <a:rPr lang="en-US" dirty="0"/>
              <a:t>public static void main() {</a:t>
            </a:r>
            <a:br>
              <a:rPr lang="en-US" dirty="0"/>
            </a:br>
            <a:r>
              <a:rPr lang="en-US" dirty="0"/>
              <a:t>	Person p = new </a:t>
            </a:r>
            <a:r>
              <a:rPr lang="en-US" dirty="0" err="1"/>
              <a:t>PersonProxy</a:t>
            </a:r>
            <a:r>
              <a:rPr lang="en-US" dirty="0"/>
              <a:t>();</a:t>
            </a:r>
            <a:br>
              <a:rPr lang="en-US" dirty="0"/>
            </a:br>
            <a:r>
              <a:rPr lang="en-US" dirty="0"/>
              <a:t>	animate (p);</a:t>
            </a:r>
            <a:br>
              <a:rPr lang="en-US" dirty="0"/>
            </a:br>
            <a:r>
              <a:rPr lang="en-US" dirty="0"/>
              <a:t>}</a:t>
            </a:r>
            <a:br>
              <a:rPr lang="en-US" dirty="0"/>
            </a:br>
            <a:br>
              <a:rPr lang="en-US" dirty="0"/>
            </a:br>
            <a:r>
              <a:rPr lang="en-US" dirty="0"/>
              <a:t>static void animate(Person p) {</a:t>
            </a:r>
            <a:br>
              <a:rPr lang="en-US" dirty="0"/>
            </a:br>
            <a:r>
              <a:rPr lang="en-US" dirty="0"/>
              <a:t>	</a:t>
            </a:r>
            <a:r>
              <a:rPr lang="en-US" dirty="0" err="1"/>
              <a:t>p.walk</a:t>
            </a:r>
            <a:r>
              <a:rPr lang="en-US" dirty="0"/>
              <a:t>(); </a:t>
            </a:r>
            <a:r>
              <a:rPr lang="en-US" dirty="0" err="1"/>
              <a:t>p.talk</a:t>
            </a:r>
            <a:r>
              <a:rPr lang="en-US" dirty="0"/>
              <a:t>();</a:t>
            </a:r>
          </a:p>
          <a:p>
            <a:r>
              <a:rPr lang="en-US" dirty="0"/>
              <a:t>}</a:t>
            </a:r>
          </a:p>
        </p:txBody>
      </p:sp>
      <p:sp>
        <p:nvSpPr>
          <p:cNvPr id="4" name="Title 3">
            <a:extLst>
              <a:ext uri="{FF2B5EF4-FFF2-40B4-BE49-F238E27FC236}">
                <a16:creationId xmlns:a16="http://schemas.microsoft.com/office/drawing/2014/main" id="{F45D4868-2E65-9E86-5EB1-4C9A543D3117}"/>
              </a:ext>
            </a:extLst>
          </p:cNvPr>
          <p:cNvSpPr>
            <a:spLocks noGrp="1"/>
          </p:cNvSpPr>
          <p:nvPr>
            <p:ph type="title"/>
          </p:nvPr>
        </p:nvSpPr>
        <p:spPr>
          <a:xfrm>
            <a:off x="0" y="0"/>
            <a:ext cx="12192000" cy="696277"/>
          </a:xfrm>
        </p:spPr>
        <p:txBody>
          <a:bodyPr/>
          <a:lstStyle/>
          <a:p>
            <a:r>
              <a:rPr lang="en-US" dirty="0"/>
              <a:t>Proxy object wraps and extends target class</a:t>
            </a:r>
          </a:p>
        </p:txBody>
      </p:sp>
      <p:grpSp>
        <p:nvGrpSpPr>
          <p:cNvPr id="14" name="Group 13">
            <a:extLst>
              <a:ext uri="{FF2B5EF4-FFF2-40B4-BE49-F238E27FC236}">
                <a16:creationId xmlns:a16="http://schemas.microsoft.com/office/drawing/2014/main" id="{7D5455C6-C0CD-FAC3-3B41-90C481704CBD}"/>
              </a:ext>
            </a:extLst>
          </p:cNvPr>
          <p:cNvGrpSpPr/>
          <p:nvPr/>
        </p:nvGrpSpPr>
        <p:grpSpPr>
          <a:xfrm>
            <a:off x="1834661" y="1969476"/>
            <a:ext cx="2403231" cy="1582615"/>
            <a:chOff x="7332784" y="2039815"/>
            <a:chExt cx="2403231" cy="1582615"/>
          </a:xfrm>
        </p:grpSpPr>
        <p:sp>
          <p:nvSpPr>
            <p:cNvPr id="6" name="Rectangle 5">
              <a:extLst>
                <a:ext uri="{FF2B5EF4-FFF2-40B4-BE49-F238E27FC236}">
                  <a16:creationId xmlns:a16="http://schemas.microsoft.com/office/drawing/2014/main" id="{77B5C5B5-30FA-ED5C-C165-0D90B57B8290}"/>
                </a:ext>
              </a:extLst>
            </p:cNvPr>
            <p:cNvSpPr/>
            <p:nvPr/>
          </p:nvSpPr>
          <p:spPr>
            <a:xfrm>
              <a:off x="7332784" y="2039815"/>
              <a:ext cx="2403231" cy="1582615"/>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2800" dirty="0">
                  <a:ln w="0"/>
                  <a:solidFill>
                    <a:schemeClr val="tx1"/>
                  </a:solidFill>
                  <a:effectLst>
                    <a:outerShdw blurRad="38100" dist="19050" dir="2700000" algn="tl" rotWithShape="0">
                      <a:schemeClr val="dk1">
                        <a:alpha val="40000"/>
                      </a:schemeClr>
                    </a:outerShdw>
                  </a:effectLst>
                </a:rPr>
                <a:t>Person object</a:t>
              </a:r>
              <a:endParaRPr lang="en-US" sz="2800" dirty="0"/>
            </a:p>
          </p:txBody>
        </p:sp>
        <p:sp>
          <p:nvSpPr>
            <p:cNvPr id="7" name="Rectangle 6">
              <a:extLst>
                <a:ext uri="{FF2B5EF4-FFF2-40B4-BE49-F238E27FC236}">
                  <a16:creationId xmlns:a16="http://schemas.microsoft.com/office/drawing/2014/main" id="{55C0E506-2D25-82A7-8A42-E63FADD97413}"/>
                </a:ext>
              </a:extLst>
            </p:cNvPr>
            <p:cNvSpPr/>
            <p:nvPr/>
          </p:nvSpPr>
          <p:spPr>
            <a:xfrm>
              <a:off x="7772399" y="3420207"/>
              <a:ext cx="457200" cy="19343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3573EC3C-78B4-53A2-3C3D-968B3DFB308E}"/>
                </a:ext>
              </a:extLst>
            </p:cNvPr>
            <p:cNvSpPr/>
            <p:nvPr/>
          </p:nvSpPr>
          <p:spPr>
            <a:xfrm>
              <a:off x="8938846" y="3420207"/>
              <a:ext cx="457200" cy="19343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79FC153E-09ED-C471-3F73-D984E3C1F996}"/>
                </a:ext>
              </a:extLst>
            </p:cNvPr>
            <p:cNvSpPr txBox="1"/>
            <p:nvPr/>
          </p:nvSpPr>
          <p:spPr>
            <a:xfrm>
              <a:off x="7584859" y="3050875"/>
              <a:ext cx="832279" cy="369332"/>
            </a:xfrm>
            <a:prstGeom prst="rect">
              <a:avLst/>
            </a:prstGeom>
            <a:noFill/>
          </p:spPr>
          <p:txBody>
            <a:bodyPr wrap="none" rtlCol="0">
              <a:spAutoFit/>
            </a:bodyPr>
            <a:lstStyle/>
            <a:p>
              <a:r>
                <a:rPr lang="en-US" dirty="0">
                  <a:latin typeface="Consolas" panose="020B0609020204030204" pitchFamily="49" charset="0"/>
                </a:rPr>
                <a:t>walk</a:t>
              </a:r>
              <a:r>
                <a:rPr lang="en-US" dirty="0"/>
                <a:t>()</a:t>
              </a:r>
            </a:p>
          </p:txBody>
        </p:sp>
        <p:sp>
          <p:nvSpPr>
            <p:cNvPr id="10" name="TextBox 9">
              <a:extLst>
                <a:ext uri="{FF2B5EF4-FFF2-40B4-BE49-F238E27FC236}">
                  <a16:creationId xmlns:a16="http://schemas.microsoft.com/office/drawing/2014/main" id="{B329C690-BA7F-29F1-E72A-8E3C2C5928FF}"/>
                </a:ext>
              </a:extLst>
            </p:cNvPr>
            <p:cNvSpPr txBox="1"/>
            <p:nvPr/>
          </p:nvSpPr>
          <p:spPr>
            <a:xfrm>
              <a:off x="8780582" y="3050875"/>
              <a:ext cx="832279" cy="369332"/>
            </a:xfrm>
            <a:prstGeom prst="rect">
              <a:avLst/>
            </a:prstGeom>
            <a:noFill/>
          </p:spPr>
          <p:txBody>
            <a:bodyPr wrap="none" rtlCol="0">
              <a:spAutoFit/>
            </a:bodyPr>
            <a:lstStyle/>
            <a:p>
              <a:r>
                <a:rPr lang="en-US" dirty="0">
                  <a:latin typeface="Consolas" panose="020B0609020204030204" pitchFamily="49" charset="0"/>
                </a:rPr>
                <a:t>talk</a:t>
              </a:r>
              <a:r>
                <a:rPr lang="en-US" dirty="0"/>
                <a:t>()</a:t>
              </a:r>
            </a:p>
          </p:txBody>
        </p:sp>
      </p:grpSp>
      <p:sp>
        <p:nvSpPr>
          <p:cNvPr id="24" name="Rectangle 23">
            <a:extLst>
              <a:ext uri="{FF2B5EF4-FFF2-40B4-BE49-F238E27FC236}">
                <a16:creationId xmlns:a16="http://schemas.microsoft.com/office/drawing/2014/main" id="{3FF8E1C5-5A33-BBEA-75AC-E6FFA242A5F6}"/>
              </a:ext>
            </a:extLst>
          </p:cNvPr>
          <p:cNvSpPr/>
          <p:nvPr/>
        </p:nvSpPr>
        <p:spPr>
          <a:xfrm>
            <a:off x="6015489" y="1615045"/>
            <a:ext cx="4841631" cy="310014"/>
          </a:xfrm>
          <a:prstGeom prst="rect">
            <a:avLst/>
          </a:prstGeom>
          <a:noFill/>
          <a:ln w="381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25" name="Rectangle 24">
            <a:extLst>
              <a:ext uri="{FF2B5EF4-FFF2-40B4-BE49-F238E27FC236}">
                <a16:creationId xmlns:a16="http://schemas.microsoft.com/office/drawing/2014/main" id="{2ACB0751-5F1D-BC8F-961C-D8F98C8112AB}"/>
              </a:ext>
            </a:extLst>
          </p:cNvPr>
          <p:cNvSpPr/>
          <p:nvPr/>
        </p:nvSpPr>
        <p:spPr>
          <a:xfrm>
            <a:off x="6015488" y="2539270"/>
            <a:ext cx="4841631" cy="889730"/>
          </a:xfrm>
          <a:prstGeom prst="rect">
            <a:avLst/>
          </a:prstGeom>
          <a:noFill/>
          <a:ln w="381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26" name="Rectangle 25">
            <a:extLst>
              <a:ext uri="{FF2B5EF4-FFF2-40B4-BE49-F238E27FC236}">
                <a16:creationId xmlns:a16="http://schemas.microsoft.com/office/drawing/2014/main" id="{5101D447-E2AC-FF60-76E1-CBAC67D9F281}"/>
              </a:ext>
            </a:extLst>
          </p:cNvPr>
          <p:cNvSpPr/>
          <p:nvPr/>
        </p:nvSpPr>
        <p:spPr>
          <a:xfrm>
            <a:off x="286814" y="5362056"/>
            <a:ext cx="6307817" cy="523220"/>
          </a:xfrm>
          <a:prstGeom prst="rect">
            <a:avLst/>
          </a:prstGeom>
          <a:noFill/>
        </p:spPr>
        <p:txBody>
          <a:bodyPr wrap="none" lIns="91440" tIns="45720" rIns="91440" bIns="45720">
            <a:spAutoFit/>
          </a:bodyPr>
          <a:lstStyle/>
          <a:p>
            <a:pPr algn="ctr"/>
            <a:r>
              <a:rPr lang="en-US" sz="2800" b="1" i="1" dirty="0">
                <a:ln w="0"/>
                <a:effectLst>
                  <a:outerShdw blurRad="38100" dist="19050" dir="2700000" algn="tl" rotWithShape="0">
                    <a:schemeClr val="dk1">
                      <a:alpha val="40000"/>
                    </a:schemeClr>
                  </a:outerShdw>
                </a:effectLst>
              </a:rPr>
              <a:t>Proxies intercept the method invocations</a:t>
            </a:r>
            <a:endParaRPr lang="en-US" sz="2800" b="1" i="1" cap="none" spc="0" dirty="0">
              <a:ln w="0"/>
              <a:solidFill>
                <a:schemeClr val="tx1"/>
              </a:solidFill>
              <a:effectLst>
                <a:outerShdw blurRad="38100" dist="19050" dir="2700000" algn="tl" rotWithShape="0">
                  <a:schemeClr val="dk1">
                    <a:alpha val="40000"/>
                  </a:schemeClr>
                </a:outerShdw>
              </a:effectLst>
            </a:endParaRPr>
          </a:p>
        </p:txBody>
      </p:sp>
      <p:sp>
        <p:nvSpPr>
          <p:cNvPr id="2" name="Rectangle 1">
            <a:extLst>
              <a:ext uri="{FF2B5EF4-FFF2-40B4-BE49-F238E27FC236}">
                <a16:creationId xmlns:a16="http://schemas.microsoft.com/office/drawing/2014/main" id="{B1F73071-C02C-FBDF-3CBA-0E03E9589E26}"/>
              </a:ext>
            </a:extLst>
          </p:cNvPr>
          <p:cNvSpPr/>
          <p:nvPr/>
        </p:nvSpPr>
        <p:spPr>
          <a:xfrm>
            <a:off x="6015489" y="1918406"/>
            <a:ext cx="5121434" cy="300233"/>
          </a:xfrm>
          <a:prstGeom prst="rect">
            <a:avLst/>
          </a:prstGeom>
          <a:noFill/>
          <a:ln w="381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Tree>
    <p:extLst>
      <p:ext uri="{BB962C8B-B14F-4D97-AF65-F5344CB8AC3E}">
        <p14:creationId xmlns:p14="http://schemas.microsoft.com/office/powerpoint/2010/main" val="30752256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24"/>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1" nodeType="clickEffect">
                                  <p:stCondLst>
                                    <p:cond delay="0"/>
                                  </p:stCondLst>
                                  <p:childTnLst>
                                    <p:set>
                                      <p:cBhvr>
                                        <p:cTn id="18" dur="1" fill="hold">
                                          <p:stCondLst>
                                            <p:cond delay="0"/>
                                          </p:stCondLst>
                                        </p:cTn>
                                        <p:tgtEl>
                                          <p:spTgt spid="2"/>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1" nodeType="clickEffect">
                                  <p:stCondLst>
                                    <p:cond delay="0"/>
                                  </p:stCondLst>
                                  <p:childTnLst>
                                    <p:set>
                                      <p:cBhvr>
                                        <p:cTn id="26" dur="1" fill="hold">
                                          <p:stCondLst>
                                            <p:cond delay="0"/>
                                          </p:stCondLst>
                                        </p:cTn>
                                        <p:tgtEl>
                                          <p:spTgt spid="2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4" grpId="1" animBg="1"/>
      <p:bldP spid="25" grpId="0" animBg="1"/>
      <p:bldP spid="25" grpId="1" animBg="1"/>
      <p:bldP spid="2" grpId="0" animBg="1"/>
      <p:bldP spid="2" grpId="1"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E6C1C7-D789-0149-93FC-417ADF3DCAA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CF1B591-FAB4-C45C-AD61-F017B6DD4B7A}"/>
              </a:ext>
            </a:extLst>
          </p:cNvPr>
          <p:cNvSpPr>
            <a:spLocks noGrp="1"/>
          </p:cNvSpPr>
          <p:nvPr>
            <p:ph type="title"/>
          </p:nvPr>
        </p:nvSpPr>
        <p:spPr/>
        <p:txBody>
          <a:bodyPr/>
          <a:lstStyle/>
          <a:p>
            <a:r>
              <a:rPr lang="en-US" dirty="0"/>
              <a:t>Adapter vs. proxy design pattern</a:t>
            </a:r>
          </a:p>
        </p:txBody>
      </p:sp>
      <p:grpSp>
        <p:nvGrpSpPr>
          <p:cNvPr id="6" name="Group 5">
            <a:extLst>
              <a:ext uri="{FF2B5EF4-FFF2-40B4-BE49-F238E27FC236}">
                <a16:creationId xmlns:a16="http://schemas.microsoft.com/office/drawing/2014/main" id="{68890BDE-8212-E7AE-87E7-2D324B8B7DBF}"/>
              </a:ext>
            </a:extLst>
          </p:cNvPr>
          <p:cNvGrpSpPr/>
          <p:nvPr/>
        </p:nvGrpSpPr>
        <p:grpSpPr>
          <a:xfrm>
            <a:off x="1090246" y="1441938"/>
            <a:ext cx="3962400" cy="3693240"/>
            <a:chOff x="6553200" y="1477107"/>
            <a:chExt cx="3962400" cy="3693240"/>
          </a:xfrm>
        </p:grpSpPr>
        <p:grpSp>
          <p:nvGrpSpPr>
            <p:cNvPr id="7" name="Group 6">
              <a:extLst>
                <a:ext uri="{FF2B5EF4-FFF2-40B4-BE49-F238E27FC236}">
                  <a16:creationId xmlns:a16="http://schemas.microsoft.com/office/drawing/2014/main" id="{C2BD607C-198F-50F8-20F3-933458C6F687}"/>
                </a:ext>
              </a:extLst>
            </p:cNvPr>
            <p:cNvGrpSpPr/>
            <p:nvPr/>
          </p:nvGrpSpPr>
          <p:grpSpPr>
            <a:xfrm>
              <a:off x="6553200" y="1477107"/>
              <a:ext cx="3962400" cy="3341077"/>
              <a:chOff x="6553200" y="1477107"/>
              <a:chExt cx="3962400" cy="3341077"/>
            </a:xfrm>
          </p:grpSpPr>
          <p:sp>
            <p:nvSpPr>
              <p:cNvPr id="10" name="Rectangle 9">
                <a:extLst>
                  <a:ext uri="{FF2B5EF4-FFF2-40B4-BE49-F238E27FC236}">
                    <a16:creationId xmlns:a16="http://schemas.microsoft.com/office/drawing/2014/main" id="{DBB3DA2F-43D4-833D-B5C0-5A022671D2EE}"/>
                  </a:ext>
                </a:extLst>
              </p:cNvPr>
              <p:cNvSpPr/>
              <p:nvPr/>
            </p:nvSpPr>
            <p:spPr>
              <a:xfrm>
                <a:off x="6553200" y="1477107"/>
                <a:ext cx="3962400" cy="334107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atin typeface="Consolas" panose="020B0609020204030204" pitchFamily="49" charset="0"/>
                  </a:rPr>
                  <a:t>hget</a:t>
                </a:r>
                <a:endParaRPr lang="en-US" dirty="0"/>
              </a:p>
            </p:txBody>
          </p:sp>
          <p:sp>
            <p:nvSpPr>
              <p:cNvPr id="11" name="Rectangle 10">
                <a:extLst>
                  <a:ext uri="{FF2B5EF4-FFF2-40B4-BE49-F238E27FC236}">
                    <a16:creationId xmlns:a16="http://schemas.microsoft.com/office/drawing/2014/main" id="{6BB4E80D-16CC-6CF7-444B-058EF0A81CC7}"/>
                  </a:ext>
                </a:extLst>
              </p:cNvPr>
              <p:cNvSpPr/>
              <p:nvPr/>
            </p:nvSpPr>
            <p:spPr>
              <a:xfrm>
                <a:off x="6925946" y="1651142"/>
                <a:ext cx="3216907" cy="523220"/>
              </a:xfrm>
              <a:prstGeom prst="rect">
                <a:avLst/>
              </a:prstGeom>
              <a:noFill/>
            </p:spPr>
            <p:txBody>
              <a:bodyPr wrap="none" lIns="91440" tIns="45720" rIns="91440" bIns="45720">
                <a:spAutoFit/>
              </a:bodyPr>
              <a:lstStyle/>
              <a:p>
                <a:pPr algn="ctr"/>
                <a:r>
                  <a:rPr lang="en-US" sz="2800" b="0" cap="none" spc="0" dirty="0" err="1">
                    <a:ln w="0"/>
                    <a:solidFill>
                      <a:schemeClr val="tx1"/>
                    </a:solidFill>
                    <a:effectLst>
                      <a:outerShdw blurRad="38100" dist="19050" dir="2700000" algn="tl" rotWithShape="0">
                        <a:schemeClr val="dk1">
                          <a:alpha val="40000"/>
                        </a:schemeClr>
                      </a:outerShdw>
                    </a:effectLst>
                  </a:rPr>
                  <a:t>StripeAdapter</a:t>
                </a:r>
                <a:r>
                  <a:rPr lang="en-US" sz="2800" b="0" cap="none" spc="0" dirty="0">
                    <a:ln w="0"/>
                    <a:solidFill>
                      <a:schemeClr val="tx1"/>
                    </a:solidFill>
                    <a:effectLst>
                      <a:outerShdw blurRad="38100" dist="19050" dir="2700000" algn="tl" rotWithShape="0">
                        <a:schemeClr val="dk1">
                          <a:alpha val="40000"/>
                        </a:schemeClr>
                      </a:outerShdw>
                    </a:effectLst>
                  </a:rPr>
                  <a:t> object</a:t>
                </a:r>
              </a:p>
            </p:txBody>
          </p:sp>
          <p:sp>
            <p:nvSpPr>
              <p:cNvPr id="12" name="Rectangle 11">
                <a:extLst>
                  <a:ext uri="{FF2B5EF4-FFF2-40B4-BE49-F238E27FC236}">
                    <a16:creationId xmlns:a16="http://schemas.microsoft.com/office/drawing/2014/main" id="{098BF496-B27E-6115-DF03-AB61FB41D57B}"/>
                  </a:ext>
                </a:extLst>
              </p:cNvPr>
              <p:cNvSpPr/>
              <p:nvPr/>
            </p:nvSpPr>
            <p:spPr>
              <a:xfrm>
                <a:off x="7583507" y="4624754"/>
                <a:ext cx="457200" cy="19343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4D91E905-471B-A70B-2271-7ECD53D097DD}"/>
                  </a:ext>
                </a:extLst>
              </p:cNvPr>
              <p:cNvSpPr txBox="1"/>
              <p:nvPr/>
            </p:nvSpPr>
            <p:spPr>
              <a:xfrm>
                <a:off x="8039312" y="4377758"/>
                <a:ext cx="705642" cy="369332"/>
              </a:xfrm>
              <a:prstGeom prst="rect">
                <a:avLst/>
              </a:prstGeom>
              <a:noFill/>
            </p:spPr>
            <p:txBody>
              <a:bodyPr wrap="none" rtlCol="0">
                <a:spAutoFit/>
              </a:bodyPr>
              <a:lstStyle/>
              <a:p>
                <a:r>
                  <a:rPr lang="en-US" dirty="0">
                    <a:latin typeface="Consolas" panose="020B0609020204030204" pitchFamily="49" charset="0"/>
                  </a:rPr>
                  <a:t>pay</a:t>
                </a:r>
                <a:r>
                  <a:rPr lang="en-US" dirty="0"/>
                  <a:t>()</a:t>
                </a:r>
              </a:p>
            </p:txBody>
          </p:sp>
          <p:cxnSp>
            <p:nvCxnSpPr>
              <p:cNvPr id="18" name="Straight Arrow Connector 17">
                <a:extLst>
                  <a:ext uri="{FF2B5EF4-FFF2-40B4-BE49-F238E27FC236}">
                    <a16:creationId xmlns:a16="http://schemas.microsoft.com/office/drawing/2014/main" id="{B697C5CC-1DE3-F0F4-2443-1BF4D187350D}"/>
                  </a:ext>
                </a:extLst>
              </p:cNvPr>
              <p:cNvCxnSpPr>
                <a:cxnSpLocks/>
                <a:stCxn id="12" idx="0"/>
              </p:cNvCxnSpPr>
              <p:nvPr/>
            </p:nvCxnSpPr>
            <p:spPr>
              <a:xfrm flipV="1">
                <a:off x="7812107" y="4031513"/>
                <a:ext cx="0" cy="593241"/>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grpSp>
        <p:cxnSp>
          <p:nvCxnSpPr>
            <p:cNvPr id="8" name="Straight Arrow Connector 7">
              <a:extLst>
                <a:ext uri="{FF2B5EF4-FFF2-40B4-BE49-F238E27FC236}">
                  <a16:creationId xmlns:a16="http://schemas.microsoft.com/office/drawing/2014/main" id="{5C7B4AE2-A7E5-DA58-896A-16DAD82E7313}"/>
                </a:ext>
              </a:extLst>
            </p:cNvPr>
            <p:cNvCxnSpPr/>
            <p:nvPr/>
          </p:nvCxnSpPr>
          <p:spPr>
            <a:xfrm flipH="1" flipV="1">
              <a:off x="7810712" y="4814091"/>
              <a:ext cx="1" cy="356256"/>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grpSp>
      <p:grpSp>
        <p:nvGrpSpPr>
          <p:cNvPr id="22" name="Group 21">
            <a:extLst>
              <a:ext uri="{FF2B5EF4-FFF2-40B4-BE49-F238E27FC236}">
                <a16:creationId xmlns:a16="http://schemas.microsoft.com/office/drawing/2014/main" id="{E27D3632-010B-ED6D-2DFC-2792759EC14A}"/>
              </a:ext>
            </a:extLst>
          </p:cNvPr>
          <p:cNvGrpSpPr/>
          <p:nvPr/>
        </p:nvGrpSpPr>
        <p:grpSpPr>
          <a:xfrm>
            <a:off x="1443769" y="2380210"/>
            <a:ext cx="3182816" cy="1612102"/>
            <a:chOff x="7097010" y="2039815"/>
            <a:chExt cx="3182816" cy="1582615"/>
          </a:xfrm>
        </p:grpSpPr>
        <p:sp>
          <p:nvSpPr>
            <p:cNvPr id="23" name="Rectangle 22">
              <a:extLst>
                <a:ext uri="{FF2B5EF4-FFF2-40B4-BE49-F238E27FC236}">
                  <a16:creationId xmlns:a16="http://schemas.microsoft.com/office/drawing/2014/main" id="{7E8EA86A-6479-90E5-DF28-D2B67560B0F2}"/>
                </a:ext>
              </a:extLst>
            </p:cNvPr>
            <p:cNvSpPr/>
            <p:nvPr/>
          </p:nvSpPr>
          <p:spPr>
            <a:xfrm>
              <a:off x="7097010" y="2039815"/>
              <a:ext cx="3182816" cy="1582615"/>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2800" dirty="0" err="1">
                  <a:ln w="0"/>
                  <a:solidFill>
                    <a:schemeClr val="tx1"/>
                  </a:solidFill>
                  <a:effectLst>
                    <a:outerShdw blurRad="38100" dist="19050" dir="2700000" algn="tl" rotWithShape="0">
                      <a:schemeClr val="dk1">
                        <a:alpha val="40000"/>
                      </a:schemeClr>
                    </a:outerShdw>
                  </a:effectLst>
                </a:rPr>
                <a:t>StripeProcessor</a:t>
              </a:r>
              <a:r>
                <a:rPr lang="en-US" sz="2800" dirty="0">
                  <a:ln w="0"/>
                  <a:solidFill>
                    <a:schemeClr val="tx1"/>
                  </a:solidFill>
                  <a:effectLst>
                    <a:outerShdw blurRad="38100" dist="19050" dir="2700000" algn="tl" rotWithShape="0">
                      <a:schemeClr val="dk1">
                        <a:alpha val="40000"/>
                      </a:schemeClr>
                    </a:outerShdw>
                  </a:effectLst>
                </a:rPr>
                <a:t> object</a:t>
              </a:r>
              <a:endParaRPr lang="en-US" sz="2800" dirty="0"/>
            </a:p>
          </p:txBody>
        </p:sp>
        <p:sp>
          <p:nvSpPr>
            <p:cNvPr id="24" name="Rectangle 23">
              <a:extLst>
                <a:ext uri="{FF2B5EF4-FFF2-40B4-BE49-F238E27FC236}">
                  <a16:creationId xmlns:a16="http://schemas.microsoft.com/office/drawing/2014/main" id="{973A81EF-9480-1F71-38AC-966EB41AB661}"/>
                </a:ext>
              </a:extLst>
            </p:cNvPr>
            <p:cNvSpPr/>
            <p:nvPr/>
          </p:nvSpPr>
          <p:spPr>
            <a:xfrm>
              <a:off x="7772399" y="3420207"/>
              <a:ext cx="457200" cy="19343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0DEB8270-1FC3-F8A5-52FF-94188F93C67B}"/>
                </a:ext>
              </a:extLst>
            </p:cNvPr>
            <p:cNvSpPr txBox="1"/>
            <p:nvPr/>
          </p:nvSpPr>
          <p:spPr>
            <a:xfrm>
              <a:off x="7343634" y="3106953"/>
              <a:ext cx="1718740" cy="362577"/>
            </a:xfrm>
            <a:prstGeom prst="rect">
              <a:avLst/>
            </a:prstGeom>
            <a:noFill/>
          </p:spPr>
          <p:txBody>
            <a:bodyPr wrap="none" rtlCol="0">
              <a:spAutoFit/>
            </a:bodyPr>
            <a:lstStyle/>
            <a:p>
              <a:r>
                <a:rPr lang="en-US" dirty="0" err="1">
                  <a:latin typeface="Consolas" panose="020B0609020204030204" pitchFamily="49" charset="0"/>
                </a:rPr>
                <a:t>makePayment</a:t>
              </a:r>
              <a:r>
                <a:rPr lang="en-US" dirty="0"/>
                <a:t>()</a:t>
              </a:r>
            </a:p>
          </p:txBody>
        </p:sp>
      </p:grpSp>
      <p:grpSp>
        <p:nvGrpSpPr>
          <p:cNvPr id="40" name="Group 39">
            <a:extLst>
              <a:ext uri="{FF2B5EF4-FFF2-40B4-BE49-F238E27FC236}">
                <a16:creationId xmlns:a16="http://schemas.microsoft.com/office/drawing/2014/main" id="{4F34979A-978F-BD98-1EDD-B3B1576040DF}"/>
              </a:ext>
            </a:extLst>
          </p:cNvPr>
          <p:cNvGrpSpPr/>
          <p:nvPr/>
        </p:nvGrpSpPr>
        <p:grpSpPr>
          <a:xfrm>
            <a:off x="6799391" y="1406768"/>
            <a:ext cx="3962400" cy="3697333"/>
            <a:chOff x="6553200" y="1477107"/>
            <a:chExt cx="3962400" cy="3697333"/>
          </a:xfrm>
        </p:grpSpPr>
        <p:grpSp>
          <p:nvGrpSpPr>
            <p:cNvPr id="41" name="Group 40">
              <a:extLst>
                <a:ext uri="{FF2B5EF4-FFF2-40B4-BE49-F238E27FC236}">
                  <a16:creationId xmlns:a16="http://schemas.microsoft.com/office/drawing/2014/main" id="{CD04F31B-FDE5-D7F3-4EDE-1EF30E8CE897}"/>
                </a:ext>
              </a:extLst>
            </p:cNvPr>
            <p:cNvGrpSpPr/>
            <p:nvPr/>
          </p:nvGrpSpPr>
          <p:grpSpPr>
            <a:xfrm>
              <a:off x="6553200" y="1477107"/>
              <a:ext cx="3962400" cy="3371772"/>
              <a:chOff x="6553200" y="1477107"/>
              <a:chExt cx="3962400" cy="3371772"/>
            </a:xfrm>
          </p:grpSpPr>
          <p:sp>
            <p:nvSpPr>
              <p:cNvPr id="44" name="Rectangle 43">
                <a:extLst>
                  <a:ext uri="{FF2B5EF4-FFF2-40B4-BE49-F238E27FC236}">
                    <a16:creationId xmlns:a16="http://schemas.microsoft.com/office/drawing/2014/main" id="{648623FA-EF66-40D1-B033-EB467DD461E1}"/>
                  </a:ext>
                </a:extLst>
              </p:cNvPr>
              <p:cNvSpPr/>
              <p:nvPr/>
            </p:nvSpPr>
            <p:spPr>
              <a:xfrm>
                <a:off x="6553200" y="1477107"/>
                <a:ext cx="3962400" cy="334107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atin typeface="Consolas" panose="020B0609020204030204" pitchFamily="49" charset="0"/>
                  </a:rPr>
                  <a:t>hget</a:t>
                </a:r>
                <a:endParaRPr lang="en-US" dirty="0"/>
              </a:p>
            </p:txBody>
          </p:sp>
          <p:sp>
            <p:nvSpPr>
              <p:cNvPr id="45" name="Rectangle 44">
                <a:extLst>
                  <a:ext uri="{FF2B5EF4-FFF2-40B4-BE49-F238E27FC236}">
                    <a16:creationId xmlns:a16="http://schemas.microsoft.com/office/drawing/2014/main" id="{DAB18D1D-1EFD-4014-1CDB-C854104423B4}"/>
                  </a:ext>
                </a:extLst>
              </p:cNvPr>
              <p:cNvSpPr/>
              <p:nvPr/>
            </p:nvSpPr>
            <p:spPr>
              <a:xfrm>
                <a:off x="7043671" y="1507802"/>
                <a:ext cx="2981458" cy="523220"/>
              </a:xfrm>
              <a:prstGeom prst="rect">
                <a:avLst/>
              </a:prstGeom>
              <a:noFill/>
            </p:spPr>
            <p:txBody>
              <a:bodyPr wrap="none" lIns="91440" tIns="45720" rIns="91440" bIns="45720">
                <a:spAutoFit/>
              </a:bodyPr>
              <a:lstStyle/>
              <a:p>
                <a:pPr algn="ctr"/>
                <a:r>
                  <a:rPr lang="en-US" sz="2800" b="0" cap="none" spc="0" dirty="0" err="1">
                    <a:ln w="0"/>
                    <a:solidFill>
                      <a:schemeClr val="tx1"/>
                    </a:solidFill>
                    <a:effectLst>
                      <a:outerShdw blurRad="38100" dist="19050" dir="2700000" algn="tl" rotWithShape="0">
                        <a:schemeClr val="dk1">
                          <a:alpha val="40000"/>
                        </a:schemeClr>
                      </a:outerShdw>
                    </a:effectLst>
                  </a:rPr>
                  <a:t>PersonProxy</a:t>
                </a:r>
                <a:r>
                  <a:rPr lang="en-US" sz="2800" b="0" cap="none" spc="0" dirty="0">
                    <a:ln w="0"/>
                    <a:solidFill>
                      <a:schemeClr val="tx1"/>
                    </a:solidFill>
                    <a:effectLst>
                      <a:outerShdw blurRad="38100" dist="19050" dir="2700000" algn="tl" rotWithShape="0">
                        <a:schemeClr val="dk1">
                          <a:alpha val="40000"/>
                        </a:schemeClr>
                      </a:outerShdw>
                    </a:effectLst>
                  </a:rPr>
                  <a:t> object</a:t>
                </a:r>
              </a:p>
            </p:txBody>
          </p:sp>
          <p:sp>
            <p:nvSpPr>
              <p:cNvPr id="46" name="Rectangle 45">
                <a:extLst>
                  <a:ext uri="{FF2B5EF4-FFF2-40B4-BE49-F238E27FC236}">
                    <a16:creationId xmlns:a16="http://schemas.microsoft.com/office/drawing/2014/main" id="{E9D591CF-2981-9A69-C101-74167BE4C4AB}"/>
                  </a:ext>
                </a:extLst>
              </p:cNvPr>
              <p:cNvSpPr/>
              <p:nvPr/>
            </p:nvSpPr>
            <p:spPr>
              <a:xfrm>
                <a:off x="7772399" y="4624754"/>
                <a:ext cx="457200" cy="19343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A945D3F1-4F6B-7302-87C9-F8DCDF5C0490}"/>
                  </a:ext>
                </a:extLst>
              </p:cNvPr>
              <p:cNvSpPr/>
              <p:nvPr/>
            </p:nvSpPr>
            <p:spPr>
              <a:xfrm>
                <a:off x="8944675" y="4633490"/>
                <a:ext cx="457200" cy="19343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48" name="TextBox 47">
                <a:extLst>
                  <a:ext uri="{FF2B5EF4-FFF2-40B4-BE49-F238E27FC236}">
                    <a16:creationId xmlns:a16="http://schemas.microsoft.com/office/drawing/2014/main" id="{6D44E35E-C98C-AA57-5A2B-7A3E30F0483D}"/>
                  </a:ext>
                </a:extLst>
              </p:cNvPr>
              <p:cNvSpPr txBox="1"/>
              <p:nvPr/>
            </p:nvSpPr>
            <p:spPr>
              <a:xfrm>
                <a:off x="6906723" y="4479547"/>
                <a:ext cx="832279" cy="369332"/>
              </a:xfrm>
              <a:prstGeom prst="rect">
                <a:avLst/>
              </a:prstGeom>
              <a:noFill/>
            </p:spPr>
            <p:txBody>
              <a:bodyPr wrap="none" rtlCol="0">
                <a:spAutoFit/>
              </a:bodyPr>
              <a:lstStyle/>
              <a:p>
                <a:r>
                  <a:rPr lang="en-US" dirty="0">
                    <a:latin typeface="Consolas" panose="020B0609020204030204" pitchFamily="49" charset="0"/>
                  </a:rPr>
                  <a:t>walk</a:t>
                </a:r>
                <a:r>
                  <a:rPr lang="en-US" dirty="0"/>
                  <a:t>()</a:t>
                </a:r>
              </a:p>
            </p:txBody>
          </p:sp>
          <p:sp>
            <p:nvSpPr>
              <p:cNvPr id="49" name="TextBox 48">
                <a:extLst>
                  <a:ext uri="{FF2B5EF4-FFF2-40B4-BE49-F238E27FC236}">
                    <a16:creationId xmlns:a16="http://schemas.microsoft.com/office/drawing/2014/main" id="{147578EF-AB4F-1D83-4F5A-92F9C638B06E}"/>
                  </a:ext>
                </a:extLst>
              </p:cNvPr>
              <p:cNvSpPr txBox="1"/>
              <p:nvPr/>
            </p:nvSpPr>
            <p:spPr>
              <a:xfrm>
                <a:off x="9542598" y="4479547"/>
                <a:ext cx="832279" cy="369332"/>
              </a:xfrm>
              <a:prstGeom prst="rect">
                <a:avLst/>
              </a:prstGeom>
              <a:noFill/>
            </p:spPr>
            <p:txBody>
              <a:bodyPr wrap="none" rtlCol="0">
                <a:spAutoFit/>
              </a:bodyPr>
              <a:lstStyle/>
              <a:p>
                <a:r>
                  <a:rPr lang="en-US" dirty="0">
                    <a:latin typeface="Consolas" panose="020B0609020204030204" pitchFamily="49" charset="0"/>
                  </a:rPr>
                  <a:t>talk</a:t>
                </a:r>
                <a:r>
                  <a:rPr lang="en-US" dirty="0"/>
                  <a:t>()</a:t>
                </a:r>
              </a:p>
            </p:txBody>
          </p:sp>
          <p:sp>
            <p:nvSpPr>
              <p:cNvPr id="50" name="TextBox 49">
                <a:extLst>
                  <a:ext uri="{FF2B5EF4-FFF2-40B4-BE49-F238E27FC236}">
                    <a16:creationId xmlns:a16="http://schemas.microsoft.com/office/drawing/2014/main" id="{B2D4537E-E4C9-7E28-6BF2-A6164636E535}"/>
                  </a:ext>
                </a:extLst>
              </p:cNvPr>
              <p:cNvSpPr txBox="1"/>
              <p:nvPr/>
            </p:nvSpPr>
            <p:spPr>
              <a:xfrm>
                <a:off x="7648177" y="3845347"/>
                <a:ext cx="705642" cy="369332"/>
              </a:xfrm>
              <a:prstGeom prst="rect">
                <a:avLst/>
              </a:prstGeom>
              <a:solidFill>
                <a:schemeClr val="tx1">
                  <a:lumMod val="10000"/>
                  <a:lumOff val="90000"/>
                </a:schemeClr>
              </a:solidFill>
            </p:spPr>
            <p:txBody>
              <a:bodyPr wrap="none" rtlCol="0">
                <a:spAutoFit/>
              </a:bodyPr>
              <a:lstStyle/>
              <a:p>
                <a:r>
                  <a:rPr lang="en-US" dirty="0">
                    <a:latin typeface="Consolas" panose="020B0609020204030204" pitchFamily="49" charset="0"/>
                  </a:rPr>
                  <a:t>log</a:t>
                </a:r>
                <a:r>
                  <a:rPr lang="en-US" dirty="0"/>
                  <a:t>()</a:t>
                </a:r>
              </a:p>
            </p:txBody>
          </p:sp>
          <p:sp>
            <p:nvSpPr>
              <p:cNvPr id="51" name="TextBox 50">
                <a:extLst>
                  <a:ext uri="{FF2B5EF4-FFF2-40B4-BE49-F238E27FC236}">
                    <a16:creationId xmlns:a16="http://schemas.microsoft.com/office/drawing/2014/main" id="{17B8D026-A44D-F783-B56A-C7CE7D3116FB}"/>
                  </a:ext>
                </a:extLst>
              </p:cNvPr>
              <p:cNvSpPr txBox="1"/>
              <p:nvPr/>
            </p:nvSpPr>
            <p:spPr>
              <a:xfrm>
                <a:off x="8815750" y="3845347"/>
                <a:ext cx="705642" cy="369332"/>
              </a:xfrm>
              <a:prstGeom prst="rect">
                <a:avLst/>
              </a:prstGeom>
              <a:solidFill>
                <a:schemeClr val="tx1">
                  <a:lumMod val="10000"/>
                  <a:lumOff val="90000"/>
                </a:schemeClr>
              </a:solidFill>
            </p:spPr>
            <p:txBody>
              <a:bodyPr wrap="none" rtlCol="0">
                <a:spAutoFit/>
              </a:bodyPr>
              <a:lstStyle/>
              <a:p>
                <a:r>
                  <a:rPr lang="en-US" dirty="0">
                    <a:latin typeface="Consolas" panose="020B0609020204030204" pitchFamily="49" charset="0"/>
                  </a:rPr>
                  <a:t>log</a:t>
                </a:r>
                <a:r>
                  <a:rPr lang="en-US" dirty="0"/>
                  <a:t>()</a:t>
                </a:r>
              </a:p>
            </p:txBody>
          </p:sp>
          <p:cxnSp>
            <p:nvCxnSpPr>
              <p:cNvPr id="52" name="Straight Arrow Connector 51">
                <a:extLst>
                  <a:ext uri="{FF2B5EF4-FFF2-40B4-BE49-F238E27FC236}">
                    <a16:creationId xmlns:a16="http://schemas.microsoft.com/office/drawing/2014/main" id="{DCE3DF0C-30C9-85BC-E4AC-96750C05ACA2}"/>
                  </a:ext>
                </a:extLst>
              </p:cNvPr>
              <p:cNvCxnSpPr>
                <a:stCxn id="46" idx="0"/>
              </p:cNvCxnSpPr>
              <p:nvPr/>
            </p:nvCxnSpPr>
            <p:spPr>
              <a:xfrm flipH="1" flipV="1">
                <a:off x="8000998" y="4268498"/>
                <a:ext cx="1" cy="356256"/>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cxnSp>
            <p:nvCxnSpPr>
              <p:cNvPr id="53" name="Straight Arrow Connector 52">
                <a:extLst>
                  <a:ext uri="{FF2B5EF4-FFF2-40B4-BE49-F238E27FC236}">
                    <a16:creationId xmlns:a16="http://schemas.microsoft.com/office/drawing/2014/main" id="{668416D9-B255-91AB-C9B2-0A578D4E8C5C}"/>
                  </a:ext>
                </a:extLst>
              </p:cNvPr>
              <p:cNvCxnSpPr>
                <a:cxnSpLocks/>
                <a:stCxn id="47" idx="0"/>
                <a:endCxn id="51" idx="2"/>
              </p:cNvCxnSpPr>
              <p:nvPr/>
            </p:nvCxnSpPr>
            <p:spPr>
              <a:xfrm flipH="1" flipV="1">
                <a:off x="9168571" y="4214679"/>
                <a:ext cx="4704" cy="418811"/>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cxnSp>
            <p:nvCxnSpPr>
              <p:cNvPr id="54" name="Straight Arrow Connector 53">
                <a:extLst>
                  <a:ext uri="{FF2B5EF4-FFF2-40B4-BE49-F238E27FC236}">
                    <a16:creationId xmlns:a16="http://schemas.microsoft.com/office/drawing/2014/main" id="{0D408505-C64C-0F7B-88F0-D7B9BD6C866B}"/>
                  </a:ext>
                </a:extLst>
              </p:cNvPr>
              <p:cNvCxnSpPr>
                <a:cxnSpLocks/>
                <a:stCxn id="50" idx="0"/>
                <a:endCxn id="58" idx="2"/>
              </p:cNvCxnSpPr>
              <p:nvPr/>
            </p:nvCxnSpPr>
            <p:spPr>
              <a:xfrm flipV="1">
                <a:off x="8000998" y="3613637"/>
                <a:ext cx="1" cy="231710"/>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cxnSp>
            <p:nvCxnSpPr>
              <p:cNvPr id="55" name="Straight Arrow Connector 54">
                <a:extLst>
                  <a:ext uri="{FF2B5EF4-FFF2-40B4-BE49-F238E27FC236}">
                    <a16:creationId xmlns:a16="http://schemas.microsoft.com/office/drawing/2014/main" id="{27FD7C64-DAD4-2AD6-63D2-8A784C4385AA}"/>
                  </a:ext>
                </a:extLst>
              </p:cNvPr>
              <p:cNvCxnSpPr>
                <a:cxnSpLocks/>
                <a:stCxn id="51" idx="0"/>
                <a:endCxn id="59" idx="2"/>
              </p:cNvCxnSpPr>
              <p:nvPr/>
            </p:nvCxnSpPr>
            <p:spPr>
              <a:xfrm flipH="1" flipV="1">
                <a:off x="9167446" y="3613637"/>
                <a:ext cx="1125" cy="231710"/>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grpSp>
        <p:cxnSp>
          <p:nvCxnSpPr>
            <p:cNvPr id="42" name="Straight Arrow Connector 41">
              <a:extLst>
                <a:ext uri="{FF2B5EF4-FFF2-40B4-BE49-F238E27FC236}">
                  <a16:creationId xmlns:a16="http://schemas.microsoft.com/office/drawing/2014/main" id="{0EBA04BD-3BEB-64E1-EDD4-756CB820E82E}"/>
                </a:ext>
              </a:extLst>
            </p:cNvPr>
            <p:cNvCxnSpPr/>
            <p:nvPr/>
          </p:nvCxnSpPr>
          <p:spPr>
            <a:xfrm flipH="1" flipV="1">
              <a:off x="7993346" y="4818184"/>
              <a:ext cx="1" cy="356256"/>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cxnSp>
          <p:nvCxnSpPr>
            <p:cNvPr id="43" name="Straight Arrow Connector 42">
              <a:extLst>
                <a:ext uri="{FF2B5EF4-FFF2-40B4-BE49-F238E27FC236}">
                  <a16:creationId xmlns:a16="http://schemas.microsoft.com/office/drawing/2014/main" id="{B0C68345-BF53-6823-7777-DC635664E6D4}"/>
                </a:ext>
              </a:extLst>
            </p:cNvPr>
            <p:cNvCxnSpPr/>
            <p:nvPr/>
          </p:nvCxnSpPr>
          <p:spPr>
            <a:xfrm flipH="1" flipV="1">
              <a:off x="9167445" y="4818184"/>
              <a:ext cx="1" cy="356256"/>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grpSp>
      <p:grpSp>
        <p:nvGrpSpPr>
          <p:cNvPr id="56" name="Group 55">
            <a:extLst>
              <a:ext uri="{FF2B5EF4-FFF2-40B4-BE49-F238E27FC236}">
                <a16:creationId xmlns:a16="http://schemas.microsoft.com/office/drawing/2014/main" id="{6E52B253-A877-BA8F-53D4-63C4A17AE6BF}"/>
              </a:ext>
            </a:extLst>
          </p:cNvPr>
          <p:cNvGrpSpPr/>
          <p:nvPr/>
        </p:nvGrpSpPr>
        <p:grpSpPr>
          <a:xfrm>
            <a:off x="7578975" y="1969476"/>
            <a:ext cx="2403231" cy="1582615"/>
            <a:chOff x="7332784" y="2039815"/>
            <a:chExt cx="2403231" cy="1582615"/>
          </a:xfrm>
        </p:grpSpPr>
        <p:sp>
          <p:nvSpPr>
            <p:cNvPr id="57" name="Rectangle 56">
              <a:extLst>
                <a:ext uri="{FF2B5EF4-FFF2-40B4-BE49-F238E27FC236}">
                  <a16:creationId xmlns:a16="http://schemas.microsoft.com/office/drawing/2014/main" id="{9D4B147D-1323-30A0-3217-BC5377217751}"/>
                </a:ext>
              </a:extLst>
            </p:cNvPr>
            <p:cNvSpPr/>
            <p:nvPr/>
          </p:nvSpPr>
          <p:spPr>
            <a:xfrm>
              <a:off x="7332784" y="2039815"/>
              <a:ext cx="2403231" cy="1582615"/>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2800" dirty="0">
                  <a:ln w="0"/>
                  <a:solidFill>
                    <a:schemeClr val="tx1"/>
                  </a:solidFill>
                  <a:effectLst>
                    <a:outerShdw blurRad="38100" dist="19050" dir="2700000" algn="tl" rotWithShape="0">
                      <a:schemeClr val="dk1">
                        <a:alpha val="40000"/>
                      </a:schemeClr>
                    </a:outerShdw>
                  </a:effectLst>
                </a:rPr>
                <a:t>Person object</a:t>
              </a:r>
              <a:endParaRPr lang="en-US" sz="2800" dirty="0"/>
            </a:p>
          </p:txBody>
        </p:sp>
        <p:sp>
          <p:nvSpPr>
            <p:cNvPr id="58" name="Rectangle 57">
              <a:extLst>
                <a:ext uri="{FF2B5EF4-FFF2-40B4-BE49-F238E27FC236}">
                  <a16:creationId xmlns:a16="http://schemas.microsoft.com/office/drawing/2014/main" id="{6912773D-9EBE-20E8-7BC2-8F55BBB30697}"/>
                </a:ext>
              </a:extLst>
            </p:cNvPr>
            <p:cNvSpPr/>
            <p:nvPr/>
          </p:nvSpPr>
          <p:spPr>
            <a:xfrm>
              <a:off x="7772399" y="3420207"/>
              <a:ext cx="457200" cy="19343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9F41231F-3E25-6E34-6BAF-03C0EF913FE1}"/>
                </a:ext>
              </a:extLst>
            </p:cNvPr>
            <p:cNvSpPr/>
            <p:nvPr/>
          </p:nvSpPr>
          <p:spPr>
            <a:xfrm>
              <a:off x="8938846" y="3420207"/>
              <a:ext cx="457200" cy="19343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0" name="TextBox 59">
              <a:extLst>
                <a:ext uri="{FF2B5EF4-FFF2-40B4-BE49-F238E27FC236}">
                  <a16:creationId xmlns:a16="http://schemas.microsoft.com/office/drawing/2014/main" id="{B354E519-6505-D3C9-C3A0-DF05A96C76D4}"/>
                </a:ext>
              </a:extLst>
            </p:cNvPr>
            <p:cNvSpPr txBox="1"/>
            <p:nvPr/>
          </p:nvSpPr>
          <p:spPr>
            <a:xfrm>
              <a:off x="7584859" y="3050875"/>
              <a:ext cx="832279" cy="369332"/>
            </a:xfrm>
            <a:prstGeom prst="rect">
              <a:avLst/>
            </a:prstGeom>
            <a:noFill/>
          </p:spPr>
          <p:txBody>
            <a:bodyPr wrap="none" rtlCol="0">
              <a:spAutoFit/>
            </a:bodyPr>
            <a:lstStyle/>
            <a:p>
              <a:r>
                <a:rPr lang="en-US" dirty="0">
                  <a:latin typeface="Consolas" panose="020B0609020204030204" pitchFamily="49" charset="0"/>
                </a:rPr>
                <a:t>walk</a:t>
              </a:r>
              <a:r>
                <a:rPr lang="en-US" dirty="0"/>
                <a:t>()</a:t>
              </a:r>
            </a:p>
          </p:txBody>
        </p:sp>
        <p:sp>
          <p:nvSpPr>
            <p:cNvPr id="61" name="TextBox 60">
              <a:extLst>
                <a:ext uri="{FF2B5EF4-FFF2-40B4-BE49-F238E27FC236}">
                  <a16:creationId xmlns:a16="http://schemas.microsoft.com/office/drawing/2014/main" id="{3EED978E-06EE-7CC2-AB7B-480D6694EEAD}"/>
                </a:ext>
              </a:extLst>
            </p:cNvPr>
            <p:cNvSpPr txBox="1"/>
            <p:nvPr/>
          </p:nvSpPr>
          <p:spPr>
            <a:xfrm>
              <a:off x="8780582" y="3050875"/>
              <a:ext cx="832279" cy="369332"/>
            </a:xfrm>
            <a:prstGeom prst="rect">
              <a:avLst/>
            </a:prstGeom>
            <a:noFill/>
          </p:spPr>
          <p:txBody>
            <a:bodyPr wrap="none" rtlCol="0">
              <a:spAutoFit/>
            </a:bodyPr>
            <a:lstStyle/>
            <a:p>
              <a:r>
                <a:rPr lang="en-US" dirty="0">
                  <a:latin typeface="Consolas" panose="020B0609020204030204" pitchFamily="49" charset="0"/>
                </a:rPr>
                <a:t>talk</a:t>
              </a:r>
              <a:r>
                <a:rPr lang="en-US" dirty="0"/>
                <a:t>()</a:t>
              </a:r>
            </a:p>
          </p:txBody>
        </p:sp>
      </p:grpSp>
      <p:sp>
        <p:nvSpPr>
          <p:cNvPr id="65" name="TextBox 64">
            <a:extLst>
              <a:ext uri="{FF2B5EF4-FFF2-40B4-BE49-F238E27FC236}">
                <a16:creationId xmlns:a16="http://schemas.microsoft.com/office/drawing/2014/main" id="{B6055948-B804-F09E-55C0-7E893B573E5B}"/>
              </a:ext>
            </a:extLst>
          </p:cNvPr>
          <p:cNvSpPr txBox="1"/>
          <p:nvPr/>
        </p:nvSpPr>
        <p:spPr>
          <a:xfrm>
            <a:off x="119611" y="954621"/>
            <a:ext cx="5509200" cy="461665"/>
          </a:xfrm>
          <a:prstGeom prst="rect">
            <a:avLst/>
          </a:prstGeom>
          <a:noFill/>
        </p:spPr>
        <p:txBody>
          <a:bodyPr wrap="none" rtlCol="0">
            <a:spAutoFit/>
          </a:bodyPr>
          <a:lstStyle/>
          <a:p>
            <a:r>
              <a:rPr lang="en-US" sz="2400" dirty="0"/>
              <a:t>Implements/extends </a:t>
            </a:r>
            <a:r>
              <a:rPr lang="en-US" sz="2400" b="1" i="1" dirty="0"/>
              <a:t>target</a:t>
            </a:r>
            <a:r>
              <a:rPr lang="en-US" sz="2400" dirty="0"/>
              <a:t> interface/class</a:t>
            </a:r>
          </a:p>
        </p:txBody>
      </p:sp>
      <p:sp>
        <p:nvSpPr>
          <p:cNvPr id="66" name="TextBox 65">
            <a:extLst>
              <a:ext uri="{FF2B5EF4-FFF2-40B4-BE49-F238E27FC236}">
                <a16:creationId xmlns:a16="http://schemas.microsoft.com/office/drawing/2014/main" id="{E032DF96-3721-5116-1809-06133AA2A44F}"/>
              </a:ext>
            </a:extLst>
          </p:cNvPr>
          <p:cNvSpPr txBox="1"/>
          <p:nvPr/>
        </p:nvSpPr>
        <p:spPr>
          <a:xfrm>
            <a:off x="6028961" y="954621"/>
            <a:ext cx="6259214" cy="461665"/>
          </a:xfrm>
          <a:prstGeom prst="rect">
            <a:avLst/>
          </a:prstGeom>
          <a:noFill/>
        </p:spPr>
        <p:txBody>
          <a:bodyPr wrap="none" rtlCol="0">
            <a:spAutoFit/>
          </a:bodyPr>
          <a:lstStyle/>
          <a:p>
            <a:r>
              <a:rPr lang="en-US" sz="2400" dirty="0"/>
              <a:t>Implements/extends interface/class of </a:t>
            </a:r>
            <a:r>
              <a:rPr lang="en-US" sz="2400" b="1" i="1" dirty="0"/>
              <a:t>inner</a:t>
            </a:r>
            <a:r>
              <a:rPr lang="en-US" sz="2400" dirty="0"/>
              <a:t> obj</a:t>
            </a:r>
          </a:p>
        </p:txBody>
      </p:sp>
      <p:sp>
        <p:nvSpPr>
          <p:cNvPr id="2" name="TextBox 1">
            <a:extLst>
              <a:ext uri="{FF2B5EF4-FFF2-40B4-BE49-F238E27FC236}">
                <a16:creationId xmlns:a16="http://schemas.microsoft.com/office/drawing/2014/main" id="{996D5B38-4B55-9060-8507-239672E7F6BF}"/>
              </a:ext>
            </a:extLst>
          </p:cNvPr>
          <p:cNvSpPr txBox="1"/>
          <p:nvPr/>
        </p:nvSpPr>
        <p:spPr>
          <a:xfrm>
            <a:off x="865777" y="5297240"/>
            <a:ext cx="4452886" cy="461665"/>
          </a:xfrm>
          <a:prstGeom prst="rect">
            <a:avLst/>
          </a:prstGeom>
          <a:noFill/>
        </p:spPr>
        <p:txBody>
          <a:bodyPr wrap="none" rtlCol="0">
            <a:spAutoFit/>
          </a:bodyPr>
          <a:lstStyle/>
          <a:p>
            <a:r>
              <a:rPr lang="en-US" sz="2400" dirty="0"/>
              <a:t>Adapts the </a:t>
            </a:r>
            <a:r>
              <a:rPr lang="en-US" sz="2400" dirty="0" err="1"/>
              <a:t>adaptee</a:t>
            </a:r>
            <a:r>
              <a:rPr lang="en-US" sz="2400" dirty="0"/>
              <a:t> API to target’s</a:t>
            </a:r>
          </a:p>
        </p:txBody>
      </p:sp>
      <p:sp>
        <p:nvSpPr>
          <p:cNvPr id="4" name="TextBox 3">
            <a:extLst>
              <a:ext uri="{FF2B5EF4-FFF2-40B4-BE49-F238E27FC236}">
                <a16:creationId xmlns:a16="http://schemas.microsoft.com/office/drawing/2014/main" id="{A78D7EAD-007B-AC43-D70C-C1618D16276B}"/>
              </a:ext>
            </a:extLst>
          </p:cNvPr>
          <p:cNvSpPr txBox="1"/>
          <p:nvPr/>
        </p:nvSpPr>
        <p:spPr>
          <a:xfrm>
            <a:off x="6145735" y="5297240"/>
            <a:ext cx="4921540" cy="461665"/>
          </a:xfrm>
          <a:prstGeom prst="rect">
            <a:avLst/>
          </a:prstGeom>
          <a:noFill/>
        </p:spPr>
        <p:txBody>
          <a:bodyPr wrap="none" rtlCol="0">
            <a:spAutoFit/>
          </a:bodyPr>
          <a:lstStyle/>
          <a:p>
            <a:r>
              <a:rPr lang="en-US" sz="2400" dirty="0"/>
              <a:t>Has the same API as inner object class</a:t>
            </a:r>
          </a:p>
        </p:txBody>
      </p:sp>
    </p:spTree>
    <p:extLst>
      <p:ext uri="{BB962C8B-B14F-4D97-AF65-F5344CB8AC3E}">
        <p14:creationId xmlns:p14="http://schemas.microsoft.com/office/powerpoint/2010/main" val="1234314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p:bldP spid="66" grpId="0"/>
      <p:bldP spid="2" grpId="0"/>
      <p:bldP spid="4"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7FFC6B-473D-B445-E9DD-BC3C44C1718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CC2C006-51DE-F4D1-CCFD-657EBE3D612A}"/>
              </a:ext>
            </a:extLst>
          </p:cNvPr>
          <p:cNvSpPr>
            <a:spLocks noGrp="1"/>
          </p:cNvSpPr>
          <p:nvPr>
            <p:ph idx="1"/>
          </p:nvPr>
        </p:nvSpPr>
        <p:spPr/>
        <p:txBody>
          <a:bodyPr/>
          <a:lstStyle/>
          <a:p>
            <a:endParaRPr lang="en-US"/>
          </a:p>
        </p:txBody>
      </p:sp>
      <p:sp>
        <p:nvSpPr>
          <p:cNvPr id="3" name="Text Placeholder 2">
            <a:extLst>
              <a:ext uri="{FF2B5EF4-FFF2-40B4-BE49-F238E27FC236}">
                <a16:creationId xmlns:a16="http://schemas.microsoft.com/office/drawing/2014/main" id="{36F5F3DB-F229-26E1-E9A2-13545A6BE73C}"/>
              </a:ext>
            </a:extLst>
          </p:cNvPr>
          <p:cNvSpPr>
            <a:spLocks noGrp="1"/>
          </p:cNvSpPr>
          <p:nvPr>
            <p:ph type="body" sz="quarter" idx="13"/>
          </p:nvPr>
        </p:nvSpPr>
        <p:spPr/>
        <p:txBody>
          <a:bodyPr/>
          <a:lstStyle/>
          <a:p>
            <a:r>
              <a:rPr lang="en-US" sz="3200" dirty="0"/>
              <a:t>Bridge design pattern</a:t>
            </a:r>
          </a:p>
        </p:txBody>
      </p:sp>
    </p:spTree>
    <p:extLst>
      <p:ext uri="{BB962C8B-B14F-4D97-AF65-F5344CB8AC3E}">
        <p14:creationId xmlns:p14="http://schemas.microsoft.com/office/powerpoint/2010/main" val="29512459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A3AF53-FD6E-6D1F-7809-187C8E1059E9}"/>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A9C035DD-0ECC-6E26-7830-04ED9B9EF164}"/>
              </a:ext>
            </a:extLst>
          </p:cNvPr>
          <p:cNvSpPr>
            <a:spLocks noGrp="1"/>
          </p:cNvSpPr>
          <p:nvPr>
            <p:ph idx="1"/>
          </p:nvPr>
        </p:nvSpPr>
        <p:spPr/>
        <p:txBody>
          <a:bodyPr>
            <a:normAutofit/>
          </a:bodyPr>
          <a:lstStyle/>
          <a:p>
            <a:pPr marL="0" indent="0">
              <a:buNone/>
            </a:pPr>
            <a:endParaRPr lang="en-US" dirty="0"/>
          </a:p>
          <a:p>
            <a:pPr marL="0" indent="0">
              <a:buNone/>
            </a:pPr>
            <a:endParaRPr lang="en-US" dirty="0"/>
          </a:p>
        </p:txBody>
      </p:sp>
      <p:sp>
        <p:nvSpPr>
          <p:cNvPr id="3" name="Title 2">
            <a:extLst>
              <a:ext uri="{FF2B5EF4-FFF2-40B4-BE49-F238E27FC236}">
                <a16:creationId xmlns:a16="http://schemas.microsoft.com/office/drawing/2014/main" id="{87E95E5D-EE1A-16A4-9592-C4B85C43B4BD}"/>
              </a:ext>
            </a:extLst>
          </p:cNvPr>
          <p:cNvSpPr>
            <a:spLocks noGrp="1"/>
          </p:cNvSpPr>
          <p:nvPr>
            <p:ph type="title"/>
          </p:nvPr>
        </p:nvSpPr>
        <p:spPr/>
        <p:txBody>
          <a:bodyPr/>
          <a:lstStyle/>
          <a:p>
            <a:r>
              <a:rPr lang="en-US" dirty="0"/>
              <a:t>Case study: vehicle class hierarchy</a:t>
            </a:r>
          </a:p>
        </p:txBody>
      </p:sp>
      <p:sp>
        <p:nvSpPr>
          <p:cNvPr id="2" name="Rectangle: Rounded Corners 1">
            <a:extLst>
              <a:ext uri="{FF2B5EF4-FFF2-40B4-BE49-F238E27FC236}">
                <a16:creationId xmlns:a16="http://schemas.microsoft.com/office/drawing/2014/main" id="{7193E25B-5A78-0425-4D70-3D0B1BB66D26}"/>
              </a:ext>
            </a:extLst>
          </p:cNvPr>
          <p:cNvSpPr/>
          <p:nvPr/>
        </p:nvSpPr>
        <p:spPr>
          <a:xfrm>
            <a:off x="3610708" y="1274482"/>
            <a:ext cx="1828800" cy="85578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ln w="0"/>
                <a:solidFill>
                  <a:schemeClr val="tx1"/>
                </a:solidFill>
                <a:effectLst>
                  <a:outerShdw blurRad="38100" dist="19050" dir="2700000" algn="tl" rotWithShape="0">
                    <a:schemeClr val="dk1">
                      <a:alpha val="40000"/>
                    </a:schemeClr>
                  </a:outerShdw>
                </a:effectLst>
              </a:rPr>
              <a:t>Vehicle</a:t>
            </a:r>
            <a:endParaRPr lang="en-US" dirty="0"/>
          </a:p>
        </p:txBody>
      </p:sp>
      <p:sp>
        <p:nvSpPr>
          <p:cNvPr id="5" name="Rectangle: Rounded Corners 4">
            <a:extLst>
              <a:ext uri="{FF2B5EF4-FFF2-40B4-BE49-F238E27FC236}">
                <a16:creationId xmlns:a16="http://schemas.microsoft.com/office/drawing/2014/main" id="{4B980A10-A0F9-464D-E0F8-8DF581D4740E}"/>
              </a:ext>
            </a:extLst>
          </p:cNvPr>
          <p:cNvSpPr/>
          <p:nvPr/>
        </p:nvSpPr>
        <p:spPr>
          <a:xfrm>
            <a:off x="2414954" y="2966600"/>
            <a:ext cx="1828800" cy="855785"/>
          </a:xfrm>
          <a:prstGeom prst="roundRect">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ln w="0"/>
                <a:solidFill>
                  <a:schemeClr val="tx1"/>
                </a:solidFill>
                <a:effectLst>
                  <a:outerShdw blurRad="38100" dist="19050" dir="2700000" algn="tl" rotWithShape="0">
                    <a:schemeClr val="dk1">
                      <a:alpha val="40000"/>
                    </a:schemeClr>
                  </a:outerShdw>
                </a:effectLst>
              </a:rPr>
              <a:t>Car</a:t>
            </a:r>
            <a:endParaRPr lang="en-US" dirty="0"/>
          </a:p>
        </p:txBody>
      </p:sp>
      <p:sp>
        <p:nvSpPr>
          <p:cNvPr id="6" name="Rectangle: Rounded Corners 5">
            <a:extLst>
              <a:ext uri="{FF2B5EF4-FFF2-40B4-BE49-F238E27FC236}">
                <a16:creationId xmlns:a16="http://schemas.microsoft.com/office/drawing/2014/main" id="{B908EBEE-8181-86E5-7A91-14560D1D2246}"/>
              </a:ext>
            </a:extLst>
          </p:cNvPr>
          <p:cNvSpPr/>
          <p:nvPr/>
        </p:nvSpPr>
        <p:spPr>
          <a:xfrm>
            <a:off x="4829906" y="2966599"/>
            <a:ext cx="2286001" cy="855785"/>
          </a:xfrm>
          <a:prstGeom prst="roundRect">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ln w="0"/>
                <a:solidFill>
                  <a:schemeClr val="tx1"/>
                </a:solidFill>
                <a:effectLst>
                  <a:outerShdw blurRad="38100" dist="19050" dir="2700000" algn="tl" rotWithShape="0">
                    <a:schemeClr val="dk1">
                      <a:alpha val="40000"/>
                    </a:schemeClr>
                  </a:outerShdw>
                </a:effectLst>
              </a:rPr>
              <a:t>Motorcycle</a:t>
            </a:r>
            <a:endParaRPr lang="en-US" dirty="0"/>
          </a:p>
        </p:txBody>
      </p:sp>
      <p:cxnSp>
        <p:nvCxnSpPr>
          <p:cNvPr id="8" name="Straight Arrow Connector 7">
            <a:extLst>
              <a:ext uri="{FF2B5EF4-FFF2-40B4-BE49-F238E27FC236}">
                <a16:creationId xmlns:a16="http://schemas.microsoft.com/office/drawing/2014/main" id="{DC24F8F8-1642-96E7-977B-6FCAE6232D91}"/>
              </a:ext>
            </a:extLst>
          </p:cNvPr>
          <p:cNvCxnSpPr>
            <a:stCxn id="2" idx="2"/>
            <a:endCxn id="5" idx="0"/>
          </p:cNvCxnSpPr>
          <p:nvPr/>
        </p:nvCxnSpPr>
        <p:spPr>
          <a:xfrm flipH="1">
            <a:off x="3329354" y="2130267"/>
            <a:ext cx="1195754" cy="836333"/>
          </a:xfrm>
          <a:prstGeom prst="straightConnector1">
            <a:avLst/>
          </a:prstGeom>
          <a:ln w="25400">
            <a:tailEnd type="triangle"/>
          </a:ln>
        </p:spPr>
        <p:style>
          <a:lnRef idx="1">
            <a:schemeClr val="dk1"/>
          </a:lnRef>
          <a:fillRef idx="0">
            <a:schemeClr val="dk1"/>
          </a:fillRef>
          <a:effectRef idx="0">
            <a:schemeClr val="dk1"/>
          </a:effectRef>
          <a:fontRef idx="minor">
            <a:schemeClr val="tx1"/>
          </a:fontRef>
        </p:style>
      </p:cxnSp>
      <p:cxnSp>
        <p:nvCxnSpPr>
          <p:cNvPr id="9" name="Straight Arrow Connector 8">
            <a:extLst>
              <a:ext uri="{FF2B5EF4-FFF2-40B4-BE49-F238E27FC236}">
                <a16:creationId xmlns:a16="http://schemas.microsoft.com/office/drawing/2014/main" id="{420DB07C-BC7E-9597-59AA-DA74EA45CF6A}"/>
              </a:ext>
            </a:extLst>
          </p:cNvPr>
          <p:cNvCxnSpPr>
            <a:cxnSpLocks/>
            <a:stCxn id="2" idx="2"/>
            <a:endCxn id="6" idx="0"/>
          </p:cNvCxnSpPr>
          <p:nvPr/>
        </p:nvCxnSpPr>
        <p:spPr>
          <a:xfrm>
            <a:off x="4525108" y="2130267"/>
            <a:ext cx="1447799" cy="836332"/>
          </a:xfrm>
          <a:prstGeom prst="straightConnector1">
            <a:avLst/>
          </a:prstGeom>
          <a:ln w="25400">
            <a:tailEnd type="triangle"/>
          </a:ln>
        </p:spPr>
        <p:style>
          <a:lnRef idx="1">
            <a:schemeClr val="dk1"/>
          </a:lnRef>
          <a:fillRef idx="0">
            <a:schemeClr val="dk1"/>
          </a:fillRef>
          <a:effectRef idx="0">
            <a:schemeClr val="dk1"/>
          </a:effectRef>
          <a:fontRef idx="minor">
            <a:schemeClr val="tx1"/>
          </a:fontRef>
        </p:style>
      </p:cxnSp>
      <p:sp>
        <p:nvSpPr>
          <p:cNvPr id="13" name="TextBox 12">
            <a:extLst>
              <a:ext uri="{FF2B5EF4-FFF2-40B4-BE49-F238E27FC236}">
                <a16:creationId xmlns:a16="http://schemas.microsoft.com/office/drawing/2014/main" id="{652B6949-93AB-1E48-CD0E-EACB84DCC383}"/>
              </a:ext>
            </a:extLst>
          </p:cNvPr>
          <p:cNvSpPr txBox="1"/>
          <p:nvPr/>
        </p:nvSpPr>
        <p:spPr>
          <a:xfrm>
            <a:off x="5514426" y="2179101"/>
            <a:ext cx="933269" cy="369332"/>
          </a:xfrm>
          <a:prstGeom prst="rect">
            <a:avLst/>
          </a:prstGeom>
          <a:noFill/>
        </p:spPr>
        <p:txBody>
          <a:bodyPr wrap="none" rtlCol="0">
            <a:spAutoFit/>
          </a:bodyPr>
          <a:lstStyle/>
          <a:p>
            <a:r>
              <a:rPr lang="en-US" b="1" i="1" dirty="0"/>
              <a:t>extends</a:t>
            </a:r>
          </a:p>
        </p:txBody>
      </p:sp>
      <p:sp>
        <p:nvSpPr>
          <p:cNvPr id="14" name="TextBox 13">
            <a:extLst>
              <a:ext uri="{FF2B5EF4-FFF2-40B4-BE49-F238E27FC236}">
                <a16:creationId xmlns:a16="http://schemas.microsoft.com/office/drawing/2014/main" id="{9129E340-350D-1A7A-5CF2-A9FAECBB7054}"/>
              </a:ext>
            </a:extLst>
          </p:cNvPr>
          <p:cNvSpPr txBox="1"/>
          <p:nvPr/>
        </p:nvSpPr>
        <p:spPr>
          <a:xfrm>
            <a:off x="2722043" y="2188827"/>
            <a:ext cx="933269" cy="369332"/>
          </a:xfrm>
          <a:prstGeom prst="rect">
            <a:avLst/>
          </a:prstGeom>
          <a:noFill/>
        </p:spPr>
        <p:txBody>
          <a:bodyPr wrap="none" rtlCol="0">
            <a:spAutoFit/>
          </a:bodyPr>
          <a:lstStyle/>
          <a:p>
            <a:r>
              <a:rPr lang="en-US" b="1" i="1" dirty="0"/>
              <a:t>extends</a:t>
            </a:r>
          </a:p>
        </p:txBody>
      </p:sp>
    </p:spTree>
    <p:extLst>
      <p:ext uri="{BB962C8B-B14F-4D97-AF65-F5344CB8AC3E}">
        <p14:creationId xmlns:p14="http://schemas.microsoft.com/office/powerpoint/2010/main" val="349295610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5BD506-E79B-B8C5-C951-F31C217EF078}"/>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9A1004D7-64F9-14BC-286D-E3EE42EA4F0F}"/>
              </a:ext>
            </a:extLst>
          </p:cNvPr>
          <p:cNvSpPr>
            <a:spLocks noGrp="1"/>
          </p:cNvSpPr>
          <p:nvPr>
            <p:ph idx="1"/>
          </p:nvPr>
        </p:nvSpPr>
        <p:spPr/>
        <p:txBody>
          <a:bodyPr>
            <a:normAutofit/>
          </a:bodyPr>
          <a:lstStyle/>
          <a:p>
            <a:pPr marL="0" indent="0">
              <a:buNone/>
            </a:pPr>
            <a:endParaRPr lang="en-US" dirty="0"/>
          </a:p>
          <a:p>
            <a:pPr marL="0" indent="0">
              <a:buNone/>
            </a:pPr>
            <a:endParaRPr lang="en-US" dirty="0"/>
          </a:p>
        </p:txBody>
      </p:sp>
      <p:sp>
        <p:nvSpPr>
          <p:cNvPr id="3" name="Title 2">
            <a:extLst>
              <a:ext uri="{FF2B5EF4-FFF2-40B4-BE49-F238E27FC236}">
                <a16:creationId xmlns:a16="http://schemas.microsoft.com/office/drawing/2014/main" id="{68E2A881-F182-27D7-D37D-AE7E82F72273}"/>
              </a:ext>
            </a:extLst>
          </p:cNvPr>
          <p:cNvSpPr>
            <a:spLocks noGrp="1"/>
          </p:cNvSpPr>
          <p:nvPr>
            <p:ph type="title"/>
          </p:nvPr>
        </p:nvSpPr>
        <p:spPr/>
        <p:txBody>
          <a:bodyPr/>
          <a:lstStyle/>
          <a:p>
            <a:r>
              <a:rPr lang="en-US" dirty="0"/>
              <a:t>Case study: vehicle class hierarchy</a:t>
            </a:r>
          </a:p>
        </p:txBody>
      </p:sp>
      <p:sp>
        <p:nvSpPr>
          <p:cNvPr id="2" name="Rectangle: Rounded Corners 1">
            <a:extLst>
              <a:ext uri="{FF2B5EF4-FFF2-40B4-BE49-F238E27FC236}">
                <a16:creationId xmlns:a16="http://schemas.microsoft.com/office/drawing/2014/main" id="{00FD4838-5CFA-4D4A-0E96-6A560470FC43}"/>
              </a:ext>
            </a:extLst>
          </p:cNvPr>
          <p:cNvSpPr/>
          <p:nvPr/>
        </p:nvSpPr>
        <p:spPr>
          <a:xfrm>
            <a:off x="3610708" y="1274482"/>
            <a:ext cx="1828800" cy="85578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ln w="0"/>
                <a:solidFill>
                  <a:schemeClr val="tx1"/>
                </a:solidFill>
                <a:effectLst>
                  <a:outerShdw blurRad="38100" dist="19050" dir="2700000" algn="tl" rotWithShape="0">
                    <a:schemeClr val="dk1">
                      <a:alpha val="40000"/>
                    </a:schemeClr>
                  </a:outerShdw>
                </a:effectLst>
              </a:rPr>
              <a:t>Vehicle</a:t>
            </a:r>
            <a:endParaRPr lang="en-US" dirty="0"/>
          </a:p>
        </p:txBody>
      </p:sp>
      <p:sp>
        <p:nvSpPr>
          <p:cNvPr id="5" name="Rectangle: Rounded Corners 4">
            <a:extLst>
              <a:ext uri="{FF2B5EF4-FFF2-40B4-BE49-F238E27FC236}">
                <a16:creationId xmlns:a16="http://schemas.microsoft.com/office/drawing/2014/main" id="{2E3B7CC1-D45E-D432-9144-188B0EDA02CC}"/>
              </a:ext>
            </a:extLst>
          </p:cNvPr>
          <p:cNvSpPr/>
          <p:nvPr/>
        </p:nvSpPr>
        <p:spPr>
          <a:xfrm>
            <a:off x="2414954" y="2966600"/>
            <a:ext cx="1828800" cy="855785"/>
          </a:xfrm>
          <a:prstGeom prst="roundRect">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ln w="0"/>
                <a:solidFill>
                  <a:schemeClr val="tx1"/>
                </a:solidFill>
                <a:effectLst>
                  <a:outerShdw blurRad="38100" dist="19050" dir="2700000" algn="tl" rotWithShape="0">
                    <a:schemeClr val="dk1">
                      <a:alpha val="40000"/>
                    </a:schemeClr>
                  </a:outerShdw>
                </a:effectLst>
              </a:rPr>
              <a:t>Car</a:t>
            </a:r>
            <a:endParaRPr lang="en-US" dirty="0"/>
          </a:p>
        </p:txBody>
      </p:sp>
      <p:sp>
        <p:nvSpPr>
          <p:cNvPr id="6" name="Rectangle: Rounded Corners 5">
            <a:extLst>
              <a:ext uri="{FF2B5EF4-FFF2-40B4-BE49-F238E27FC236}">
                <a16:creationId xmlns:a16="http://schemas.microsoft.com/office/drawing/2014/main" id="{5BB51A6F-13E6-1909-4CB5-DB9B0479652A}"/>
              </a:ext>
            </a:extLst>
          </p:cNvPr>
          <p:cNvSpPr/>
          <p:nvPr/>
        </p:nvSpPr>
        <p:spPr>
          <a:xfrm>
            <a:off x="4829907" y="2966599"/>
            <a:ext cx="2382594" cy="855785"/>
          </a:xfrm>
          <a:prstGeom prst="roundRect">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ln w="0"/>
                <a:solidFill>
                  <a:schemeClr val="tx1"/>
                </a:solidFill>
                <a:effectLst>
                  <a:outerShdw blurRad="38100" dist="19050" dir="2700000" algn="tl" rotWithShape="0">
                    <a:schemeClr val="dk1">
                      <a:alpha val="40000"/>
                    </a:schemeClr>
                  </a:outerShdw>
                </a:effectLst>
              </a:rPr>
              <a:t>Motorcycle</a:t>
            </a:r>
            <a:endParaRPr lang="en-US" dirty="0"/>
          </a:p>
        </p:txBody>
      </p:sp>
      <p:cxnSp>
        <p:nvCxnSpPr>
          <p:cNvPr id="8" name="Straight Arrow Connector 7">
            <a:extLst>
              <a:ext uri="{FF2B5EF4-FFF2-40B4-BE49-F238E27FC236}">
                <a16:creationId xmlns:a16="http://schemas.microsoft.com/office/drawing/2014/main" id="{74F05C42-1B4E-50FE-8C9D-1B8BB227B906}"/>
              </a:ext>
            </a:extLst>
          </p:cNvPr>
          <p:cNvCxnSpPr>
            <a:stCxn id="2" idx="2"/>
            <a:endCxn id="5" idx="0"/>
          </p:cNvCxnSpPr>
          <p:nvPr/>
        </p:nvCxnSpPr>
        <p:spPr>
          <a:xfrm flipH="1">
            <a:off x="3329354" y="2130267"/>
            <a:ext cx="1195754" cy="836333"/>
          </a:xfrm>
          <a:prstGeom prst="straightConnector1">
            <a:avLst/>
          </a:prstGeom>
          <a:ln w="25400">
            <a:tailEnd type="triangle"/>
          </a:ln>
        </p:spPr>
        <p:style>
          <a:lnRef idx="1">
            <a:schemeClr val="dk1"/>
          </a:lnRef>
          <a:fillRef idx="0">
            <a:schemeClr val="dk1"/>
          </a:fillRef>
          <a:effectRef idx="0">
            <a:schemeClr val="dk1"/>
          </a:effectRef>
          <a:fontRef idx="minor">
            <a:schemeClr val="tx1"/>
          </a:fontRef>
        </p:style>
      </p:cxnSp>
      <p:cxnSp>
        <p:nvCxnSpPr>
          <p:cNvPr id="9" name="Straight Arrow Connector 8">
            <a:extLst>
              <a:ext uri="{FF2B5EF4-FFF2-40B4-BE49-F238E27FC236}">
                <a16:creationId xmlns:a16="http://schemas.microsoft.com/office/drawing/2014/main" id="{D26EAD19-03DC-BA2E-B692-3FFA13F87A85}"/>
              </a:ext>
            </a:extLst>
          </p:cNvPr>
          <p:cNvCxnSpPr>
            <a:cxnSpLocks/>
            <a:stCxn id="2" idx="2"/>
            <a:endCxn id="6" idx="0"/>
          </p:cNvCxnSpPr>
          <p:nvPr/>
        </p:nvCxnSpPr>
        <p:spPr>
          <a:xfrm>
            <a:off x="4525108" y="2130267"/>
            <a:ext cx="1496096" cy="836332"/>
          </a:xfrm>
          <a:prstGeom prst="straightConnector1">
            <a:avLst/>
          </a:prstGeom>
          <a:ln w="25400">
            <a:tailEnd type="triangle"/>
          </a:ln>
        </p:spPr>
        <p:style>
          <a:lnRef idx="1">
            <a:schemeClr val="dk1"/>
          </a:lnRef>
          <a:fillRef idx="0">
            <a:schemeClr val="dk1"/>
          </a:fillRef>
          <a:effectRef idx="0">
            <a:schemeClr val="dk1"/>
          </a:effectRef>
          <a:fontRef idx="minor">
            <a:schemeClr val="tx1"/>
          </a:fontRef>
        </p:style>
      </p:cxnSp>
      <p:sp>
        <p:nvSpPr>
          <p:cNvPr id="13" name="TextBox 12">
            <a:extLst>
              <a:ext uri="{FF2B5EF4-FFF2-40B4-BE49-F238E27FC236}">
                <a16:creationId xmlns:a16="http://schemas.microsoft.com/office/drawing/2014/main" id="{424E646C-9209-9CF2-2332-956F31C9B10A}"/>
              </a:ext>
            </a:extLst>
          </p:cNvPr>
          <p:cNvSpPr txBox="1"/>
          <p:nvPr/>
        </p:nvSpPr>
        <p:spPr>
          <a:xfrm>
            <a:off x="5514426" y="2179101"/>
            <a:ext cx="933269" cy="369332"/>
          </a:xfrm>
          <a:prstGeom prst="rect">
            <a:avLst/>
          </a:prstGeom>
          <a:noFill/>
        </p:spPr>
        <p:txBody>
          <a:bodyPr wrap="none" rtlCol="0">
            <a:spAutoFit/>
          </a:bodyPr>
          <a:lstStyle/>
          <a:p>
            <a:r>
              <a:rPr lang="en-US" b="1" i="1" dirty="0"/>
              <a:t>extends</a:t>
            </a:r>
          </a:p>
        </p:txBody>
      </p:sp>
      <p:sp>
        <p:nvSpPr>
          <p:cNvPr id="14" name="TextBox 13">
            <a:extLst>
              <a:ext uri="{FF2B5EF4-FFF2-40B4-BE49-F238E27FC236}">
                <a16:creationId xmlns:a16="http://schemas.microsoft.com/office/drawing/2014/main" id="{5D8A0D51-92D3-0D2F-0270-6FA296864F05}"/>
              </a:ext>
            </a:extLst>
          </p:cNvPr>
          <p:cNvSpPr txBox="1"/>
          <p:nvPr/>
        </p:nvSpPr>
        <p:spPr>
          <a:xfrm>
            <a:off x="2722043" y="2188827"/>
            <a:ext cx="933269" cy="369332"/>
          </a:xfrm>
          <a:prstGeom prst="rect">
            <a:avLst/>
          </a:prstGeom>
          <a:noFill/>
        </p:spPr>
        <p:txBody>
          <a:bodyPr wrap="none" rtlCol="0">
            <a:spAutoFit/>
          </a:bodyPr>
          <a:lstStyle/>
          <a:p>
            <a:r>
              <a:rPr lang="en-US" b="1" i="1" dirty="0"/>
              <a:t>extends</a:t>
            </a:r>
          </a:p>
        </p:txBody>
      </p:sp>
      <p:sp>
        <p:nvSpPr>
          <p:cNvPr id="7" name="TextBox 6">
            <a:extLst>
              <a:ext uri="{FF2B5EF4-FFF2-40B4-BE49-F238E27FC236}">
                <a16:creationId xmlns:a16="http://schemas.microsoft.com/office/drawing/2014/main" id="{30FB293E-014E-57F4-8281-DC54637B1FC1}"/>
              </a:ext>
            </a:extLst>
          </p:cNvPr>
          <p:cNvSpPr txBox="1"/>
          <p:nvPr/>
        </p:nvSpPr>
        <p:spPr>
          <a:xfrm>
            <a:off x="360607" y="4478144"/>
            <a:ext cx="12097094" cy="523220"/>
          </a:xfrm>
          <a:prstGeom prst="rect">
            <a:avLst/>
          </a:prstGeom>
          <a:noFill/>
        </p:spPr>
        <p:txBody>
          <a:bodyPr wrap="none" rtlCol="0">
            <a:spAutoFit/>
          </a:bodyPr>
          <a:lstStyle/>
          <a:p>
            <a:r>
              <a:rPr lang="en-US" sz="2800" b="1" i="1" dirty="0"/>
              <a:t>A car can be either gas or electric. A motorcycle can also be either gas or electric</a:t>
            </a:r>
          </a:p>
        </p:txBody>
      </p:sp>
    </p:spTree>
    <p:extLst>
      <p:ext uri="{BB962C8B-B14F-4D97-AF65-F5344CB8AC3E}">
        <p14:creationId xmlns:p14="http://schemas.microsoft.com/office/powerpoint/2010/main" val="123575192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9445B0-BC97-36CA-5B21-483FF65FECA1}"/>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30360C32-8D75-70AE-CB02-05F69B498F80}"/>
              </a:ext>
            </a:extLst>
          </p:cNvPr>
          <p:cNvSpPr>
            <a:spLocks noGrp="1"/>
          </p:cNvSpPr>
          <p:nvPr>
            <p:ph idx="1"/>
          </p:nvPr>
        </p:nvSpPr>
        <p:spPr/>
        <p:txBody>
          <a:bodyPr>
            <a:normAutofit/>
          </a:bodyPr>
          <a:lstStyle/>
          <a:p>
            <a:pPr marL="0" indent="0">
              <a:buNone/>
            </a:pPr>
            <a:endParaRPr lang="en-US" dirty="0"/>
          </a:p>
          <a:p>
            <a:pPr marL="0" indent="0">
              <a:buNone/>
            </a:pPr>
            <a:endParaRPr lang="en-US" dirty="0"/>
          </a:p>
        </p:txBody>
      </p:sp>
      <p:sp>
        <p:nvSpPr>
          <p:cNvPr id="3" name="Title 2">
            <a:extLst>
              <a:ext uri="{FF2B5EF4-FFF2-40B4-BE49-F238E27FC236}">
                <a16:creationId xmlns:a16="http://schemas.microsoft.com/office/drawing/2014/main" id="{6B1FDB29-A0C8-8453-8BBE-265E881F0C9B}"/>
              </a:ext>
            </a:extLst>
          </p:cNvPr>
          <p:cNvSpPr>
            <a:spLocks noGrp="1"/>
          </p:cNvSpPr>
          <p:nvPr>
            <p:ph type="title"/>
          </p:nvPr>
        </p:nvSpPr>
        <p:spPr/>
        <p:txBody>
          <a:bodyPr/>
          <a:lstStyle/>
          <a:p>
            <a:r>
              <a:rPr lang="en-US" dirty="0"/>
              <a:t>Case study: vehicle class hierarchy</a:t>
            </a:r>
          </a:p>
        </p:txBody>
      </p:sp>
      <p:sp>
        <p:nvSpPr>
          <p:cNvPr id="2" name="Rectangle: Rounded Corners 1">
            <a:extLst>
              <a:ext uri="{FF2B5EF4-FFF2-40B4-BE49-F238E27FC236}">
                <a16:creationId xmlns:a16="http://schemas.microsoft.com/office/drawing/2014/main" id="{9F7CE6CA-CF15-2C94-A835-E596FC3255D4}"/>
              </a:ext>
            </a:extLst>
          </p:cNvPr>
          <p:cNvSpPr/>
          <p:nvPr/>
        </p:nvSpPr>
        <p:spPr>
          <a:xfrm>
            <a:off x="3610708" y="1274482"/>
            <a:ext cx="1828800" cy="85578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ln w="0"/>
                <a:solidFill>
                  <a:schemeClr val="tx1"/>
                </a:solidFill>
                <a:effectLst>
                  <a:outerShdw blurRad="38100" dist="19050" dir="2700000" algn="tl" rotWithShape="0">
                    <a:schemeClr val="dk1">
                      <a:alpha val="40000"/>
                    </a:schemeClr>
                  </a:outerShdw>
                </a:effectLst>
              </a:rPr>
              <a:t>Vehicle</a:t>
            </a:r>
            <a:endParaRPr lang="en-US" dirty="0"/>
          </a:p>
        </p:txBody>
      </p:sp>
      <p:sp>
        <p:nvSpPr>
          <p:cNvPr id="5" name="Rectangle: Rounded Corners 4">
            <a:extLst>
              <a:ext uri="{FF2B5EF4-FFF2-40B4-BE49-F238E27FC236}">
                <a16:creationId xmlns:a16="http://schemas.microsoft.com/office/drawing/2014/main" id="{4F269BD2-9D80-CBD9-12EB-88583919AE77}"/>
              </a:ext>
            </a:extLst>
          </p:cNvPr>
          <p:cNvSpPr/>
          <p:nvPr/>
        </p:nvSpPr>
        <p:spPr>
          <a:xfrm>
            <a:off x="291098" y="2966600"/>
            <a:ext cx="2227385" cy="855785"/>
          </a:xfrm>
          <a:prstGeom prst="roundRect">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err="1">
                <a:ln w="0"/>
                <a:solidFill>
                  <a:schemeClr val="tx1"/>
                </a:solidFill>
                <a:effectLst>
                  <a:outerShdw blurRad="38100" dist="19050" dir="2700000" algn="tl" rotWithShape="0">
                    <a:schemeClr val="dk1">
                      <a:alpha val="40000"/>
                    </a:schemeClr>
                  </a:outerShdw>
                </a:effectLst>
              </a:rPr>
              <a:t>ElectricCar</a:t>
            </a:r>
            <a:endParaRPr lang="en-US" dirty="0"/>
          </a:p>
        </p:txBody>
      </p:sp>
      <p:sp>
        <p:nvSpPr>
          <p:cNvPr id="6" name="Rectangle: Rounded Corners 5">
            <a:extLst>
              <a:ext uri="{FF2B5EF4-FFF2-40B4-BE49-F238E27FC236}">
                <a16:creationId xmlns:a16="http://schemas.microsoft.com/office/drawing/2014/main" id="{EB93CFE9-6553-2A4D-1129-310FCCB4E98E}"/>
              </a:ext>
            </a:extLst>
          </p:cNvPr>
          <p:cNvSpPr/>
          <p:nvPr/>
        </p:nvSpPr>
        <p:spPr>
          <a:xfrm>
            <a:off x="5081625" y="2966598"/>
            <a:ext cx="3402500" cy="855785"/>
          </a:xfrm>
          <a:prstGeom prst="roundRect">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err="1">
                <a:ln w="0"/>
                <a:solidFill>
                  <a:schemeClr val="tx1"/>
                </a:solidFill>
                <a:effectLst>
                  <a:outerShdw blurRad="38100" dist="19050" dir="2700000" algn="tl" rotWithShape="0">
                    <a:schemeClr val="dk1">
                      <a:alpha val="40000"/>
                    </a:schemeClr>
                  </a:outerShdw>
                </a:effectLst>
              </a:rPr>
              <a:t>ElectricMotorcycle</a:t>
            </a:r>
            <a:endParaRPr lang="en-US" dirty="0"/>
          </a:p>
        </p:txBody>
      </p:sp>
      <p:cxnSp>
        <p:nvCxnSpPr>
          <p:cNvPr id="8" name="Straight Arrow Connector 7">
            <a:extLst>
              <a:ext uri="{FF2B5EF4-FFF2-40B4-BE49-F238E27FC236}">
                <a16:creationId xmlns:a16="http://schemas.microsoft.com/office/drawing/2014/main" id="{AC15D31F-686B-0754-48D4-1B1D1C424FD3}"/>
              </a:ext>
            </a:extLst>
          </p:cNvPr>
          <p:cNvCxnSpPr>
            <a:cxnSpLocks/>
            <a:stCxn id="2" idx="2"/>
            <a:endCxn id="5" idx="0"/>
          </p:cNvCxnSpPr>
          <p:nvPr/>
        </p:nvCxnSpPr>
        <p:spPr>
          <a:xfrm flipH="1">
            <a:off x="1404791" y="2130267"/>
            <a:ext cx="3120317" cy="836333"/>
          </a:xfrm>
          <a:prstGeom prst="straightConnector1">
            <a:avLst/>
          </a:prstGeom>
          <a:ln w="25400">
            <a:tailEnd type="triangle"/>
          </a:ln>
        </p:spPr>
        <p:style>
          <a:lnRef idx="1">
            <a:schemeClr val="dk1"/>
          </a:lnRef>
          <a:fillRef idx="0">
            <a:schemeClr val="dk1"/>
          </a:fillRef>
          <a:effectRef idx="0">
            <a:schemeClr val="dk1"/>
          </a:effectRef>
          <a:fontRef idx="minor">
            <a:schemeClr val="tx1"/>
          </a:fontRef>
        </p:style>
      </p:cxnSp>
      <p:cxnSp>
        <p:nvCxnSpPr>
          <p:cNvPr id="9" name="Straight Arrow Connector 8">
            <a:extLst>
              <a:ext uri="{FF2B5EF4-FFF2-40B4-BE49-F238E27FC236}">
                <a16:creationId xmlns:a16="http://schemas.microsoft.com/office/drawing/2014/main" id="{68BC6C53-49F7-649B-04A9-391CF208822F}"/>
              </a:ext>
            </a:extLst>
          </p:cNvPr>
          <p:cNvCxnSpPr>
            <a:cxnSpLocks/>
            <a:stCxn id="2" idx="2"/>
            <a:endCxn id="6" idx="0"/>
          </p:cNvCxnSpPr>
          <p:nvPr/>
        </p:nvCxnSpPr>
        <p:spPr>
          <a:xfrm>
            <a:off x="4525108" y="2130267"/>
            <a:ext cx="2257767" cy="836331"/>
          </a:xfrm>
          <a:prstGeom prst="straightConnector1">
            <a:avLst/>
          </a:prstGeom>
          <a:ln w="25400">
            <a:tailEnd type="triangle"/>
          </a:ln>
        </p:spPr>
        <p:style>
          <a:lnRef idx="1">
            <a:schemeClr val="dk1"/>
          </a:lnRef>
          <a:fillRef idx="0">
            <a:schemeClr val="dk1"/>
          </a:fillRef>
          <a:effectRef idx="0">
            <a:schemeClr val="dk1"/>
          </a:effectRef>
          <a:fontRef idx="minor">
            <a:schemeClr val="tx1"/>
          </a:fontRef>
        </p:style>
      </p:cxnSp>
      <p:sp>
        <p:nvSpPr>
          <p:cNvPr id="13" name="TextBox 12">
            <a:extLst>
              <a:ext uri="{FF2B5EF4-FFF2-40B4-BE49-F238E27FC236}">
                <a16:creationId xmlns:a16="http://schemas.microsoft.com/office/drawing/2014/main" id="{1034D5C7-4217-C6F3-5551-BCF35678E6DF}"/>
              </a:ext>
            </a:extLst>
          </p:cNvPr>
          <p:cNvSpPr txBox="1"/>
          <p:nvPr/>
        </p:nvSpPr>
        <p:spPr>
          <a:xfrm>
            <a:off x="6571170" y="2026159"/>
            <a:ext cx="933269" cy="369332"/>
          </a:xfrm>
          <a:prstGeom prst="rect">
            <a:avLst/>
          </a:prstGeom>
          <a:noFill/>
        </p:spPr>
        <p:txBody>
          <a:bodyPr wrap="none" rtlCol="0">
            <a:spAutoFit/>
          </a:bodyPr>
          <a:lstStyle/>
          <a:p>
            <a:r>
              <a:rPr lang="en-US" b="1" i="1" dirty="0"/>
              <a:t>extends</a:t>
            </a:r>
          </a:p>
        </p:txBody>
      </p:sp>
      <p:sp>
        <p:nvSpPr>
          <p:cNvPr id="14" name="TextBox 13">
            <a:extLst>
              <a:ext uri="{FF2B5EF4-FFF2-40B4-BE49-F238E27FC236}">
                <a16:creationId xmlns:a16="http://schemas.microsoft.com/office/drawing/2014/main" id="{1B39C294-0B43-CD3B-6360-E6F946D42ECF}"/>
              </a:ext>
            </a:extLst>
          </p:cNvPr>
          <p:cNvSpPr txBox="1"/>
          <p:nvPr/>
        </p:nvSpPr>
        <p:spPr>
          <a:xfrm>
            <a:off x="2380375" y="2114411"/>
            <a:ext cx="933269" cy="369332"/>
          </a:xfrm>
          <a:prstGeom prst="rect">
            <a:avLst/>
          </a:prstGeom>
          <a:noFill/>
        </p:spPr>
        <p:txBody>
          <a:bodyPr wrap="none" rtlCol="0">
            <a:spAutoFit/>
          </a:bodyPr>
          <a:lstStyle/>
          <a:p>
            <a:r>
              <a:rPr lang="en-US" b="1" i="1" dirty="0"/>
              <a:t>extends</a:t>
            </a:r>
          </a:p>
        </p:txBody>
      </p:sp>
      <p:sp>
        <p:nvSpPr>
          <p:cNvPr id="7" name="TextBox 6">
            <a:extLst>
              <a:ext uri="{FF2B5EF4-FFF2-40B4-BE49-F238E27FC236}">
                <a16:creationId xmlns:a16="http://schemas.microsoft.com/office/drawing/2014/main" id="{05BED28A-608B-CB64-3F43-331DFD80739F}"/>
              </a:ext>
            </a:extLst>
          </p:cNvPr>
          <p:cNvSpPr txBox="1"/>
          <p:nvPr/>
        </p:nvSpPr>
        <p:spPr>
          <a:xfrm>
            <a:off x="360607" y="4220685"/>
            <a:ext cx="10433754" cy="1384995"/>
          </a:xfrm>
          <a:prstGeom prst="rect">
            <a:avLst/>
          </a:prstGeom>
          <a:noFill/>
        </p:spPr>
        <p:txBody>
          <a:bodyPr wrap="none" rtlCol="0">
            <a:spAutoFit/>
          </a:bodyPr>
          <a:lstStyle/>
          <a:p>
            <a:r>
              <a:rPr lang="en-US" sz="2800" b="1" i="1" dirty="0"/>
              <a:t>What if we want to add diesel vehicles? </a:t>
            </a:r>
          </a:p>
          <a:p>
            <a:r>
              <a:rPr lang="en-US" sz="2800" b="1" i="1" dirty="0"/>
              <a:t>What about other vehicles like Bicycle which are manually operated?</a:t>
            </a:r>
          </a:p>
          <a:p>
            <a:endParaRPr lang="en-US" sz="2800" b="1" i="1" dirty="0"/>
          </a:p>
        </p:txBody>
      </p:sp>
      <p:sp>
        <p:nvSpPr>
          <p:cNvPr id="12" name="Rectangle: Rounded Corners 11">
            <a:extLst>
              <a:ext uri="{FF2B5EF4-FFF2-40B4-BE49-F238E27FC236}">
                <a16:creationId xmlns:a16="http://schemas.microsoft.com/office/drawing/2014/main" id="{D72CBD20-7756-9F77-62A5-BF0DA83A4E0E}"/>
              </a:ext>
            </a:extLst>
          </p:cNvPr>
          <p:cNvSpPr/>
          <p:nvPr/>
        </p:nvSpPr>
        <p:spPr>
          <a:xfrm>
            <a:off x="2722043" y="2966599"/>
            <a:ext cx="2227385" cy="855785"/>
          </a:xfrm>
          <a:prstGeom prst="roundRect">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err="1">
                <a:ln w="0"/>
                <a:solidFill>
                  <a:schemeClr val="tx1"/>
                </a:solidFill>
                <a:effectLst>
                  <a:outerShdw blurRad="38100" dist="19050" dir="2700000" algn="tl" rotWithShape="0">
                    <a:schemeClr val="dk1">
                      <a:alpha val="40000"/>
                    </a:schemeClr>
                  </a:outerShdw>
                </a:effectLst>
              </a:rPr>
              <a:t>GasCar</a:t>
            </a:r>
            <a:endParaRPr lang="en-US" dirty="0"/>
          </a:p>
        </p:txBody>
      </p:sp>
      <p:sp>
        <p:nvSpPr>
          <p:cNvPr id="18" name="Rectangle: Rounded Corners 17">
            <a:extLst>
              <a:ext uri="{FF2B5EF4-FFF2-40B4-BE49-F238E27FC236}">
                <a16:creationId xmlns:a16="http://schemas.microsoft.com/office/drawing/2014/main" id="{E1CAD952-8671-9648-F9ED-8EFFC6D8F62D}"/>
              </a:ext>
            </a:extLst>
          </p:cNvPr>
          <p:cNvSpPr/>
          <p:nvPr/>
        </p:nvSpPr>
        <p:spPr>
          <a:xfrm>
            <a:off x="8685685" y="2966598"/>
            <a:ext cx="3402500" cy="855785"/>
          </a:xfrm>
          <a:prstGeom prst="roundRect">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err="1">
                <a:ln w="0"/>
                <a:solidFill>
                  <a:schemeClr val="tx1"/>
                </a:solidFill>
                <a:effectLst>
                  <a:outerShdw blurRad="38100" dist="19050" dir="2700000" algn="tl" rotWithShape="0">
                    <a:schemeClr val="dk1">
                      <a:alpha val="40000"/>
                    </a:schemeClr>
                  </a:outerShdw>
                </a:effectLst>
              </a:rPr>
              <a:t>GasMotorcycle</a:t>
            </a:r>
            <a:endParaRPr lang="en-US" dirty="0"/>
          </a:p>
        </p:txBody>
      </p:sp>
      <p:cxnSp>
        <p:nvCxnSpPr>
          <p:cNvPr id="20" name="Straight Arrow Connector 19">
            <a:extLst>
              <a:ext uri="{FF2B5EF4-FFF2-40B4-BE49-F238E27FC236}">
                <a16:creationId xmlns:a16="http://schemas.microsoft.com/office/drawing/2014/main" id="{594F4667-03FC-2C6B-2CF5-AC61CBA64D0F}"/>
              </a:ext>
            </a:extLst>
          </p:cNvPr>
          <p:cNvCxnSpPr>
            <a:cxnSpLocks/>
            <a:stCxn id="2" idx="2"/>
            <a:endCxn id="18" idx="0"/>
          </p:cNvCxnSpPr>
          <p:nvPr/>
        </p:nvCxnSpPr>
        <p:spPr>
          <a:xfrm>
            <a:off x="4525108" y="2130267"/>
            <a:ext cx="5861827" cy="836331"/>
          </a:xfrm>
          <a:prstGeom prst="straightConnector1">
            <a:avLst/>
          </a:prstGeom>
          <a:ln w="25400">
            <a:tailEnd type="triangle"/>
          </a:ln>
        </p:spPr>
        <p:style>
          <a:lnRef idx="1">
            <a:schemeClr val="dk1"/>
          </a:lnRef>
          <a:fillRef idx="0">
            <a:schemeClr val="dk1"/>
          </a:fillRef>
          <a:effectRef idx="0">
            <a:schemeClr val="dk1"/>
          </a:effectRef>
          <a:fontRef idx="minor">
            <a:schemeClr val="tx1"/>
          </a:fontRef>
        </p:style>
      </p:cxnSp>
      <p:sp>
        <p:nvSpPr>
          <p:cNvPr id="23" name="TextBox 22">
            <a:extLst>
              <a:ext uri="{FF2B5EF4-FFF2-40B4-BE49-F238E27FC236}">
                <a16:creationId xmlns:a16="http://schemas.microsoft.com/office/drawing/2014/main" id="{0819D72A-5736-4946-93C8-D0675419BE6B}"/>
              </a:ext>
            </a:extLst>
          </p:cNvPr>
          <p:cNvSpPr txBox="1"/>
          <p:nvPr/>
        </p:nvSpPr>
        <p:spPr>
          <a:xfrm>
            <a:off x="4773927" y="2496379"/>
            <a:ext cx="933269" cy="369332"/>
          </a:xfrm>
          <a:prstGeom prst="rect">
            <a:avLst/>
          </a:prstGeom>
          <a:noFill/>
        </p:spPr>
        <p:txBody>
          <a:bodyPr wrap="none" rtlCol="0">
            <a:spAutoFit/>
          </a:bodyPr>
          <a:lstStyle/>
          <a:p>
            <a:r>
              <a:rPr lang="en-US" b="1" i="1" dirty="0"/>
              <a:t>extends</a:t>
            </a:r>
          </a:p>
        </p:txBody>
      </p:sp>
      <p:sp>
        <p:nvSpPr>
          <p:cNvPr id="24" name="TextBox 23">
            <a:extLst>
              <a:ext uri="{FF2B5EF4-FFF2-40B4-BE49-F238E27FC236}">
                <a16:creationId xmlns:a16="http://schemas.microsoft.com/office/drawing/2014/main" id="{65437E12-0D15-2D00-2AE5-B3DA01C4CEA2}"/>
              </a:ext>
            </a:extLst>
          </p:cNvPr>
          <p:cNvSpPr txBox="1"/>
          <p:nvPr/>
        </p:nvSpPr>
        <p:spPr>
          <a:xfrm>
            <a:off x="3102117" y="2544892"/>
            <a:ext cx="933269" cy="369332"/>
          </a:xfrm>
          <a:prstGeom prst="rect">
            <a:avLst/>
          </a:prstGeom>
          <a:noFill/>
        </p:spPr>
        <p:txBody>
          <a:bodyPr wrap="none" rtlCol="0">
            <a:spAutoFit/>
          </a:bodyPr>
          <a:lstStyle/>
          <a:p>
            <a:r>
              <a:rPr lang="en-US" b="1" i="1" dirty="0"/>
              <a:t>extends</a:t>
            </a:r>
          </a:p>
        </p:txBody>
      </p:sp>
      <p:cxnSp>
        <p:nvCxnSpPr>
          <p:cNvPr id="25" name="Straight Arrow Connector 24">
            <a:extLst>
              <a:ext uri="{FF2B5EF4-FFF2-40B4-BE49-F238E27FC236}">
                <a16:creationId xmlns:a16="http://schemas.microsoft.com/office/drawing/2014/main" id="{52AE90CF-2A16-46D4-0291-82243616CE83}"/>
              </a:ext>
            </a:extLst>
          </p:cNvPr>
          <p:cNvCxnSpPr>
            <a:cxnSpLocks/>
            <a:stCxn id="2" idx="2"/>
            <a:endCxn id="12" idx="0"/>
          </p:cNvCxnSpPr>
          <p:nvPr/>
        </p:nvCxnSpPr>
        <p:spPr>
          <a:xfrm flipH="1">
            <a:off x="3835736" y="2130267"/>
            <a:ext cx="689372" cy="836332"/>
          </a:xfrm>
          <a:prstGeom prst="straightConnector1">
            <a:avLst/>
          </a:prstGeom>
          <a:ln w="25400">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56341658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A4C8D6-CA14-CE8E-74A9-CA2298EDDFC8}"/>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72DFDE54-06B8-CAE2-C10B-400EBBD1E11B}"/>
              </a:ext>
            </a:extLst>
          </p:cNvPr>
          <p:cNvSpPr>
            <a:spLocks noGrp="1"/>
          </p:cNvSpPr>
          <p:nvPr>
            <p:ph idx="1"/>
          </p:nvPr>
        </p:nvSpPr>
        <p:spPr/>
        <p:txBody>
          <a:bodyPr>
            <a:normAutofit/>
          </a:bodyPr>
          <a:lstStyle/>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p:txBody>
      </p:sp>
      <p:sp>
        <p:nvSpPr>
          <p:cNvPr id="3" name="Title 2">
            <a:extLst>
              <a:ext uri="{FF2B5EF4-FFF2-40B4-BE49-F238E27FC236}">
                <a16:creationId xmlns:a16="http://schemas.microsoft.com/office/drawing/2014/main" id="{83E16ED1-2D63-42D5-9B0C-CF1AE8612BF5}"/>
              </a:ext>
            </a:extLst>
          </p:cNvPr>
          <p:cNvSpPr>
            <a:spLocks noGrp="1"/>
          </p:cNvSpPr>
          <p:nvPr>
            <p:ph type="title"/>
          </p:nvPr>
        </p:nvSpPr>
        <p:spPr/>
        <p:txBody>
          <a:bodyPr/>
          <a:lstStyle/>
          <a:p>
            <a:r>
              <a:rPr lang="en-US" dirty="0"/>
              <a:t>Case study: vehicle class hierarchy</a:t>
            </a:r>
          </a:p>
        </p:txBody>
      </p:sp>
      <p:sp>
        <p:nvSpPr>
          <p:cNvPr id="2" name="Rectangle: Rounded Corners 1">
            <a:extLst>
              <a:ext uri="{FF2B5EF4-FFF2-40B4-BE49-F238E27FC236}">
                <a16:creationId xmlns:a16="http://schemas.microsoft.com/office/drawing/2014/main" id="{1E2DE1E0-8833-8776-C25B-515788113524}"/>
              </a:ext>
            </a:extLst>
          </p:cNvPr>
          <p:cNvSpPr/>
          <p:nvPr/>
        </p:nvSpPr>
        <p:spPr>
          <a:xfrm>
            <a:off x="1409385" y="1579036"/>
            <a:ext cx="1499963" cy="47722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ln w="0"/>
                <a:solidFill>
                  <a:schemeClr val="tx1"/>
                </a:solidFill>
                <a:effectLst>
                  <a:outerShdw blurRad="38100" dist="19050" dir="2700000" algn="tl" rotWithShape="0">
                    <a:schemeClr val="dk1">
                      <a:alpha val="40000"/>
                    </a:schemeClr>
                  </a:outerShdw>
                </a:effectLst>
              </a:rPr>
              <a:t>Vehicle</a:t>
            </a:r>
            <a:endParaRPr lang="en-US" dirty="0"/>
          </a:p>
        </p:txBody>
      </p:sp>
      <p:sp>
        <p:nvSpPr>
          <p:cNvPr id="5" name="Rectangle: Rounded Corners 4">
            <a:extLst>
              <a:ext uri="{FF2B5EF4-FFF2-40B4-BE49-F238E27FC236}">
                <a16:creationId xmlns:a16="http://schemas.microsoft.com/office/drawing/2014/main" id="{582614C5-4B93-B29A-0198-BEF3CBB97D66}"/>
              </a:ext>
            </a:extLst>
          </p:cNvPr>
          <p:cNvSpPr/>
          <p:nvPr/>
        </p:nvSpPr>
        <p:spPr>
          <a:xfrm>
            <a:off x="51578" y="2856269"/>
            <a:ext cx="931841" cy="465401"/>
          </a:xfrm>
          <a:prstGeom prst="roundRect">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ln w="0"/>
                <a:solidFill>
                  <a:schemeClr val="tx1"/>
                </a:solidFill>
                <a:effectLst>
                  <a:outerShdw blurRad="38100" dist="19050" dir="2700000" algn="tl" rotWithShape="0">
                    <a:schemeClr val="dk1">
                      <a:alpha val="40000"/>
                    </a:schemeClr>
                  </a:outerShdw>
                </a:effectLst>
              </a:rPr>
              <a:t>Car</a:t>
            </a:r>
            <a:endParaRPr lang="en-US" dirty="0"/>
          </a:p>
        </p:txBody>
      </p:sp>
      <p:sp>
        <p:nvSpPr>
          <p:cNvPr id="6" name="Rectangle: Rounded Corners 5">
            <a:extLst>
              <a:ext uri="{FF2B5EF4-FFF2-40B4-BE49-F238E27FC236}">
                <a16:creationId xmlns:a16="http://schemas.microsoft.com/office/drawing/2014/main" id="{1D8EE0C2-D55E-81F5-E87A-430739C0B06B}"/>
              </a:ext>
            </a:extLst>
          </p:cNvPr>
          <p:cNvSpPr/>
          <p:nvPr/>
        </p:nvSpPr>
        <p:spPr>
          <a:xfrm>
            <a:off x="5741825" y="2823789"/>
            <a:ext cx="1805065" cy="477220"/>
          </a:xfrm>
          <a:prstGeom prst="roundRect">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ln w="0"/>
                <a:solidFill>
                  <a:schemeClr val="tx1"/>
                </a:solidFill>
                <a:effectLst>
                  <a:outerShdw blurRad="38100" dist="19050" dir="2700000" algn="tl" rotWithShape="0">
                    <a:schemeClr val="dk1">
                      <a:alpha val="40000"/>
                    </a:schemeClr>
                  </a:outerShdw>
                </a:effectLst>
              </a:rPr>
              <a:t>Electric</a:t>
            </a:r>
            <a:endParaRPr lang="en-US" dirty="0"/>
          </a:p>
        </p:txBody>
      </p:sp>
      <p:cxnSp>
        <p:nvCxnSpPr>
          <p:cNvPr id="8" name="Straight Arrow Connector 7">
            <a:extLst>
              <a:ext uri="{FF2B5EF4-FFF2-40B4-BE49-F238E27FC236}">
                <a16:creationId xmlns:a16="http://schemas.microsoft.com/office/drawing/2014/main" id="{4AEEA740-AAD6-9A63-9D23-677C9CDF4C9A}"/>
              </a:ext>
            </a:extLst>
          </p:cNvPr>
          <p:cNvCxnSpPr>
            <a:cxnSpLocks/>
            <a:stCxn id="2" idx="2"/>
            <a:endCxn id="5" idx="0"/>
          </p:cNvCxnSpPr>
          <p:nvPr/>
        </p:nvCxnSpPr>
        <p:spPr>
          <a:xfrm flipH="1">
            <a:off x="517499" y="2056256"/>
            <a:ext cx="1641868" cy="800013"/>
          </a:xfrm>
          <a:prstGeom prst="straightConnector1">
            <a:avLst/>
          </a:prstGeom>
          <a:ln w="25400">
            <a:tailEnd type="triangle"/>
          </a:ln>
        </p:spPr>
        <p:style>
          <a:lnRef idx="1">
            <a:schemeClr val="dk1"/>
          </a:lnRef>
          <a:fillRef idx="0">
            <a:schemeClr val="dk1"/>
          </a:fillRef>
          <a:effectRef idx="0">
            <a:schemeClr val="dk1"/>
          </a:effectRef>
          <a:fontRef idx="minor">
            <a:schemeClr val="tx1"/>
          </a:fontRef>
        </p:style>
      </p:cxnSp>
      <p:cxnSp>
        <p:nvCxnSpPr>
          <p:cNvPr id="9" name="Straight Arrow Connector 8">
            <a:extLst>
              <a:ext uri="{FF2B5EF4-FFF2-40B4-BE49-F238E27FC236}">
                <a16:creationId xmlns:a16="http://schemas.microsoft.com/office/drawing/2014/main" id="{DB28C442-2809-91E0-455D-98853B3AE6A7}"/>
              </a:ext>
            </a:extLst>
          </p:cNvPr>
          <p:cNvCxnSpPr>
            <a:cxnSpLocks/>
            <a:stCxn id="10" idx="2"/>
            <a:endCxn id="6" idx="0"/>
          </p:cNvCxnSpPr>
          <p:nvPr/>
        </p:nvCxnSpPr>
        <p:spPr>
          <a:xfrm flipH="1">
            <a:off x="6644358" y="2056256"/>
            <a:ext cx="1283188" cy="767533"/>
          </a:xfrm>
          <a:prstGeom prst="straightConnector1">
            <a:avLst/>
          </a:prstGeom>
          <a:ln w="25400">
            <a:tailEnd type="triangle"/>
          </a:ln>
        </p:spPr>
        <p:style>
          <a:lnRef idx="1">
            <a:schemeClr val="dk1"/>
          </a:lnRef>
          <a:fillRef idx="0">
            <a:schemeClr val="dk1"/>
          </a:fillRef>
          <a:effectRef idx="0">
            <a:schemeClr val="dk1"/>
          </a:effectRef>
          <a:fontRef idx="minor">
            <a:schemeClr val="tx1"/>
          </a:fontRef>
        </p:style>
      </p:cxnSp>
      <p:sp>
        <p:nvSpPr>
          <p:cNvPr id="13" name="TextBox 12">
            <a:extLst>
              <a:ext uri="{FF2B5EF4-FFF2-40B4-BE49-F238E27FC236}">
                <a16:creationId xmlns:a16="http://schemas.microsoft.com/office/drawing/2014/main" id="{DA45AEAD-5FCB-AE90-4883-13D362994E84}"/>
              </a:ext>
            </a:extLst>
          </p:cNvPr>
          <p:cNvSpPr txBox="1"/>
          <p:nvPr/>
        </p:nvSpPr>
        <p:spPr>
          <a:xfrm>
            <a:off x="6261097" y="2198782"/>
            <a:ext cx="933269" cy="369332"/>
          </a:xfrm>
          <a:prstGeom prst="rect">
            <a:avLst/>
          </a:prstGeom>
          <a:noFill/>
        </p:spPr>
        <p:txBody>
          <a:bodyPr wrap="none" rtlCol="0">
            <a:spAutoFit/>
          </a:bodyPr>
          <a:lstStyle/>
          <a:p>
            <a:r>
              <a:rPr lang="en-US" b="1" i="1" dirty="0"/>
              <a:t>extends</a:t>
            </a:r>
          </a:p>
        </p:txBody>
      </p:sp>
      <p:sp>
        <p:nvSpPr>
          <p:cNvPr id="14" name="TextBox 13">
            <a:extLst>
              <a:ext uri="{FF2B5EF4-FFF2-40B4-BE49-F238E27FC236}">
                <a16:creationId xmlns:a16="http://schemas.microsoft.com/office/drawing/2014/main" id="{025A16D0-CDDF-645E-EF1D-41A92FA6DE1B}"/>
              </a:ext>
            </a:extLst>
          </p:cNvPr>
          <p:cNvSpPr txBox="1"/>
          <p:nvPr/>
        </p:nvSpPr>
        <p:spPr>
          <a:xfrm>
            <a:off x="337161" y="2144648"/>
            <a:ext cx="933269" cy="369332"/>
          </a:xfrm>
          <a:prstGeom prst="rect">
            <a:avLst/>
          </a:prstGeom>
          <a:noFill/>
        </p:spPr>
        <p:txBody>
          <a:bodyPr wrap="none" rtlCol="0">
            <a:spAutoFit/>
          </a:bodyPr>
          <a:lstStyle/>
          <a:p>
            <a:r>
              <a:rPr lang="en-US" b="1" i="1" dirty="0"/>
              <a:t>extends</a:t>
            </a:r>
          </a:p>
        </p:txBody>
      </p:sp>
      <p:sp>
        <p:nvSpPr>
          <p:cNvPr id="12" name="Rectangle: Rounded Corners 11">
            <a:extLst>
              <a:ext uri="{FF2B5EF4-FFF2-40B4-BE49-F238E27FC236}">
                <a16:creationId xmlns:a16="http://schemas.microsoft.com/office/drawing/2014/main" id="{2E16F206-9575-FAE3-FD1B-D207F4FD47BC}"/>
              </a:ext>
            </a:extLst>
          </p:cNvPr>
          <p:cNvSpPr/>
          <p:nvPr/>
        </p:nvSpPr>
        <p:spPr>
          <a:xfrm>
            <a:off x="1161912" y="2856269"/>
            <a:ext cx="1499964" cy="465401"/>
          </a:xfrm>
          <a:prstGeom prst="roundRect">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ln w="0"/>
                <a:solidFill>
                  <a:schemeClr val="tx1"/>
                </a:solidFill>
                <a:effectLst>
                  <a:outerShdw blurRad="38100" dist="19050" dir="2700000" algn="tl" rotWithShape="0">
                    <a:schemeClr val="dk1">
                      <a:alpha val="40000"/>
                    </a:schemeClr>
                  </a:outerShdw>
                </a:effectLst>
              </a:rPr>
              <a:t>Bicycle</a:t>
            </a:r>
            <a:endParaRPr lang="en-US" dirty="0"/>
          </a:p>
        </p:txBody>
      </p:sp>
      <p:sp>
        <p:nvSpPr>
          <p:cNvPr id="18" name="Rectangle: Rounded Corners 17">
            <a:extLst>
              <a:ext uri="{FF2B5EF4-FFF2-40B4-BE49-F238E27FC236}">
                <a16:creationId xmlns:a16="http://schemas.microsoft.com/office/drawing/2014/main" id="{7B0C07DB-9AB5-FCFD-F24B-9606CC3FB4FC}"/>
              </a:ext>
            </a:extLst>
          </p:cNvPr>
          <p:cNvSpPr/>
          <p:nvPr/>
        </p:nvSpPr>
        <p:spPr>
          <a:xfrm>
            <a:off x="7755452" y="2824450"/>
            <a:ext cx="997576" cy="462402"/>
          </a:xfrm>
          <a:prstGeom prst="roundRect">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ln w="0"/>
                <a:solidFill>
                  <a:schemeClr val="tx1"/>
                </a:solidFill>
                <a:effectLst>
                  <a:outerShdw blurRad="38100" dist="19050" dir="2700000" algn="tl" rotWithShape="0">
                    <a:schemeClr val="dk1">
                      <a:alpha val="40000"/>
                    </a:schemeClr>
                  </a:outerShdw>
                </a:effectLst>
              </a:rPr>
              <a:t>Gas</a:t>
            </a:r>
            <a:endParaRPr lang="en-US" dirty="0"/>
          </a:p>
        </p:txBody>
      </p:sp>
      <p:cxnSp>
        <p:nvCxnSpPr>
          <p:cNvPr id="20" name="Straight Arrow Connector 19">
            <a:extLst>
              <a:ext uri="{FF2B5EF4-FFF2-40B4-BE49-F238E27FC236}">
                <a16:creationId xmlns:a16="http://schemas.microsoft.com/office/drawing/2014/main" id="{3B8DA568-F019-05FC-2D0E-CAB6CA913975}"/>
              </a:ext>
            </a:extLst>
          </p:cNvPr>
          <p:cNvCxnSpPr>
            <a:cxnSpLocks/>
            <a:stCxn id="10" idx="2"/>
            <a:endCxn id="18" idx="0"/>
          </p:cNvCxnSpPr>
          <p:nvPr/>
        </p:nvCxnSpPr>
        <p:spPr>
          <a:xfrm>
            <a:off x="7927546" y="2056256"/>
            <a:ext cx="326694" cy="768194"/>
          </a:xfrm>
          <a:prstGeom prst="straightConnector1">
            <a:avLst/>
          </a:prstGeom>
          <a:ln w="25400">
            <a:tailEnd type="triangle"/>
          </a:ln>
        </p:spPr>
        <p:style>
          <a:lnRef idx="1">
            <a:schemeClr val="dk1"/>
          </a:lnRef>
          <a:fillRef idx="0">
            <a:schemeClr val="dk1"/>
          </a:fillRef>
          <a:effectRef idx="0">
            <a:schemeClr val="dk1"/>
          </a:effectRef>
          <a:fontRef idx="minor">
            <a:schemeClr val="tx1"/>
          </a:fontRef>
        </p:style>
      </p:cxnSp>
      <p:sp>
        <p:nvSpPr>
          <p:cNvPr id="23" name="TextBox 22">
            <a:extLst>
              <a:ext uri="{FF2B5EF4-FFF2-40B4-BE49-F238E27FC236}">
                <a16:creationId xmlns:a16="http://schemas.microsoft.com/office/drawing/2014/main" id="{604995C1-2A03-D256-002F-B583B70D918A}"/>
              </a:ext>
            </a:extLst>
          </p:cNvPr>
          <p:cNvSpPr txBox="1"/>
          <p:nvPr/>
        </p:nvSpPr>
        <p:spPr>
          <a:xfrm>
            <a:off x="3462412" y="2256937"/>
            <a:ext cx="933269" cy="369332"/>
          </a:xfrm>
          <a:prstGeom prst="rect">
            <a:avLst/>
          </a:prstGeom>
          <a:noFill/>
        </p:spPr>
        <p:txBody>
          <a:bodyPr wrap="none" rtlCol="0">
            <a:spAutoFit/>
          </a:bodyPr>
          <a:lstStyle/>
          <a:p>
            <a:r>
              <a:rPr lang="en-US" b="1" i="1" dirty="0"/>
              <a:t>extends</a:t>
            </a:r>
          </a:p>
        </p:txBody>
      </p:sp>
      <p:sp>
        <p:nvSpPr>
          <p:cNvPr id="24" name="TextBox 23">
            <a:extLst>
              <a:ext uri="{FF2B5EF4-FFF2-40B4-BE49-F238E27FC236}">
                <a16:creationId xmlns:a16="http://schemas.microsoft.com/office/drawing/2014/main" id="{34A1E3C9-6339-7431-D077-60804C6D3BE0}"/>
              </a:ext>
            </a:extLst>
          </p:cNvPr>
          <p:cNvSpPr txBox="1"/>
          <p:nvPr/>
        </p:nvSpPr>
        <p:spPr>
          <a:xfrm>
            <a:off x="1178714" y="2376506"/>
            <a:ext cx="933269" cy="369332"/>
          </a:xfrm>
          <a:prstGeom prst="rect">
            <a:avLst/>
          </a:prstGeom>
          <a:noFill/>
        </p:spPr>
        <p:txBody>
          <a:bodyPr wrap="none" rtlCol="0">
            <a:spAutoFit/>
          </a:bodyPr>
          <a:lstStyle/>
          <a:p>
            <a:r>
              <a:rPr lang="en-US" b="1" i="1" dirty="0"/>
              <a:t>extends</a:t>
            </a:r>
          </a:p>
        </p:txBody>
      </p:sp>
      <p:cxnSp>
        <p:nvCxnSpPr>
          <p:cNvPr id="25" name="Straight Arrow Connector 24">
            <a:extLst>
              <a:ext uri="{FF2B5EF4-FFF2-40B4-BE49-F238E27FC236}">
                <a16:creationId xmlns:a16="http://schemas.microsoft.com/office/drawing/2014/main" id="{85F44365-265B-B06D-C85E-73105E59DA58}"/>
              </a:ext>
            </a:extLst>
          </p:cNvPr>
          <p:cNvCxnSpPr>
            <a:cxnSpLocks/>
            <a:stCxn id="2" idx="2"/>
            <a:endCxn id="12" idx="0"/>
          </p:cNvCxnSpPr>
          <p:nvPr/>
        </p:nvCxnSpPr>
        <p:spPr>
          <a:xfrm flipH="1">
            <a:off x="1911894" y="2056256"/>
            <a:ext cx="247473" cy="800013"/>
          </a:xfrm>
          <a:prstGeom prst="straightConnector1">
            <a:avLst/>
          </a:prstGeom>
          <a:ln w="25400">
            <a:tailEnd type="triangle"/>
          </a:ln>
        </p:spPr>
        <p:style>
          <a:lnRef idx="1">
            <a:schemeClr val="dk1"/>
          </a:lnRef>
          <a:fillRef idx="0">
            <a:schemeClr val="dk1"/>
          </a:fillRef>
          <a:effectRef idx="0">
            <a:schemeClr val="dk1"/>
          </a:effectRef>
          <a:fontRef idx="minor">
            <a:schemeClr val="tx1"/>
          </a:fontRef>
        </p:style>
      </p:cxnSp>
      <p:sp>
        <p:nvSpPr>
          <p:cNvPr id="10" name="Rectangle: Rounded Corners 9">
            <a:extLst>
              <a:ext uri="{FF2B5EF4-FFF2-40B4-BE49-F238E27FC236}">
                <a16:creationId xmlns:a16="http://schemas.microsoft.com/office/drawing/2014/main" id="{DBBB8CDE-D851-DC94-4033-B2833E04FBD9}"/>
              </a:ext>
            </a:extLst>
          </p:cNvPr>
          <p:cNvSpPr/>
          <p:nvPr/>
        </p:nvSpPr>
        <p:spPr>
          <a:xfrm>
            <a:off x="6644358" y="1579036"/>
            <a:ext cx="2566375" cy="477220"/>
          </a:xfrm>
          <a:prstGeom prst="roundRect">
            <a:avLst/>
          </a:prstGeom>
          <a:solidFill>
            <a:schemeClr val="bg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err="1">
                <a:ln w="0"/>
                <a:solidFill>
                  <a:schemeClr val="tx1"/>
                </a:solidFill>
                <a:effectLst>
                  <a:outerShdw blurRad="38100" dist="19050" dir="2700000" algn="tl" rotWithShape="0">
                    <a:schemeClr val="dk1">
                      <a:alpha val="40000"/>
                    </a:schemeClr>
                  </a:outerShdw>
                </a:effectLst>
              </a:rPr>
              <a:t>EnergySource</a:t>
            </a:r>
            <a:endParaRPr lang="en-US" dirty="0"/>
          </a:p>
        </p:txBody>
      </p:sp>
      <p:sp>
        <p:nvSpPr>
          <p:cNvPr id="29" name="Rectangle: Rounded Corners 28">
            <a:extLst>
              <a:ext uri="{FF2B5EF4-FFF2-40B4-BE49-F238E27FC236}">
                <a16:creationId xmlns:a16="http://schemas.microsoft.com/office/drawing/2014/main" id="{DDE49FAC-6E24-CF3D-0023-02405652F5E5}"/>
              </a:ext>
            </a:extLst>
          </p:cNvPr>
          <p:cNvSpPr/>
          <p:nvPr/>
        </p:nvSpPr>
        <p:spPr>
          <a:xfrm>
            <a:off x="8925122" y="2807556"/>
            <a:ext cx="1493088" cy="462402"/>
          </a:xfrm>
          <a:prstGeom prst="roundRect">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ln w="0"/>
                <a:solidFill>
                  <a:schemeClr val="tx1"/>
                </a:solidFill>
                <a:effectLst>
                  <a:outerShdw blurRad="38100" dist="19050" dir="2700000" algn="tl" rotWithShape="0">
                    <a:schemeClr val="dk1">
                      <a:alpha val="40000"/>
                    </a:schemeClr>
                  </a:outerShdw>
                </a:effectLst>
              </a:rPr>
              <a:t>Diesel</a:t>
            </a:r>
            <a:endParaRPr lang="en-US" dirty="0"/>
          </a:p>
        </p:txBody>
      </p:sp>
      <p:sp>
        <p:nvSpPr>
          <p:cNvPr id="30" name="Rectangle: Rounded Corners 29">
            <a:extLst>
              <a:ext uri="{FF2B5EF4-FFF2-40B4-BE49-F238E27FC236}">
                <a16:creationId xmlns:a16="http://schemas.microsoft.com/office/drawing/2014/main" id="{844BC528-3F02-E4D3-93CF-839B49671662}"/>
              </a:ext>
            </a:extLst>
          </p:cNvPr>
          <p:cNvSpPr/>
          <p:nvPr/>
        </p:nvSpPr>
        <p:spPr>
          <a:xfrm>
            <a:off x="10519324" y="2801113"/>
            <a:ext cx="1493088" cy="462402"/>
          </a:xfrm>
          <a:prstGeom prst="roundRect">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ln w="0"/>
                <a:solidFill>
                  <a:schemeClr val="tx1"/>
                </a:solidFill>
                <a:effectLst>
                  <a:outerShdw blurRad="38100" dist="19050" dir="2700000" algn="tl" rotWithShape="0">
                    <a:schemeClr val="dk1">
                      <a:alpha val="40000"/>
                    </a:schemeClr>
                  </a:outerShdw>
                </a:effectLst>
              </a:rPr>
              <a:t>Manual</a:t>
            </a:r>
            <a:endParaRPr lang="en-US" dirty="0"/>
          </a:p>
        </p:txBody>
      </p:sp>
      <p:sp>
        <p:nvSpPr>
          <p:cNvPr id="48" name="Rectangle: Rounded Corners 47">
            <a:extLst>
              <a:ext uri="{FF2B5EF4-FFF2-40B4-BE49-F238E27FC236}">
                <a16:creationId xmlns:a16="http://schemas.microsoft.com/office/drawing/2014/main" id="{C0A08829-8C42-CAC9-A672-129A0B42F5A3}"/>
              </a:ext>
            </a:extLst>
          </p:cNvPr>
          <p:cNvSpPr/>
          <p:nvPr/>
        </p:nvSpPr>
        <p:spPr>
          <a:xfrm>
            <a:off x="2848903" y="2839648"/>
            <a:ext cx="2285463" cy="465401"/>
          </a:xfrm>
          <a:prstGeom prst="roundRect">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ln w="0"/>
                <a:solidFill>
                  <a:schemeClr val="tx1"/>
                </a:solidFill>
                <a:effectLst>
                  <a:outerShdw blurRad="38100" dist="19050" dir="2700000" algn="tl" rotWithShape="0">
                    <a:schemeClr val="dk1">
                      <a:alpha val="40000"/>
                    </a:schemeClr>
                  </a:outerShdw>
                </a:effectLst>
              </a:rPr>
              <a:t>Motorcycle</a:t>
            </a:r>
            <a:endParaRPr lang="en-US" dirty="0"/>
          </a:p>
        </p:txBody>
      </p:sp>
      <p:cxnSp>
        <p:nvCxnSpPr>
          <p:cNvPr id="49" name="Straight Arrow Connector 48">
            <a:extLst>
              <a:ext uri="{FF2B5EF4-FFF2-40B4-BE49-F238E27FC236}">
                <a16:creationId xmlns:a16="http://schemas.microsoft.com/office/drawing/2014/main" id="{052405CA-4DC0-9FD6-E97E-1EAC4091D069}"/>
              </a:ext>
            </a:extLst>
          </p:cNvPr>
          <p:cNvCxnSpPr>
            <a:cxnSpLocks/>
            <a:stCxn id="2" idx="2"/>
            <a:endCxn id="48" idx="0"/>
          </p:cNvCxnSpPr>
          <p:nvPr/>
        </p:nvCxnSpPr>
        <p:spPr>
          <a:xfrm>
            <a:off x="2159367" y="2056256"/>
            <a:ext cx="1832268" cy="783392"/>
          </a:xfrm>
          <a:prstGeom prst="straightConnector1">
            <a:avLst/>
          </a:prstGeom>
          <a:ln w="25400">
            <a:tailEnd type="triangle"/>
          </a:ln>
        </p:spPr>
        <p:style>
          <a:lnRef idx="1">
            <a:schemeClr val="dk1"/>
          </a:lnRef>
          <a:fillRef idx="0">
            <a:schemeClr val="dk1"/>
          </a:fillRef>
          <a:effectRef idx="0">
            <a:schemeClr val="dk1"/>
          </a:effectRef>
          <a:fontRef idx="minor">
            <a:schemeClr val="tx1"/>
          </a:fontRef>
        </p:style>
      </p:cxnSp>
      <p:sp>
        <p:nvSpPr>
          <p:cNvPr id="52" name="TextBox 51">
            <a:extLst>
              <a:ext uri="{FF2B5EF4-FFF2-40B4-BE49-F238E27FC236}">
                <a16:creationId xmlns:a16="http://schemas.microsoft.com/office/drawing/2014/main" id="{E6E64DC1-C0FD-7132-AFBF-A67D637E8A88}"/>
              </a:ext>
            </a:extLst>
          </p:cNvPr>
          <p:cNvSpPr txBox="1"/>
          <p:nvPr/>
        </p:nvSpPr>
        <p:spPr>
          <a:xfrm>
            <a:off x="7243671" y="2420367"/>
            <a:ext cx="933269" cy="369332"/>
          </a:xfrm>
          <a:prstGeom prst="rect">
            <a:avLst/>
          </a:prstGeom>
          <a:noFill/>
        </p:spPr>
        <p:txBody>
          <a:bodyPr wrap="none" rtlCol="0">
            <a:spAutoFit/>
          </a:bodyPr>
          <a:lstStyle/>
          <a:p>
            <a:r>
              <a:rPr lang="en-US" b="1" i="1" dirty="0"/>
              <a:t>extends</a:t>
            </a:r>
          </a:p>
        </p:txBody>
      </p:sp>
      <p:cxnSp>
        <p:nvCxnSpPr>
          <p:cNvPr id="53" name="Straight Arrow Connector 52">
            <a:extLst>
              <a:ext uri="{FF2B5EF4-FFF2-40B4-BE49-F238E27FC236}">
                <a16:creationId xmlns:a16="http://schemas.microsoft.com/office/drawing/2014/main" id="{CD27C977-4460-3B6A-5C9A-EF5FF8245B69}"/>
              </a:ext>
            </a:extLst>
          </p:cNvPr>
          <p:cNvCxnSpPr>
            <a:cxnSpLocks/>
            <a:stCxn id="10" idx="2"/>
            <a:endCxn id="29" idx="0"/>
          </p:cNvCxnSpPr>
          <p:nvPr/>
        </p:nvCxnSpPr>
        <p:spPr>
          <a:xfrm>
            <a:off x="7927546" y="2056256"/>
            <a:ext cx="1744120" cy="751300"/>
          </a:xfrm>
          <a:prstGeom prst="straightConnector1">
            <a:avLst/>
          </a:prstGeom>
          <a:ln w="25400">
            <a:tailEnd type="triangle"/>
          </a:ln>
        </p:spPr>
        <p:style>
          <a:lnRef idx="1">
            <a:schemeClr val="dk1"/>
          </a:lnRef>
          <a:fillRef idx="0">
            <a:schemeClr val="dk1"/>
          </a:fillRef>
          <a:effectRef idx="0">
            <a:schemeClr val="dk1"/>
          </a:effectRef>
          <a:fontRef idx="minor">
            <a:schemeClr val="tx1"/>
          </a:fontRef>
        </p:style>
      </p:cxnSp>
      <p:cxnSp>
        <p:nvCxnSpPr>
          <p:cNvPr id="56" name="Straight Arrow Connector 55">
            <a:extLst>
              <a:ext uri="{FF2B5EF4-FFF2-40B4-BE49-F238E27FC236}">
                <a16:creationId xmlns:a16="http://schemas.microsoft.com/office/drawing/2014/main" id="{897EFAF5-BDC9-EF60-9805-0A11ACDF7E88}"/>
              </a:ext>
            </a:extLst>
          </p:cNvPr>
          <p:cNvCxnSpPr>
            <a:cxnSpLocks/>
            <a:stCxn id="10" idx="2"/>
            <a:endCxn id="30" idx="0"/>
          </p:cNvCxnSpPr>
          <p:nvPr/>
        </p:nvCxnSpPr>
        <p:spPr>
          <a:xfrm>
            <a:off x="7927546" y="2056256"/>
            <a:ext cx="3338322" cy="744857"/>
          </a:xfrm>
          <a:prstGeom prst="straightConnector1">
            <a:avLst/>
          </a:prstGeom>
          <a:ln w="25400">
            <a:tailEnd type="triangle"/>
          </a:ln>
        </p:spPr>
        <p:style>
          <a:lnRef idx="1">
            <a:schemeClr val="dk1"/>
          </a:lnRef>
          <a:fillRef idx="0">
            <a:schemeClr val="dk1"/>
          </a:fillRef>
          <a:effectRef idx="0">
            <a:schemeClr val="dk1"/>
          </a:effectRef>
          <a:fontRef idx="minor">
            <a:schemeClr val="tx1"/>
          </a:fontRef>
        </p:style>
      </p:cxnSp>
      <p:sp>
        <p:nvSpPr>
          <p:cNvPr id="59" name="TextBox 58">
            <a:extLst>
              <a:ext uri="{FF2B5EF4-FFF2-40B4-BE49-F238E27FC236}">
                <a16:creationId xmlns:a16="http://schemas.microsoft.com/office/drawing/2014/main" id="{276C00DE-7AC5-FF18-EAE4-A873237D1CC5}"/>
              </a:ext>
            </a:extLst>
          </p:cNvPr>
          <p:cNvSpPr txBox="1"/>
          <p:nvPr/>
        </p:nvSpPr>
        <p:spPr>
          <a:xfrm>
            <a:off x="9807578" y="2193171"/>
            <a:ext cx="933269" cy="369332"/>
          </a:xfrm>
          <a:prstGeom prst="rect">
            <a:avLst/>
          </a:prstGeom>
          <a:noFill/>
        </p:spPr>
        <p:txBody>
          <a:bodyPr wrap="none" rtlCol="0">
            <a:spAutoFit/>
          </a:bodyPr>
          <a:lstStyle/>
          <a:p>
            <a:r>
              <a:rPr lang="en-US" b="1" i="1" dirty="0"/>
              <a:t>extends</a:t>
            </a:r>
          </a:p>
        </p:txBody>
      </p:sp>
      <p:sp>
        <p:nvSpPr>
          <p:cNvPr id="60" name="TextBox 59">
            <a:extLst>
              <a:ext uri="{FF2B5EF4-FFF2-40B4-BE49-F238E27FC236}">
                <a16:creationId xmlns:a16="http://schemas.microsoft.com/office/drawing/2014/main" id="{0DF5A07E-A9D2-F1AE-48D2-7AEB6FB13B3E}"/>
              </a:ext>
            </a:extLst>
          </p:cNvPr>
          <p:cNvSpPr txBox="1"/>
          <p:nvPr/>
        </p:nvSpPr>
        <p:spPr>
          <a:xfrm>
            <a:off x="8226245" y="2414002"/>
            <a:ext cx="933269" cy="369332"/>
          </a:xfrm>
          <a:prstGeom prst="rect">
            <a:avLst/>
          </a:prstGeom>
          <a:noFill/>
        </p:spPr>
        <p:txBody>
          <a:bodyPr wrap="none" rtlCol="0">
            <a:spAutoFit/>
          </a:bodyPr>
          <a:lstStyle/>
          <a:p>
            <a:r>
              <a:rPr lang="en-US" b="1" i="1" dirty="0"/>
              <a:t>extends</a:t>
            </a:r>
          </a:p>
        </p:txBody>
      </p:sp>
      <p:cxnSp>
        <p:nvCxnSpPr>
          <p:cNvPr id="61" name="Straight Arrow Connector 60">
            <a:extLst>
              <a:ext uri="{FF2B5EF4-FFF2-40B4-BE49-F238E27FC236}">
                <a16:creationId xmlns:a16="http://schemas.microsoft.com/office/drawing/2014/main" id="{2789F95E-F8DE-B2AE-7B14-1ED38E8D229B}"/>
              </a:ext>
            </a:extLst>
          </p:cNvPr>
          <p:cNvCxnSpPr>
            <a:cxnSpLocks/>
            <a:stCxn id="2" idx="3"/>
            <a:endCxn id="10" idx="1"/>
          </p:cNvCxnSpPr>
          <p:nvPr/>
        </p:nvCxnSpPr>
        <p:spPr>
          <a:xfrm>
            <a:off x="2909348" y="1817646"/>
            <a:ext cx="3735010" cy="0"/>
          </a:xfrm>
          <a:prstGeom prst="straightConnector1">
            <a:avLst/>
          </a:prstGeom>
          <a:ln w="25400">
            <a:prstDash val="sysDot"/>
            <a:tailEnd type="triangle"/>
          </a:ln>
        </p:spPr>
        <p:style>
          <a:lnRef idx="1">
            <a:schemeClr val="dk1"/>
          </a:lnRef>
          <a:fillRef idx="0">
            <a:schemeClr val="dk1"/>
          </a:fillRef>
          <a:effectRef idx="0">
            <a:schemeClr val="dk1"/>
          </a:effectRef>
          <a:fontRef idx="minor">
            <a:schemeClr val="tx1"/>
          </a:fontRef>
        </p:style>
      </p:cxnSp>
      <p:sp>
        <p:nvSpPr>
          <p:cNvPr id="69" name="TextBox 68">
            <a:extLst>
              <a:ext uri="{FF2B5EF4-FFF2-40B4-BE49-F238E27FC236}">
                <a16:creationId xmlns:a16="http://schemas.microsoft.com/office/drawing/2014/main" id="{47488A16-0D10-2743-5347-339C2C6A925C}"/>
              </a:ext>
            </a:extLst>
          </p:cNvPr>
          <p:cNvSpPr txBox="1"/>
          <p:nvPr/>
        </p:nvSpPr>
        <p:spPr>
          <a:xfrm>
            <a:off x="4197019" y="1449936"/>
            <a:ext cx="987258" cy="369332"/>
          </a:xfrm>
          <a:prstGeom prst="rect">
            <a:avLst/>
          </a:prstGeom>
          <a:noFill/>
        </p:spPr>
        <p:txBody>
          <a:bodyPr wrap="none" rtlCol="0">
            <a:spAutoFit/>
          </a:bodyPr>
          <a:lstStyle/>
          <a:p>
            <a:r>
              <a:rPr lang="en-US" b="1" i="1" dirty="0"/>
              <a:t>contains</a:t>
            </a:r>
          </a:p>
        </p:txBody>
      </p:sp>
      <p:sp>
        <p:nvSpPr>
          <p:cNvPr id="70" name="TextBox 69">
            <a:extLst>
              <a:ext uri="{FF2B5EF4-FFF2-40B4-BE49-F238E27FC236}">
                <a16:creationId xmlns:a16="http://schemas.microsoft.com/office/drawing/2014/main" id="{3727DFB0-420D-5421-EE79-5A71520D3DA5}"/>
              </a:ext>
            </a:extLst>
          </p:cNvPr>
          <p:cNvSpPr txBox="1"/>
          <p:nvPr/>
        </p:nvSpPr>
        <p:spPr>
          <a:xfrm>
            <a:off x="1178714" y="3856892"/>
            <a:ext cx="2357953" cy="584775"/>
          </a:xfrm>
          <a:prstGeom prst="rect">
            <a:avLst/>
          </a:prstGeom>
          <a:noFill/>
        </p:spPr>
        <p:txBody>
          <a:bodyPr wrap="none" rtlCol="0">
            <a:spAutoFit/>
          </a:bodyPr>
          <a:lstStyle/>
          <a:p>
            <a:r>
              <a:rPr lang="en-US" sz="3200" b="1" i="1" dirty="0"/>
              <a:t>Abstraction*</a:t>
            </a:r>
            <a:endParaRPr lang="en-US" b="1" i="1" dirty="0"/>
          </a:p>
        </p:txBody>
      </p:sp>
      <p:sp>
        <p:nvSpPr>
          <p:cNvPr id="71" name="TextBox 70">
            <a:extLst>
              <a:ext uri="{FF2B5EF4-FFF2-40B4-BE49-F238E27FC236}">
                <a16:creationId xmlns:a16="http://schemas.microsoft.com/office/drawing/2014/main" id="{59307D01-6228-6B36-D48A-35BC8E5939D1}"/>
              </a:ext>
            </a:extLst>
          </p:cNvPr>
          <p:cNvSpPr txBox="1"/>
          <p:nvPr/>
        </p:nvSpPr>
        <p:spPr>
          <a:xfrm>
            <a:off x="7194366" y="3807255"/>
            <a:ext cx="2918812" cy="584775"/>
          </a:xfrm>
          <a:prstGeom prst="rect">
            <a:avLst/>
          </a:prstGeom>
          <a:noFill/>
        </p:spPr>
        <p:txBody>
          <a:bodyPr wrap="none" rtlCol="0">
            <a:spAutoFit/>
          </a:bodyPr>
          <a:lstStyle/>
          <a:p>
            <a:r>
              <a:rPr lang="en-US" sz="3200" b="1" i="1" dirty="0"/>
              <a:t>Implementation</a:t>
            </a:r>
            <a:endParaRPr lang="en-US" b="1" i="1" dirty="0"/>
          </a:p>
        </p:txBody>
      </p:sp>
      <p:sp>
        <p:nvSpPr>
          <p:cNvPr id="7" name="TextBox 6">
            <a:extLst>
              <a:ext uri="{FF2B5EF4-FFF2-40B4-BE49-F238E27FC236}">
                <a16:creationId xmlns:a16="http://schemas.microsoft.com/office/drawing/2014/main" id="{787FF4E0-E1F4-2004-0B19-2D3A33287EF9}"/>
              </a:ext>
            </a:extLst>
          </p:cNvPr>
          <p:cNvSpPr txBox="1"/>
          <p:nvPr/>
        </p:nvSpPr>
        <p:spPr>
          <a:xfrm>
            <a:off x="1699846" y="5322277"/>
            <a:ext cx="7477688" cy="369332"/>
          </a:xfrm>
          <a:prstGeom prst="rect">
            <a:avLst/>
          </a:prstGeom>
          <a:noFill/>
        </p:spPr>
        <p:txBody>
          <a:bodyPr wrap="none" rtlCol="0">
            <a:spAutoFit/>
          </a:bodyPr>
          <a:lstStyle/>
          <a:p>
            <a:r>
              <a:rPr lang="en-US" dirty="0"/>
              <a:t>*Not an abstract class; just means that it abstracts the implementation details</a:t>
            </a:r>
          </a:p>
        </p:txBody>
      </p:sp>
    </p:spTree>
    <p:extLst>
      <p:ext uri="{BB962C8B-B14F-4D97-AF65-F5344CB8AC3E}">
        <p14:creationId xmlns:p14="http://schemas.microsoft.com/office/powerpoint/2010/main" val="126146405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DBFA43-FF90-8EE4-0694-0E76CB34DB04}"/>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59B57AE6-D4AD-1D5D-2ED8-5125EF0DDDC2}"/>
              </a:ext>
            </a:extLst>
          </p:cNvPr>
          <p:cNvSpPr>
            <a:spLocks noGrp="1"/>
          </p:cNvSpPr>
          <p:nvPr>
            <p:ph idx="1"/>
          </p:nvPr>
        </p:nvSpPr>
        <p:spPr/>
        <p:txBody>
          <a:bodyPr>
            <a:normAutofit/>
          </a:bodyPr>
          <a:lstStyle/>
          <a:p>
            <a:r>
              <a:rPr lang="en-US" dirty="0"/>
              <a:t>class Vehicle {</a:t>
            </a:r>
          </a:p>
          <a:p>
            <a:r>
              <a:rPr lang="en-US" dirty="0"/>
              <a:t>	private </a:t>
            </a:r>
            <a:r>
              <a:rPr lang="en-US" dirty="0" err="1"/>
              <a:t>EnergySource</a:t>
            </a:r>
            <a:r>
              <a:rPr lang="en-US" dirty="0"/>
              <a:t> </a:t>
            </a:r>
            <a:r>
              <a:rPr lang="en-US" dirty="0" err="1"/>
              <a:t>energySource</a:t>
            </a:r>
            <a:r>
              <a:rPr lang="en-US" dirty="0"/>
              <a:t>;</a:t>
            </a:r>
          </a:p>
          <a:p>
            <a:r>
              <a:rPr lang="en-US" dirty="0"/>
              <a:t>}</a:t>
            </a:r>
          </a:p>
          <a:p>
            <a:endParaRPr lang="en-US" dirty="0"/>
          </a:p>
          <a:p>
            <a:r>
              <a:rPr lang="en-US" dirty="0"/>
              <a:t>class Car extends Vehicle { }</a:t>
            </a:r>
          </a:p>
          <a:p>
            <a:endParaRPr lang="en-US" dirty="0"/>
          </a:p>
          <a:p>
            <a:r>
              <a:rPr lang="en-US" dirty="0"/>
              <a:t>class Bicycle extends Vehicle { } </a:t>
            </a:r>
          </a:p>
          <a:p>
            <a:endParaRPr lang="en-US" dirty="0"/>
          </a:p>
          <a:p>
            <a:r>
              <a:rPr lang="en-US" dirty="0"/>
              <a:t>class </a:t>
            </a:r>
            <a:r>
              <a:rPr lang="en-US" dirty="0" err="1"/>
              <a:t>EnergySource</a:t>
            </a:r>
            <a:r>
              <a:rPr lang="en-US" dirty="0"/>
              <a:t> {}</a:t>
            </a:r>
          </a:p>
          <a:p>
            <a:endParaRPr lang="en-US" dirty="0"/>
          </a:p>
          <a:p>
            <a:r>
              <a:rPr lang="en-US" dirty="0"/>
              <a:t>class Electric extends </a:t>
            </a:r>
            <a:r>
              <a:rPr lang="en-US" dirty="0" err="1"/>
              <a:t>EnergySource</a:t>
            </a:r>
            <a:r>
              <a:rPr lang="en-US" dirty="0"/>
              <a:t> {}</a:t>
            </a:r>
          </a:p>
          <a:p>
            <a:endParaRPr lang="en-US" dirty="0"/>
          </a:p>
          <a:p>
            <a:r>
              <a:rPr lang="en-US" dirty="0"/>
              <a:t>class Manual extends </a:t>
            </a:r>
            <a:r>
              <a:rPr lang="en-US" dirty="0" err="1"/>
              <a:t>EnergySource</a:t>
            </a:r>
            <a:r>
              <a:rPr lang="en-US" dirty="0"/>
              <a:t> { }</a:t>
            </a:r>
          </a:p>
          <a:p>
            <a:endParaRPr lang="en-US" dirty="0"/>
          </a:p>
          <a:p>
            <a:r>
              <a:rPr lang="en-US" dirty="0"/>
              <a:t>class Diesel extends </a:t>
            </a:r>
            <a:r>
              <a:rPr lang="en-US" dirty="0" err="1"/>
              <a:t>EnergySource</a:t>
            </a:r>
            <a:r>
              <a:rPr lang="en-US" dirty="0"/>
              <a:t> { }</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p:txBody>
      </p:sp>
      <p:sp>
        <p:nvSpPr>
          <p:cNvPr id="3" name="Title 2">
            <a:extLst>
              <a:ext uri="{FF2B5EF4-FFF2-40B4-BE49-F238E27FC236}">
                <a16:creationId xmlns:a16="http://schemas.microsoft.com/office/drawing/2014/main" id="{22B36BB7-AF54-95CB-E8E4-DA9C60AD63E1}"/>
              </a:ext>
            </a:extLst>
          </p:cNvPr>
          <p:cNvSpPr>
            <a:spLocks noGrp="1"/>
          </p:cNvSpPr>
          <p:nvPr>
            <p:ph type="title"/>
          </p:nvPr>
        </p:nvSpPr>
        <p:spPr/>
        <p:txBody>
          <a:bodyPr/>
          <a:lstStyle/>
          <a:p>
            <a:r>
              <a:rPr lang="en-US" dirty="0"/>
              <a:t>Case study: vehicle class hierarchy</a:t>
            </a:r>
          </a:p>
        </p:txBody>
      </p:sp>
      <p:sp>
        <p:nvSpPr>
          <p:cNvPr id="21" name="Content Placeholder 20">
            <a:extLst>
              <a:ext uri="{FF2B5EF4-FFF2-40B4-BE49-F238E27FC236}">
                <a16:creationId xmlns:a16="http://schemas.microsoft.com/office/drawing/2014/main" id="{D80F5C60-74E7-E16B-7F9E-B68CEF124CE5}"/>
              </a:ext>
            </a:extLst>
          </p:cNvPr>
          <p:cNvSpPr>
            <a:spLocks noGrp="1"/>
          </p:cNvSpPr>
          <p:nvPr>
            <p:ph idx="13"/>
          </p:nvPr>
        </p:nvSpPr>
        <p:spPr/>
        <p:txBody>
          <a:bodyPr/>
          <a:lstStyle/>
          <a:p>
            <a:r>
              <a:rPr lang="en-US" dirty="0"/>
              <a:t>Supports adding both new vehicles and new energy sources</a:t>
            </a:r>
          </a:p>
          <a:p>
            <a:r>
              <a:rPr lang="en-US" dirty="0"/>
              <a:t>No class explosion</a:t>
            </a:r>
          </a:p>
          <a:p>
            <a:endParaRPr lang="en-US" dirty="0"/>
          </a:p>
        </p:txBody>
      </p:sp>
    </p:spTree>
    <p:extLst>
      <p:ext uri="{BB962C8B-B14F-4D97-AF65-F5344CB8AC3E}">
        <p14:creationId xmlns:p14="http://schemas.microsoft.com/office/powerpoint/2010/main" val="36419830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9EBDB3-A114-18B9-A72C-754673E8BF57}"/>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631CCD6D-F055-8AED-DDC8-E50B2ACCAD4D}"/>
              </a:ext>
            </a:extLst>
          </p:cNvPr>
          <p:cNvSpPr>
            <a:spLocks noGrp="1"/>
          </p:cNvSpPr>
          <p:nvPr>
            <p:ph idx="1"/>
          </p:nvPr>
        </p:nvSpPr>
        <p:spPr/>
        <p:txBody>
          <a:bodyPr>
            <a:normAutofit/>
          </a:bodyPr>
          <a:lstStyle/>
          <a:p>
            <a:r>
              <a:rPr lang="en-US" dirty="0"/>
              <a:t>Split a large class or group of classes into two separate hierarchies – abstraction and implementation – which can be developed independently of each other </a:t>
            </a:r>
          </a:p>
          <a:p>
            <a:r>
              <a:rPr lang="en-US" dirty="0"/>
              <a:t>When an abstraction can have one of several possible implementations, the usual way to accommodate them is to use inheritance</a:t>
            </a:r>
          </a:p>
          <a:p>
            <a:r>
              <a:rPr lang="en-US" dirty="0"/>
              <a:t>Inheritance binds an implementation to an abstraction permanently</a:t>
            </a:r>
          </a:p>
          <a:p>
            <a:pPr lvl="1"/>
            <a:r>
              <a:rPr lang="en-US" dirty="0"/>
              <a:t>Need more flexibility in many cases</a:t>
            </a:r>
          </a:p>
          <a:p>
            <a:pPr marL="0" indent="0">
              <a:buNone/>
            </a:pPr>
            <a:endParaRPr lang="en-US" dirty="0"/>
          </a:p>
        </p:txBody>
      </p:sp>
      <p:sp>
        <p:nvSpPr>
          <p:cNvPr id="3" name="Title 2">
            <a:extLst>
              <a:ext uri="{FF2B5EF4-FFF2-40B4-BE49-F238E27FC236}">
                <a16:creationId xmlns:a16="http://schemas.microsoft.com/office/drawing/2014/main" id="{B51F6F0E-322E-0BDF-EC19-8FDC8690FBFF}"/>
              </a:ext>
            </a:extLst>
          </p:cNvPr>
          <p:cNvSpPr>
            <a:spLocks noGrp="1"/>
          </p:cNvSpPr>
          <p:nvPr>
            <p:ph type="title"/>
          </p:nvPr>
        </p:nvSpPr>
        <p:spPr/>
        <p:txBody>
          <a:bodyPr/>
          <a:lstStyle/>
          <a:p>
            <a:r>
              <a:rPr lang="en-US" dirty="0"/>
              <a:t>Bridge design pattern</a:t>
            </a:r>
          </a:p>
        </p:txBody>
      </p:sp>
    </p:spTree>
    <p:extLst>
      <p:ext uri="{BB962C8B-B14F-4D97-AF65-F5344CB8AC3E}">
        <p14:creationId xmlns:p14="http://schemas.microsoft.com/office/powerpoint/2010/main" val="187648588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07BB74F9-118B-B86F-23AD-30633906F8D0}"/>
              </a:ext>
            </a:extLst>
          </p:cNvPr>
          <p:cNvSpPr>
            <a:spLocks noGrp="1"/>
          </p:cNvSpPr>
          <p:nvPr>
            <p:ph idx="1"/>
          </p:nvPr>
        </p:nvSpPr>
        <p:spPr/>
        <p:txBody>
          <a:bodyPr/>
          <a:lstStyle/>
          <a:p>
            <a:r>
              <a:rPr lang="en-US" dirty="0"/>
              <a:t>Decouples interface (abstraction) and implementation</a:t>
            </a:r>
          </a:p>
          <a:p>
            <a:r>
              <a:rPr lang="en-US" dirty="0"/>
              <a:t>The “implementation” is not bound to the abstraction</a:t>
            </a:r>
          </a:p>
          <a:p>
            <a:pPr lvl="1"/>
            <a:r>
              <a:rPr lang="en-US" dirty="0"/>
              <a:t>For example, you can turn a manual bike to an electric</a:t>
            </a:r>
          </a:p>
          <a:p>
            <a:r>
              <a:rPr lang="en-US" dirty="0"/>
              <a:t>Improved extensibility</a:t>
            </a:r>
          </a:p>
        </p:txBody>
      </p:sp>
      <p:sp>
        <p:nvSpPr>
          <p:cNvPr id="4" name="Title 3">
            <a:extLst>
              <a:ext uri="{FF2B5EF4-FFF2-40B4-BE49-F238E27FC236}">
                <a16:creationId xmlns:a16="http://schemas.microsoft.com/office/drawing/2014/main" id="{359DDE4A-9955-115F-A93D-9282C1DC58B6}"/>
              </a:ext>
            </a:extLst>
          </p:cNvPr>
          <p:cNvSpPr>
            <a:spLocks noGrp="1"/>
          </p:cNvSpPr>
          <p:nvPr>
            <p:ph type="title"/>
          </p:nvPr>
        </p:nvSpPr>
        <p:spPr/>
        <p:txBody>
          <a:bodyPr/>
          <a:lstStyle/>
          <a:p>
            <a:r>
              <a:rPr lang="en-US" dirty="0"/>
              <a:t>Characteristics</a:t>
            </a:r>
          </a:p>
        </p:txBody>
      </p:sp>
    </p:spTree>
    <p:extLst>
      <p:ext uri="{BB962C8B-B14F-4D97-AF65-F5344CB8AC3E}">
        <p14:creationId xmlns:p14="http://schemas.microsoft.com/office/powerpoint/2010/main" val="102025429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EDECEA-D492-E249-10B2-D8F7FC86E5A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EEB6E6C-E74A-8338-95A7-D296DC5E0525}"/>
              </a:ext>
            </a:extLst>
          </p:cNvPr>
          <p:cNvSpPr>
            <a:spLocks noGrp="1"/>
          </p:cNvSpPr>
          <p:nvPr>
            <p:ph idx="1"/>
          </p:nvPr>
        </p:nvSpPr>
        <p:spPr/>
        <p:txBody>
          <a:bodyPr/>
          <a:lstStyle/>
          <a:p>
            <a:endParaRPr lang="en-US"/>
          </a:p>
        </p:txBody>
      </p:sp>
      <p:sp>
        <p:nvSpPr>
          <p:cNvPr id="3" name="Text Placeholder 2">
            <a:extLst>
              <a:ext uri="{FF2B5EF4-FFF2-40B4-BE49-F238E27FC236}">
                <a16:creationId xmlns:a16="http://schemas.microsoft.com/office/drawing/2014/main" id="{6C659E33-2470-8A0E-BF57-2CDDAF21494C}"/>
              </a:ext>
            </a:extLst>
          </p:cNvPr>
          <p:cNvSpPr>
            <a:spLocks noGrp="1"/>
          </p:cNvSpPr>
          <p:nvPr>
            <p:ph type="body" sz="quarter" idx="13"/>
          </p:nvPr>
        </p:nvSpPr>
        <p:spPr/>
        <p:txBody>
          <a:bodyPr/>
          <a:lstStyle/>
          <a:p>
            <a:r>
              <a:rPr lang="en-US" sz="3200" dirty="0"/>
              <a:t>Facade design pattern</a:t>
            </a:r>
          </a:p>
        </p:txBody>
      </p:sp>
    </p:spTree>
    <p:extLst>
      <p:ext uri="{BB962C8B-B14F-4D97-AF65-F5344CB8AC3E}">
        <p14:creationId xmlns:p14="http://schemas.microsoft.com/office/powerpoint/2010/main" val="301100923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2CE383CC-9330-F264-9B66-2FD6020538A6}"/>
              </a:ext>
            </a:extLst>
          </p:cNvPr>
          <p:cNvSpPr>
            <a:spLocks noGrp="1"/>
          </p:cNvSpPr>
          <p:nvPr>
            <p:ph idx="1"/>
          </p:nvPr>
        </p:nvSpPr>
        <p:spPr/>
        <p:txBody>
          <a:bodyPr/>
          <a:lstStyle/>
          <a:p>
            <a:r>
              <a:rPr lang="en-US" dirty="0"/>
              <a:t>Façade pattern useful for accessing </a:t>
            </a:r>
            <a:r>
              <a:rPr lang="en-US" b="1" i="1" dirty="0"/>
              <a:t>really </a:t>
            </a:r>
            <a:r>
              <a:rPr lang="en-US" dirty="0"/>
              <a:t>complex software systems with many sub-systems</a:t>
            </a:r>
          </a:p>
          <a:p>
            <a:r>
              <a:rPr lang="en-US" dirty="0"/>
              <a:t>C-to-Rust </a:t>
            </a:r>
            <a:r>
              <a:rPr lang="en-US" dirty="0" err="1"/>
              <a:t>transpilation</a:t>
            </a:r>
            <a:r>
              <a:rPr lang="en-US" dirty="0"/>
              <a:t> </a:t>
            </a:r>
            <a:r>
              <a:rPr lang="en-US" b="1" i="1" dirty="0"/>
              <a:t>library</a:t>
            </a:r>
            <a:r>
              <a:rPr lang="en-US" dirty="0"/>
              <a:t> </a:t>
            </a:r>
          </a:p>
          <a:p>
            <a:pPr lvl="1"/>
            <a:r>
              <a:rPr lang="en-US" dirty="0"/>
              <a:t>Allows clients to use it and add compilation capabilities to their software</a:t>
            </a:r>
          </a:p>
          <a:p>
            <a:r>
              <a:rPr lang="en-US" dirty="0"/>
              <a:t>Consists of different subsystems and classes</a:t>
            </a:r>
          </a:p>
          <a:p>
            <a:endParaRPr lang="en-US" dirty="0"/>
          </a:p>
        </p:txBody>
      </p:sp>
      <p:sp>
        <p:nvSpPr>
          <p:cNvPr id="4" name="Title 3">
            <a:extLst>
              <a:ext uri="{FF2B5EF4-FFF2-40B4-BE49-F238E27FC236}">
                <a16:creationId xmlns:a16="http://schemas.microsoft.com/office/drawing/2014/main" id="{76F6B14D-A29F-8069-9E2C-E017F3D27E06}"/>
              </a:ext>
            </a:extLst>
          </p:cNvPr>
          <p:cNvSpPr>
            <a:spLocks noGrp="1"/>
          </p:cNvSpPr>
          <p:nvPr>
            <p:ph type="title"/>
          </p:nvPr>
        </p:nvSpPr>
        <p:spPr/>
        <p:txBody>
          <a:bodyPr/>
          <a:lstStyle/>
          <a:p>
            <a:r>
              <a:rPr lang="en-US" dirty="0"/>
              <a:t>Case study – </a:t>
            </a:r>
            <a:r>
              <a:rPr lang="en-US" dirty="0" err="1"/>
              <a:t>transpilation</a:t>
            </a:r>
            <a:r>
              <a:rPr lang="en-US" dirty="0"/>
              <a:t> library</a:t>
            </a:r>
          </a:p>
        </p:txBody>
      </p:sp>
      <p:sp>
        <p:nvSpPr>
          <p:cNvPr id="6" name="Rectangle 5">
            <a:extLst>
              <a:ext uri="{FF2B5EF4-FFF2-40B4-BE49-F238E27FC236}">
                <a16:creationId xmlns:a16="http://schemas.microsoft.com/office/drawing/2014/main" id="{17709735-B70D-4A76-2143-7E15A93940C0}"/>
              </a:ext>
            </a:extLst>
          </p:cNvPr>
          <p:cNvSpPr/>
          <p:nvPr/>
        </p:nvSpPr>
        <p:spPr>
          <a:xfrm>
            <a:off x="2121713" y="4017505"/>
            <a:ext cx="2028092" cy="69627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n w="0"/>
                <a:solidFill>
                  <a:schemeClr val="tx1"/>
                </a:solidFill>
                <a:effectLst>
                  <a:outerShdw blurRad="38100" dist="19050" dir="2700000" algn="tl" rotWithShape="0">
                    <a:schemeClr val="dk1">
                      <a:alpha val="40000"/>
                    </a:schemeClr>
                  </a:outerShdw>
                </a:effectLst>
              </a:rPr>
              <a:t>Scanner</a:t>
            </a:r>
            <a:endParaRPr lang="en-US" dirty="0">
              <a:ln w="0"/>
              <a:solidFill>
                <a:schemeClr val="tx1"/>
              </a:solidFill>
              <a:effectLst>
                <a:outerShdw blurRad="38100" dist="19050" dir="2700000" algn="tl" rotWithShape="0">
                  <a:schemeClr val="dk1">
                    <a:alpha val="40000"/>
                  </a:schemeClr>
                </a:outerShdw>
              </a:effectLst>
            </a:endParaRPr>
          </a:p>
        </p:txBody>
      </p:sp>
      <p:sp>
        <p:nvSpPr>
          <p:cNvPr id="7" name="Rectangle 6">
            <a:extLst>
              <a:ext uri="{FF2B5EF4-FFF2-40B4-BE49-F238E27FC236}">
                <a16:creationId xmlns:a16="http://schemas.microsoft.com/office/drawing/2014/main" id="{CD6C6D47-1D8B-D9B0-B6A5-78FE212BA610}"/>
              </a:ext>
            </a:extLst>
          </p:cNvPr>
          <p:cNvSpPr/>
          <p:nvPr/>
        </p:nvSpPr>
        <p:spPr>
          <a:xfrm>
            <a:off x="2121713" y="5145560"/>
            <a:ext cx="2028092" cy="69627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n w="0"/>
                <a:solidFill>
                  <a:schemeClr val="tx1"/>
                </a:solidFill>
                <a:effectLst>
                  <a:outerShdw blurRad="38100" dist="19050" dir="2700000" algn="tl" rotWithShape="0">
                    <a:schemeClr val="dk1">
                      <a:alpha val="40000"/>
                    </a:schemeClr>
                  </a:outerShdw>
                </a:effectLst>
              </a:rPr>
              <a:t>Parser</a:t>
            </a:r>
            <a:endParaRPr lang="en-US" dirty="0">
              <a:ln w="0"/>
              <a:solidFill>
                <a:schemeClr val="tx1"/>
              </a:solidFill>
              <a:effectLst>
                <a:outerShdw blurRad="38100" dist="19050" dir="2700000" algn="tl" rotWithShape="0">
                  <a:schemeClr val="dk1">
                    <a:alpha val="40000"/>
                  </a:schemeClr>
                </a:outerShdw>
              </a:effectLst>
            </a:endParaRPr>
          </a:p>
        </p:txBody>
      </p:sp>
      <p:sp>
        <p:nvSpPr>
          <p:cNvPr id="8" name="Rectangle 7">
            <a:extLst>
              <a:ext uri="{FF2B5EF4-FFF2-40B4-BE49-F238E27FC236}">
                <a16:creationId xmlns:a16="http://schemas.microsoft.com/office/drawing/2014/main" id="{8DC9A41C-D4AE-3DC4-913C-7E3DC3DD81C7}"/>
              </a:ext>
            </a:extLst>
          </p:cNvPr>
          <p:cNvSpPr/>
          <p:nvPr/>
        </p:nvSpPr>
        <p:spPr>
          <a:xfrm>
            <a:off x="5070234" y="5150175"/>
            <a:ext cx="2028092" cy="69166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err="1">
                <a:ln w="0"/>
                <a:solidFill>
                  <a:schemeClr val="tx1"/>
                </a:solidFill>
                <a:effectLst>
                  <a:outerShdw blurRad="38100" dist="19050" dir="2700000" algn="tl" rotWithShape="0">
                    <a:schemeClr val="dk1">
                      <a:alpha val="40000"/>
                    </a:schemeClr>
                  </a:outerShdw>
                </a:effectLst>
              </a:rPr>
              <a:t>ProgramNode</a:t>
            </a:r>
            <a:endParaRPr lang="en-US" sz="1400" dirty="0">
              <a:ln w="0"/>
              <a:solidFill>
                <a:schemeClr val="tx1"/>
              </a:solidFill>
              <a:effectLst>
                <a:outerShdw blurRad="38100" dist="19050" dir="2700000" algn="tl" rotWithShape="0">
                  <a:schemeClr val="dk1">
                    <a:alpha val="40000"/>
                  </a:schemeClr>
                </a:outerShdw>
              </a:effectLst>
            </a:endParaRPr>
          </a:p>
        </p:txBody>
      </p:sp>
      <p:sp>
        <p:nvSpPr>
          <p:cNvPr id="9" name="Rectangle 8">
            <a:extLst>
              <a:ext uri="{FF2B5EF4-FFF2-40B4-BE49-F238E27FC236}">
                <a16:creationId xmlns:a16="http://schemas.microsoft.com/office/drawing/2014/main" id="{DBF23B27-A69C-FA98-8CB9-E85A3CFED29A}"/>
              </a:ext>
            </a:extLst>
          </p:cNvPr>
          <p:cNvSpPr/>
          <p:nvPr/>
        </p:nvSpPr>
        <p:spPr>
          <a:xfrm>
            <a:off x="8430130" y="3983440"/>
            <a:ext cx="2028092" cy="69166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err="1">
                <a:ln w="0"/>
                <a:solidFill>
                  <a:schemeClr val="tx1"/>
                </a:solidFill>
                <a:effectLst>
                  <a:outerShdw blurRad="38100" dist="19050" dir="2700000" algn="tl" rotWithShape="0">
                    <a:schemeClr val="dk1">
                      <a:alpha val="40000"/>
                    </a:schemeClr>
                  </a:outerShdw>
                </a:effectLst>
              </a:rPr>
              <a:t>BytecodeStream</a:t>
            </a:r>
            <a:endParaRPr lang="en-US" sz="1200" dirty="0">
              <a:ln w="0"/>
              <a:solidFill>
                <a:schemeClr val="tx1"/>
              </a:solidFill>
              <a:effectLst>
                <a:outerShdw blurRad="38100" dist="19050" dir="2700000" algn="tl" rotWithShape="0">
                  <a:schemeClr val="dk1">
                    <a:alpha val="40000"/>
                  </a:schemeClr>
                </a:outerShdw>
              </a:effectLst>
            </a:endParaRPr>
          </a:p>
        </p:txBody>
      </p:sp>
      <p:sp>
        <p:nvSpPr>
          <p:cNvPr id="10" name="Rectangle 9">
            <a:extLst>
              <a:ext uri="{FF2B5EF4-FFF2-40B4-BE49-F238E27FC236}">
                <a16:creationId xmlns:a16="http://schemas.microsoft.com/office/drawing/2014/main" id="{CA49E730-1AEC-73A0-81E8-25C3F7A39CE9}"/>
              </a:ext>
            </a:extLst>
          </p:cNvPr>
          <p:cNvSpPr/>
          <p:nvPr/>
        </p:nvSpPr>
        <p:spPr>
          <a:xfrm>
            <a:off x="5081954" y="3806208"/>
            <a:ext cx="2028092" cy="69166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err="1">
                <a:ln w="0"/>
                <a:solidFill>
                  <a:schemeClr val="tx1"/>
                </a:solidFill>
                <a:effectLst>
                  <a:outerShdw blurRad="38100" dist="19050" dir="2700000" algn="tl" rotWithShape="0">
                    <a:schemeClr val="dk1">
                      <a:alpha val="40000"/>
                    </a:schemeClr>
                  </a:outerShdw>
                </a:effectLst>
              </a:rPr>
              <a:t>ProgramNode</a:t>
            </a:r>
            <a:endParaRPr lang="en-US" sz="2000" dirty="0">
              <a:ln w="0"/>
              <a:solidFill>
                <a:schemeClr val="tx1"/>
              </a:solidFill>
              <a:effectLst>
                <a:outerShdw blurRad="38100" dist="19050" dir="2700000" algn="tl" rotWithShape="0">
                  <a:schemeClr val="dk1">
                    <a:alpha val="40000"/>
                  </a:schemeClr>
                </a:outerShdw>
              </a:effectLst>
            </a:endParaRPr>
          </a:p>
          <a:p>
            <a:pPr algn="ctr"/>
            <a:r>
              <a:rPr lang="en-US" sz="2000" dirty="0">
                <a:ln w="0"/>
                <a:solidFill>
                  <a:schemeClr val="tx1"/>
                </a:solidFill>
                <a:effectLst>
                  <a:outerShdw blurRad="38100" dist="19050" dir="2700000" algn="tl" rotWithShape="0">
                    <a:schemeClr val="dk1">
                      <a:alpha val="40000"/>
                    </a:schemeClr>
                  </a:outerShdw>
                </a:effectLst>
              </a:rPr>
              <a:t>Builder</a:t>
            </a:r>
            <a:endParaRPr lang="en-US" sz="1200" dirty="0">
              <a:ln w="0"/>
              <a:solidFill>
                <a:schemeClr val="tx1"/>
              </a:solidFill>
              <a:effectLst>
                <a:outerShdw blurRad="38100" dist="19050" dir="2700000" algn="tl" rotWithShape="0">
                  <a:schemeClr val="dk1">
                    <a:alpha val="40000"/>
                  </a:schemeClr>
                </a:outerShdw>
              </a:effectLst>
            </a:endParaRPr>
          </a:p>
        </p:txBody>
      </p:sp>
      <p:sp>
        <p:nvSpPr>
          <p:cNvPr id="11" name="Rectangle 10">
            <a:extLst>
              <a:ext uri="{FF2B5EF4-FFF2-40B4-BE49-F238E27FC236}">
                <a16:creationId xmlns:a16="http://schemas.microsoft.com/office/drawing/2014/main" id="{56FB18C3-4FF6-F20C-4B83-64BAB4558490}"/>
              </a:ext>
            </a:extLst>
          </p:cNvPr>
          <p:cNvSpPr/>
          <p:nvPr/>
        </p:nvSpPr>
        <p:spPr>
          <a:xfrm>
            <a:off x="8430130" y="4886117"/>
            <a:ext cx="2028092" cy="69166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err="1">
                <a:ln w="0"/>
                <a:solidFill>
                  <a:schemeClr val="tx1"/>
                </a:solidFill>
                <a:effectLst>
                  <a:outerShdw blurRad="38100" dist="19050" dir="2700000" algn="tl" rotWithShape="0">
                    <a:schemeClr val="dk1">
                      <a:alpha val="40000"/>
                    </a:schemeClr>
                  </a:outerShdw>
                </a:effectLst>
              </a:rPr>
              <a:t>ObjectWriter</a:t>
            </a:r>
            <a:endParaRPr lang="en-US" sz="120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97570514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51A863-79C7-0839-A0FB-B34D3C62EA39}"/>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C0BC0DC9-1F44-8F2F-7507-ECE6C481B38F}"/>
              </a:ext>
            </a:extLst>
          </p:cNvPr>
          <p:cNvSpPr>
            <a:spLocks noGrp="1"/>
          </p:cNvSpPr>
          <p:nvPr>
            <p:ph idx="1"/>
          </p:nvPr>
        </p:nvSpPr>
        <p:spPr/>
        <p:txBody>
          <a:bodyPr/>
          <a:lstStyle/>
          <a:p>
            <a:r>
              <a:rPr lang="en-US" dirty="0"/>
              <a:t>The client can access each of these subcomponents individually</a:t>
            </a:r>
          </a:p>
        </p:txBody>
      </p:sp>
      <p:sp>
        <p:nvSpPr>
          <p:cNvPr id="4" name="Title 3">
            <a:extLst>
              <a:ext uri="{FF2B5EF4-FFF2-40B4-BE49-F238E27FC236}">
                <a16:creationId xmlns:a16="http://schemas.microsoft.com/office/drawing/2014/main" id="{0EDAEEAD-B1F4-3A5F-2950-C54CCF8BE761}"/>
              </a:ext>
            </a:extLst>
          </p:cNvPr>
          <p:cNvSpPr>
            <a:spLocks noGrp="1"/>
          </p:cNvSpPr>
          <p:nvPr>
            <p:ph type="title"/>
          </p:nvPr>
        </p:nvSpPr>
        <p:spPr/>
        <p:txBody>
          <a:bodyPr/>
          <a:lstStyle/>
          <a:p>
            <a:r>
              <a:rPr lang="en-US" dirty="0"/>
              <a:t>Case study – </a:t>
            </a:r>
            <a:r>
              <a:rPr lang="en-US" dirty="0" err="1"/>
              <a:t>transpilation</a:t>
            </a:r>
            <a:r>
              <a:rPr lang="en-US" dirty="0"/>
              <a:t> library</a:t>
            </a:r>
          </a:p>
        </p:txBody>
      </p:sp>
      <p:grpSp>
        <p:nvGrpSpPr>
          <p:cNvPr id="40" name="Group 39">
            <a:extLst>
              <a:ext uri="{FF2B5EF4-FFF2-40B4-BE49-F238E27FC236}">
                <a16:creationId xmlns:a16="http://schemas.microsoft.com/office/drawing/2014/main" id="{F44C07D4-8056-E6DB-97F5-2F836FE99189}"/>
              </a:ext>
            </a:extLst>
          </p:cNvPr>
          <p:cNvGrpSpPr/>
          <p:nvPr/>
        </p:nvGrpSpPr>
        <p:grpSpPr>
          <a:xfrm>
            <a:off x="2073582" y="1661658"/>
            <a:ext cx="6308416" cy="3014646"/>
            <a:chOff x="2073582" y="1661658"/>
            <a:chExt cx="6308416" cy="3014646"/>
          </a:xfrm>
        </p:grpSpPr>
        <p:cxnSp>
          <p:nvCxnSpPr>
            <p:cNvPr id="21" name="Connector: Curved 20">
              <a:extLst>
                <a:ext uri="{FF2B5EF4-FFF2-40B4-BE49-F238E27FC236}">
                  <a16:creationId xmlns:a16="http://schemas.microsoft.com/office/drawing/2014/main" id="{B8088E0F-FF16-68B7-BFDC-421EDAC31F9C}"/>
                </a:ext>
              </a:extLst>
            </p:cNvPr>
            <p:cNvCxnSpPr>
              <a:cxnSpLocks/>
              <a:stCxn id="13" idx="2"/>
              <a:endCxn id="7" idx="0"/>
            </p:cNvCxnSpPr>
            <p:nvPr/>
          </p:nvCxnSpPr>
          <p:spPr>
            <a:xfrm rot="5400000">
              <a:off x="2089995" y="2341523"/>
              <a:ext cx="2231980" cy="2264806"/>
            </a:xfrm>
            <a:prstGeom prst="curvedConnector3">
              <a:avLst>
                <a:gd name="adj1" fmla="val 50000"/>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25" name="Group 24">
              <a:extLst>
                <a:ext uri="{FF2B5EF4-FFF2-40B4-BE49-F238E27FC236}">
                  <a16:creationId xmlns:a16="http://schemas.microsoft.com/office/drawing/2014/main" id="{13CCF2C1-802B-D9F1-EA4D-DD43FFF52F4D}"/>
                </a:ext>
              </a:extLst>
            </p:cNvPr>
            <p:cNvGrpSpPr/>
            <p:nvPr/>
          </p:nvGrpSpPr>
          <p:grpSpPr>
            <a:xfrm>
              <a:off x="2073583" y="1661658"/>
              <a:ext cx="3837717" cy="1800202"/>
              <a:chOff x="2073583" y="1661658"/>
              <a:chExt cx="3837717" cy="1800202"/>
            </a:xfrm>
          </p:grpSpPr>
          <p:grpSp>
            <p:nvGrpSpPr>
              <p:cNvPr id="20" name="Group 19">
                <a:extLst>
                  <a:ext uri="{FF2B5EF4-FFF2-40B4-BE49-F238E27FC236}">
                    <a16:creationId xmlns:a16="http://schemas.microsoft.com/office/drawing/2014/main" id="{A388847B-FA6A-F33A-8749-2A0C19509778}"/>
                  </a:ext>
                </a:extLst>
              </p:cNvPr>
              <p:cNvGrpSpPr/>
              <p:nvPr/>
            </p:nvGrpSpPr>
            <p:grpSpPr>
              <a:xfrm>
                <a:off x="2073583" y="1661658"/>
                <a:ext cx="3837717" cy="1800202"/>
                <a:chOff x="2073583" y="1661658"/>
                <a:chExt cx="3837717" cy="1800202"/>
              </a:xfrm>
            </p:grpSpPr>
            <p:sp>
              <p:nvSpPr>
                <p:cNvPr id="13" name="Rectangle 12">
                  <a:extLst>
                    <a:ext uri="{FF2B5EF4-FFF2-40B4-BE49-F238E27FC236}">
                      <a16:creationId xmlns:a16="http://schemas.microsoft.com/office/drawing/2014/main" id="{10137BC1-5C70-CA99-D12C-F8280C8C4B9C}"/>
                    </a:ext>
                  </a:extLst>
                </p:cNvPr>
                <p:cNvSpPr/>
                <p:nvPr/>
              </p:nvSpPr>
              <p:spPr>
                <a:xfrm>
                  <a:off x="3324342" y="1661658"/>
                  <a:ext cx="2028092" cy="69627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n w="0"/>
                      <a:solidFill>
                        <a:schemeClr val="tx1"/>
                      </a:solidFill>
                      <a:effectLst>
                        <a:outerShdw blurRad="38100" dist="19050" dir="2700000" algn="tl" rotWithShape="0">
                          <a:schemeClr val="dk1">
                            <a:alpha val="40000"/>
                          </a:schemeClr>
                        </a:outerShdw>
                      </a:effectLst>
                    </a:rPr>
                    <a:t>Client</a:t>
                  </a:r>
                  <a:endParaRPr lang="en-US" dirty="0">
                    <a:ln w="0"/>
                    <a:solidFill>
                      <a:schemeClr val="tx1"/>
                    </a:solidFill>
                    <a:effectLst>
                      <a:outerShdw blurRad="38100" dist="19050" dir="2700000" algn="tl" rotWithShape="0">
                        <a:schemeClr val="dk1">
                          <a:alpha val="40000"/>
                        </a:schemeClr>
                      </a:outerShdw>
                    </a:effectLst>
                  </a:endParaRPr>
                </a:p>
              </p:txBody>
            </p:sp>
            <p:cxnSp>
              <p:nvCxnSpPr>
                <p:cNvPr id="15" name="Connector: Curved 14">
                  <a:extLst>
                    <a:ext uri="{FF2B5EF4-FFF2-40B4-BE49-F238E27FC236}">
                      <a16:creationId xmlns:a16="http://schemas.microsoft.com/office/drawing/2014/main" id="{9EF3D7A5-7AFB-D969-9074-63FD3184FC74}"/>
                    </a:ext>
                  </a:extLst>
                </p:cNvPr>
                <p:cNvCxnSpPr>
                  <a:cxnSpLocks/>
                  <a:stCxn id="13" idx="2"/>
                  <a:endCxn id="6" idx="0"/>
                </p:cNvCxnSpPr>
                <p:nvPr/>
              </p:nvCxnSpPr>
              <p:spPr>
                <a:xfrm rot="5400000">
                  <a:off x="2654023" y="1777495"/>
                  <a:ext cx="1103925" cy="2264806"/>
                </a:xfrm>
                <a:prstGeom prst="curvedConnector3">
                  <a:avLst>
                    <a:gd name="adj1" fmla="val 50000"/>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B6578659-709A-3BDE-A1C4-D50BCCCD813C}"/>
                    </a:ext>
                  </a:extLst>
                </p:cNvPr>
                <p:cNvSpPr txBox="1"/>
                <p:nvPr/>
              </p:nvSpPr>
              <p:spPr>
                <a:xfrm>
                  <a:off x="5170392" y="2356418"/>
                  <a:ext cx="740908" cy="461665"/>
                </a:xfrm>
                <a:prstGeom prst="rect">
                  <a:avLst/>
                </a:prstGeom>
                <a:noFill/>
              </p:spPr>
              <p:txBody>
                <a:bodyPr wrap="none" rtlCol="0">
                  <a:spAutoFit/>
                </a:bodyPr>
                <a:lstStyle/>
                <a:p>
                  <a:r>
                    <a:rPr lang="en-US" sz="2400" b="1" i="1" dirty="0"/>
                    <a:t>uses</a:t>
                  </a:r>
                </a:p>
              </p:txBody>
            </p:sp>
          </p:grpSp>
          <p:sp>
            <p:nvSpPr>
              <p:cNvPr id="24" name="TextBox 23">
                <a:extLst>
                  <a:ext uri="{FF2B5EF4-FFF2-40B4-BE49-F238E27FC236}">
                    <a16:creationId xmlns:a16="http://schemas.microsoft.com/office/drawing/2014/main" id="{5F67A25B-CD68-A896-AD09-A15406FECA77}"/>
                  </a:ext>
                </a:extLst>
              </p:cNvPr>
              <p:cNvSpPr txBox="1"/>
              <p:nvPr/>
            </p:nvSpPr>
            <p:spPr>
              <a:xfrm>
                <a:off x="2440260" y="2448233"/>
                <a:ext cx="740908" cy="461665"/>
              </a:xfrm>
              <a:prstGeom prst="rect">
                <a:avLst/>
              </a:prstGeom>
              <a:noFill/>
            </p:spPr>
            <p:txBody>
              <a:bodyPr wrap="none" rtlCol="0">
                <a:spAutoFit/>
              </a:bodyPr>
              <a:lstStyle/>
              <a:p>
                <a:r>
                  <a:rPr lang="en-US" sz="2400" b="1" i="1" dirty="0"/>
                  <a:t>uses</a:t>
                </a:r>
              </a:p>
            </p:txBody>
          </p:sp>
        </p:grpSp>
        <p:cxnSp>
          <p:nvCxnSpPr>
            <p:cNvPr id="28" name="Connector: Curved 27">
              <a:extLst>
                <a:ext uri="{FF2B5EF4-FFF2-40B4-BE49-F238E27FC236}">
                  <a16:creationId xmlns:a16="http://schemas.microsoft.com/office/drawing/2014/main" id="{E357341E-D84D-42B6-6D6F-70088C836FB5}"/>
                </a:ext>
              </a:extLst>
            </p:cNvPr>
            <p:cNvCxnSpPr>
              <a:cxnSpLocks/>
              <a:stCxn id="13" idx="2"/>
              <a:endCxn id="10" idx="0"/>
            </p:cNvCxnSpPr>
            <p:nvPr/>
          </p:nvCxnSpPr>
          <p:spPr>
            <a:xfrm rot="16200000" flipH="1">
              <a:off x="4239791" y="2456532"/>
              <a:ext cx="892628" cy="695435"/>
            </a:xfrm>
            <a:prstGeom prst="curvedConnector3">
              <a:avLst>
                <a:gd name="adj1" fmla="val 50000"/>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Connector: Curved 30">
              <a:extLst>
                <a:ext uri="{FF2B5EF4-FFF2-40B4-BE49-F238E27FC236}">
                  <a16:creationId xmlns:a16="http://schemas.microsoft.com/office/drawing/2014/main" id="{07FA4AA0-B7A7-74D2-330C-C04312B0F5AA}"/>
                </a:ext>
              </a:extLst>
            </p:cNvPr>
            <p:cNvCxnSpPr>
              <a:cxnSpLocks/>
              <a:stCxn id="13" idx="2"/>
              <a:endCxn id="9" idx="0"/>
            </p:cNvCxnSpPr>
            <p:nvPr/>
          </p:nvCxnSpPr>
          <p:spPr>
            <a:xfrm rot="16200000" flipH="1">
              <a:off x="5825263" y="871060"/>
              <a:ext cx="1069860" cy="4043611"/>
            </a:xfrm>
            <a:prstGeom prst="curvedConnector3">
              <a:avLst>
                <a:gd name="adj1" fmla="val 50000"/>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Connector: Curved 33">
              <a:extLst>
                <a:ext uri="{FF2B5EF4-FFF2-40B4-BE49-F238E27FC236}">
                  <a16:creationId xmlns:a16="http://schemas.microsoft.com/office/drawing/2014/main" id="{DF982102-4B4A-3861-8E37-036D17931249}"/>
                </a:ext>
              </a:extLst>
            </p:cNvPr>
            <p:cNvCxnSpPr>
              <a:cxnSpLocks/>
              <a:stCxn id="13" idx="2"/>
              <a:endCxn id="11" idx="1"/>
            </p:cNvCxnSpPr>
            <p:nvPr/>
          </p:nvCxnSpPr>
          <p:spPr>
            <a:xfrm rot="16200000" flipH="1">
              <a:off x="4693986" y="2002337"/>
              <a:ext cx="2318369" cy="3029565"/>
            </a:xfrm>
            <a:prstGeom prst="curvedConnector2">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Connector: Curved 36">
              <a:extLst>
                <a:ext uri="{FF2B5EF4-FFF2-40B4-BE49-F238E27FC236}">
                  <a16:creationId xmlns:a16="http://schemas.microsoft.com/office/drawing/2014/main" id="{C4D9FA24-7A28-6E14-5E5E-26C79EFC7C1A}"/>
                </a:ext>
              </a:extLst>
            </p:cNvPr>
            <p:cNvCxnSpPr>
              <a:cxnSpLocks/>
              <a:stCxn id="13" idx="2"/>
              <a:endCxn id="8" idx="0"/>
            </p:cNvCxnSpPr>
            <p:nvPr/>
          </p:nvCxnSpPr>
          <p:spPr>
            <a:xfrm rot="16200000" flipH="1">
              <a:off x="3561948" y="3134375"/>
              <a:ext cx="2236595" cy="683715"/>
            </a:xfrm>
            <a:prstGeom prst="curvedConnector3">
              <a:avLst>
                <a:gd name="adj1" fmla="val 50000"/>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cxnSp>
        <p:nvCxnSpPr>
          <p:cNvPr id="49" name="Straight Arrow Connector 48">
            <a:extLst>
              <a:ext uri="{FF2B5EF4-FFF2-40B4-BE49-F238E27FC236}">
                <a16:creationId xmlns:a16="http://schemas.microsoft.com/office/drawing/2014/main" id="{FC2F4C50-38D1-05EA-3B4C-4297E9B563DB}"/>
              </a:ext>
            </a:extLst>
          </p:cNvPr>
          <p:cNvCxnSpPr>
            <a:cxnSpLocks/>
            <a:stCxn id="10" idx="2"/>
            <a:endCxn id="8" idx="0"/>
          </p:cNvCxnSpPr>
          <p:nvPr/>
        </p:nvCxnSpPr>
        <p:spPr>
          <a:xfrm flipH="1">
            <a:off x="5022103" y="3942226"/>
            <a:ext cx="11720" cy="652305"/>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grpSp>
        <p:nvGrpSpPr>
          <p:cNvPr id="61" name="Group 60">
            <a:extLst>
              <a:ext uri="{FF2B5EF4-FFF2-40B4-BE49-F238E27FC236}">
                <a16:creationId xmlns:a16="http://schemas.microsoft.com/office/drawing/2014/main" id="{EB0DE38B-C4CC-5CFE-61FB-9C01F32A9DA7}"/>
              </a:ext>
            </a:extLst>
          </p:cNvPr>
          <p:cNvGrpSpPr/>
          <p:nvPr/>
        </p:nvGrpSpPr>
        <p:grpSpPr>
          <a:xfrm>
            <a:off x="787472" y="3059723"/>
            <a:ext cx="9024744" cy="2485633"/>
            <a:chOff x="787472" y="3059723"/>
            <a:chExt cx="9024744" cy="2485633"/>
          </a:xfrm>
        </p:grpSpPr>
        <p:grpSp>
          <p:nvGrpSpPr>
            <p:cNvPr id="12" name="Group 11">
              <a:extLst>
                <a:ext uri="{FF2B5EF4-FFF2-40B4-BE49-F238E27FC236}">
                  <a16:creationId xmlns:a16="http://schemas.microsoft.com/office/drawing/2014/main" id="{C760F5A5-28F8-7310-A234-81EEB38CAE00}"/>
                </a:ext>
              </a:extLst>
            </p:cNvPr>
            <p:cNvGrpSpPr/>
            <p:nvPr/>
          </p:nvGrpSpPr>
          <p:grpSpPr>
            <a:xfrm>
              <a:off x="787472" y="3059723"/>
              <a:ext cx="9024744" cy="2485633"/>
              <a:chOff x="1385349" y="2157046"/>
              <a:chExt cx="9024744" cy="2485633"/>
            </a:xfrm>
          </p:grpSpPr>
          <p:sp>
            <p:nvSpPr>
              <p:cNvPr id="6" name="Rectangle 5">
                <a:extLst>
                  <a:ext uri="{FF2B5EF4-FFF2-40B4-BE49-F238E27FC236}">
                    <a16:creationId xmlns:a16="http://schemas.microsoft.com/office/drawing/2014/main" id="{2710D4D0-8F7E-5D92-00E6-6714127C6A46}"/>
                  </a:ext>
                </a:extLst>
              </p:cNvPr>
              <p:cNvSpPr/>
              <p:nvPr/>
            </p:nvSpPr>
            <p:spPr>
              <a:xfrm>
                <a:off x="1657413" y="2559184"/>
                <a:ext cx="2028092" cy="69627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n w="0"/>
                    <a:solidFill>
                      <a:schemeClr val="tx1"/>
                    </a:solidFill>
                    <a:effectLst>
                      <a:outerShdw blurRad="38100" dist="19050" dir="2700000" algn="tl" rotWithShape="0">
                        <a:schemeClr val="dk1">
                          <a:alpha val="40000"/>
                        </a:schemeClr>
                      </a:outerShdw>
                    </a:effectLst>
                  </a:rPr>
                  <a:t>Scanner</a:t>
                </a:r>
                <a:endParaRPr lang="en-US" dirty="0">
                  <a:ln w="0"/>
                  <a:solidFill>
                    <a:schemeClr val="tx1"/>
                  </a:solidFill>
                  <a:effectLst>
                    <a:outerShdw blurRad="38100" dist="19050" dir="2700000" algn="tl" rotWithShape="0">
                      <a:schemeClr val="dk1">
                        <a:alpha val="40000"/>
                      </a:schemeClr>
                    </a:outerShdw>
                  </a:effectLst>
                </a:endParaRPr>
              </a:p>
            </p:txBody>
          </p:sp>
          <p:sp>
            <p:nvSpPr>
              <p:cNvPr id="7" name="Rectangle 6">
                <a:extLst>
                  <a:ext uri="{FF2B5EF4-FFF2-40B4-BE49-F238E27FC236}">
                    <a16:creationId xmlns:a16="http://schemas.microsoft.com/office/drawing/2014/main" id="{ABD9454F-56A0-A445-C59B-86145C247851}"/>
                  </a:ext>
                </a:extLst>
              </p:cNvPr>
              <p:cNvSpPr/>
              <p:nvPr/>
            </p:nvSpPr>
            <p:spPr>
              <a:xfrm>
                <a:off x="1657413" y="3687239"/>
                <a:ext cx="2028092" cy="69627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n w="0"/>
                    <a:solidFill>
                      <a:schemeClr val="tx1"/>
                    </a:solidFill>
                    <a:effectLst>
                      <a:outerShdw blurRad="38100" dist="19050" dir="2700000" algn="tl" rotWithShape="0">
                        <a:schemeClr val="dk1">
                          <a:alpha val="40000"/>
                        </a:schemeClr>
                      </a:outerShdw>
                    </a:effectLst>
                  </a:rPr>
                  <a:t>Parser</a:t>
                </a:r>
                <a:endParaRPr lang="en-US" dirty="0">
                  <a:ln w="0"/>
                  <a:solidFill>
                    <a:schemeClr val="tx1"/>
                  </a:solidFill>
                  <a:effectLst>
                    <a:outerShdw blurRad="38100" dist="19050" dir="2700000" algn="tl" rotWithShape="0">
                      <a:schemeClr val="dk1">
                        <a:alpha val="40000"/>
                      </a:schemeClr>
                    </a:outerShdw>
                  </a:effectLst>
                </a:endParaRPr>
              </a:p>
            </p:txBody>
          </p:sp>
          <p:sp>
            <p:nvSpPr>
              <p:cNvPr id="8" name="Rectangle 7">
                <a:extLst>
                  <a:ext uri="{FF2B5EF4-FFF2-40B4-BE49-F238E27FC236}">
                    <a16:creationId xmlns:a16="http://schemas.microsoft.com/office/drawing/2014/main" id="{3E7B5BE7-4C98-7009-05CA-543E57174711}"/>
                  </a:ext>
                </a:extLst>
              </p:cNvPr>
              <p:cNvSpPr/>
              <p:nvPr/>
            </p:nvSpPr>
            <p:spPr>
              <a:xfrm>
                <a:off x="4605934" y="3691854"/>
                <a:ext cx="2028092" cy="69166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err="1">
                    <a:ln w="0"/>
                    <a:solidFill>
                      <a:schemeClr val="tx1"/>
                    </a:solidFill>
                    <a:effectLst>
                      <a:outerShdw blurRad="38100" dist="19050" dir="2700000" algn="tl" rotWithShape="0">
                        <a:schemeClr val="dk1">
                          <a:alpha val="40000"/>
                        </a:schemeClr>
                      </a:outerShdw>
                    </a:effectLst>
                  </a:rPr>
                  <a:t>ProgramNode</a:t>
                </a:r>
                <a:endParaRPr lang="en-US" sz="1400" dirty="0">
                  <a:ln w="0"/>
                  <a:solidFill>
                    <a:schemeClr val="tx1"/>
                  </a:solidFill>
                  <a:effectLst>
                    <a:outerShdw blurRad="38100" dist="19050" dir="2700000" algn="tl" rotWithShape="0">
                      <a:schemeClr val="dk1">
                        <a:alpha val="40000"/>
                      </a:schemeClr>
                    </a:outerShdw>
                  </a:effectLst>
                </a:endParaRPr>
              </a:p>
            </p:txBody>
          </p:sp>
          <p:sp>
            <p:nvSpPr>
              <p:cNvPr id="9" name="Rectangle 8">
                <a:extLst>
                  <a:ext uri="{FF2B5EF4-FFF2-40B4-BE49-F238E27FC236}">
                    <a16:creationId xmlns:a16="http://schemas.microsoft.com/office/drawing/2014/main" id="{74C42BF0-CF73-4DDD-AC34-DE478BEB3A20}"/>
                  </a:ext>
                </a:extLst>
              </p:cNvPr>
              <p:cNvSpPr/>
              <p:nvPr/>
            </p:nvSpPr>
            <p:spPr>
              <a:xfrm>
                <a:off x="7965830" y="2525119"/>
                <a:ext cx="2028092" cy="69166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err="1">
                    <a:ln w="0"/>
                    <a:solidFill>
                      <a:schemeClr val="tx1"/>
                    </a:solidFill>
                    <a:effectLst>
                      <a:outerShdw blurRad="38100" dist="19050" dir="2700000" algn="tl" rotWithShape="0">
                        <a:schemeClr val="dk1">
                          <a:alpha val="40000"/>
                        </a:schemeClr>
                      </a:outerShdw>
                    </a:effectLst>
                  </a:rPr>
                  <a:t>BytecodeStream</a:t>
                </a:r>
                <a:endParaRPr lang="en-US" sz="1200" dirty="0">
                  <a:ln w="0"/>
                  <a:solidFill>
                    <a:schemeClr val="tx1"/>
                  </a:solidFill>
                  <a:effectLst>
                    <a:outerShdw blurRad="38100" dist="19050" dir="2700000" algn="tl" rotWithShape="0">
                      <a:schemeClr val="dk1">
                        <a:alpha val="40000"/>
                      </a:schemeClr>
                    </a:outerShdw>
                  </a:effectLst>
                </a:endParaRPr>
              </a:p>
            </p:txBody>
          </p:sp>
          <p:sp>
            <p:nvSpPr>
              <p:cNvPr id="10" name="Rectangle 9">
                <a:extLst>
                  <a:ext uri="{FF2B5EF4-FFF2-40B4-BE49-F238E27FC236}">
                    <a16:creationId xmlns:a16="http://schemas.microsoft.com/office/drawing/2014/main" id="{BEA00EDD-0543-1B7E-92EA-1DF7F019D426}"/>
                  </a:ext>
                </a:extLst>
              </p:cNvPr>
              <p:cNvSpPr/>
              <p:nvPr/>
            </p:nvSpPr>
            <p:spPr>
              <a:xfrm>
                <a:off x="4617654" y="2347887"/>
                <a:ext cx="2028092" cy="69166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err="1">
                    <a:ln w="0"/>
                    <a:solidFill>
                      <a:schemeClr val="tx1"/>
                    </a:solidFill>
                    <a:effectLst>
                      <a:outerShdw blurRad="38100" dist="19050" dir="2700000" algn="tl" rotWithShape="0">
                        <a:schemeClr val="dk1">
                          <a:alpha val="40000"/>
                        </a:schemeClr>
                      </a:outerShdw>
                    </a:effectLst>
                  </a:rPr>
                  <a:t>ProgramNode</a:t>
                </a:r>
                <a:endParaRPr lang="en-US" sz="2000" dirty="0">
                  <a:ln w="0"/>
                  <a:solidFill>
                    <a:schemeClr val="tx1"/>
                  </a:solidFill>
                  <a:effectLst>
                    <a:outerShdw blurRad="38100" dist="19050" dir="2700000" algn="tl" rotWithShape="0">
                      <a:schemeClr val="dk1">
                        <a:alpha val="40000"/>
                      </a:schemeClr>
                    </a:outerShdw>
                  </a:effectLst>
                </a:endParaRPr>
              </a:p>
              <a:p>
                <a:pPr algn="ctr"/>
                <a:r>
                  <a:rPr lang="en-US" sz="2000" dirty="0">
                    <a:ln w="0"/>
                    <a:solidFill>
                      <a:schemeClr val="tx1"/>
                    </a:solidFill>
                    <a:effectLst>
                      <a:outerShdw blurRad="38100" dist="19050" dir="2700000" algn="tl" rotWithShape="0">
                        <a:schemeClr val="dk1">
                          <a:alpha val="40000"/>
                        </a:schemeClr>
                      </a:outerShdw>
                    </a:effectLst>
                  </a:rPr>
                  <a:t>Builder</a:t>
                </a:r>
                <a:endParaRPr lang="en-US" sz="1200" dirty="0">
                  <a:ln w="0"/>
                  <a:solidFill>
                    <a:schemeClr val="tx1"/>
                  </a:solidFill>
                  <a:effectLst>
                    <a:outerShdw blurRad="38100" dist="19050" dir="2700000" algn="tl" rotWithShape="0">
                      <a:schemeClr val="dk1">
                        <a:alpha val="40000"/>
                      </a:schemeClr>
                    </a:outerShdw>
                  </a:effectLst>
                </a:endParaRPr>
              </a:p>
            </p:txBody>
          </p:sp>
          <p:sp>
            <p:nvSpPr>
              <p:cNvPr id="11" name="Rectangle 10">
                <a:extLst>
                  <a:ext uri="{FF2B5EF4-FFF2-40B4-BE49-F238E27FC236}">
                    <a16:creationId xmlns:a16="http://schemas.microsoft.com/office/drawing/2014/main" id="{E93ADE3E-8723-CB01-2C90-2556AB1D3A10}"/>
                  </a:ext>
                </a:extLst>
              </p:cNvPr>
              <p:cNvSpPr/>
              <p:nvPr/>
            </p:nvSpPr>
            <p:spPr>
              <a:xfrm>
                <a:off x="7965830" y="3427796"/>
                <a:ext cx="2028092" cy="69166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err="1">
                    <a:ln w="0"/>
                    <a:solidFill>
                      <a:schemeClr val="tx1"/>
                    </a:solidFill>
                    <a:effectLst>
                      <a:outerShdw blurRad="38100" dist="19050" dir="2700000" algn="tl" rotWithShape="0">
                        <a:schemeClr val="dk1">
                          <a:alpha val="40000"/>
                        </a:schemeClr>
                      </a:outerShdw>
                    </a:effectLst>
                  </a:rPr>
                  <a:t>ObjectWriter</a:t>
                </a:r>
                <a:endParaRPr lang="en-US" sz="1200" dirty="0">
                  <a:ln w="0"/>
                  <a:solidFill>
                    <a:schemeClr val="tx1"/>
                  </a:solidFill>
                  <a:effectLst>
                    <a:outerShdw blurRad="38100" dist="19050" dir="2700000" algn="tl" rotWithShape="0">
                      <a:schemeClr val="dk1">
                        <a:alpha val="40000"/>
                      </a:schemeClr>
                    </a:outerShdw>
                  </a:effectLst>
                </a:endParaRPr>
              </a:p>
            </p:txBody>
          </p:sp>
          <p:sp>
            <p:nvSpPr>
              <p:cNvPr id="2" name="Rectangle 1">
                <a:extLst>
                  <a:ext uri="{FF2B5EF4-FFF2-40B4-BE49-F238E27FC236}">
                    <a16:creationId xmlns:a16="http://schemas.microsoft.com/office/drawing/2014/main" id="{4C5A0FEE-25E2-44A0-2BB8-3E5FDF9434E7}"/>
                  </a:ext>
                </a:extLst>
              </p:cNvPr>
              <p:cNvSpPr/>
              <p:nvPr/>
            </p:nvSpPr>
            <p:spPr>
              <a:xfrm>
                <a:off x="1385349" y="2157046"/>
                <a:ext cx="9024744" cy="2485633"/>
              </a:xfrm>
              <a:prstGeom prst="rect">
                <a:avLst/>
              </a:prstGeom>
              <a:noFill/>
              <a:ln w="2540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3" name="TextBox 2">
                <a:extLst>
                  <a:ext uri="{FF2B5EF4-FFF2-40B4-BE49-F238E27FC236}">
                    <a16:creationId xmlns:a16="http://schemas.microsoft.com/office/drawing/2014/main" id="{BD751228-077F-C7A2-2D7C-448A741BC2E2}"/>
                  </a:ext>
                </a:extLst>
              </p:cNvPr>
              <p:cNvSpPr txBox="1"/>
              <p:nvPr/>
            </p:nvSpPr>
            <p:spPr>
              <a:xfrm>
                <a:off x="6828261" y="4119459"/>
                <a:ext cx="2724913" cy="523220"/>
              </a:xfrm>
              <a:prstGeom prst="rect">
                <a:avLst/>
              </a:prstGeom>
              <a:noFill/>
            </p:spPr>
            <p:txBody>
              <a:bodyPr wrap="none" rtlCol="0">
                <a:spAutoFit/>
              </a:bodyPr>
              <a:lstStyle/>
              <a:p>
                <a:r>
                  <a:rPr lang="en-US" sz="2800" b="1" i="1" dirty="0" err="1"/>
                  <a:t>Transpiler</a:t>
                </a:r>
                <a:r>
                  <a:rPr lang="en-US" sz="2800" b="1" i="1" dirty="0"/>
                  <a:t> library</a:t>
                </a:r>
              </a:p>
            </p:txBody>
          </p:sp>
        </p:grpSp>
        <p:cxnSp>
          <p:nvCxnSpPr>
            <p:cNvPr id="42" name="Straight Arrow Connector 41">
              <a:extLst>
                <a:ext uri="{FF2B5EF4-FFF2-40B4-BE49-F238E27FC236}">
                  <a16:creationId xmlns:a16="http://schemas.microsoft.com/office/drawing/2014/main" id="{CB9D0730-B99B-5929-A78C-CDA2FE8428B2}"/>
                </a:ext>
              </a:extLst>
            </p:cNvPr>
            <p:cNvCxnSpPr>
              <a:stCxn id="6" idx="3"/>
              <a:endCxn id="10" idx="1"/>
            </p:cNvCxnSpPr>
            <p:nvPr/>
          </p:nvCxnSpPr>
          <p:spPr>
            <a:xfrm flipV="1">
              <a:off x="3087628" y="3596395"/>
              <a:ext cx="932149" cy="213605"/>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cxnSp>
          <p:nvCxnSpPr>
            <p:cNvPr id="43" name="Straight Arrow Connector 42">
              <a:extLst>
                <a:ext uri="{FF2B5EF4-FFF2-40B4-BE49-F238E27FC236}">
                  <a16:creationId xmlns:a16="http://schemas.microsoft.com/office/drawing/2014/main" id="{DED28CC6-538F-493E-56A9-34A845E06576}"/>
                </a:ext>
              </a:extLst>
            </p:cNvPr>
            <p:cNvCxnSpPr>
              <a:cxnSpLocks/>
              <a:stCxn id="6" idx="3"/>
              <a:endCxn id="8" idx="1"/>
            </p:cNvCxnSpPr>
            <p:nvPr/>
          </p:nvCxnSpPr>
          <p:spPr>
            <a:xfrm>
              <a:off x="3087628" y="3810000"/>
              <a:ext cx="920429" cy="1130363"/>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cxnSp>
          <p:nvCxnSpPr>
            <p:cNvPr id="46" name="Straight Arrow Connector 45">
              <a:extLst>
                <a:ext uri="{FF2B5EF4-FFF2-40B4-BE49-F238E27FC236}">
                  <a16:creationId xmlns:a16="http://schemas.microsoft.com/office/drawing/2014/main" id="{51E9EB06-FD31-59A2-C1F3-40DB1F30D2BE}"/>
                </a:ext>
              </a:extLst>
            </p:cNvPr>
            <p:cNvCxnSpPr>
              <a:cxnSpLocks/>
              <a:stCxn id="7" idx="3"/>
              <a:endCxn id="8" idx="1"/>
            </p:cNvCxnSpPr>
            <p:nvPr/>
          </p:nvCxnSpPr>
          <p:spPr>
            <a:xfrm>
              <a:off x="3087628" y="4938055"/>
              <a:ext cx="920429" cy="2308"/>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cxnSp>
          <p:nvCxnSpPr>
            <p:cNvPr id="52" name="Straight Arrow Connector 51">
              <a:extLst>
                <a:ext uri="{FF2B5EF4-FFF2-40B4-BE49-F238E27FC236}">
                  <a16:creationId xmlns:a16="http://schemas.microsoft.com/office/drawing/2014/main" id="{B3BE6D8F-0C49-D0AA-2DE9-8098D0FF927E}"/>
                </a:ext>
              </a:extLst>
            </p:cNvPr>
            <p:cNvCxnSpPr>
              <a:cxnSpLocks/>
              <a:stCxn id="10" idx="3"/>
              <a:endCxn id="9" idx="1"/>
            </p:cNvCxnSpPr>
            <p:nvPr/>
          </p:nvCxnSpPr>
          <p:spPr>
            <a:xfrm>
              <a:off x="6047869" y="3596395"/>
              <a:ext cx="1320084" cy="177233"/>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cxnSp>
          <p:nvCxnSpPr>
            <p:cNvPr id="55" name="Straight Arrow Connector 54">
              <a:extLst>
                <a:ext uri="{FF2B5EF4-FFF2-40B4-BE49-F238E27FC236}">
                  <a16:creationId xmlns:a16="http://schemas.microsoft.com/office/drawing/2014/main" id="{D85FA389-E5C2-2203-AF4B-5C7E0E760416}"/>
                </a:ext>
              </a:extLst>
            </p:cNvPr>
            <p:cNvCxnSpPr>
              <a:cxnSpLocks/>
              <a:stCxn id="9" idx="1"/>
              <a:endCxn id="8" idx="3"/>
            </p:cNvCxnSpPr>
            <p:nvPr/>
          </p:nvCxnSpPr>
          <p:spPr>
            <a:xfrm flipH="1">
              <a:off x="6036149" y="3773628"/>
              <a:ext cx="1331804" cy="1166735"/>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cxnSp>
          <p:nvCxnSpPr>
            <p:cNvPr id="58" name="Straight Arrow Connector 57">
              <a:extLst>
                <a:ext uri="{FF2B5EF4-FFF2-40B4-BE49-F238E27FC236}">
                  <a16:creationId xmlns:a16="http://schemas.microsoft.com/office/drawing/2014/main" id="{332C019D-0136-F4D5-1985-20D51FA328F1}"/>
                </a:ext>
              </a:extLst>
            </p:cNvPr>
            <p:cNvCxnSpPr>
              <a:cxnSpLocks/>
              <a:stCxn id="8" idx="3"/>
              <a:endCxn id="11" idx="1"/>
            </p:cNvCxnSpPr>
            <p:nvPr/>
          </p:nvCxnSpPr>
          <p:spPr>
            <a:xfrm flipV="1">
              <a:off x="6036149" y="4676305"/>
              <a:ext cx="1331804" cy="264058"/>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27569589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63BE16-C159-8496-DF45-32AB78C8C0E8}"/>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E66387A5-0577-5E13-1F1E-9E15E228DE65}"/>
              </a:ext>
            </a:extLst>
          </p:cNvPr>
          <p:cNvSpPr>
            <a:spLocks noGrp="1"/>
          </p:cNvSpPr>
          <p:nvPr>
            <p:ph idx="1"/>
          </p:nvPr>
        </p:nvSpPr>
        <p:spPr/>
        <p:txBody>
          <a:bodyPr/>
          <a:lstStyle/>
          <a:p>
            <a:r>
              <a:rPr lang="en-US" dirty="0"/>
              <a:t>A </a:t>
            </a:r>
            <a:r>
              <a:rPr lang="en-US" dirty="0" err="1"/>
              <a:t>transpiler</a:t>
            </a:r>
            <a:r>
              <a:rPr lang="en-US" dirty="0"/>
              <a:t> library can expose a “facade” class</a:t>
            </a:r>
          </a:p>
        </p:txBody>
      </p:sp>
      <p:sp>
        <p:nvSpPr>
          <p:cNvPr id="4" name="Title 3">
            <a:extLst>
              <a:ext uri="{FF2B5EF4-FFF2-40B4-BE49-F238E27FC236}">
                <a16:creationId xmlns:a16="http://schemas.microsoft.com/office/drawing/2014/main" id="{56D419C8-B37B-1921-6916-1C299A389478}"/>
              </a:ext>
            </a:extLst>
          </p:cNvPr>
          <p:cNvSpPr>
            <a:spLocks noGrp="1"/>
          </p:cNvSpPr>
          <p:nvPr>
            <p:ph type="title"/>
          </p:nvPr>
        </p:nvSpPr>
        <p:spPr/>
        <p:txBody>
          <a:bodyPr/>
          <a:lstStyle/>
          <a:p>
            <a:r>
              <a:rPr lang="en-US" dirty="0"/>
              <a:t>Case study – </a:t>
            </a:r>
            <a:r>
              <a:rPr lang="en-US" dirty="0" err="1"/>
              <a:t>transpilation</a:t>
            </a:r>
            <a:r>
              <a:rPr lang="en-US" dirty="0"/>
              <a:t> library</a:t>
            </a:r>
          </a:p>
        </p:txBody>
      </p:sp>
      <p:sp>
        <p:nvSpPr>
          <p:cNvPr id="13" name="Rectangle 12">
            <a:extLst>
              <a:ext uri="{FF2B5EF4-FFF2-40B4-BE49-F238E27FC236}">
                <a16:creationId xmlns:a16="http://schemas.microsoft.com/office/drawing/2014/main" id="{254311CC-3FC6-BEB8-9DDD-9065BFACB21A}"/>
              </a:ext>
            </a:extLst>
          </p:cNvPr>
          <p:cNvSpPr/>
          <p:nvPr/>
        </p:nvSpPr>
        <p:spPr>
          <a:xfrm>
            <a:off x="5391381" y="1582980"/>
            <a:ext cx="2028092" cy="69627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n w="0"/>
                <a:solidFill>
                  <a:schemeClr val="tx1"/>
                </a:solidFill>
                <a:effectLst>
                  <a:outerShdw blurRad="38100" dist="19050" dir="2700000" algn="tl" rotWithShape="0">
                    <a:schemeClr val="dk1">
                      <a:alpha val="40000"/>
                    </a:schemeClr>
                  </a:outerShdw>
                </a:effectLst>
              </a:rPr>
              <a:t>Client</a:t>
            </a:r>
            <a:endParaRPr lang="en-US" dirty="0">
              <a:ln w="0"/>
              <a:solidFill>
                <a:schemeClr val="tx1"/>
              </a:solidFill>
              <a:effectLst>
                <a:outerShdw blurRad="38100" dist="19050" dir="2700000" algn="tl" rotWithShape="0">
                  <a:schemeClr val="dk1">
                    <a:alpha val="40000"/>
                  </a:schemeClr>
                </a:outerShdw>
              </a:effectLst>
            </a:endParaRPr>
          </a:p>
        </p:txBody>
      </p:sp>
      <p:cxnSp>
        <p:nvCxnSpPr>
          <p:cNvPr id="17" name="Straight Arrow Connector 16">
            <a:extLst>
              <a:ext uri="{FF2B5EF4-FFF2-40B4-BE49-F238E27FC236}">
                <a16:creationId xmlns:a16="http://schemas.microsoft.com/office/drawing/2014/main" id="{3E16AB7A-2E49-7CFE-7189-D9FBF1EFF33D}"/>
              </a:ext>
            </a:extLst>
          </p:cNvPr>
          <p:cNvCxnSpPr>
            <a:cxnSpLocks/>
            <a:stCxn id="13" idx="2"/>
            <a:endCxn id="23" idx="0"/>
          </p:cNvCxnSpPr>
          <p:nvPr/>
        </p:nvCxnSpPr>
        <p:spPr>
          <a:xfrm>
            <a:off x="6405427" y="2279258"/>
            <a:ext cx="7688" cy="88916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6EE319A9-1058-89E5-D531-09B3807079BD}"/>
              </a:ext>
            </a:extLst>
          </p:cNvPr>
          <p:cNvSpPr/>
          <p:nvPr/>
        </p:nvSpPr>
        <p:spPr>
          <a:xfrm>
            <a:off x="5399069" y="3168423"/>
            <a:ext cx="2028092" cy="691662"/>
          </a:xfrm>
          <a:prstGeom prst="rect">
            <a:avLst/>
          </a:prstGeom>
          <a:solidFill>
            <a:schemeClr val="tx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err="1">
                <a:ln w="0"/>
                <a:solidFill>
                  <a:schemeClr val="tx1"/>
                </a:solidFill>
                <a:effectLst>
                  <a:outerShdw blurRad="38100" dist="19050" dir="2700000" algn="tl" rotWithShape="0">
                    <a:schemeClr val="dk1">
                      <a:alpha val="40000"/>
                    </a:schemeClr>
                  </a:outerShdw>
                </a:effectLst>
              </a:rPr>
              <a:t>CompilerFacade</a:t>
            </a:r>
            <a:endParaRPr lang="en-US" sz="2000" dirty="0">
              <a:ln w="0"/>
              <a:solidFill>
                <a:schemeClr val="tx1"/>
              </a:solidFill>
              <a:effectLst>
                <a:outerShdw blurRad="38100" dist="19050" dir="2700000" algn="tl" rotWithShape="0">
                  <a:schemeClr val="dk1">
                    <a:alpha val="40000"/>
                  </a:schemeClr>
                </a:outerShdw>
              </a:effectLst>
            </a:endParaRPr>
          </a:p>
        </p:txBody>
      </p:sp>
      <p:grpSp>
        <p:nvGrpSpPr>
          <p:cNvPr id="30" name="Group 29">
            <a:extLst>
              <a:ext uri="{FF2B5EF4-FFF2-40B4-BE49-F238E27FC236}">
                <a16:creationId xmlns:a16="http://schemas.microsoft.com/office/drawing/2014/main" id="{E7AD0B56-C159-1F15-1518-346EC8124912}"/>
              </a:ext>
            </a:extLst>
          </p:cNvPr>
          <p:cNvGrpSpPr/>
          <p:nvPr/>
        </p:nvGrpSpPr>
        <p:grpSpPr>
          <a:xfrm>
            <a:off x="2170796" y="2886770"/>
            <a:ext cx="9024744" cy="2923491"/>
            <a:chOff x="787472" y="2621865"/>
            <a:chExt cx="9024744" cy="2923491"/>
          </a:xfrm>
        </p:grpSpPr>
        <p:grpSp>
          <p:nvGrpSpPr>
            <p:cNvPr id="31" name="Group 30">
              <a:extLst>
                <a:ext uri="{FF2B5EF4-FFF2-40B4-BE49-F238E27FC236}">
                  <a16:creationId xmlns:a16="http://schemas.microsoft.com/office/drawing/2014/main" id="{523EA647-748B-6F5D-02AB-465DAFEE5685}"/>
                </a:ext>
              </a:extLst>
            </p:cNvPr>
            <p:cNvGrpSpPr/>
            <p:nvPr/>
          </p:nvGrpSpPr>
          <p:grpSpPr>
            <a:xfrm>
              <a:off x="787472" y="2621865"/>
              <a:ext cx="9024744" cy="2923491"/>
              <a:chOff x="1385349" y="1719188"/>
              <a:chExt cx="9024744" cy="2923491"/>
            </a:xfrm>
          </p:grpSpPr>
          <p:sp>
            <p:nvSpPr>
              <p:cNvPr id="38" name="Rectangle 37">
                <a:extLst>
                  <a:ext uri="{FF2B5EF4-FFF2-40B4-BE49-F238E27FC236}">
                    <a16:creationId xmlns:a16="http://schemas.microsoft.com/office/drawing/2014/main" id="{D2570654-EC30-0CAD-A5BE-174365A89DA5}"/>
                  </a:ext>
                </a:extLst>
              </p:cNvPr>
              <p:cNvSpPr/>
              <p:nvPr/>
            </p:nvSpPr>
            <p:spPr>
              <a:xfrm>
                <a:off x="1657413" y="2559184"/>
                <a:ext cx="2028092" cy="69627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n w="0"/>
                    <a:solidFill>
                      <a:schemeClr val="tx1"/>
                    </a:solidFill>
                    <a:effectLst>
                      <a:outerShdw blurRad="38100" dist="19050" dir="2700000" algn="tl" rotWithShape="0">
                        <a:schemeClr val="dk1">
                          <a:alpha val="40000"/>
                        </a:schemeClr>
                      </a:outerShdw>
                    </a:effectLst>
                  </a:rPr>
                  <a:t>Scanner</a:t>
                </a:r>
                <a:endParaRPr lang="en-US" dirty="0">
                  <a:ln w="0"/>
                  <a:solidFill>
                    <a:schemeClr val="tx1"/>
                  </a:solidFill>
                  <a:effectLst>
                    <a:outerShdw blurRad="38100" dist="19050" dir="2700000" algn="tl" rotWithShape="0">
                      <a:schemeClr val="dk1">
                        <a:alpha val="40000"/>
                      </a:schemeClr>
                    </a:outerShdw>
                  </a:effectLst>
                </a:endParaRPr>
              </a:p>
            </p:txBody>
          </p:sp>
          <p:sp>
            <p:nvSpPr>
              <p:cNvPr id="39" name="Rectangle 38">
                <a:extLst>
                  <a:ext uri="{FF2B5EF4-FFF2-40B4-BE49-F238E27FC236}">
                    <a16:creationId xmlns:a16="http://schemas.microsoft.com/office/drawing/2014/main" id="{2880E8E1-4EA8-9977-CA3A-682B792D8EAC}"/>
                  </a:ext>
                </a:extLst>
              </p:cNvPr>
              <p:cNvSpPr/>
              <p:nvPr/>
            </p:nvSpPr>
            <p:spPr>
              <a:xfrm>
                <a:off x="1657413" y="3687239"/>
                <a:ext cx="2028092" cy="69627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n w="0"/>
                    <a:solidFill>
                      <a:schemeClr val="tx1"/>
                    </a:solidFill>
                    <a:effectLst>
                      <a:outerShdw blurRad="38100" dist="19050" dir="2700000" algn="tl" rotWithShape="0">
                        <a:schemeClr val="dk1">
                          <a:alpha val="40000"/>
                        </a:schemeClr>
                      </a:outerShdw>
                    </a:effectLst>
                  </a:rPr>
                  <a:t>Parser</a:t>
                </a:r>
                <a:endParaRPr lang="en-US" dirty="0">
                  <a:ln w="0"/>
                  <a:solidFill>
                    <a:schemeClr val="tx1"/>
                  </a:solidFill>
                  <a:effectLst>
                    <a:outerShdw blurRad="38100" dist="19050" dir="2700000" algn="tl" rotWithShape="0">
                      <a:schemeClr val="dk1">
                        <a:alpha val="40000"/>
                      </a:schemeClr>
                    </a:outerShdw>
                  </a:effectLst>
                </a:endParaRPr>
              </a:p>
            </p:txBody>
          </p:sp>
          <p:sp>
            <p:nvSpPr>
              <p:cNvPr id="40" name="Rectangle 39">
                <a:extLst>
                  <a:ext uri="{FF2B5EF4-FFF2-40B4-BE49-F238E27FC236}">
                    <a16:creationId xmlns:a16="http://schemas.microsoft.com/office/drawing/2014/main" id="{9706DE0C-74BE-E55A-0429-0CADBC778144}"/>
                  </a:ext>
                </a:extLst>
              </p:cNvPr>
              <p:cNvSpPr/>
              <p:nvPr/>
            </p:nvSpPr>
            <p:spPr>
              <a:xfrm>
                <a:off x="4605934" y="3691854"/>
                <a:ext cx="2028092" cy="69166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err="1">
                    <a:ln w="0"/>
                    <a:solidFill>
                      <a:schemeClr val="tx1"/>
                    </a:solidFill>
                    <a:effectLst>
                      <a:outerShdw blurRad="38100" dist="19050" dir="2700000" algn="tl" rotWithShape="0">
                        <a:schemeClr val="dk1">
                          <a:alpha val="40000"/>
                        </a:schemeClr>
                      </a:outerShdw>
                    </a:effectLst>
                  </a:rPr>
                  <a:t>ProgramNode</a:t>
                </a:r>
                <a:endParaRPr lang="en-US" sz="1400" dirty="0">
                  <a:ln w="0"/>
                  <a:solidFill>
                    <a:schemeClr val="tx1"/>
                  </a:solidFill>
                  <a:effectLst>
                    <a:outerShdw blurRad="38100" dist="19050" dir="2700000" algn="tl" rotWithShape="0">
                      <a:schemeClr val="dk1">
                        <a:alpha val="40000"/>
                      </a:schemeClr>
                    </a:outerShdw>
                  </a:effectLst>
                </a:endParaRPr>
              </a:p>
            </p:txBody>
          </p:sp>
          <p:sp>
            <p:nvSpPr>
              <p:cNvPr id="41" name="Rectangle 40">
                <a:extLst>
                  <a:ext uri="{FF2B5EF4-FFF2-40B4-BE49-F238E27FC236}">
                    <a16:creationId xmlns:a16="http://schemas.microsoft.com/office/drawing/2014/main" id="{03CBF309-8B44-8BA0-B8C0-FF1467DEC200}"/>
                  </a:ext>
                </a:extLst>
              </p:cNvPr>
              <p:cNvSpPr/>
              <p:nvPr/>
            </p:nvSpPr>
            <p:spPr>
              <a:xfrm>
                <a:off x="7965830" y="2525119"/>
                <a:ext cx="2028092" cy="69166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err="1">
                    <a:ln w="0"/>
                    <a:solidFill>
                      <a:schemeClr val="tx1"/>
                    </a:solidFill>
                    <a:effectLst>
                      <a:outerShdw blurRad="38100" dist="19050" dir="2700000" algn="tl" rotWithShape="0">
                        <a:schemeClr val="dk1">
                          <a:alpha val="40000"/>
                        </a:schemeClr>
                      </a:outerShdw>
                    </a:effectLst>
                  </a:rPr>
                  <a:t>BytecodeStream</a:t>
                </a:r>
                <a:endParaRPr lang="en-US" sz="1200" dirty="0">
                  <a:ln w="0"/>
                  <a:solidFill>
                    <a:schemeClr val="tx1"/>
                  </a:solidFill>
                  <a:effectLst>
                    <a:outerShdw blurRad="38100" dist="19050" dir="2700000" algn="tl" rotWithShape="0">
                      <a:schemeClr val="dk1">
                        <a:alpha val="40000"/>
                      </a:schemeClr>
                    </a:outerShdw>
                  </a:effectLst>
                </a:endParaRPr>
              </a:p>
            </p:txBody>
          </p:sp>
          <p:sp>
            <p:nvSpPr>
              <p:cNvPr id="42" name="Rectangle 41">
                <a:extLst>
                  <a:ext uri="{FF2B5EF4-FFF2-40B4-BE49-F238E27FC236}">
                    <a16:creationId xmlns:a16="http://schemas.microsoft.com/office/drawing/2014/main" id="{4B7EB4FD-8667-28BC-FF08-25FB5272AB8C}"/>
                  </a:ext>
                </a:extLst>
              </p:cNvPr>
              <p:cNvSpPr/>
              <p:nvPr/>
            </p:nvSpPr>
            <p:spPr>
              <a:xfrm>
                <a:off x="4614005" y="2909050"/>
                <a:ext cx="2028092" cy="69166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err="1">
                    <a:ln w="0"/>
                    <a:solidFill>
                      <a:schemeClr val="tx1"/>
                    </a:solidFill>
                    <a:effectLst>
                      <a:outerShdw blurRad="38100" dist="19050" dir="2700000" algn="tl" rotWithShape="0">
                        <a:schemeClr val="dk1">
                          <a:alpha val="40000"/>
                        </a:schemeClr>
                      </a:outerShdw>
                    </a:effectLst>
                  </a:rPr>
                  <a:t>ProgramNode</a:t>
                </a:r>
                <a:endParaRPr lang="en-US" sz="2000" dirty="0">
                  <a:ln w="0"/>
                  <a:solidFill>
                    <a:schemeClr val="tx1"/>
                  </a:solidFill>
                  <a:effectLst>
                    <a:outerShdw blurRad="38100" dist="19050" dir="2700000" algn="tl" rotWithShape="0">
                      <a:schemeClr val="dk1">
                        <a:alpha val="40000"/>
                      </a:schemeClr>
                    </a:outerShdw>
                  </a:effectLst>
                </a:endParaRPr>
              </a:p>
              <a:p>
                <a:pPr algn="ctr"/>
                <a:r>
                  <a:rPr lang="en-US" sz="2000" dirty="0">
                    <a:ln w="0"/>
                    <a:solidFill>
                      <a:schemeClr val="tx1"/>
                    </a:solidFill>
                    <a:effectLst>
                      <a:outerShdw blurRad="38100" dist="19050" dir="2700000" algn="tl" rotWithShape="0">
                        <a:schemeClr val="dk1">
                          <a:alpha val="40000"/>
                        </a:schemeClr>
                      </a:outerShdw>
                    </a:effectLst>
                  </a:rPr>
                  <a:t>Builder</a:t>
                </a:r>
                <a:endParaRPr lang="en-US" sz="1200" dirty="0">
                  <a:ln w="0"/>
                  <a:solidFill>
                    <a:schemeClr val="tx1"/>
                  </a:solidFill>
                  <a:effectLst>
                    <a:outerShdw blurRad="38100" dist="19050" dir="2700000" algn="tl" rotWithShape="0">
                      <a:schemeClr val="dk1">
                        <a:alpha val="40000"/>
                      </a:schemeClr>
                    </a:outerShdw>
                  </a:effectLst>
                </a:endParaRPr>
              </a:p>
            </p:txBody>
          </p:sp>
          <p:sp>
            <p:nvSpPr>
              <p:cNvPr id="43" name="Rectangle 42">
                <a:extLst>
                  <a:ext uri="{FF2B5EF4-FFF2-40B4-BE49-F238E27FC236}">
                    <a16:creationId xmlns:a16="http://schemas.microsoft.com/office/drawing/2014/main" id="{894344FF-B2E1-350E-F50E-B99EDED18C1D}"/>
                  </a:ext>
                </a:extLst>
              </p:cNvPr>
              <p:cNvSpPr/>
              <p:nvPr/>
            </p:nvSpPr>
            <p:spPr>
              <a:xfrm>
                <a:off x="7965830" y="3427796"/>
                <a:ext cx="2028092" cy="69166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err="1">
                    <a:ln w="0"/>
                    <a:solidFill>
                      <a:schemeClr val="tx1"/>
                    </a:solidFill>
                    <a:effectLst>
                      <a:outerShdw blurRad="38100" dist="19050" dir="2700000" algn="tl" rotWithShape="0">
                        <a:schemeClr val="dk1">
                          <a:alpha val="40000"/>
                        </a:schemeClr>
                      </a:outerShdw>
                    </a:effectLst>
                  </a:rPr>
                  <a:t>ObjectWriter</a:t>
                </a:r>
                <a:endParaRPr lang="en-US" sz="1200" dirty="0">
                  <a:ln w="0"/>
                  <a:solidFill>
                    <a:schemeClr val="tx1"/>
                  </a:solidFill>
                  <a:effectLst>
                    <a:outerShdw blurRad="38100" dist="19050" dir="2700000" algn="tl" rotWithShape="0">
                      <a:schemeClr val="dk1">
                        <a:alpha val="40000"/>
                      </a:schemeClr>
                    </a:outerShdw>
                  </a:effectLst>
                </a:endParaRPr>
              </a:p>
            </p:txBody>
          </p:sp>
          <p:sp>
            <p:nvSpPr>
              <p:cNvPr id="44" name="Rectangle 43">
                <a:extLst>
                  <a:ext uri="{FF2B5EF4-FFF2-40B4-BE49-F238E27FC236}">
                    <a16:creationId xmlns:a16="http://schemas.microsoft.com/office/drawing/2014/main" id="{50ED45FD-D8FD-8FB6-DA83-3473A80589E2}"/>
                  </a:ext>
                </a:extLst>
              </p:cNvPr>
              <p:cNvSpPr/>
              <p:nvPr/>
            </p:nvSpPr>
            <p:spPr>
              <a:xfrm>
                <a:off x="1385349" y="1719188"/>
                <a:ext cx="9024744" cy="2923491"/>
              </a:xfrm>
              <a:prstGeom prst="rect">
                <a:avLst/>
              </a:prstGeom>
              <a:noFill/>
              <a:ln w="2540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dirty="0"/>
              </a:p>
            </p:txBody>
          </p:sp>
          <p:sp>
            <p:nvSpPr>
              <p:cNvPr id="45" name="TextBox 44">
                <a:extLst>
                  <a:ext uri="{FF2B5EF4-FFF2-40B4-BE49-F238E27FC236}">
                    <a16:creationId xmlns:a16="http://schemas.microsoft.com/office/drawing/2014/main" id="{ED5A6C66-39EF-2659-5DEC-31291CF00C5E}"/>
                  </a:ext>
                </a:extLst>
              </p:cNvPr>
              <p:cNvSpPr txBox="1"/>
              <p:nvPr/>
            </p:nvSpPr>
            <p:spPr>
              <a:xfrm>
                <a:off x="6828261" y="4119459"/>
                <a:ext cx="2724913" cy="523220"/>
              </a:xfrm>
              <a:prstGeom prst="rect">
                <a:avLst/>
              </a:prstGeom>
              <a:noFill/>
            </p:spPr>
            <p:txBody>
              <a:bodyPr wrap="none" rtlCol="0">
                <a:spAutoFit/>
              </a:bodyPr>
              <a:lstStyle/>
              <a:p>
                <a:r>
                  <a:rPr lang="en-US" sz="2800" b="1" i="1" dirty="0" err="1"/>
                  <a:t>Transpiler</a:t>
                </a:r>
                <a:r>
                  <a:rPr lang="en-US" sz="2800" b="1" i="1" dirty="0"/>
                  <a:t> library</a:t>
                </a:r>
              </a:p>
            </p:txBody>
          </p:sp>
        </p:grpSp>
        <p:cxnSp>
          <p:nvCxnSpPr>
            <p:cNvPr id="32" name="Straight Arrow Connector 31">
              <a:extLst>
                <a:ext uri="{FF2B5EF4-FFF2-40B4-BE49-F238E27FC236}">
                  <a16:creationId xmlns:a16="http://schemas.microsoft.com/office/drawing/2014/main" id="{11B421B7-50CA-A4AC-4383-7C1025D8D5FA}"/>
                </a:ext>
              </a:extLst>
            </p:cNvPr>
            <p:cNvCxnSpPr>
              <a:stCxn id="38" idx="3"/>
              <a:endCxn id="42" idx="1"/>
            </p:cNvCxnSpPr>
            <p:nvPr/>
          </p:nvCxnSpPr>
          <p:spPr>
            <a:xfrm>
              <a:off x="3087628" y="3810000"/>
              <a:ext cx="928500" cy="347558"/>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cxnSp>
          <p:nvCxnSpPr>
            <p:cNvPr id="33" name="Straight Arrow Connector 32">
              <a:extLst>
                <a:ext uri="{FF2B5EF4-FFF2-40B4-BE49-F238E27FC236}">
                  <a16:creationId xmlns:a16="http://schemas.microsoft.com/office/drawing/2014/main" id="{8D05B106-9556-5147-93A0-5B18B0C602E1}"/>
                </a:ext>
              </a:extLst>
            </p:cNvPr>
            <p:cNvCxnSpPr>
              <a:cxnSpLocks/>
              <a:stCxn id="38" idx="3"/>
              <a:endCxn id="40" idx="1"/>
            </p:cNvCxnSpPr>
            <p:nvPr/>
          </p:nvCxnSpPr>
          <p:spPr>
            <a:xfrm>
              <a:off x="3087628" y="3810000"/>
              <a:ext cx="920429" cy="1130363"/>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cxnSp>
          <p:nvCxnSpPr>
            <p:cNvPr id="34" name="Straight Arrow Connector 33">
              <a:extLst>
                <a:ext uri="{FF2B5EF4-FFF2-40B4-BE49-F238E27FC236}">
                  <a16:creationId xmlns:a16="http://schemas.microsoft.com/office/drawing/2014/main" id="{C9E0D558-B8FD-C9A7-CE5F-487E5A24976F}"/>
                </a:ext>
              </a:extLst>
            </p:cNvPr>
            <p:cNvCxnSpPr>
              <a:cxnSpLocks/>
              <a:stCxn id="39" idx="3"/>
              <a:endCxn id="40" idx="1"/>
            </p:cNvCxnSpPr>
            <p:nvPr/>
          </p:nvCxnSpPr>
          <p:spPr>
            <a:xfrm>
              <a:off x="3087628" y="4938055"/>
              <a:ext cx="920429" cy="2308"/>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cxnSp>
          <p:nvCxnSpPr>
            <p:cNvPr id="35" name="Straight Arrow Connector 34">
              <a:extLst>
                <a:ext uri="{FF2B5EF4-FFF2-40B4-BE49-F238E27FC236}">
                  <a16:creationId xmlns:a16="http://schemas.microsoft.com/office/drawing/2014/main" id="{ED86EF66-522D-5E22-8D0F-16C686B81DF3}"/>
                </a:ext>
              </a:extLst>
            </p:cNvPr>
            <p:cNvCxnSpPr>
              <a:cxnSpLocks/>
              <a:stCxn id="42" idx="3"/>
              <a:endCxn id="41" idx="1"/>
            </p:cNvCxnSpPr>
            <p:nvPr/>
          </p:nvCxnSpPr>
          <p:spPr>
            <a:xfrm flipV="1">
              <a:off x="6044220" y="3773628"/>
              <a:ext cx="1323733" cy="383930"/>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cxnSp>
          <p:nvCxnSpPr>
            <p:cNvPr id="36" name="Straight Arrow Connector 35">
              <a:extLst>
                <a:ext uri="{FF2B5EF4-FFF2-40B4-BE49-F238E27FC236}">
                  <a16:creationId xmlns:a16="http://schemas.microsoft.com/office/drawing/2014/main" id="{7FCAD1F3-A0D5-BD04-8213-B620CA3C99F3}"/>
                </a:ext>
              </a:extLst>
            </p:cNvPr>
            <p:cNvCxnSpPr>
              <a:cxnSpLocks/>
              <a:stCxn id="41" idx="1"/>
              <a:endCxn id="40" idx="3"/>
            </p:cNvCxnSpPr>
            <p:nvPr/>
          </p:nvCxnSpPr>
          <p:spPr>
            <a:xfrm flipH="1">
              <a:off x="6036149" y="3773628"/>
              <a:ext cx="1331804" cy="1166735"/>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cxnSp>
          <p:nvCxnSpPr>
            <p:cNvPr id="37" name="Straight Arrow Connector 36">
              <a:extLst>
                <a:ext uri="{FF2B5EF4-FFF2-40B4-BE49-F238E27FC236}">
                  <a16:creationId xmlns:a16="http://schemas.microsoft.com/office/drawing/2014/main" id="{FFD78B8C-2870-5574-6FFE-D949CE6808D1}"/>
                </a:ext>
              </a:extLst>
            </p:cNvPr>
            <p:cNvCxnSpPr>
              <a:cxnSpLocks/>
              <a:stCxn id="40" idx="3"/>
              <a:endCxn id="43" idx="1"/>
            </p:cNvCxnSpPr>
            <p:nvPr/>
          </p:nvCxnSpPr>
          <p:spPr>
            <a:xfrm flipV="1">
              <a:off x="6036149" y="4676305"/>
              <a:ext cx="1331804" cy="264058"/>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grpSp>
      <p:cxnSp>
        <p:nvCxnSpPr>
          <p:cNvPr id="50" name="Straight Arrow Connector 49">
            <a:extLst>
              <a:ext uri="{FF2B5EF4-FFF2-40B4-BE49-F238E27FC236}">
                <a16:creationId xmlns:a16="http://schemas.microsoft.com/office/drawing/2014/main" id="{0A515804-5BAF-18B8-1F5E-7DD5AA7F8AAD}"/>
              </a:ext>
            </a:extLst>
          </p:cNvPr>
          <p:cNvCxnSpPr>
            <a:cxnSpLocks/>
            <a:stCxn id="23" idx="1"/>
          </p:cNvCxnSpPr>
          <p:nvPr/>
        </p:nvCxnSpPr>
        <p:spPr>
          <a:xfrm flipH="1">
            <a:off x="3370977" y="3514254"/>
            <a:ext cx="2028092" cy="303216"/>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cxnSp>
        <p:nvCxnSpPr>
          <p:cNvPr id="53" name="Straight Arrow Connector 52">
            <a:extLst>
              <a:ext uri="{FF2B5EF4-FFF2-40B4-BE49-F238E27FC236}">
                <a16:creationId xmlns:a16="http://schemas.microsoft.com/office/drawing/2014/main" id="{F7B5FFD1-0C31-E070-30B8-E8D44BA655C5}"/>
              </a:ext>
            </a:extLst>
          </p:cNvPr>
          <p:cNvCxnSpPr>
            <a:cxnSpLocks/>
            <a:stCxn id="23" idx="3"/>
            <a:endCxn id="41" idx="0"/>
          </p:cNvCxnSpPr>
          <p:nvPr/>
        </p:nvCxnSpPr>
        <p:spPr>
          <a:xfrm>
            <a:off x="7427161" y="3514254"/>
            <a:ext cx="2338162" cy="178447"/>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sp>
        <p:nvSpPr>
          <p:cNvPr id="2" name="TextBox 1">
            <a:extLst>
              <a:ext uri="{FF2B5EF4-FFF2-40B4-BE49-F238E27FC236}">
                <a16:creationId xmlns:a16="http://schemas.microsoft.com/office/drawing/2014/main" id="{CAE5D605-AEF0-40AA-2339-54895DC87CE7}"/>
              </a:ext>
            </a:extLst>
          </p:cNvPr>
          <p:cNvSpPr txBox="1"/>
          <p:nvPr/>
        </p:nvSpPr>
        <p:spPr>
          <a:xfrm>
            <a:off x="6512637" y="2277022"/>
            <a:ext cx="1721946" cy="523220"/>
          </a:xfrm>
          <a:prstGeom prst="rect">
            <a:avLst/>
          </a:prstGeom>
          <a:noFill/>
        </p:spPr>
        <p:txBody>
          <a:bodyPr wrap="none" rtlCol="0">
            <a:spAutoFit/>
          </a:bodyPr>
          <a:lstStyle/>
          <a:p>
            <a:r>
              <a:rPr lang="en-US" sz="2800" b="1" i="1" dirty="0" err="1"/>
              <a:t>transpile</a:t>
            </a:r>
            <a:r>
              <a:rPr lang="en-US" sz="2800" b="1" i="1" dirty="0"/>
              <a:t>()</a:t>
            </a:r>
          </a:p>
        </p:txBody>
      </p:sp>
    </p:spTree>
    <p:extLst>
      <p:ext uri="{BB962C8B-B14F-4D97-AF65-F5344CB8AC3E}">
        <p14:creationId xmlns:p14="http://schemas.microsoft.com/office/powerpoint/2010/main" val="334879259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0F23318F-0306-5DB4-4D15-5243C53DAC7D}"/>
              </a:ext>
            </a:extLst>
          </p:cNvPr>
          <p:cNvSpPr>
            <a:spLocks noGrp="1"/>
          </p:cNvSpPr>
          <p:nvPr>
            <p:ph idx="1"/>
          </p:nvPr>
        </p:nvSpPr>
        <p:spPr/>
        <p:txBody>
          <a:bodyPr/>
          <a:lstStyle/>
          <a:p>
            <a:r>
              <a:rPr lang="en-US" dirty="0"/>
              <a:t>Provide a unified interface to a set of interfaces in a subsystem</a:t>
            </a:r>
          </a:p>
          <a:p>
            <a:r>
              <a:rPr lang="en-US" dirty="0"/>
              <a:t>It shields clients from subsystem components</a:t>
            </a:r>
          </a:p>
          <a:p>
            <a:pPr lvl="1"/>
            <a:r>
              <a:rPr lang="en-US" dirty="0"/>
              <a:t>Reduces the number of objects that clients deal with </a:t>
            </a:r>
          </a:p>
          <a:p>
            <a:pPr lvl="1"/>
            <a:r>
              <a:rPr lang="en-US" dirty="0"/>
              <a:t>Makes the subsystem easier to use</a:t>
            </a:r>
          </a:p>
          <a:p>
            <a:r>
              <a:rPr lang="en-US" dirty="0"/>
              <a:t>Weak coupling between the subsystem and the client</a:t>
            </a:r>
          </a:p>
          <a:p>
            <a:pPr lvl="1"/>
            <a:r>
              <a:rPr lang="en-US" dirty="0"/>
              <a:t>Subsystems can change without the client having to worry about it</a:t>
            </a:r>
          </a:p>
        </p:txBody>
      </p:sp>
      <p:sp>
        <p:nvSpPr>
          <p:cNvPr id="4" name="Title 3">
            <a:extLst>
              <a:ext uri="{FF2B5EF4-FFF2-40B4-BE49-F238E27FC236}">
                <a16:creationId xmlns:a16="http://schemas.microsoft.com/office/drawing/2014/main" id="{72BBF511-BF0F-565E-6C76-45EF7FB204A8}"/>
              </a:ext>
            </a:extLst>
          </p:cNvPr>
          <p:cNvSpPr>
            <a:spLocks noGrp="1"/>
          </p:cNvSpPr>
          <p:nvPr>
            <p:ph type="title"/>
          </p:nvPr>
        </p:nvSpPr>
        <p:spPr/>
        <p:txBody>
          <a:bodyPr/>
          <a:lstStyle/>
          <a:p>
            <a:r>
              <a:rPr lang="en-US" dirty="0"/>
              <a:t>Characteristics</a:t>
            </a:r>
          </a:p>
        </p:txBody>
      </p:sp>
    </p:spTree>
    <p:extLst>
      <p:ext uri="{BB962C8B-B14F-4D97-AF65-F5344CB8AC3E}">
        <p14:creationId xmlns:p14="http://schemas.microsoft.com/office/powerpoint/2010/main" val="53077530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2CDE37-8F81-F7FB-2181-28E154CECE6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6CEF8FE-DE3E-29F2-5A15-EDAF3F826511}"/>
              </a:ext>
            </a:extLst>
          </p:cNvPr>
          <p:cNvSpPr>
            <a:spLocks noGrp="1"/>
          </p:cNvSpPr>
          <p:nvPr>
            <p:ph idx="1"/>
          </p:nvPr>
        </p:nvSpPr>
        <p:spPr/>
        <p:txBody>
          <a:bodyPr/>
          <a:lstStyle/>
          <a:p>
            <a:endParaRPr lang="en-US"/>
          </a:p>
        </p:txBody>
      </p:sp>
      <p:sp>
        <p:nvSpPr>
          <p:cNvPr id="3" name="Text Placeholder 2">
            <a:extLst>
              <a:ext uri="{FF2B5EF4-FFF2-40B4-BE49-F238E27FC236}">
                <a16:creationId xmlns:a16="http://schemas.microsoft.com/office/drawing/2014/main" id="{284AE78E-B2E3-39EA-D5C5-997B2D6D5C46}"/>
              </a:ext>
            </a:extLst>
          </p:cNvPr>
          <p:cNvSpPr>
            <a:spLocks noGrp="1"/>
          </p:cNvSpPr>
          <p:nvPr>
            <p:ph type="body" sz="quarter" idx="13"/>
          </p:nvPr>
        </p:nvSpPr>
        <p:spPr/>
        <p:txBody>
          <a:bodyPr/>
          <a:lstStyle/>
          <a:p>
            <a:r>
              <a:rPr lang="en-US" sz="3200" dirty="0"/>
              <a:t>Decorator design pattern</a:t>
            </a:r>
          </a:p>
        </p:txBody>
      </p:sp>
    </p:spTree>
    <p:extLst>
      <p:ext uri="{BB962C8B-B14F-4D97-AF65-F5344CB8AC3E}">
        <p14:creationId xmlns:p14="http://schemas.microsoft.com/office/powerpoint/2010/main" val="333020635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2158DE5F-F68B-4670-DC04-634273DAF72E}"/>
              </a:ext>
            </a:extLst>
          </p:cNvPr>
          <p:cNvSpPr>
            <a:spLocks noGrp="1"/>
          </p:cNvSpPr>
          <p:nvPr>
            <p:ph idx="1"/>
          </p:nvPr>
        </p:nvSpPr>
        <p:spPr/>
        <p:txBody>
          <a:bodyPr/>
          <a:lstStyle/>
          <a:p>
            <a:r>
              <a:rPr lang="en-US" dirty="0"/>
              <a:t>interface </a:t>
            </a:r>
            <a:r>
              <a:rPr lang="en-US" dirty="0" err="1"/>
              <a:t>PaymentProcessor</a:t>
            </a:r>
            <a:r>
              <a:rPr lang="en-US" dirty="0"/>
              <a:t> </a:t>
            </a:r>
            <a:br>
              <a:rPr lang="en-US" dirty="0"/>
            </a:br>
            <a:r>
              <a:rPr lang="en-US" dirty="0"/>
              <a:t>{    </a:t>
            </a:r>
            <a:br>
              <a:rPr lang="en-US" dirty="0"/>
            </a:br>
            <a:r>
              <a:rPr lang="en-US" dirty="0"/>
              <a:t>	void pay(double amount);</a:t>
            </a:r>
            <a:br>
              <a:rPr lang="en-US" dirty="0"/>
            </a:br>
            <a:r>
              <a:rPr lang="en-US" dirty="0"/>
              <a:t>}</a:t>
            </a:r>
            <a:br>
              <a:rPr lang="en-US" dirty="0"/>
            </a:br>
            <a:endParaRPr lang="en-US" dirty="0"/>
          </a:p>
          <a:p>
            <a:r>
              <a:rPr lang="en-US" dirty="0"/>
              <a:t>class </a:t>
            </a:r>
            <a:r>
              <a:rPr lang="en-US" dirty="0" err="1"/>
              <a:t>PaypalProcessor</a:t>
            </a:r>
            <a:r>
              <a:rPr lang="en-US" dirty="0"/>
              <a:t> implements </a:t>
            </a:r>
            <a:r>
              <a:rPr lang="en-US" dirty="0" err="1"/>
              <a:t>PaymentProcessor</a:t>
            </a:r>
            <a:r>
              <a:rPr lang="en-US" dirty="0"/>
              <a:t> {</a:t>
            </a:r>
          </a:p>
          <a:p>
            <a:r>
              <a:rPr lang="en-US" dirty="0"/>
              <a:t>	void pay (double amount) {</a:t>
            </a:r>
          </a:p>
          <a:p>
            <a:r>
              <a:rPr lang="en-US" dirty="0"/>
              <a:t>		// </a:t>
            </a:r>
            <a:r>
              <a:rPr lang="en-US" dirty="0" err="1"/>
              <a:t>paypal</a:t>
            </a:r>
            <a:r>
              <a:rPr lang="en-US" dirty="0"/>
              <a:t> functionality</a:t>
            </a:r>
          </a:p>
          <a:p>
            <a:r>
              <a:rPr lang="en-US" dirty="0"/>
              <a:t>	} </a:t>
            </a:r>
          </a:p>
          <a:p>
            <a:r>
              <a:rPr lang="en-US" dirty="0"/>
              <a:t>}</a:t>
            </a:r>
          </a:p>
          <a:p>
            <a:br>
              <a:rPr lang="en-US" dirty="0"/>
            </a:br>
            <a:r>
              <a:rPr lang="en-US" dirty="0"/>
              <a:t>public static void main(String[] </a:t>
            </a:r>
            <a:r>
              <a:rPr lang="en-US" dirty="0" err="1"/>
              <a:t>args</a:t>
            </a:r>
            <a:r>
              <a:rPr lang="en-US" dirty="0"/>
              <a:t>) {</a:t>
            </a:r>
          </a:p>
          <a:p>
            <a:r>
              <a:rPr lang="en-US" dirty="0"/>
              <a:t>	</a:t>
            </a:r>
            <a:r>
              <a:rPr lang="en-US" dirty="0" err="1"/>
              <a:t>PaymentProcessor</a:t>
            </a:r>
            <a:r>
              <a:rPr lang="en-US" dirty="0"/>
              <a:t> </a:t>
            </a:r>
            <a:r>
              <a:rPr lang="en-US" dirty="0" err="1"/>
              <a:t>paypalProc</a:t>
            </a:r>
            <a:r>
              <a:rPr lang="en-US" dirty="0"/>
              <a:t> = new </a:t>
            </a:r>
            <a:r>
              <a:rPr lang="en-US" dirty="0" err="1"/>
              <a:t>PaypalProcessor</a:t>
            </a:r>
            <a:r>
              <a:rPr lang="en-US" dirty="0"/>
              <a:t>(); </a:t>
            </a:r>
            <a:br>
              <a:rPr lang="en-US" dirty="0"/>
            </a:br>
            <a:r>
              <a:rPr lang="en-US" dirty="0"/>
              <a:t> 	</a:t>
            </a:r>
            <a:r>
              <a:rPr lang="en-US" dirty="0" err="1"/>
              <a:t>complete_transaction</a:t>
            </a:r>
            <a:r>
              <a:rPr lang="en-US" dirty="0"/>
              <a:t>(</a:t>
            </a:r>
            <a:r>
              <a:rPr lang="en-US" dirty="0" err="1"/>
              <a:t>paypalProc</a:t>
            </a:r>
            <a:r>
              <a:rPr lang="en-US" dirty="0"/>
              <a:t>);</a:t>
            </a:r>
          </a:p>
          <a:p>
            <a:r>
              <a:rPr lang="en-US" dirty="0"/>
              <a:t>}</a:t>
            </a:r>
            <a:br>
              <a:rPr lang="en-US" dirty="0"/>
            </a:br>
            <a:br>
              <a:rPr lang="en-US" dirty="0"/>
            </a:br>
            <a:r>
              <a:rPr lang="en-US" dirty="0"/>
              <a:t>static void </a:t>
            </a:r>
            <a:r>
              <a:rPr lang="en-US" dirty="0" err="1"/>
              <a:t>complete_transaction</a:t>
            </a:r>
            <a:r>
              <a:rPr lang="en-US" dirty="0"/>
              <a:t>(</a:t>
            </a:r>
            <a:r>
              <a:rPr lang="en-US" dirty="0" err="1"/>
              <a:t>PaymentProcessor</a:t>
            </a:r>
            <a:r>
              <a:rPr lang="en-US" dirty="0"/>
              <a:t> p) { /// 100 uses of p }</a:t>
            </a:r>
          </a:p>
          <a:p>
            <a:endParaRPr lang="en-US" dirty="0"/>
          </a:p>
        </p:txBody>
      </p:sp>
      <p:sp>
        <p:nvSpPr>
          <p:cNvPr id="4" name="Title 3">
            <a:extLst>
              <a:ext uri="{FF2B5EF4-FFF2-40B4-BE49-F238E27FC236}">
                <a16:creationId xmlns:a16="http://schemas.microsoft.com/office/drawing/2014/main" id="{57127405-E446-4623-BE2D-9035BE4CE01C}"/>
              </a:ext>
            </a:extLst>
          </p:cNvPr>
          <p:cNvSpPr>
            <a:spLocks noGrp="1"/>
          </p:cNvSpPr>
          <p:nvPr>
            <p:ph type="title"/>
          </p:nvPr>
        </p:nvSpPr>
        <p:spPr/>
        <p:txBody>
          <a:bodyPr/>
          <a:lstStyle/>
          <a:p>
            <a:r>
              <a:rPr lang="en-US" dirty="0"/>
              <a:t>Case study – fraud detecting payment processor</a:t>
            </a:r>
          </a:p>
        </p:txBody>
      </p:sp>
      <p:sp>
        <p:nvSpPr>
          <p:cNvPr id="6" name="Content Placeholder 5">
            <a:extLst>
              <a:ext uri="{FF2B5EF4-FFF2-40B4-BE49-F238E27FC236}">
                <a16:creationId xmlns:a16="http://schemas.microsoft.com/office/drawing/2014/main" id="{1B6198D3-0DCD-63D1-CA76-95907CC208CD}"/>
              </a:ext>
            </a:extLst>
          </p:cNvPr>
          <p:cNvSpPr>
            <a:spLocks noGrp="1"/>
          </p:cNvSpPr>
          <p:nvPr>
            <p:ph idx="13"/>
          </p:nvPr>
        </p:nvSpPr>
        <p:spPr/>
        <p:txBody>
          <a:bodyPr/>
          <a:lstStyle/>
          <a:p>
            <a:r>
              <a:rPr lang="en-US" dirty="0"/>
              <a:t>Check for fraud before paying</a:t>
            </a:r>
          </a:p>
          <a:p>
            <a:r>
              <a:rPr lang="en-US" dirty="0"/>
              <a:t>Don’t want to change the </a:t>
            </a:r>
            <a:r>
              <a:rPr lang="en-US" dirty="0" err="1">
                <a:latin typeface="Consolas" panose="020B0609020204030204" pitchFamily="49" charset="0"/>
                <a:cs typeface="Consolas" panose="020B0609020204030204" pitchFamily="49" charset="0"/>
              </a:rPr>
              <a:t>complete_transaction</a:t>
            </a:r>
            <a:r>
              <a:rPr lang="en-US" dirty="0"/>
              <a:t> method</a:t>
            </a:r>
          </a:p>
          <a:p>
            <a:r>
              <a:rPr lang="en-US" dirty="0"/>
              <a:t>Don’t want to or </a:t>
            </a:r>
            <a:r>
              <a:rPr lang="en-US" b="1" dirty="0"/>
              <a:t>can’t</a:t>
            </a:r>
            <a:r>
              <a:rPr lang="en-US" dirty="0"/>
              <a:t> modify </a:t>
            </a:r>
            <a:r>
              <a:rPr lang="en-US" dirty="0" err="1">
                <a:latin typeface="Consolas" panose="020B0609020204030204" pitchFamily="49" charset="0"/>
                <a:cs typeface="Consolas" panose="020B0609020204030204" pitchFamily="49" charset="0"/>
              </a:rPr>
              <a:t>PaypalProcessor</a:t>
            </a:r>
            <a:endParaRPr lang="en-US" dirty="0">
              <a:latin typeface="Consolas" panose="020B0609020204030204" pitchFamily="49" charset="0"/>
              <a:cs typeface="Consolas" panose="020B0609020204030204" pitchFamily="49" charset="0"/>
            </a:endParaRPr>
          </a:p>
          <a:p>
            <a:endParaRPr lang="en-US" dirty="0">
              <a:latin typeface="Consolas" panose="020B0609020204030204" pitchFamily="49" charset="0"/>
              <a:cs typeface="Consolas" panose="020B0609020204030204" pitchFamily="49" charset="0"/>
            </a:endParaRPr>
          </a:p>
          <a:p>
            <a:pPr marL="0" indent="0">
              <a:buNone/>
            </a:pPr>
            <a:endParaRPr lang="en-US" dirty="0"/>
          </a:p>
          <a:p>
            <a:endParaRPr lang="en-US" dirty="0"/>
          </a:p>
        </p:txBody>
      </p:sp>
      <p:sp>
        <p:nvSpPr>
          <p:cNvPr id="7" name="TextBox 6">
            <a:extLst>
              <a:ext uri="{FF2B5EF4-FFF2-40B4-BE49-F238E27FC236}">
                <a16:creationId xmlns:a16="http://schemas.microsoft.com/office/drawing/2014/main" id="{7D667A90-8286-BE42-2652-30276A39A6C6}"/>
              </a:ext>
            </a:extLst>
          </p:cNvPr>
          <p:cNvSpPr txBox="1"/>
          <p:nvPr/>
        </p:nvSpPr>
        <p:spPr>
          <a:xfrm>
            <a:off x="9764942" y="2450123"/>
            <a:ext cx="2044983" cy="523220"/>
          </a:xfrm>
          <a:prstGeom prst="rect">
            <a:avLst/>
          </a:prstGeom>
          <a:noFill/>
        </p:spPr>
        <p:txBody>
          <a:bodyPr wrap="none" rtlCol="0">
            <a:spAutoFit/>
          </a:bodyPr>
          <a:lstStyle/>
          <a:p>
            <a:r>
              <a:rPr lang="en-US" sz="2800" b="1" i="1" dirty="0"/>
              <a:t>Detect fraud</a:t>
            </a:r>
          </a:p>
        </p:txBody>
      </p:sp>
      <p:sp>
        <p:nvSpPr>
          <p:cNvPr id="2" name="Rectangle 1">
            <a:extLst>
              <a:ext uri="{FF2B5EF4-FFF2-40B4-BE49-F238E27FC236}">
                <a16:creationId xmlns:a16="http://schemas.microsoft.com/office/drawing/2014/main" id="{DAD90942-1601-E96C-CEC5-3F35E8493AA4}"/>
              </a:ext>
            </a:extLst>
          </p:cNvPr>
          <p:cNvSpPr/>
          <p:nvPr/>
        </p:nvSpPr>
        <p:spPr>
          <a:xfrm>
            <a:off x="6176512" y="2030681"/>
            <a:ext cx="5633412" cy="1520041"/>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
        <p:nvSpPr>
          <p:cNvPr id="3" name="Rectangle 2">
            <a:extLst>
              <a:ext uri="{FF2B5EF4-FFF2-40B4-BE49-F238E27FC236}">
                <a16:creationId xmlns:a16="http://schemas.microsoft.com/office/drawing/2014/main" id="{C88414EA-D619-9CAE-A65D-CE8AEA13AA33}"/>
              </a:ext>
            </a:extLst>
          </p:cNvPr>
          <p:cNvSpPr/>
          <p:nvPr/>
        </p:nvSpPr>
        <p:spPr>
          <a:xfrm>
            <a:off x="6176512" y="3695800"/>
            <a:ext cx="5633412" cy="2135657"/>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Tree>
    <p:extLst>
      <p:ext uri="{BB962C8B-B14F-4D97-AF65-F5344CB8AC3E}">
        <p14:creationId xmlns:p14="http://schemas.microsoft.com/office/powerpoint/2010/main" val="3770986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 grpId="0" animBg="1"/>
      <p:bldP spid="3"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4444EF-A6E2-79A8-5146-89583F5C87EC}"/>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8403BFD1-71D2-5B1B-87C7-1C6670B9225C}"/>
              </a:ext>
            </a:extLst>
          </p:cNvPr>
          <p:cNvSpPr>
            <a:spLocks noGrp="1"/>
          </p:cNvSpPr>
          <p:nvPr>
            <p:ph idx="1"/>
          </p:nvPr>
        </p:nvSpPr>
        <p:spPr/>
        <p:txBody>
          <a:bodyPr/>
          <a:lstStyle/>
          <a:p>
            <a:r>
              <a:rPr lang="en-US" dirty="0"/>
              <a:t>Can attach additional functionalities to an object dynamically</a:t>
            </a:r>
          </a:p>
          <a:p>
            <a:r>
              <a:rPr lang="en-US" dirty="0"/>
              <a:t>Basic idea: enclose the object (</a:t>
            </a:r>
            <a:r>
              <a:rPr lang="en-US" dirty="0" err="1"/>
              <a:t>decoratee</a:t>
            </a:r>
            <a:r>
              <a:rPr lang="en-US" dirty="0"/>
              <a:t>) in another object (decorator) that adds the additional functionality</a:t>
            </a:r>
          </a:p>
        </p:txBody>
      </p:sp>
      <p:sp>
        <p:nvSpPr>
          <p:cNvPr id="5" name="Title 4">
            <a:extLst>
              <a:ext uri="{FF2B5EF4-FFF2-40B4-BE49-F238E27FC236}">
                <a16:creationId xmlns:a16="http://schemas.microsoft.com/office/drawing/2014/main" id="{9CD24D32-296F-1576-A272-75C584E69E11}"/>
              </a:ext>
            </a:extLst>
          </p:cNvPr>
          <p:cNvSpPr>
            <a:spLocks noGrp="1"/>
          </p:cNvSpPr>
          <p:nvPr>
            <p:ph type="title"/>
          </p:nvPr>
        </p:nvSpPr>
        <p:spPr/>
        <p:txBody>
          <a:bodyPr/>
          <a:lstStyle/>
          <a:p>
            <a:r>
              <a:rPr lang="en-US" dirty="0"/>
              <a:t>Decorator design pattern</a:t>
            </a:r>
          </a:p>
        </p:txBody>
      </p:sp>
    </p:spTree>
    <p:extLst>
      <p:ext uri="{BB962C8B-B14F-4D97-AF65-F5344CB8AC3E}">
        <p14:creationId xmlns:p14="http://schemas.microsoft.com/office/powerpoint/2010/main" val="125911452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70C691-7082-0AB9-A617-2970A194EAA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A2674FB-DB87-A501-A6A9-F1AEEA375F3B}"/>
              </a:ext>
            </a:extLst>
          </p:cNvPr>
          <p:cNvSpPr>
            <a:spLocks noGrp="1"/>
          </p:cNvSpPr>
          <p:nvPr>
            <p:ph type="title"/>
          </p:nvPr>
        </p:nvSpPr>
        <p:spPr/>
        <p:txBody>
          <a:bodyPr/>
          <a:lstStyle/>
          <a:p>
            <a:r>
              <a:rPr lang="en-US" dirty="0"/>
              <a:t>Decorators visually</a:t>
            </a:r>
          </a:p>
        </p:txBody>
      </p:sp>
      <p:grpSp>
        <p:nvGrpSpPr>
          <p:cNvPr id="21" name="Group 20">
            <a:extLst>
              <a:ext uri="{FF2B5EF4-FFF2-40B4-BE49-F238E27FC236}">
                <a16:creationId xmlns:a16="http://schemas.microsoft.com/office/drawing/2014/main" id="{6C3AF032-0407-1616-E8A6-19C92ED05EBC}"/>
              </a:ext>
            </a:extLst>
          </p:cNvPr>
          <p:cNvGrpSpPr/>
          <p:nvPr/>
        </p:nvGrpSpPr>
        <p:grpSpPr>
          <a:xfrm>
            <a:off x="3697609" y="1441489"/>
            <a:ext cx="4892814" cy="3713412"/>
            <a:chOff x="6136013" y="1461028"/>
            <a:chExt cx="4892814" cy="3713412"/>
          </a:xfrm>
        </p:grpSpPr>
        <p:grpSp>
          <p:nvGrpSpPr>
            <p:cNvPr id="22" name="Group 21">
              <a:extLst>
                <a:ext uri="{FF2B5EF4-FFF2-40B4-BE49-F238E27FC236}">
                  <a16:creationId xmlns:a16="http://schemas.microsoft.com/office/drawing/2014/main" id="{BEE175AA-BED6-3CFF-D106-940699A90ED2}"/>
                </a:ext>
              </a:extLst>
            </p:cNvPr>
            <p:cNvGrpSpPr/>
            <p:nvPr/>
          </p:nvGrpSpPr>
          <p:grpSpPr>
            <a:xfrm>
              <a:off x="6136013" y="1461028"/>
              <a:ext cx="4892814" cy="3364501"/>
              <a:chOff x="6136013" y="1461028"/>
              <a:chExt cx="4892814" cy="3364501"/>
            </a:xfrm>
          </p:grpSpPr>
          <p:sp>
            <p:nvSpPr>
              <p:cNvPr id="25" name="Rectangle 24">
                <a:extLst>
                  <a:ext uri="{FF2B5EF4-FFF2-40B4-BE49-F238E27FC236}">
                    <a16:creationId xmlns:a16="http://schemas.microsoft.com/office/drawing/2014/main" id="{9DFE5C92-669C-BD35-CCD1-0C8692A3529B}"/>
                  </a:ext>
                </a:extLst>
              </p:cNvPr>
              <p:cNvSpPr/>
              <p:nvPr/>
            </p:nvSpPr>
            <p:spPr>
              <a:xfrm>
                <a:off x="6553200" y="1477107"/>
                <a:ext cx="3962400" cy="334107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atin typeface="Consolas" panose="020B0609020204030204" pitchFamily="49" charset="0"/>
                  </a:rPr>
                  <a:t>hget</a:t>
                </a:r>
                <a:endParaRPr lang="en-US" dirty="0"/>
              </a:p>
            </p:txBody>
          </p:sp>
          <p:sp>
            <p:nvSpPr>
              <p:cNvPr id="26" name="Rectangle 25">
                <a:extLst>
                  <a:ext uri="{FF2B5EF4-FFF2-40B4-BE49-F238E27FC236}">
                    <a16:creationId xmlns:a16="http://schemas.microsoft.com/office/drawing/2014/main" id="{4ECB297D-8BCD-C432-6155-7B64285DE3AE}"/>
                  </a:ext>
                </a:extLst>
              </p:cNvPr>
              <p:cNvSpPr/>
              <p:nvPr/>
            </p:nvSpPr>
            <p:spPr>
              <a:xfrm>
                <a:off x="6136013" y="1461028"/>
                <a:ext cx="4892814" cy="523220"/>
              </a:xfrm>
              <a:prstGeom prst="rect">
                <a:avLst/>
              </a:prstGeom>
              <a:noFill/>
            </p:spPr>
            <p:txBody>
              <a:bodyPr wrap="none" lIns="91440" tIns="45720" rIns="91440" bIns="45720">
                <a:spAutoFit/>
              </a:bodyPr>
              <a:lstStyle/>
              <a:p>
                <a:pPr algn="ctr"/>
                <a:r>
                  <a:rPr lang="en-US" sz="2800" dirty="0" err="1">
                    <a:ln w="0"/>
                    <a:effectLst>
                      <a:outerShdw blurRad="38100" dist="19050" dir="2700000" algn="tl" rotWithShape="0">
                        <a:schemeClr val="dk1">
                          <a:alpha val="40000"/>
                        </a:schemeClr>
                      </a:outerShdw>
                    </a:effectLst>
                  </a:rPr>
                  <a:t>FraudDetectionDecorator</a:t>
                </a:r>
                <a:r>
                  <a:rPr lang="en-US" sz="2800" b="0" cap="none" spc="0" dirty="0">
                    <a:ln w="0"/>
                    <a:solidFill>
                      <a:schemeClr val="tx1"/>
                    </a:solidFill>
                    <a:effectLst>
                      <a:outerShdw blurRad="38100" dist="19050" dir="2700000" algn="tl" rotWithShape="0">
                        <a:schemeClr val="dk1">
                          <a:alpha val="40000"/>
                        </a:schemeClr>
                      </a:outerShdw>
                    </a:effectLst>
                  </a:rPr>
                  <a:t> object</a:t>
                </a:r>
              </a:p>
            </p:txBody>
          </p:sp>
          <p:sp>
            <p:nvSpPr>
              <p:cNvPr id="27" name="Rectangle 26">
                <a:extLst>
                  <a:ext uri="{FF2B5EF4-FFF2-40B4-BE49-F238E27FC236}">
                    <a16:creationId xmlns:a16="http://schemas.microsoft.com/office/drawing/2014/main" id="{57F46D36-F320-B461-6D25-1B94175E3869}"/>
                  </a:ext>
                </a:extLst>
              </p:cNvPr>
              <p:cNvSpPr/>
              <p:nvPr/>
            </p:nvSpPr>
            <p:spPr>
              <a:xfrm>
                <a:off x="7772399" y="4624754"/>
                <a:ext cx="457200" cy="19343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AC2DE84F-A62D-6D34-7726-6772F41534C1}"/>
                  </a:ext>
                </a:extLst>
              </p:cNvPr>
              <p:cNvSpPr txBox="1"/>
              <p:nvPr/>
            </p:nvSpPr>
            <p:spPr>
              <a:xfrm>
                <a:off x="7079200" y="4456197"/>
                <a:ext cx="705642" cy="369332"/>
              </a:xfrm>
              <a:prstGeom prst="rect">
                <a:avLst/>
              </a:prstGeom>
              <a:noFill/>
            </p:spPr>
            <p:txBody>
              <a:bodyPr wrap="none" rtlCol="0">
                <a:spAutoFit/>
              </a:bodyPr>
              <a:lstStyle/>
              <a:p>
                <a:r>
                  <a:rPr lang="en-US" dirty="0">
                    <a:latin typeface="Consolas" panose="020B0609020204030204" pitchFamily="49" charset="0"/>
                  </a:rPr>
                  <a:t>pay</a:t>
                </a:r>
                <a:r>
                  <a:rPr lang="en-US" dirty="0"/>
                  <a:t>()</a:t>
                </a:r>
              </a:p>
            </p:txBody>
          </p:sp>
          <p:sp>
            <p:nvSpPr>
              <p:cNvPr id="31" name="TextBox 30">
                <a:extLst>
                  <a:ext uri="{FF2B5EF4-FFF2-40B4-BE49-F238E27FC236}">
                    <a16:creationId xmlns:a16="http://schemas.microsoft.com/office/drawing/2014/main" id="{56E6BB0F-4012-EAEC-C4B4-58632F891952}"/>
                  </a:ext>
                </a:extLst>
              </p:cNvPr>
              <p:cNvSpPr txBox="1"/>
              <p:nvPr/>
            </p:nvSpPr>
            <p:spPr>
              <a:xfrm>
                <a:off x="7141629" y="3884085"/>
                <a:ext cx="1718740" cy="369332"/>
              </a:xfrm>
              <a:prstGeom prst="rect">
                <a:avLst/>
              </a:prstGeom>
              <a:solidFill>
                <a:schemeClr val="tx1">
                  <a:lumMod val="10000"/>
                  <a:lumOff val="90000"/>
                </a:schemeClr>
              </a:solidFill>
            </p:spPr>
            <p:txBody>
              <a:bodyPr wrap="none" rtlCol="0">
                <a:spAutoFit/>
              </a:bodyPr>
              <a:lstStyle/>
              <a:p>
                <a:r>
                  <a:rPr lang="en-US" dirty="0" err="1">
                    <a:latin typeface="Consolas" panose="020B0609020204030204" pitchFamily="49" charset="0"/>
                  </a:rPr>
                  <a:t>detectFraud</a:t>
                </a:r>
                <a:r>
                  <a:rPr lang="en-US" dirty="0"/>
                  <a:t>()</a:t>
                </a:r>
              </a:p>
            </p:txBody>
          </p:sp>
          <p:cxnSp>
            <p:nvCxnSpPr>
              <p:cNvPr id="33" name="Straight Arrow Connector 32">
                <a:extLst>
                  <a:ext uri="{FF2B5EF4-FFF2-40B4-BE49-F238E27FC236}">
                    <a16:creationId xmlns:a16="http://schemas.microsoft.com/office/drawing/2014/main" id="{0A94A388-9833-0FD1-6D13-5B54A8D411AA}"/>
                  </a:ext>
                </a:extLst>
              </p:cNvPr>
              <p:cNvCxnSpPr>
                <a:cxnSpLocks/>
                <a:stCxn id="27" idx="0"/>
                <a:endCxn id="31" idx="2"/>
              </p:cNvCxnSpPr>
              <p:nvPr/>
            </p:nvCxnSpPr>
            <p:spPr>
              <a:xfrm flipV="1">
                <a:off x="8000999" y="4253417"/>
                <a:ext cx="0" cy="371337"/>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cxnSp>
            <p:nvCxnSpPr>
              <p:cNvPr id="35" name="Straight Arrow Connector 34">
                <a:extLst>
                  <a:ext uri="{FF2B5EF4-FFF2-40B4-BE49-F238E27FC236}">
                    <a16:creationId xmlns:a16="http://schemas.microsoft.com/office/drawing/2014/main" id="{A915E84B-AE83-7B0E-143A-62CFD9C93A2B}"/>
                  </a:ext>
                </a:extLst>
              </p:cNvPr>
              <p:cNvCxnSpPr>
                <a:cxnSpLocks/>
                <a:stCxn id="31" idx="0"/>
                <a:endCxn id="39" idx="2"/>
              </p:cNvCxnSpPr>
              <p:nvPr/>
            </p:nvCxnSpPr>
            <p:spPr>
              <a:xfrm flipV="1">
                <a:off x="8000999" y="3613637"/>
                <a:ext cx="0" cy="270448"/>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grpSp>
        <p:cxnSp>
          <p:nvCxnSpPr>
            <p:cNvPr id="23" name="Straight Arrow Connector 22">
              <a:extLst>
                <a:ext uri="{FF2B5EF4-FFF2-40B4-BE49-F238E27FC236}">
                  <a16:creationId xmlns:a16="http://schemas.microsoft.com/office/drawing/2014/main" id="{7E3E7FD9-2B6C-E53B-AF4E-772AD5436D27}"/>
                </a:ext>
              </a:extLst>
            </p:cNvPr>
            <p:cNvCxnSpPr/>
            <p:nvPr/>
          </p:nvCxnSpPr>
          <p:spPr>
            <a:xfrm flipH="1" flipV="1">
              <a:off x="7993346" y="4818184"/>
              <a:ext cx="1" cy="356256"/>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grpSp>
      <p:grpSp>
        <p:nvGrpSpPr>
          <p:cNvPr id="37" name="Group 36">
            <a:extLst>
              <a:ext uri="{FF2B5EF4-FFF2-40B4-BE49-F238E27FC236}">
                <a16:creationId xmlns:a16="http://schemas.microsoft.com/office/drawing/2014/main" id="{3AC35E44-CA7C-5432-6EA3-9D3A0E4F3A3B}"/>
              </a:ext>
            </a:extLst>
          </p:cNvPr>
          <p:cNvGrpSpPr/>
          <p:nvPr/>
        </p:nvGrpSpPr>
        <p:grpSpPr>
          <a:xfrm>
            <a:off x="4894380" y="2020276"/>
            <a:ext cx="2403231" cy="1582615"/>
            <a:chOff x="7332784" y="2039815"/>
            <a:chExt cx="2403231" cy="1582615"/>
          </a:xfrm>
        </p:grpSpPr>
        <p:sp>
          <p:nvSpPr>
            <p:cNvPr id="38" name="Rectangle 37">
              <a:extLst>
                <a:ext uri="{FF2B5EF4-FFF2-40B4-BE49-F238E27FC236}">
                  <a16:creationId xmlns:a16="http://schemas.microsoft.com/office/drawing/2014/main" id="{950EB267-54DF-0295-D5AC-6BA292035D5B}"/>
                </a:ext>
              </a:extLst>
            </p:cNvPr>
            <p:cNvSpPr/>
            <p:nvPr/>
          </p:nvSpPr>
          <p:spPr>
            <a:xfrm>
              <a:off x="7332784" y="2039815"/>
              <a:ext cx="2403231" cy="1582615"/>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2400" dirty="0" err="1">
                  <a:ln w="0"/>
                  <a:solidFill>
                    <a:schemeClr val="tx1"/>
                  </a:solidFill>
                  <a:effectLst>
                    <a:outerShdw blurRad="38100" dist="19050" dir="2700000" algn="tl" rotWithShape="0">
                      <a:schemeClr val="dk1">
                        <a:alpha val="40000"/>
                      </a:schemeClr>
                    </a:outerShdw>
                  </a:effectLst>
                </a:rPr>
                <a:t>PaypalProcessor</a:t>
              </a:r>
              <a:r>
                <a:rPr lang="en-US" sz="2400" dirty="0">
                  <a:ln w="0"/>
                  <a:solidFill>
                    <a:schemeClr val="tx1"/>
                  </a:solidFill>
                  <a:effectLst>
                    <a:outerShdw blurRad="38100" dist="19050" dir="2700000" algn="tl" rotWithShape="0">
                      <a:schemeClr val="dk1">
                        <a:alpha val="40000"/>
                      </a:schemeClr>
                    </a:outerShdw>
                  </a:effectLst>
                </a:rPr>
                <a:t> object</a:t>
              </a:r>
              <a:endParaRPr lang="en-US" sz="2400" dirty="0"/>
            </a:p>
          </p:txBody>
        </p:sp>
        <p:sp>
          <p:nvSpPr>
            <p:cNvPr id="39" name="Rectangle 38">
              <a:extLst>
                <a:ext uri="{FF2B5EF4-FFF2-40B4-BE49-F238E27FC236}">
                  <a16:creationId xmlns:a16="http://schemas.microsoft.com/office/drawing/2014/main" id="{3B960BD3-ADDF-0F39-2EC0-AD401F48E2BE}"/>
                </a:ext>
              </a:extLst>
            </p:cNvPr>
            <p:cNvSpPr/>
            <p:nvPr/>
          </p:nvSpPr>
          <p:spPr>
            <a:xfrm>
              <a:off x="7772399" y="3420207"/>
              <a:ext cx="457200" cy="19343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DB628E62-DBAD-3201-0B21-F15FA797C4A9}"/>
                </a:ext>
              </a:extLst>
            </p:cNvPr>
            <p:cNvSpPr txBox="1"/>
            <p:nvPr/>
          </p:nvSpPr>
          <p:spPr>
            <a:xfrm>
              <a:off x="8229599" y="3244305"/>
              <a:ext cx="705642" cy="369332"/>
            </a:xfrm>
            <a:prstGeom prst="rect">
              <a:avLst/>
            </a:prstGeom>
            <a:noFill/>
          </p:spPr>
          <p:txBody>
            <a:bodyPr wrap="none" rtlCol="0">
              <a:spAutoFit/>
            </a:bodyPr>
            <a:lstStyle/>
            <a:p>
              <a:r>
                <a:rPr lang="en-US" dirty="0">
                  <a:latin typeface="Consolas" panose="020B0609020204030204" pitchFamily="49" charset="0"/>
                </a:rPr>
                <a:t>pay</a:t>
              </a:r>
              <a:r>
                <a:rPr lang="en-US" dirty="0"/>
                <a:t>()</a:t>
              </a:r>
            </a:p>
          </p:txBody>
        </p:sp>
      </p:grpSp>
      <p:sp>
        <p:nvSpPr>
          <p:cNvPr id="4" name="TextBox 3">
            <a:extLst>
              <a:ext uri="{FF2B5EF4-FFF2-40B4-BE49-F238E27FC236}">
                <a16:creationId xmlns:a16="http://schemas.microsoft.com/office/drawing/2014/main" id="{B0AAC08C-9B16-7155-845F-B8F2BEBF4A80}"/>
              </a:ext>
            </a:extLst>
          </p:cNvPr>
          <p:cNvSpPr txBox="1"/>
          <p:nvPr/>
        </p:nvSpPr>
        <p:spPr>
          <a:xfrm>
            <a:off x="1430936" y="5232476"/>
            <a:ext cx="9783769" cy="461665"/>
          </a:xfrm>
          <a:prstGeom prst="rect">
            <a:avLst/>
          </a:prstGeom>
          <a:noFill/>
        </p:spPr>
        <p:txBody>
          <a:bodyPr wrap="none" rtlCol="0">
            <a:spAutoFit/>
          </a:bodyPr>
          <a:lstStyle/>
          <a:p>
            <a:r>
              <a:rPr lang="en-US" sz="2400" b="1" i="1" dirty="0"/>
              <a:t>How to use </a:t>
            </a:r>
            <a:r>
              <a:rPr lang="en-US" sz="2400" b="1" i="1" dirty="0" err="1"/>
              <a:t>FraudDetectionDecorator</a:t>
            </a:r>
            <a:r>
              <a:rPr lang="en-US" sz="2400" b="1" i="1" dirty="0"/>
              <a:t> object  in place of </a:t>
            </a:r>
            <a:r>
              <a:rPr lang="en-US" sz="2400" b="1" i="1" dirty="0" err="1"/>
              <a:t>PaymentProcessor</a:t>
            </a:r>
            <a:r>
              <a:rPr lang="en-US" sz="2400" b="1" i="1" dirty="0"/>
              <a:t>?</a:t>
            </a:r>
          </a:p>
        </p:txBody>
      </p:sp>
    </p:spTree>
    <p:extLst>
      <p:ext uri="{BB962C8B-B14F-4D97-AF65-F5344CB8AC3E}">
        <p14:creationId xmlns:p14="http://schemas.microsoft.com/office/powerpoint/2010/main" val="19492343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1BD2B6-F5C2-23C8-5F3A-C7623D052FDF}"/>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E011AA97-034F-F353-8106-5E8B3269394A}"/>
              </a:ext>
            </a:extLst>
          </p:cNvPr>
          <p:cNvSpPr>
            <a:spLocks noGrp="1"/>
          </p:cNvSpPr>
          <p:nvPr>
            <p:ph idx="1"/>
          </p:nvPr>
        </p:nvSpPr>
        <p:spPr>
          <a:xfrm>
            <a:off x="6176512" y="785004"/>
            <a:ext cx="6015488" cy="5046453"/>
          </a:xfrm>
        </p:spPr>
        <p:txBody>
          <a:bodyPr>
            <a:normAutofit fontScale="92500" lnSpcReduction="10000"/>
          </a:bodyPr>
          <a:lstStyle/>
          <a:p>
            <a:r>
              <a:rPr lang="en-US" dirty="0"/>
              <a:t>interface </a:t>
            </a:r>
            <a:r>
              <a:rPr lang="en-US" dirty="0" err="1"/>
              <a:t>PaymentProcessor</a:t>
            </a:r>
            <a:r>
              <a:rPr lang="en-US" dirty="0"/>
              <a:t> </a:t>
            </a:r>
            <a:br>
              <a:rPr lang="en-US" dirty="0"/>
            </a:br>
            <a:r>
              <a:rPr lang="en-US" dirty="0"/>
              <a:t>{    </a:t>
            </a:r>
            <a:br>
              <a:rPr lang="en-US" dirty="0"/>
            </a:br>
            <a:r>
              <a:rPr lang="en-US" dirty="0"/>
              <a:t>	</a:t>
            </a:r>
            <a:r>
              <a:rPr lang="en-US"/>
              <a:t>void pay(</a:t>
            </a:r>
            <a:r>
              <a:rPr lang="en-US" dirty="0"/>
              <a:t>double amount);</a:t>
            </a:r>
            <a:br>
              <a:rPr lang="en-US" dirty="0"/>
            </a:br>
            <a:r>
              <a:rPr lang="en-US" dirty="0"/>
              <a:t>}</a:t>
            </a:r>
            <a:br>
              <a:rPr lang="en-US" dirty="0"/>
            </a:br>
            <a:endParaRPr lang="en-US" dirty="0"/>
          </a:p>
          <a:p>
            <a:r>
              <a:rPr lang="en-US" dirty="0"/>
              <a:t>class </a:t>
            </a:r>
            <a:r>
              <a:rPr lang="en-US" dirty="0" err="1"/>
              <a:t>PaypalProcessor</a:t>
            </a:r>
            <a:r>
              <a:rPr lang="en-US" dirty="0"/>
              <a:t> implements </a:t>
            </a:r>
            <a:r>
              <a:rPr lang="en-US" dirty="0" err="1"/>
              <a:t>PaymentProcessor</a:t>
            </a:r>
            <a:r>
              <a:rPr lang="en-US" dirty="0"/>
              <a:t> {</a:t>
            </a:r>
          </a:p>
          <a:p>
            <a:r>
              <a:rPr lang="en-US" dirty="0"/>
              <a:t>	void pay (double amount) {</a:t>
            </a:r>
          </a:p>
          <a:p>
            <a:r>
              <a:rPr lang="en-US" dirty="0"/>
              <a:t>		// </a:t>
            </a:r>
            <a:r>
              <a:rPr lang="en-US" dirty="0" err="1"/>
              <a:t>paypal</a:t>
            </a:r>
            <a:r>
              <a:rPr lang="en-US" dirty="0"/>
              <a:t> functionality</a:t>
            </a:r>
          </a:p>
          <a:p>
            <a:r>
              <a:rPr lang="en-US" dirty="0"/>
              <a:t>	} </a:t>
            </a:r>
          </a:p>
          <a:p>
            <a:r>
              <a:rPr lang="en-US" dirty="0"/>
              <a:t>}</a:t>
            </a:r>
          </a:p>
          <a:p>
            <a:endParaRPr lang="en-US" dirty="0"/>
          </a:p>
          <a:p>
            <a:r>
              <a:rPr lang="en-US" b="1" dirty="0"/>
              <a:t>abstract class </a:t>
            </a:r>
            <a:r>
              <a:rPr lang="en-US" b="1" dirty="0" err="1"/>
              <a:t>PaymentProcessorDecorator</a:t>
            </a:r>
            <a:r>
              <a:rPr lang="en-US" b="1" dirty="0"/>
              <a:t> </a:t>
            </a:r>
            <a:r>
              <a:rPr lang="en-US" dirty="0"/>
              <a:t>implements </a:t>
            </a:r>
            <a:r>
              <a:rPr lang="en-US" dirty="0" err="1"/>
              <a:t>PaymentProcessor</a:t>
            </a:r>
            <a:r>
              <a:rPr lang="en-US" dirty="0"/>
              <a:t> {</a:t>
            </a:r>
          </a:p>
          <a:p>
            <a:r>
              <a:rPr lang="en-US" dirty="0"/>
              <a:t>	protected </a:t>
            </a:r>
            <a:r>
              <a:rPr lang="en-US" dirty="0" err="1"/>
              <a:t>PaymentProcessor</a:t>
            </a:r>
            <a:r>
              <a:rPr lang="en-US" dirty="0"/>
              <a:t> </a:t>
            </a:r>
            <a:r>
              <a:rPr lang="en-US" b="1" dirty="0" err="1"/>
              <a:t>wrappedProcessor</a:t>
            </a:r>
            <a:r>
              <a:rPr lang="en-US" dirty="0"/>
              <a:t>;</a:t>
            </a:r>
          </a:p>
          <a:p>
            <a:r>
              <a:rPr lang="en-US" dirty="0"/>
              <a:t>	public </a:t>
            </a:r>
            <a:r>
              <a:rPr lang="en-US" dirty="0" err="1"/>
              <a:t>PaymentProcessorDecorator</a:t>
            </a:r>
            <a:r>
              <a:rPr lang="en-US" dirty="0"/>
              <a:t>(</a:t>
            </a:r>
            <a:r>
              <a:rPr lang="en-US" dirty="0" err="1"/>
              <a:t>PaymentProcessor</a:t>
            </a:r>
            <a:r>
              <a:rPr lang="en-US" dirty="0"/>
              <a:t> processor) {</a:t>
            </a:r>
          </a:p>
          <a:p>
            <a:r>
              <a:rPr lang="en-US" dirty="0"/>
              <a:t>		</a:t>
            </a:r>
            <a:r>
              <a:rPr lang="en-US" dirty="0" err="1"/>
              <a:t>this.wrappedProcessor</a:t>
            </a:r>
            <a:r>
              <a:rPr lang="en-US" dirty="0"/>
              <a:t> = processor;</a:t>
            </a:r>
          </a:p>
          <a:p>
            <a:r>
              <a:rPr lang="en-US" dirty="0"/>
              <a:t>	}</a:t>
            </a:r>
          </a:p>
          <a:p>
            <a:r>
              <a:rPr lang="en-US" dirty="0"/>
              <a:t>	@Override </a:t>
            </a:r>
          </a:p>
          <a:p>
            <a:r>
              <a:rPr lang="en-US" dirty="0"/>
              <a:t>	public void pay(double amount) { 			</a:t>
            </a:r>
            <a:r>
              <a:rPr lang="en-US" dirty="0" err="1"/>
              <a:t>wrappedProcessor.pay</a:t>
            </a:r>
            <a:r>
              <a:rPr lang="en-US" dirty="0"/>
              <a:t>(amount); </a:t>
            </a:r>
          </a:p>
          <a:p>
            <a:r>
              <a:rPr lang="en-US" dirty="0"/>
              <a:t>	} </a:t>
            </a:r>
          </a:p>
          <a:p>
            <a:r>
              <a:rPr lang="en-US" dirty="0"/>
              <a:t>}</a:t>
            </a:r>
          </a:p>
        </p:txBody>
      </p:sp>
      <p:sp>
        <p:nvSpPr>
          <p:cNvPr id="5" name="Title 4">
            <a:extLst>
              <a:ext uri="{FF2B5EF4-FFF2-40B4-BE49-F238E27FC236}">
                <a16:creationId xmlns:a16="http://schemas.microsoft.com/office/drawing/2014/main" id="{1E6D137E-ACA8-DFB4-8269-11FD04F6D5AC}"/>
              </a:ext>
            </a:extLst>
          </p:cNvPr>
          <p:cNvSpPr>
            <a:spLocks noGrp="1"/>
          </p:cNvSpPr>
          <p:nvPr>
            <p:ph type="title"/>
          </p:nvPr>
        </p:nvSpPr>
        <p:spPr/>
        <p:txBody>
          <a:bodyPr/>
          <a:lstStyle/>
          <a:p>
            <a:r>
              <a:rPr lang="en-US" dirty="0"/>
              <a:t>Fraud detection decorator for payment processor</a:t>
            </a:r>
          </a:p>
        </p:txBody>
      </p:sp>
      <p:sp>
        <p:nvSpPr>
          <p:cNvPr id="2" name="Content Placeholder 1">
            <a:extLst>
              <a:ext uri="{FF2B5EF4-FFF2-40B4-BE49-F238E27FC236}">
                <a16:creationId xmlns:a16="http://schemas.microsoft.com/office/drawing/2014/main" id="{1AD89FA7-9CE6-B180-FA76-0E7AFE699ECF}"/>
              </a:ext>
            </a:extLst>
          </p:cNvPr>
          <p:cNvSpPr>
            <a:spLocks noGrp="1"/>
          </p:cNvSpPr>
          <p:nvPr>
            <p:ph idx="13"/>
          </p:nvPr>
        </p:nvSpPr>
        <p:spPr/>
        <p:txBody>
          <a:bodyPr/>
          <a:lstStyle/>
          <a:p>
            <a:r>
              <a:rPr lang="en-US" dirty="0"/>
              <a:t>Create an abstract class for the decorator that wraps the inner payment processor</a:t>
            </a:r>
          </a:p>
          <a:p>
            <a:pPr lvl="1"/>
            <a:r>
              <a:rPr lang="en-US" dirty="0"/>
              <a:t>And implements/extends </a:t>
            </a:r>
            <a:r>
              <a:rPr lang="en-US" dirty="0" err="1"/>
              <a:t>PaymentProcessor</a:t>
            </a:r>
            <a:endParaRPr lang="en-US" dirty="0"/>
          </a:p>
          <a:p>
            <a:endParaRPr lang="en-US" dirty="0"/>
          </a:p>
        </p:txBody>
      </p:sp>
      <p:sp>
        <p:nvSpPr>
          <p:cNvPr id="3" name="Rectangle 2">
            <a:extLst>
              <a:ext uri="{FF2B5EF4-FFF2-40B4-BE49-F238E27FC236}">
                <a16:creationId xmlns:a16="http://schemas.microsoft.com/office/drawing/2014/main" id="{1D668E65-32C9-9242-1C63-F0D056980595}"/>
              </a:ext>
            </a:extLst>
          </p:cNvPr>
          <p:cNvSpPr/>
          <p:nvPr/>
        </p:nvSpPr>
        <p:spPr>
          <a:xfrm>
            <a:off x="6176512" y="2661138"/>
            <a:ext cx="5633412" cy="3059724"/>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Tree>
    <p:extLst>
      <p:ext uri="{BB962C8B-B14F-4D97-AF65-F5344CB8AC3E}">
        <p14:creationId xmlns:p14="http://schemas.microsoft.com/office/powerpoint/2010/main" val="9051431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00AAF1-E2E5-B48A-1813-7500C0D679FA}"/>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6FC2A52B-C685-5CC8-8250-9DB8A28FE3E6}"/>
              </a:ext>
            </a:extLst>
          </p:cNvPr>
          <p:cNvSpPr>
            <a:spLocks noGrp="1"/>
          </p:cNvSpPr>
          <p:nvPr>
            <p:ph idx="1"/>
          </p:nvPr>
        </p:nvSpPr>
        <p:spPr>
          <a:xfrm>
            <a:off x="6176512" y="785004"/>
            <a:ext cx="6015488" cy="5046453"/>
          </a:xfrm>
        </p:spPr>
        <p:txBody>
          <a:bodyPr>
            <a:normAutofit fontScale="92500" lnSpcReduction="10000"/>
          </a:bodyPr>
          <a:lstStyle/>
          <a:p>
            <a:r>
              <a:rPr lang="en-US" dirty="0"/>
              <a:t>abstract class </a:t>
            </a:r>
            <a:r>
              <a:rPr lang="en-US" dirty="0" err="1"/>
              <a:t>PaymentProcessorDecorator</a:t>
            </a:r>
            <a:r>
              <a:rPr lang="en-US" dirty="0"/>
              <a:t> implements </a:t>
            </a:r>
            <a:r>
              <a:rPr lang="en-US" dirty="0" err="1"/>
              <a:t>PaymentProcessor</a:t>
            </a:r>
            <a:r>
              <a:rPr lang="en-US" dirty="0"/>
              <a:t> {</a:t>
            </a:r>
          </a:p>
          <a:p>
            <a:r>
              <a:rPr lang="en-US" dirty="0"/>
              <a:t>	protected </a:t>
            </a:r>
            <a:r>
              <a:rPr lang="en-US" dirty="0" err="1"/>
              <a:t>PaymentProcessor</a:t>
            </a:r>
            <a:r>
              <a:rPr lang="en-US" dirty="0"/>
              <a:t> </a:t>
            </a:r>
            <a:r>
              <a:rPr lang="en-US" dirty="0" err="1"/>
              <a:t>wrappedProcessor</a:t>
            </a:r>
            <a:r>
              <a:rPr lang="en-US" dirty="0"/>
              <a:t>;</a:t>
            </a:r>
          </a:p>
          <a:p>
            <a:r>
              <a:rPr lang="en-US" dirty="0"/>
              <a:t>	public </a:t>
            </a:r>
            <a:r>
              <a:rPr lang="en-US" dirty="0" err="1"/>
              <a:t>PaymentProcessorDecorator</a:t>
            </a:r>
            <a:r>
              <a:rPr lang="en-US" dirty="0"/>
              <a:t>(</a:t>
            </a:r>
            <a:r>
              <a:rPr lang="en-US" dirty="0" err="1"/>
              <a:t>PaymentProcessor</a:t>
            </a:r>
            <a:r>
              <a:rPr lang="en-US" dirty="0"/>
              <a:t> processor) {</a:t>
            </a:r>
          </a:p>
          <a:p>
            <a:r>
              <a:rPr lang="en-US" dirty="0"/>
              <a:t>		</a:t>
            </a:r>
            <a:r>
              <a:rPr lang="en-US" dirty="0" err="1"/>
              <a:t>this.wrappedProcessor</a:t>
            </a:r>
            <a:r>
              <a:rPr lang="en-US" dirty="0"/>
              <a:t> = processor;</a:t>
            </a:r>
          </a:p>
          <a:p>
            <a:r>
              <a:rPr lang="en-US" dirty="0"/>
              <a:t>	}</a:t>
            </a:r>
          </a:p>
          <a:p>
            <a:r>
              <a:rPr lang="en-US" dirty="0"/>
              <a:t>	@Override </a:t>
            </a:r>
          </a:p>
          <a:p>
            <a:r>
              <a:rPr lang="en-US" dirty="0"/>
              <a:t>	public void pay(double amount) { 			</a:t>
            </a:r>
            <a:r>
              <a:rPr lang="en-US" dirty="0" err="1"/>
              <a:t>wrappedProcessor.pay</a:t>
            </a:r>
            <a:r>
              <a:rPr lang="en-US" dirty="0"/>
              <a:t>(amount); </a:t>
            </a:r>
          </a:p>
          <a:p>
            <a:r>
              <a:rPr lang="en-US" dirty="0"/>
              <a:t>	} </a:t>
            </a:r>
          </a:p>
          <a:p>
            <a:r>
              <a:rPr lang="en-US" dirty="0"/>
              <a:t>}</a:t>
            </a:r>
          </a:p>
          <a:p>
            <a:endParaRPr lang="en-US" dirty="0"/>
          </a:p>
          <a:p>
            <a:r>
              <a:rPr lang="en-US" dirty="0"/>
              <a:t>class </a:t>
            </a:r>
            <a:r>
              <a:rPr lang="en-US" dirty="0" err="1"/>
              <a:t>FraudDetectionDecorator</a:t>
            </a:r>
            <a:r>
              <a:rPr lang="en-US" dirty="0"/>
              <a:t> extends </a:t>
            </a:r>
            <a:r>
              <a:rPr lang="en-US" dirty="0" err="1"/>
              <a:t>PaymentProcessorDecorator</a:t>
            </a:r>
            <a:r>
              <a:rPr lang="en-US" dirty="0"/>
              <a:t> {</a:t>
            </a:r>
          </a:p>
          <a:p>
            <a:r>
              <a:rPr lang="en-US" dirty="0"/>
              <a:t>	@Override</a:t>
            </a:r>
          </a:p>
          <a:p>
            <a:r>
              <a:rPr lang="en-US" dirty="0"/>
              <a:t>	public void pay(double amount) {</a:t>
            </a:r>
          </a:p>
          <a:p>
            <a:r>
              <a:rPr lang="en-US" dirty="0"/>
              <a:t>		</a:t>
            </a:r>
            <a:r>
              <a:rPr lang="en-US" dirty="0" err="1"/>
              <a:t>detectFraud</a:t>
            </a:r>
            <a:r>
              <a:rPr lang="en-US" dirty="0"/>
              <a:t>();</a:t>
            </a:r>
          </a:p>
          <a:p>
            <a:r>
              <a:rPr lang="en-US" dirty="0"/>
              <a:t>		</a:t>
            </a:r>
            <a:r>
              <a:rPr lang="en-US" dirty="0" err="1"/>
              <a:t>wrappedProcessor.pay</a:t>
            </a:r>
            <a:r>
              <a:rPr lang="en-US" dirty="0"/>
              <a:t>(amount);</a:t>
            </a:r>
          </a:p>
          <a:p>
            <a:r>
              <a:rPr lang="en-US" dirty="0"/>
              <a:t>	}</a:t>
            </a:r>
            <a:br>
              <a:rPr lang="en-US" dirty="0"/>
            </a:br>
            <a:r>
              <a:rPr lang="en-US" dirty="0"/>
              <a:t>     private void </a:t>
            </a:r>
            <a:r>
              <a:rPr lang="en-US" dirty="0" err="1"/>
              <a:t>detectFraud</a:t>
            </a:r>
            <a:r>
              <a:rPr lang="en-US" dirty="0"/>
              <a:t>() { //… }</a:t>
            </a:r>
          </a:p>
          <a:p>
            <a:r>
              <a:rPr lang="en-US" dirty="0"/>
              <a:t>}</a:t>
            </a:r>
          </a:p>
          <a:p>
            <a:endParaRPr lang="en-US" dirty="0"/>
          </a:p>
          <a:p>
            <a:endParaRPr lang="en-US" dirty="0"/>
          </a:p>
        </p:txBody>
      </p:sp>
      <p:sp>
        <p:nvSpPr>
          <p:cNvPr id="5" name="Title 4">
            <a:extLst>
              <a:ext uri="{FF2B5EF4-FFF2-40B4-BE49-F238E27FC236}">
                <a16:creationId xmlns:a16="http://schemas.microsoft.com/office/drawing/2014/main" id="{DC8E2C77-90A8-373D-90E0-505E29A344CC}"/>
              </a:ext>
            </a:extLst>
          </p:cNvPr>
          <p:cNvSpPr>
            <a:spLocks noGrp="1"/>
          </p:cNvSpPr>
          <p:nvPr>
            <p:ph type="title"/>
          </p:nvPr>
        </p:nvSpPr>
        <p:spPr/>
        <p:txBody>
          <a:bodyPr/>
          <a:lstStyle/>
          <a:p>
            <a:r>
              <a:rPr lang="en-US" dirty="0"/>
              <a:t>Fraud detection decorator for payment processor</a:t>
            </a:r>
          </a:p>
        </p:txBody>
      </p:sp>
      <p:sp>
        <p:nvSpPr>
          <p:cNvPr id="2" name="Content Placeholder 1">
            <a:extLst>
              <a:ext uri="{FF2B5EF4-FFF2-40B4-BE49-F238E27FC236}">
                <a16:creationId xmlns:a16="http://schemas.microsoft.com/office/drawing/2014/main" id="{E3701656-9928-14CB-6AF7-E09DD27E8D23}"/>
              </a:ext>
            </a:extLst>
          </p:cNvPr>
          <p:cNvSpPr>
            <a:spLocks noGrp="1"/>
          </p:cNvSpPr>
          <p:nvPr>
            <p:ph idx="13"/>
          </p:nvPr>
        </p:nvSpPr>
        <p:spPr/>
        <p:txBody>
          <a:bodyPr/>
          <a:lstStyle/>
          <a:p>
            <a:r>
              <a:rPr lang="en-US" dirty="0"/>
              <a:t>Extend the abstract decorator as the </a:t>
            </a:r>
            <a:r>
              <a:rPr lang="en-US" dirty="0" err="1">
                <a:latin typeface="Consolas" panose="020B0609020204030204" pitchFamily="49" charset="0"/>
              </a:rPr>
              <a:t>FraudDetectionDecorator</a:t>
            </a:r>
            <a:endParaRPr lang="en-US" dirty="0">
              <a:latin typeface="Consolas" panose="020B0609020204030204" pitchFamily="49" charset="0"/>
            </a:endParaRPr>
          </a:p>
          <a:p>
            <a:endParaRPr lang="en-US" dirty="0"/>
          </a:p>
        </p:txBody>
      </p:sp>
      <p:sp>
        <p:nvSpPr>
          <p:cNvPr id="3" name="Rectangle 2">
            <a:extLst>
              <a:ext uri="{FF2B5EF4-FFF2-40B4-BE49-F238E27FC236}">
                <a16:creationId xmlns:a16="http://schemas.microsoft.com/office/drawing/2014/main" id="{6E99A3A9-AC42-C300-F5B9-C3D6DBC70A90}"/>
              </a:ext>
            </a:extLst>
          </p:cNvPr>
          <p:cNvSpPr/>
          <p:nvPr/>
        </p:nvSpPr>
        <p:spPr>
          <a:xfrm>
            <a:off x="6176512" y="3429000"/>
            <a:ext cx="5633412" cy="2291861"/>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Tree>
    <p:extLst>
      <p:ext uri="{BB962C8B-B14F-4D97-AF65-F5344CB8AC3E}">
        <p14:creationId xmlns:p14="http://schemas.microsoft.com/office/powerpoint/2010/main" val="37092160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506EEF-054C-212E-EC1D-2D7E7A3BB832}"/>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8E583C75-DC23-153F-058A-DA264EDA761D}"/>
              </a:ext>
            </a:extLst>
          </p:cNvPr>
          <p:cNvSpPr>
            <a:spLocks noGrp="1"/>
          </p:cNvSpPr>
          <p:nvPr>
            <p:ph idx="1"/>
          </p:nvPr>
        </p:nvSpPr>
        <p:spPr>
          <a:xfrm>
            <a:off x="6176512" y="785004"/>
            <a:ext cx="6015488" cy="5046453"/>
          </a:xfrm>
        </p:spPr>
        <p:txBody>
          <a:bodyPr>
            <a:normAutofit/>
          </a:bodyPr>
          <a:lstStyle/>
          <a:p>
            <a:r>
              <a:rPr lang="en-US" dirty="0"/>
              <a:t>abstract class </a:t>
            </a:r>
            <a:r>
              <a:rPr lang="en-US" dirty="0" err="1"/>
              <a:t>PaymentProcessorDecorator</a:t>
            </a:r>
            <a:r>
              <a:rPr lang="en-US" dirty="0"/>
              <a:t> implements </a:t>
            </a:r>
            <a:r>
              <a:rPr lang="en-US" dirty="0" err="1"/>
              <a:t>PaymentProcessor</a:t>
            </a:r>
            <a:r>
              <a:rPr lang="en-US" dirty="0"/>
              <a:t> {</a:t>
            </a:r>
            <a:br>
              <a:rPr lang="en-US" dirty="0"/>
            </a:br>
            <a:r>
              <a:rPr lang="en-US" dirty="0"/>
              <a:t>	// ... snip</a:t>
            </a:r>
          </a:p>
          <a:p>
            <a:r>
              <a:rPr lang="en-US" dirty="0"/>
              <a:t>}</a:t>
            </a:r>
          </a:p>
          <a:p>
            <a:endParaRPr lang="en-US" dirty="0"/>
          </a:p>
          <a:p>
            <a:r>
              <a:rPr lang="en-US" dirty="0"/>
              <a:t>class </a:t>
            </a:r>
            <a:r>
              <a:rPr lang="en-US" dirty="0" err="1"/>
              <a:t>FraudDetectionDecorator</a:t>
            </a:r>
            <a:r>
              <a:rPr lang="en-US" dirty="0"/>
              <a:t> extends </a:t>
            </a:r>
            <a:r>
              <a:rPr lang="en-US" dirty="0" err="1"/>
              <a:t>PaymentProcessorDecorator</a:t>
            </a:r>
            <a:r>
              <a:rPr lang="en-US" dirty="0"/>
              <a:t> {</a:t>
            </a:r>
          </a:p>
          <a:p>
            <a:r>
              <a:rPr lang="en-US" dirty="0"/>
              <a:t>	// ... snip</a:t>
            </a:r>
            <a:br>
              <a:rPr lang="en-US" dirty="0"/>
            </a:br>
            <a:r>
              <a:rPr lang="en-US" dirty="0"/>
              <a:t>}</a:t>
            </a:r>
          </a:p>
          <a:p>
            <a:endParaRPr lang="en-US" dirty="0"/>
          </a:p>
          <a:p>
            <a:r>
              <a:rPr lang="en-US" dirty="0"/>
              <a:t>public static void main(String[] </a:t>
            </a:r>
            <a:r>
              <a:rPr lang="en-US" dirty="0" err="1"/>
              <a:t>args</a:t>
            </a:r>
            <a:r>
              <a:rPr lang="en-US" dirty="0"/>
              <a:t>) {</a:t>
            </a:r>
          </a:p>
          <a:p>
            <a:r>
              <a:rPr lang="en-US" dirty="0"/>
              <a:t>	</a:t>
            </a:r>
            <a:r>
              <a:rPr lang="en-US" dirty="0" err="1"/>
              <a:t>PaypalProcessor</a:t>
            </a:r>
            <a:r>
              <a:rPr lang="en-US" dirty="0"/>
              <a:t> </a:t>
            </a:r>
            <a:r>
              <a:rPr lang="en-US" dirty="0" err="1"/>
              <a:t>paypalProc</a:t>
            </a:r>
            <a:r>
              <a:rPr lang="en-US" dirty="0"/>
              <a:t> = new </a:t>
            </a:r>
            <a:r>
              <a:rPr lang="en-US" dirty="0" err="1"/>
              <a:t>PaypalProcessor</a:t>
            </a:r>
            <a:r>
              <a:rPr lang="en-US" dirty="0"/>
              <a:t>();</a:t>
            </a:r>
          </a:p>
          <a:p>
            <a:r>
              <a:rPr lang="en-US" dirty="0"/>
              <a:t>	</a:t>
            </a:r>
            <a:r>
              <a:rPr lang="en-US" dirty="0" err="1"/>
              <a:t>FraudDetectionDecorator</a:t>
            </a:r>
            <a:r>
              <a:rPr lang="en-US" dirty="0"/>
              <a:t> </a:t>
            </a:r>
            <a:r>
              <a:rPr lang="en-US" dirty="0" err="1"/>
              <a:t>fraudProc</a:t>
            </a:r>
            <a:r>
              <a:rPr lang="en-US" dirty="0"/>
              <a:t> = new </a:t>
            </a:r>
          </a:p>
          <a:p>
            <a:r>
              <a:rPr lang="en-US" dirty="0"/>
              <a:t>			</a:t>
            </a:r>
            <a:r>
              <a:rPr lang="en-US" dirty="0" err="1"/>
              <a:t>FraudDetectionDecorator</a:t>
            </a:r>
            <a:r>
              <a:rPr lang="en-US" dirty="0"/>
              <a:t>(</a:t>
            </a:r>
            <a:r>
              <a:rPr lang="en-US" dirty="0" err="1"/>
              <a:t>paypalProc</a:t>
            </a:r>
            <a:r>
              <a:rPr lang="en-US" dirty="0"/>
              <a:t>);</a:t>
            </a:r>
          </a:p>
          <a:p>
            <a:r>
              <a:rPr lang="en-US" dirty="0"/>
              <a:t>	</a:t>
            </a:r>
            <a:r>
              <a:rPr lang="en-US" dirty="0" err="1"/>
              <a:t>complete_transaction</a:t>
            </a:r>
            <a:r>
              <a:rPr lang="en-US" dirty="0"/>
              <a:t>(</a:t>
            </a:r>
            <a:r>
              <a:rPr lang="en-US" dirty="0" err="1"/>
              <a:t>fraudProc</a:t>
            </a:r>
            <a:r>
              <a:rPr lang="en-US" dirty="0"/>
              <a:t>);</a:t>
            </a:r>
          </a:p>
          <a:p>
            <a:r>
              <a:rPr lang="en-US" dirty="0"/>
              <a:t>}</a:t>
            </a:r>
            <a:br>
              <a:rPr lang="en-US" dirty="0"/>
            </a:br>
            <a:br>
              <a:rPr lang="en-US" dirty="0"/>
            </a:br>
            <a:r>
              <a:rPr lang="en-US" dirty="0"/>
              <a:t>static void </a:t>
            </a:r>
            <a:r>
              <a:rPr lang="en-US" dirty="0" err="1"/>
              <a:t>complete_transaction</a:t>
            </a:r>
            <a:r>
              <a:rPr lang="en-US" dirty="0"/>
              <a:t>(</a:t>
            </a:r>
            <a:r>
              <a:rPr lang="en-US" dirty="0" err="1"/>
              <a:t>PaymentProcessor</a:t>
            </a:r>
            <a:r>
              <a:rPr lang="en-US" dirty="0"/>
              <a:t> p) { /// 100 uses of p }</a:t>
            </a:r>
          </a:p>
          <a:p>
            <a:endParaRPr lang="en-US" dirty="0"/>
          </a:p>
          <a:p>
            <a:endParaRPr lang="en-US" dirty="0"/>
          </a:p>
        </p:txBody>
      </p:sp>
      <p:sp>
        <p:nvSpPr>
          <p:cNvPr id="5" name="Title 4">
            <a:extLst>
              <a:ext uri="{FF2B5EF4-FFF2-40B4-BE49-F238E27FC236}">
                <a16:creationId xmlns:a16="http://schemas.microsoft.com/office/drawing/2014/main" id="{545C3251-5A22-ED3F-A731-B4108DF4352F}"/>
              </a:ext>
            </a:extLst>
          </p:cNvPr>
          <p:cNvSpPr>
            <a:spLocks noGrp="1"/>
          </p:cNvSpPr>
          <p:nvPr>
            <p:ph type="title"/>
          </p:nvPr>
        </p:nvSpPr>
        <p:spPr/>
        <p:txBody>
          <a:bodyPr/>
          <a:lstStyle/>
          <a:p>
            <a:r>
              <a:rPr lang="en-US" dirty="0"/>
              <a:t>Fraud detection decorator for payment processor</a:t>
            </a:r>
          </a:p>
        </p:txBody>
      </p:sp>
      <p:sp>
        <p:nvSpPr>
          <p:cNvPr id="2" name="Content Placeholder 1">
            <a:extLst>
              <a:ext uri="{FF2B5EF4-FFF2-40B4-BE49-F238E27FC236}">
                <a16:creationId xmlns:a16="http://schemas.microsoft.com/office/drawing/2014/main" id="{3415D240-D7C5-EDEE-69D0-1DB55388F2E2}"/>
              </a:ext>
            </a:extLst>
          </p:cNvPr>
          <p:cNvSpPr>
            <a:spLocks noGrp="1"/>
          </p:cNvSpPr>
          <p:nvPr>
            <p:ph idx="13"/>
          </p:nvPr>
        </p:nvSpPr>
        <p:spPr/>
        <p:txBody>
          <a:bodyPr/>
          <a:lstStyle/>
          <a:p>
            <a:r>
              <a:rPr lang="en-US" dirty="0">
                <a:latin typeface="Helvetica" panose="020B0604020202020204" pitchFamily="34" charset="0"/>
                <a:cs typeface="Helvetica" panose="020B0604020202020204" pitchFamily="34" charset="0"/>
              </a:rPr>
              <a:t>Wrap </a:t>
            </a:r>
            <a:r>
              <a:rPr lang="en-US" dirty="0" err="1">
                <a:latin typeface="Consolas" panose="020B0609020204030204" pitchFamily="49" charset="0"/>
                <a:cs typeface="Helvetica" panose="020B0604020202020204" pitchFamily="34" charset="0"/>
              </a:rPr>
              <a:t>PaymentProcessor</a:t>
            </a:r>
            <a:r>
              <a:rPr lang="en-US" dirty="0">
                <a:latin typeface="Helvetica" panose="020B0604020202020204" pitchFamily="34" charset="0"/>
                <a:cs typeface="Helvetica" panose="020B0604020202020204" pitchFamily="34" charset="0"/>
              </a:rPr>
              <a:t> objects in </a:t>
            </a:r>
            <a:r>
              <a:rPr lang="en-US" dirty="0" err="1">
                <a:latin typeface="Consolas" panose="020B0609020204030204" pitchFamily="49" charset="0"/>
                <a:cs typeface="Helvetica" panose="020B0604020202020204" pitchFamily="34" charset="0"/>
              </a:rPr>
              <a:t>FraudDetectionDecorator</a:t>
            </a:r>
            <a:r>
              <a:rPr lang="en-US" dirty="0">
                <a:latin typeface="Helvetica" panose="020B0604020202020204" pitchFamily="34" charset="0"/>
                <a:cs typeface="Helvetica" panose="020B0604020202020204" pitchFamily="34" charset="0"/>
              </a:rPr>
              <a:t> objects</a:t>
            </a:r>
          </a:p>
          <a:p>
            <a:r>
              <a:rPr lang="en-US" dirty="0">
                <a:latin typeface="Helvetica" panose="020B0604020202020204" pitchFamily="34" charset="0"/>
                <a:cs typeface="Helvetica" panose="020B0604020202020204" pitchFamily="34" charset="0"/>
              </a:rPr>
              <a:t>Use the </a:t>
            </a:r>
            <a:r>
              <a:rPr lang="en-US" dirty="0" err="1">
                <a:latin typeface="Consolas" panose="020B0609020204030204" pitchFamily="49" charset="0"/>
                <a:cs typeface="Helvetica" panose="020B0604020202020204" pitchFamily="34" charset="0"/>
              </a:rPr>
              <a:t>FraudDetectionDecorator</a:t>
            </a:r>
            <a:r>
              <a:rPr lang="en-US" dirty="0">
                <a:latin typeface="Helvetica" panose="020B0604020202020204" pitchFamily="34" charset="0"/>
                <a:cs typeface="Helvetica" panose="020B0604020202020204" pitchFamily="34" charset="0"/>
              </a:rPr>
              <a:t> objects in any place where a </a:t>
            </a:r>
            <a:r>
              <a:rPr lang="en-US" dirty="0" err="1">
                <a:latin typeface="Consolas" panose="020B0609020204030204" pitchFamily="49" charset="0"/>
                <a:cs typeface="Helvetica" panose="020B0604020202020204" pitchFamily="34" charset="0"/>
              </a:rPr>
              <a:t>PaymentProcessor</a:t>
            </a:r>
            <a:r>
              <a:rPr lang="en-US" dirty="0">
                <a:latin typeface="Helvetica" panose="020B0604020202020204" pitchFamily="34" charset="0"/>
                <a:cs typeface="Helvetica" panose="020B0604020202020204" pitchFamily="34" charset="0"/>
              </a:rPr>
              <a:t> is needed</a:t>
            </a:r>
          </a:p>
          <a:p>
            <a:pPr marL="0" indent="0">
              <a:buNone/>
            </a:pPr>
            <a:endParaRPr lang="en-US" dirty="0">
              <a:latin typeface="Helvetica" panose="020B0604020202020204" pitchFamily="34" charset="0"/>
              <a:cs typeface="Helvetica" panose="020B0604020202020204" pitchFamily="34" charset="0"/>
            </a:endParaRPr>
          </a:p>
          <a:p>
            <a:pPr marL="0" indent="0">
              <a:buNone/>
            </a:pPr>
            <a:endParaRPr lang="en-US" dirty="0"/>
          </a:p>
        </p:txBody>
      </p:sp>
      <p:sp>
        <p:nvSpPr>
          <p:cNvPr id="4" name="Rectangle 3">
            <a:extLst>
              <a:ext uri="{FF2B5EF4-FFF2-40B4-BE49-F238E27FC236}">
                <a16:creationId xmlns:a16="http://schemas.microsoft.com/office/drawing/2014/main" id="{B3D1E1D3-8837-82A5-E449-A22A2F89431C}"/>
              </a:ext>
            </a:extLst>
          </p:cNvPr>
          <p:cNvSpPr/>
          <p:nvPr/>
        </p:nvSpPr>
        <p:spPr>
          <a:xfrm>
            <a:off x="6176514" y="3155220"/>
            <a:ext cx="6015486" cy="2533061"/>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Tree>
    <p:extLst>
      <p:ext uri="{BB962C8B-B14F-4D97-AF65-F5344CB8AC3E}">
        <p14:creationId xmlns:p14="http://schemas.microsoft.com/office/powerpoint/2010/main" val="33083329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F11D563-7BCA-DB0D-97A0-38520BB77823}"/>
              </a:ext>
            </a:extLst>
          </p:cNvPr>
          <p:cNvSpPr>
            <a:spLocks noGrp="1"/>
          </p:cNvSpPr>
          <p:nvPr>
            <p:ph type="title"/>
          </p:nvPr>
        </p:nvSpPr>
        <p:spPr/>
        <p:txBody>
          <a:bodyPr/>
          <a:lstStyle/>
          <a:p>
            <a:r>
              <a:rPr lang="en-US" dirty="0"/>
              <a:t>Decorators visually</a:t>
            </a:r>
          </a:p>
        </p:txBody>
      </p:sp>
      <p:grpSp>
        <p:nvGrpSpPr>
          <p:cNvPr id="21" name="Group 20">
            <a:extLst>
              <a:ext uri="{FF2B5EF4-FFF2-40B4-BE49-F238E27FC236}">
                <a16:creationId xmlns:a16="http://schemas.microsoft.com/office/drawing/2014/main" id="{CC15C328-70F0-6E48-927E-1970BF4B9D8D}"/>
              </a:ext>
            </a:extLst>
          </p:cNvPr>
          <p:cNvGrpSpPr/>
          <p:nvPr/>
        </p:nvGrpSpPr>
        <p:grpSpPr>
          <a:xfrm>
            <a:off x="906403" y="1254368"/>
            <a:ext cx="4892814" cy="3697333"/>
            <a:chOff x="6087997" y="1477107"/>
            <a:chExt cx="4892814" cy="3697333"/>
          </a:xfrm>
        </p:grpSpPr>
        <p:grpSp>
          <p:nvGrpSpPr>
            <p:cNvPr id="22" name="Group 21">
              <a:extLst>
                <a:ext uri="{FF2B5EF4-FFF2-40B4-BE49-F238E27FC236}">
                  <a16:creationId xmlns:a16="http://schemas.microsoft.com/office/drawing/2014/main" id="{960A364A-C4BF-1F03-EDA7-0EA2EAC18E87}"/>
                </a:ext>
              </a:extLst>
            </p:cNvPr>
            <p:cNvGrpSpPr/>
            <p:nvPr/>
          </p:nvGrpSpPr>
          <p:grpSpPr>
            <a:xfrm>
              <a:off x="6087997" y="1477107"/>
              <a:ext cx="4892814" cy="3348422"/>
              <a:chOff x="6087997" y="1477107"/>
              <a:chExt cx="4892814" cy="3348422"/>
            </a:xfrm>
          </p:grpSpPr>
          <p:sp>
            <p:nvSpPr>
              <p:cNvPr id="25" name="Rectangle 24">
                <a:extLst>
                  <a:ext uri="{FF2B5EF4-FFF2-40B4-BE49-F238E27FC236}">
                    <a16:creationId xmlns:a16="http://schemas.microsoft.com/office/drawing/2014/main" id="{9A242A35-C7A1-E9D5-C4E2-A22A9D3BF718}"/>
                  </a:ext>
                </a:extLst>
              </p:cNvPr>
              <p:cNvSpPr/>
              <p:nvPr/>
            </p:nvSpPr>
            <p:spPr>
              <a:xfrm>
                <a:off x="6553200" y="1477107"/>
                <a:ext cx="3962400" cy="334107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atin typeface="Consolas" panose="020B0609020204030204" pitchFamily="49" charset="0"/>
                  </a:rPr>
                  <a:t>hget</a:t>
                </a:r>
                <a:endParaRPr lang="en-US" dirty="0"/>
              </a:p>
            </p:txBody>
          </p:sp>
          <p:sp>
            <p:nvSpPr>
              <p:cNvPr id="26" name="Rectangle 25">
                <a:extLst>
                  <a:ext uri="{FF2B5EF4-FFF2-40B4-BE49-F238E27FC236}">
                    <a16:creationId xmlns:a16="http://schemas.microsoft.com/office/drawing/2014/main" id="{1A1928EB-5F41-34F4-EC63-D32F088F9BAA}"/>
                  </a:ext>
                </a:extLst>
              </p:cNvPr>
              <p:cNvSpPr/>
              <p:nvPr/>
            </p:nvSpPr>
            <p:spPr>
              <a:xfrm>
                <a:off x="6087997" y="1507802"/>
                <a:ext cx="4892814" cy="523220"/>
              </a:xfrm>
              <a:prstGeom prst="rect">
                <a:avLst/>
              </a:prstGeom>
              <a:noFill/>
            </p:spPr>
            <p:txBody>
              <a:bodyPr wrap="none" lIns="91440" tIns="45720" rIns="91440" bIns="45720">
                <a:spAutoFit/>
              </a:bodyPr>
              <a:lstStyle/>
              <a:p>
                <a:pPr algn="ctr"/>
                <a:r>
                  <a:rPr lang="en-US" sz="2800" dirty="0" err="1">
                    <a:ln w="0"/>
                    <a:effectLst>
                      <a:outerShdw blurRad="38100" dist="19050" dir="2700000" algn="tl" rotWithShape="0">
                        <a:schemeClr val="dk1">
                          <a:alpha val="40000"/>
                        </a:schemeClr>
                      </a:outerShdw>
                    </a:effectLst>
                  </a:rPr>
                  <a:t>FraudDetectionDecorator</a:t>
                </a:r>
                <a:r>
                  <a:rPr lang="en-US" sz="2800" b="0" cap="none" spc="0" dirty="0">
                    <a:ln w="0"/>
                    <a:solidFill>
                      <a:schemeClr val="tx1"/>
                    </a:solidFill>
                    <a:effectLst>
                      <a:outerShdw blurRad="38100" dist="19050" dir="2700000" algn="tl" rotWithShape="0">
                        <a:schemeClr val="dk1">
                          <a:alpha val="40000"/>
                        </a:schemeClr>
                      </a:outerShdw>
                    </a:effectLst>
                  </a:rPr>
                  <a:t> object</a:t>
                </a:r>
              </a:p>
            </p:txBody>
          </p:sp>
          <p:sp>
            <p:nvSpPr>
              <p:cNvPr id="27" name="Rectangle 26">
                <a:extLst>
                  <a:ext uri="{FF2B5EF4-FFF2-40B4-BE49-F238E27FC236}">
                    <a16:creationId xmlns:a16="http://schemas.microsoft.com/office/drawing/2014/main" id="{58BC54CA-C163-8354-2CBF-33DF2BFD3FD7}"/>
                  </a:ext>
                </a:extLst>
              </p:cNvPr>
              <p:cNvSpPr/>
              <p:nvPr/>
            </p:nvSpPr>
            <p:spPr>
              <a:xfrm>
                <a:off x="7772399" y="4624754"/>
                <a:ext cx="457200" cy="19343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E7871EB5-98FC-F329-F16A-96A7A0110F27}"/>
                  </a:ext>
                </a:extLst>
              </p:cNvPr>
              <p:cNvSpPr txBox="1"/>
              <p:nvPr/>
            </p:nvSpPr>
            <p:spPr>
              <a:xfrm>
                <a:off x="7079200" y="4456197"/>
                <a:ext cx="705642" cy="369332"/>
              </a:xfrm>
              <a:prstGeom prst="rect">
                <a:avLst/>
              </a:prstGeom>
              <a:noFill/>
            </p:spPr>
            <p:txBody>
              <a:bodyPr wrap="none" rtlCol="0">
                <a:spAutoFit/>
              </a:bodyPr>
              <a:lstStyle/>
              <a:p>
                <a:r>
                  <a:rPr lang="en-US" dirty="0">
                    <a:latin typeface="Consolas" panose="020B0609020204030204" pitchFamily="49" charset="0"/>
                  </a:rPr>
                  <a:t>pay</a:t>
                </a:r>
                <a:r>
                  <a:rPr lang="en-US" dirty="0"/>
                  <a:t>()</a:t>
                </a:r>
              </a:p>
            </p:txBody>
          </p:sp>
          <p:sp>
            <p:nvSpPr>
              <p:cNvPr id="31" name="TextBox 30">
                <a:extLst>
                  <a:ext uri="{FF2B5EF4-FFF2-40B4-BE49-F238E27FC236}">
                    <a16:creationId xmlns:a16="http://schemas.microsoft.com/office/drawing/2014/main" id="{8AAED6FF-9F4E-FFF3-E571-FBB808E565D1}"/>
                  </a:ext>
                </a:extLst>
              </p:cNvPr>
              <p:cNvSpPr txBox="1"/>
              <p:nvPr/>
            </p:nvSpPr>
            <p:spPr>
              <a:xfrm>
                <a:off x="7141629" y="3884085"/>
                <a:ext cx="1718740" cy="369332"/>
              </a:xfrm>
              <a:prstGeom prst="rect">
                <a:avLst/>
              </a:prstGeom>
              <a:solidFill>
                <a:schemeClr val="tx1">
                  <a:lumMod val="10000"/>
                  <a:lumOff val="90000"/>
                </a:schemeClr>
              </a:solidFill>
            </p:spPr>
            <p:txBody>
              <a:bodyPr wrap="none" rtlCol="0">
                <a:spAutoFit/>
              </a:bodyPr>
              <a:lstStyle/>
              <a:p>
                <a:r>
                  <a:rPr lang="en-US" dirty="0" err="1">
                    <a:latin typeface="Consolas" panose="020B0609020204030204" pitchFamily="49" charset="0"/>
                  </a:rPr>
                  <a:t>detectFraud</a:t>
                </a:r>
                <a:r>
                  <a:rPr lang="en-US" dirty="0"/>
                  <a:t>()</a:t>
                </a:r>
              </a:p>
            </p:txBody>
          </p:sp>
          <p:cxnSp>
            <p:nvCxnSpPr>
              <p:cNvPr id="33" name="Straight Arrow Connector 32">
                <a:extLst>
                  <a:ext uri="{FF2B5EF4-FFF2-40B4-BE49-F238E27FC236}">
                    <a16:creationId xmlns:a16="http://schemas.microsoft.com/office/drawing/2014/main" id="{E3C2D4FD-0D81-FCB1-6FCB-27BC8C9B657D}"/>
                  </a:ext>
                </a:extLst>
              </p:cNvPr>
              <p:cNvCxnSpPr>
                <a:cxnSpLocks/>
                <a:stCxn id="27" idx="0"/>
                <a:endCxn id="31" idx="2"/>
              </p:cNvCxnSpPr>
              <p:nvPr/>
            </p:nvCxnSpPr>
            <p:spPr>
              <a:xfrm flipV="1">
                <a:off x="8000999" y="4253417"/>
                <a:ext cx="0" cy="371337"/>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cxnSp>
            <p:nvCxnSpPr>
              <p:cNvPr id="35" name="Straight Arrow Connector 34">
                <a:extLst>
                  <a:ext uri="{FF2B5EF4-FFF2-40B4-BE49-F238E27FC236}">
                    <a16:creationId xmlns:a16="http://schemas.microsoft.com/office/drawing/2014/main" id="{50EB31A0-5610-8BB6-08A8-0C8E384B0460}"/>
                  </a:ext>
                </a:extLst>
              </p:cNvPr>
              <p:cNvCxnSpPr>
                <a:cxnSpLocks/>
                <a:stCxn id="31" idx="0"/>
                <a:endCxn id="39" idx="2"/>
              </p:cNvCxnSpPr>
              <p:nvPr/>
            </p:nvCxnSpPr>
            <p:spPr>
              <a:xfrm flipV="1">
                <a:off x="8000999" y="3613637"/>
                <a:ext cx="0" cy="270448"/>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grpSp>
        <p:cxnSp>
          <p:nvCxnSpPr>
            <p:cNvPr id="23" name="Straight Arrow Connector 22">
              <a:extLst>
                <a:ext uri="{FF2B5EF4-FFF2-40B4-BE49-F238E27FC236}">
                  <a16:creationId xmlns:a16="http://schemas.microsoft.com/office/drawing/2014/main" id="{12855E80-332C-9BDA-D4ED-DB911BBE4707}"/>
                </a:ext>
              </a:extLst>
            </p:cNvPr>
            <p:cNvCxnSpPr/>
            <p:nvPr/>
          </p:nvCxnSpPr>
          <p:spPr>
            <a:xfrm flipH="1" flipV="1">
              <a:off x="7993346" y="4818184"/>
              <a:ext cx="1" cy="356256"/>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grpSp>
      <p:grpSp>
        <p:nvGrpSpPr>
          <p:cNvPr id="37" name="Group 36">
            <a:extLst>
              <a:ext uri="{FF2B5EF4-FFF2-40B4-BE49-F238E27FC236}">
                <a16:creationId xmlns:a16="http://schemas.microsoft.com/office/drawing/2014/main" id="{EF73B435-B367-F89B-1EFB-AAF6B7447F61}"/>
              </a:ext>
            </a:extLst>
          </p:cNvPr>
          <p:cNvGrpSpPr/>
          <p:nvPr/>
        </p:nvGrpSpPr>
        <p:grpSpPr>
          <a:xfrm>
            <a:off x="2151190" y="1817076"/>
            <a:ext cx="2403231" cy="1582615"/>
            <a:chOff x="7332784" y="2039815"/>
            <a:chExt cx="2403231" cy="1582615"/>
          </a:xfrm>
        </p:grpSpPr>
        <p:sp>
          <p:nvSpPr>
            <p:cNvPr id="38" name="Rectangle 37">
              <a:extLst>
                <a:ext uri="{FF2B5EF4-FFF2-40B4-BE49-F238E27FC236}">
                  <a16:creationId xmlns:a16="http://schemas.microsoft.com/office/drawing/2014/main" id="{0C395E84-A032-6EDC-D8F3-A89C78A183F4}"/>
                </a:ext>
              </a:extLst>
            </p:cNvPr>
            <p:cNvSpPr/>
            <p:nvPr/>
          </p:nvSpPr>
          <p:spPr>
            <a:xfrm>
              <a:off x="7332784" y="2039815"/>
              <a:ext cx="2403231" cy="1582615"/>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2400" dirty="0" err="1">
                  <a:ln w="0"/>
                  <a:solidFill>
                    <a:schemeClr val="tx1"/>
                  </a:solidFill>
                  <a:effectLst>
                    <a:outerShdw blurRad="38100" dist="19050" dir="2700000" algn="tl" rotWithShape="0">
                      <a:schemeClr val="dk1">
                        <a:alpha val="40000"/>
                      </a:schemeClr>
                    </a:outerShdw>
                  </a:effectLst>
                </a:rPr>
                <a:t>PaypalProcessor</a:t>
              </a:r>
              <a:r>
                <a:rPr lang="en-US" sz="2400" dirty="0">
                  <a:ln w="0"/>
                  <a:solidFill>
                    <a:schemeClr val="tx1"/>
                  </a:solidFill>
                  <a:effectLst>
                    <a:outerShdw blurRad="38100" dist="19050" dir="2700000" algn="tl" rotWithShape="0">
                      <a:schemeClr val="dk1">
                        <a:alpha val="40000"/>
                      </a:schemeClr>
                    </a:outerShdw>
                  </a:effectLst>
                </a:rPr>
                <a:t> object</a:t>
              </a:r>
              <a:endParaRPr lang="en-US" sz="2400" dirty="0"/>
            </a:p>
          </p:txBody>
        </p:sp>
        <p:sp>
          <p:nvSpPr>
            <p:cNvPr id="39" name="Rectangle 38">
              <a:extLst>
                <a:ext uri="{FF2B5EF4-FFF2-40B4-BE49-F238E27FC236}">
                  <a16:creationId xmlns:a16="http://schemas.microsoft.com/office/drawing/2014/main" id="{60CE12FC-B505-270E-1421-BFF65F6DFA95}"/>
                </a:ext>
              </a:extLst>
            </p:cNvPr>
            <p:cNvSpPr/>
            <p:nvPr/>
          </p:nvSpPr>
          <p:spPr>
            <a:xfrm>
              <a:off x="7772399" y="3420207"/>
              <a:ext cx="457200" cy="19343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2B07F78B-5649-4E6A-D067-88151833CF11}"/>
                </a:ext>
              </a:extLst>
            </p:cNvPr>
            <p:cNvSpPr txBox="1"/>
            <p:nvPr/>
          </p:nvSpPr>
          <p:spPr>
            <a:xfrm>
              <a:off x="8229599" y="3244305"/>
              <a:ext cx="705642" cy="369332"/>
            </a:xfrm>
            <a:prstGeom prst="rect">
              <a:avLst/>
            </a:prstGeom>
            <a:noFill/>
          </p:spPr>
          <p:txBody>
            <a:bodyPr wrap="none" rtlCol="0">
              <a:spAutoFit/>
            </a:bodyPr>
            <a:lstStyle/>
            <a:p>
              <a:r>
                <a:rPr lang="en-US" dirty="0">
                  <a:latin typeface="Consolas" panose="020B0609020204030204" pitchFamily="49" charset="0"/>
                </a:rPr>
                <a:t>pay</a:t>
              </a:r>
              <a:r>
                <a:rPr lang="en-US" dirty="0"/>
                <a:t>()</a:t>
              </a:r>
            </a:p>
          </p:txBody>
        </p:sp>
      </p:grpSp>
      <p:grpSp>
        <p:nvGrpSpPr>
          <p:cNvPr id="72" name="Group 71">
            <a:extLst>
              <a:ext uri="{FF2B5EF4-FFF2-40B4-BE49-F238E27FC236}">
                <a16:creationId xmlns:a16="http://schemas.microsoft.com/office/drawing/2014/main" id="{6291057B-A478-6466-6C19-E79164DF62B1}"/>
              </a:ext>
            </a:extLst>
          </p:cNvPr>
          <p:cNvGrpSpPr/>
          <p:nvPr/>
        </p:nvGrpSpPr>
        <p:grpSpPr>
          <a:xfrm>
            <a:off x="5998796" y="687728"/>
            <a:ext cx="5562036" cy="5361380"/>
            <a:chOff x="5998796" y="687728"/>
            <a:chExt cx="5562036" cy="5361380"/>
          </a:xfrm>
        </p:grpSpPr>
        <p:sp>
          <p:nvSpPr>
            <p:cNvPr id="59" name="Rectangle 58">
              <a:extLst>
                <a:ext uri="{FF2B5EF4-FFF2-40B4-BE49-F238E27FC236}">
                  <a16:creationId xmlns:a16="http://schemas.microsoft.com/office/drawing/2014/main" id="{64BDEDD8-D3DD-986F-FC8B-08D9C1022430}"/>
                </a:ext>
              </a:extLst>
            </p:cNvPr>
            <p:cNvSpPr/>
            <p:nvPr/>
          </p:nvSpPr>
          <p:spPr>
            <a:xfrm>
              <a:off x="6293743" y="696278"/>
              <a:ext cx="4972133" cy="5001138"/>
            </a:xfrm>
            <a:prstGeom prst="rect">
              <a:avLst/>
            </a:prstGeom>
            <a:solidFill>
              <a:srgbClr val="FFB3B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atin typeface="Consolas" panose="020B0609020204030204" pitchFamily="49" charset="0"/>
                </a:rPr>
                <a:t>hget</a:t>
              </a:r>
              <a:endParaRPr lang="en-US" dirty="0"/>
            </a:p>
          </p:txBody>
        </p:sp>
        <p:grpSp>
          <p:nvGrpSpPr>
            <p:cNvPr id="45" name="Group 44">
              <a:extLst>
                <a:ext uri="{FF2B5EF4-FFF2-40B4-BE49-F238E27FC236}">
                  <a16:creationId xmlns:a16="http://schemas.microsoft.com/office/drawing/2014/main" id="{EC380861-F541-B498-22B8-F5B17D4D186A}"/>
                </a:ext>
              </a:extLst>
            </p:cNvPr>
            <p:cNvGrpSpPr/>
            <p:nvPr/>
          </p:nvGrpSpPr>
          <p:grpSpPr>
            <a:xfrm>
              <a:off x="6392789" y="1254368"/>
              <a:ext cx="4892814" cy="3697333"/>
              <a:chOff x="6087995" y="1477107"/>
              <a:chExt cx="4892814" cy="3697333"/>
            </a:xfrm>
          </p:grpSpPr>
          <p:grpSp>
            <p:nvGrpSpPr>
              <p:cNvPr id="46" name="Group 45">
                <a:extLst>
                  <a:ext uri="{FF2B5EF4-FFF2-40B4-BE49-F238E27FC236}">
                    <a16:creationId xmlns:a16="http://schemas.microsoft.com/office/drawing/2014/main" id="{D29616D4-022A-28FB-87A0-4112B28020DC}"/>
                  </a:ext>
                </a:extLst>
              </p:cNvPr>
              <p:cNvGrpSpPr/>
              <p:nvPr/>
            </p:nvGrpSpPr>
            <p:grpSpPr>
              <a:xfrm>
                <a:off x="6087995" y="1477107"/>
                <a:ext cx="4892814" cy="3371772"/>
                <a:chOff x="6087995" y="1477107"/>
                <a:chExt cx="4892814" cy="3371772"/>
              </a:xfrm>
            </p:grpSpPr>
            <p:sp>
              <p:nvSpPr>
                <p:cNvPr id="48" name="Rectangle 47">
                  <a:extLst>
                    <a:ext uri="{FF2B5EF4-FFF2-40B4-BE49-F238E27FC236}">
                      <a16:creationId xmlns:a16="http://schemas.microsoft.com/office/drawing/2014/main" id="{FE736A53-E657-DBBE-72DA-D6FC4BB881C9}"/>
                    </a:ext>
                  </a:extLst>
                </p:cNvPr>
                <p:cNvSpPr/>
                <p:nvPr/>
              </p:nvSpPr>
              <p:spPr>
                <a:xfrm>
                  <a:off x="6553200" y="1477107"/>
                  <a:ext cx="3962400" cy="334107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atin typeface="Consolas" panose="020B0609020204030204" pitchFamily="49" charset="0"/>
                    </a:rPr>
                    <a:t>hget</a:t>
                  </a:r>
                  <a:endParaRPr lang="en-US" dirty="0"/>
                </a:p>
              </p:txBody>
            </p:sp>
            <p:sp>
              <p:nvSpPr>
                <p:cNvPr id="49" name="Rectangle 48">
                  <a:extLst>
                    <a:ext uri="{FF2B5EF4-FFF2-40B4-BE49-F238E27FC236}">
                      <a16:creationId xmlns:a16="http://schemas.microsoft.com/office/drawing/2014/main" id="{6589C8B0-6561-F471-4297-4B7C7CE342EF}"/>
                    </a:ext>
                  </a:extLst>
                </p:cNvPr>
                <p:cNvSpPr/>
                <p:nvPr/>
              </p:nvSpPr>
              <p:spPr>
                <a:xfrm>
                  <a:off x="6087995" y="1507802"/>
                  <a:ext cx="4892814" cy="523220"/>
                </a:xfrm>
                <a:prstGeom prst="rect">
                  <a:avLst/>
                </a:prstGeom>
                <a:noFill/>
              </p:spPr>
              <p:txBody>
                <a:bodyPr wrap="none" lIns="91440" tIns="45720" rIns="91440" bIns="45720">
                  <a:spAutoFit/>
                </a:bodyPr>
                <a:lstStyle/>
                <a:p>
                  <a:pPr algn="ctr"/>
                  <a:r>
                    <a:rPr lang="en-US" sz="2800" dirty="0" err="1">
                      <a:ln w="0"/>
                      <a:effectLst>
                        <a:outerShdw blurRad="38100" dist="19050" dir="2700000" algn="tl" rotWithShape="0">
                          <a:schemeClr val="dk1">
                            <a:alpha val="40000"/>
                          </a:schemeClr>
                        </a:outerShdw>
                      </a:effectLst>
                    </a:rPr>
                    <a:t>FraudDetectionDecorator</a:t>
                  </a:r>
                  <a:r>
                    <a:rPr lang="en-US" sz="2800" b="0" cap="none" spc="0" dirty="0">
                      <a:ln w="0"/>
                      <a:solidFill>
                        <a:schemeClr val="tx1"/>
                      </a:solidFill>
                      <a:effectLst>
                        <a:outerShdw blurRad="38100" dist="19050" dir="2700000" algn="tl" rotWithShape="0">
                          <a:schemeClr val="dk1">
                            <a:alpha val="40000"/>
                          </a:schemeClr>
                        </a:outerShdw>
                      </a:effectLst>
                    </a:rPr>
                    <a:t> object</a:t>
                  </a:r>
                </a:p>
              </p:txBody>
            </p:sp>
            <p:sp>
              <p:nvSpPr>
                <p:cNvPr id="50" name="Rectangle 49">
                  <a:extLst>
                    <a:ext uri="{FF2B5EF4-FFF2-40B4-BE49-F238E27FC236}">
                      <a16:creationId xmlns:a16="http://schemas.microsoft.com/office/drawing/2014/main" id="{64E27130-354E-4153-609F-65E97A8DBF53}"/>
                    </a:ext>
                  </a:extLst>
                </p:cNvPr>
                <p:cNvSpPr/>
                <p:nvPr/>
              </p:nvSpPr>
              <p:spPr>
                <a:xfrm>
                  <a:off x="7772399" y="4624754"/>
                  <a:ext cx="457200" cy="19343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51" name="TextBox 50">
                  <a:extLst>
                    <a:ext uri="{FF2B5EF4-FFF2-40B4-BE49-F238E27FC236}">
                      <a16:creationId xmlns:a16="http://schemas.microsoft.com/office/drawing/2014/main" id="{A834D90B-C34F-4837-20B8-B2531D228F27}"/>
                    </a:ext>
                  </a:extLst>
                </p:cNvPr>
                <p:cNvSpPr txBox="1"/>
                <p:nvPr/>
              </p:nvSpPr>
              <p:spPr>
                <a:xfrm>
                  <a:off x="7026778" y="4479547"/>
                  <a:ext cx="705642" cy="369332"/>
                </a:xfrm>
                <a:prstGeom prst="rect">
                  <a:avLst/>
                </a:prstGeom>
                <a:noFill/>
              </p:spPr>
              <p:txBody>
                <a:bodyPr wrap="none" rtlCol="0">
                  <a:spAutoFit/>
                </a:bodyPr>
                <a:lstStyle/>
                <a:p>
                  <a:r>
                    <a:rPr lang="en-US" dirty="0">
                      <a:latin typeface="Consolas" panose="020B0609020204030204" pitchFamily="49" charset="0"/>
                    </a:rPr>
                    <a:t>pay</a:t>
                  </a:r>
                  <a:r>
                    <a:rPr lang="en-US" dirty="0"/>
                    <a:t>()</a:t>
                  </a:r>
                </a:p>
              </p:txBody>
            </p:sp>
            <p:sp>
              <p:nvSpPr>
                <p:cNvPr id="52" name="TextBox 51">
                  <a:extLst>
                    <a:ext uri="{FF2B5EF4-FFF2-40B4-BE49-F238E27FC236}">
                      <a16:creationId xmlns:a16="http://schemas.microsoft.com/office/drawing/2014/main" id="{0F5A4069-3434-8759-D6BF-94B2DAC22E7A}"/>
                    </a:ext>
                  </a:extLst>
                </p:cNvPr>
                <p:cNvSpPr txBox="1"/>
                <p:nvPr/>
              </p:nvSpPr>
              <p:spPr>
                <a:xfrm>
                  <a:off x="7141629" y="3932448"/>
                  <a:ext cx="1718740" cy="369332"/>
                </a:xfrm>
                <a:prstGeom prst="rect">
                  <a:avLst/>
                </a:prstGeom>
                <a:solidFill>
                  <a:schemeClr val="tx1">
                    <a:lumMod val="10000"/>
                    <a:lumOff val="90000"/>
                  </a:schemeClr>
                </a:solidFill>
              </p:spPr>
              <p:txBody>
                <a:bodyPr wrap="none" rtlCol="0">
                  <a:spAutoFit/>
                </a:bodyPr>
                <a:lstStyle/>
                <a:p>
                  <a:r>
                    <a:rPr lang="en-US" dirty="0" err="1">
                      <a:latin typeface="Consolas" panose="020B0609020204030204" pitchFamily="49" charset="0"/>
                    </a:rPr>
                    <a:t>detectFraud</a:t>
                  </a:r>
                  <a:r>
                    <a:rPr lang="en-US" dirty="0"/>
                    <a:t>()</a:t>
                  </a:r>
                </a:p>
              </p:txBody>
            </p:sp>
            <p:cxnSp>
              <p:nvCxnSpPr>
                <p:cNvPr id="53" name="Straight Arrow Connector 52">
                  <a:extLst>
                    <a:ext uri="{FF2B5EF4-FFF2-40B4-BE49-F238E27FC236}">
                      <a16:creationId xmlns:a16="http://schemas.microsoft.com/office/drawing/2014/main" id="{161AED36-6A52-3056-3301-7E9C687B0FEB}"/>
                    </a:ext>
                  </a:extLst>
                </p:cNvPr>
                <p:cNvCxnSpPr>
                  <a:cxnSpLocks/>
                  <a:stCxn id="50" idx="0"/>
                  <a:endCxn id="52" idx="2"/>
                </p:cNvCxnSpPr>
                <p:nvPr/>
              </p:nvCxnSpPr>
              <p:spPr>
                <a:xfrm flipV="1">
                  <a:off x="8000999" y="4301780"/>
                  <a:ext cx="0" cy="322974"/>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cxnSp>
              <p:nvCxnSpPr>
                <p:cNvPr id="54" name="Straight Arrow Connector 53">
                  <a:extLst>
                    <a:ext uri="{FF2B5EF4-FFF2-40B4-BE49-F238E27FC236}">
                      <a16:creationId xmlns:a16="http://schemas.microsoft.com/office/drawing/2014/main" id="{A87C2251-8DD1-BAC4-B72D-0282DA38DDF4}"/>
                    </a:ext>
                  </a:extLst>
                </p:cNvPr>
                <p:cNvCxnSpPr>
                  <a:cxnSpLocks/>
                  <a:stCxn id="52" idx="0"/>
                  <a:endCxn id="57" idx="2"/>
                </p:cNvCxnSpPr>
                <p:nvPr/>
              </p:nvCxnSpPr>
              <p:spPr>
                <a:xfrm flipV="1">
                  <a:off x="8000999" y="3613637"/>
                  <a:ext cx="0" cy="318811"/>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grpSp>
          <p:cxnSp>
            <p:nvCxnSpPr>
              <p:cNvPr id="47" name="Straight Arrow Connector 46">
                <a:extLst>
                  <a:ext uri="{FF2B5EF4-FFF2-40B4-BE49-F238E27FC236}">
                    <a16:creationId xmlns:a16="http://schemas.microsoft.com/office/drawing/2014/main" id="{682D8395-82B9-3EDA-B219-BF56249EA8DE}"/>
                  </a:ext>
                </a:extLst>
              </p:cNvPr>
              <p:cNvCxnSpPr/>
              <p:nvPr/>
            </p:nvCxnSpPr>
            <p:spPr>
              <a:xfrm flipH="1" flipV="1">
                <a:off x="7993346" y="4818184"/>
                <a:ext cx="1" cy="356256"/>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grpSp>
        <p:grpSp>
          <p:nvGrpSpPr>
            <p:cNvPr id="55" name="Group 54">
              <a:extLst>
                <a:ext uri="{FF2B5EF4-FFF2-40B4-BE49-F238E27FC236}">
                  <a16:creationId xmlns:a16="http://schemas.microsoft.com/office/drawing/2014/main" id="{7F2E0AD6-A1D0-110B-3565-0B5EB0371609}"/>
                </a:ext>
              </a:extLst>
            </p:cNvPr>
            <p:cNvGrpSpPr/>
            <p:nvPr/>
          </p:nvGrpSpPr>
          <p:grpSpPr>
            <a:xfrm>
              <a:off x="7637578" y="1817076"/>
              <a:ext cx="2403231" cy="1590263"/>
              <a:chOff x="7332784" y="2039815"/>
              <a:chExt cx="2403231" cy="1590263"/>
            </a:xfrm>
          </p:grpSpPr>
          <p:sp>
            <p:nvSpPr>
              <p:cNvPr id="56" name="Rectangle 55">
                <a:extLst>
                  <a:ext uri="{FF2B5EF4-FFF2-40B4-BE49-F238E27FC236}">
                    <a16:creationId xmlns:a16="http://schemas.microsoft.com/office/drawing/2014/main" id="{6D8A3FA4-A40A-0858-2243-3978513241CD}"/>
                  </a:ext>
                </a:extLst>
              </p:cNvPr>
              <p:cNvSpPr/>
              <p:nvPr/>
            </p:nvSpPr>
            <p:spPr>
              <a:xfrm>
                <a:off x="7332784" y="2039815"/>
                <a:ext cx="2403231" cy="1582615"/>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2400" dirty="0" err="1">
                    <a:ln w="0"/>
                    <a:solidFill>
                      <a:schemeClr val="tx1"/>
                    </a:solidFill>
                    <a:effectLst>
                      <a:outerShdw blurRad="38100" dist="19050" dir="2700000" algn="tl" rotWithShape="0">
                        <a:schemeClr val="dk1">
                          <a:alpha val="40000"/>
                        </a:schemeClr>
                      </a:outerShdw>
                    </a:effectLst>
                  </a:rPr>
                  <a:t>PaypalProcessor</a:t>
                </a:r>
                <a:r>
                  <a:rPr lang="en-US" sz="2400" dirty="0">
                    <a:ln w="0"/>
                    <a:solidFill>
                      <a:schemeClr val="tx1"/>
                    </a:solidFill>
                    <a:effectLst>
                      <a:outerShdw blurRad="38100" dist="19050" dir="2700000" algn="tl" rotWithShape="0">
                        <a:schemeClr val="dk1">
                          <a:alpha val="40000"/>
                        </a:schemeClr>
                      </a:outerShdw>
                    </a:effectLst>
                  </a:rPr>
                  <a:t> object</a:t>
                </a:r>
                <a:endParaRPr lang="en-US" sz="2400" dirty="0"/>
              </a:p>
            </p:txBody>
          </p:sp>
          <p:sp>
            <p:nvSpPr>
              <p:cNvPr id="57" name="Rectangle 56">
                <a:extLst>
                  <a:ext uri="{FF2B5EF4-FFF2-40B4-BE49-F238E27FC236}">
                    <a16:creationId xmlns:a16="http://schemas.microsoft.com/office/drawing/2014/main" id="{8F464D73-C018-F62C-208E-5AF69D92616A}"/>
                  </a:ext>
                </a:extLst>
              </p:cNvPr>
              <p:cNvSpPr/>
              <p:nvPr/>
            </p:nvSpPr>
            <p:spPr>
              <a:xfrm>
                <a:off x="7772399" y="3420207"/>
                <a:ext cx="457200" cy="19343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58" name="TextBox 57">
                <a:extLst>
                  <a:ext uri="{FF2B5EF4-FFF2-40B4-BE49-F238E27FC236}">
                    <a16:creationId xmlns:a16="http://schemas.microsoft.com/office/drawing/2014/main" id="{F8E54A58-8B1B-F851-0048-3F895F0BD43D}"/>
                  </a:ext>
                </a:extLst>
              </p:cNvPr>
              <p:cNvSpPr txBox="1"/>
              <p:nvPr/>
            </p:nvSpPr>
            <p:spPr>
              <a:xfrm>
                <a:off x="8285018" y="3260746"/>
                <a:ext cx="705642" cy="369332"/>
              </a:xfrm>
              <a:prstGeom prst="rect">
                <a:avLst/>
              </a:prstGeom>
              <a:noFill/>
            </p:spPr>
            <p:txBody>
              <a:bodyPr wrap="none" rtlCol="0">
                <a:spAutoFit/>
              </a:bodyPr>
              <a:lstStyle/>
              <a:p>
                <a:r>
                  <a:rPr lang="en-US" dirty="0">
                    <a:latin typeface="Consolas" panose="020B0609020204030204" pitchFamily="49" charset="0"/>
                  </a:rPr>
                  <a:t>pay</a:t>
                </a:r>
                <a:r>
                  <a:rPr lang="en-US" dirty="0"/>
                  <a:t>()</a:t>
                </a:r>
              </a:p>
            </p:txBody>
          </p:sp>
        </p:grpSp>
        <p:sp>
          <p:nvSpPr>
            <p:cNvPr id="60" name="Rectangle 59">
              <a:extLst>
                <a:ext uri="{FF2B5EF4-FFF2-40B4-BE49-F238E27FC236}">
                  <a16:creationId xmlns:a16="http://schemas.microsoft.com/office/drawing/2014/main" id="{A05EA1C0-3E80-706F-4449-57C3F3693025}"/>
                </a:ext>
              </a:extLst>
            </p:cNvPr>
            <p:cNvSpPr/>
            <p:nvPr/>
          </p:nvSpPr>
          <p:spPr>
            <a:xfrm>
              <a:off x="5998796" y="687728"/>
              <a:ext cx="5562036" cy="523220"/>
            </a:xfrm>
            <a:prstGeom prst="rect">
              <a:avLst/>
            </a:prstGeom>
            <a:noFill/>
          </p:spPr>
          <p:txBody>
            <a:bodyPr wrap="none" lIns="91440" tIns="45720" rIns="91440" bIns="45720">
              <a:spAutoFit/>
            </a:bodyPr>
            <a:lstStyle/>
            <a:p>
              <a:pPr algn="ctr"/>
              <a:r>
                <a:rPr lang="en-US" sz="2800" dirty="0" err="1">
                  <a:ln w="0"/>
                  <a:effectLst>
                    <a:outerShdw blurRad="38100" dist="19050" dir="2700000" algn="tl" rotWithShape="0">
                      <a:schemeClr val="dk1">
                        <a:alpha val="40000"/>
                      </a:schemeClr>
                    </a:outerShdw>
                  </a:effectLst>
                </a:rPr>
                <a:t>CurrencyConversionDecorator</a:t>
              </a:r>
              <a:r>
                <a:rPr lang="en-US" sz="2800" b="0" cap="none" spc="0" dirty="0">
                  <a:ln w="0"/>
                  <a:solidFill>
                    <a:schemeClr val="tx1"/>
                  </a:solidFill>
                  <a:effectLst>
                    <a:outerShdw blurRad="38100" dist="19050" dir="2700000" algn="tl" rotWithShape="0">
                      <a:schemeClr val="dk1">
                        <a:alpha val="40000"/>
                      </a:schemeClr>
                    </a:outerShdw>
                  </a:effectLst>
                </a:rPr>
                <a:t> object</a:t>
              </a:r>
            </a:p>
          </p:txBody>
        </p:sp>
        <p:sp>
          <p:nvSpPr>
            <p:cNvPr id="63" name="TextBox 62">
              <a:extLst>
                <a:ext uri="{FF2B5EF4-FFF2-40B4-BE49-F238E27FC236}">
                  <a16:creationId xmlns:a16="http://schemas.microsoft.com/office/drawing/2014/main" id="{1B85524C-83B5-6616-9473-363B9F04DFB3}"/>
                </a:ext>
              </a:extLst>
            </p:cNvPr>
            <p:cNvSpPr txBox="1"/>
            <p:nvPr/>
          </p:nvSpPr>
          <p:spPr>
            <a:xfrm>
              <a:off x="7699697" y="4950979"/>
              <a:ext cx="1212191" cy="369332"/>
            </a:xfrm>
            <a:prstGeom prst="rect">
              <a:avLst/>
            </a:prstGeom>
            <a:solidFill>
              <a:schemeClr val="tx1">
                <a:lumMod val="10000"/>
                <a:lumOff val="90000"/>
              </a:schemeClr>
            </a:solidFill>
          </p:spPr>
          <p:txBody>
            <a:bodyPr wrap="none" rtlCol="0">
              <a:spAutoFit/>
            </a:bodyPr>
            <a:lstStyle/>
            <a:p>
              <a:r>
                <a:rPr lang="en-US" dirty="0">
                  <a:latin typeface="Consolas" panose="020B0609020204030204" pitchFamily="49" charset="0"/>
                </a:rPr>
                <a:t>convert</a:t>
              </a:r>
              <a:r>
                <a:rPr lang="en-US" dirty="0"/>
                <a:t>()</a:t>
              </a:r>
            </a:p>
          </p:txBody>
        </p:sp>
        <p:sp>
          <p:nvSpPr>
            <p:cNvPr id="64" name="Rectangle 63">
              <a:extLst>
                <a:ext uri="{FF2B5EF4-FFF2-40B4-BE49-F238E27FC236}">
                  <a16:creationId xmlns:a16="http://schemas.microsoft.com/office/drawing/2014/main" id="{D8ED3660-7405-4833-7BAA-3BB861766AF2}"/>
                </a:ext>
              </a:extLst>
            </p:cNvPr>
            <p:cNvSpPr/>
            <p:nvPr/>
          </p:nvSpPr>
          <p:spPr>
            <a:xfrm>
              <a:off x="8084106" y="5503986"/>
              <a:ext cx="457200" cy="19343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cxnSp>
          <p:nvCxnSpPr>
            <p:cNvPr id="65" name="Straight Arrow Connector 64">
              <a:extLst>
                <a:ext uri="{FF2B5EF4-FFF2-40B4-BE49-F238E27FC236}">
                  <a16:creationId xmlns:a16="http://schemas.microsoft.com/office/drawing/2014/main" id="{2269361F-A0A9-3D3F-7CC6-D610AF4A191C}"/>
                </a:ext>
              </a:extLst>
            </p:cNvPr>
            <p:cNvCxnSpPr>
              <a:cxnSpLocks/>
              <a:stCxn id="64" idx="0"/>
              <a:endCxn id="63" idx="2"/>
            </p:cNvCxnSpPr>
            <p:nvPr/>
          </p:nvCxnSpPr>
          <p:spPr>
            <a:xfrm flipH="1" flipV="1">
              <a:off x="8305793" y="5320311"/>
              <a:ext cx="6913" cy="183675"/>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cxnSp>
          <p:nvCxnSpPr>
            <p:cNvPr id="68" name="Straight Arrow Connector 67">
              <a:extLst>
                <a:ext uri="{FF2B5EF4-FFF2-40B4-BE49-F238E27FC236}">
                  <a16:creationId xmlns:a16="http://schemas.microsoft.com/office/drawing/2014/main" id="{A879A9E6-C2EE-06A6-CB5D-AAE790A446EE}"/>
                </a:ext>
              </a:extLst>
            </p:cNvPr>
            <p:cNvCxnSpPr>
              <a:cxnSpLocks/>
            </p:cNvCxnSpPr>
            <p:nvPr/>
          </p:nvCxnSpPr>
          <p:spPr>
            <a:xfrm flipV="1">
              <a:off x="8315718" y="5697416"/>
              <a:ext cx="0" cy="351692"/>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sp>
          <p:nvSpPr>
            <p:cNvPr id="71" name="TextBox 70">
              <a:extLst>
                <a:ext uri="{FF2B5EF4-FFF2-40B4-BE49-F238E27FC236}">
                  <a16:creationId xmlns:a16="http://schemas.microsoft.com/office/drawing/2014/main" id="{3B3549E4-6F05-A0E8-2F00-5E48C1415302}"/>
                </a:ext>
              </a:extLst>
            </p:cNvPr>
            <p:cNvSpPr txBox="1"/>
            <p:nvPr/>
          </p:nvSpPr>
          <p:spPr>
            <a:xfrm>
              <a:off x="7337433" y="5371504"/>
              <a:ext cx="705642" cy="369332"/>
            </a:xfrm>
            <a:prstGeom prst="rect">
              <a:avLst/>
            </a:prstGeom>
            <a:noFill/>
          </p:spPr>
          <p:txBody>
            <a:bodyPr wrap="none" rtlCol="0">
              <a:spAutoFit/>
            </a:bodyPr>
            <a:lstStyle/>
            <a:p>
              <a:r>
                <a:rPr lang="en-US" dirty="0">
                  <a:latin typeface="Consolas" panose="020B0609020204030204" pitchFamily="49" charset="0"/>
                </a:rPr>
                <a:t>pay</a:t>
              </a:r>
              <a:r>
                <a:rPr lang="en-US" dirty="0"/>
                <a:t>()</a:t>
              </a:r>
            </a:p>
          </p:txBody>
        </p:sp>
      </p:grpSp>
    </p:spTree>
    <p:extLst>
      <p:ext uri="{BB962C8B-B14F-4D97-AF65-F5344CB8AC3E}">
        <p14:creationId xmlns:p14="http://schemas.microsoft.com/office/powerpoint/2010/main" val="4020560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AAFDAA-9CDC-1DAE-B637-13C4802547F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C45F283-E558-D3D4-2EA9-40EBBFEEE250}"/>
              </a:ext>
            </a:extLst>
          </p:cNvPr>
          <p:cNvSpPr>
            <a:spLocks noGrp="1"/>
          </p:cNvSpPr>
          <p:nvPr>
            <p:ph type="title"/>
          </p:nvPr>
        </p:nvSpPr>
        <p:spPr/>
        <p:txBody>
          <a:bodyPr/>
          <a:lstStyle/>
          <a:p>
            <a:r>
              <a:rPr lang="en-US" dirty="0"/>
              <a:t>Combining adapter and decorator patters</a:t>
            </a:r>
          </a:p>
        </p:txBody>
      </p:sp>
      <p:grpSp>
        <p:nvGrpSpPr>
          <p:cNvPr id="72" name="Group 71">
            <a:extLst>
              <a:ext uri="{FF2B5EF4-FFF2-40B4-BE49-F238E27FC236}">
                <a16:creationId xmlns:a16="http://schemas.microsoft.com/office/drawing/2014/main" id="{1E5855FE-E0A7-75F5-56A9-02217E098C03}"/>
              </a:ext>
            </a:extLst>
          </p:cNvPr>
          <p:cNvGrpSpPr/>
          <p:nvPr/>
        </p:nvGrpSpPr>
        <p:grpSpPr>
          <a:xfrm>
            <a:off x="5998791" y="641066"/>
            <a:ext cx="5562036" cy="5408042"/>
            <a:chOff x="5998791" y="641066"/>
            <a:chExt cx="5562036" cy="5408042"/>
          </a:xfrm>
        </p:grpSpPr>
        <p:sp>
          <p:nvSpPr>
            <p:cNvPr id="59" name="Rectangle 58">
              <a:extLst>
                <a:ext uri="{FF2B5EF4-FFF2-40B4-BE49-F238E27FC236}">
                  <a16:creationId xmlns:a16="http://schemas.microsoft.com/office/drawing/2014/main" id="{BD7E5958-0E55-A741-1395-120407DB9041}"/>
                </a:ext>
              </a:extLst>
            </p:cNvPr>
            <p:cNvSpPr/>
            <p:nvPr/>
          </p:nvSpPr>
          <p:spPr>
            <a:xfrm>
              <a:off x="6293743" y="696278"/>
              <a:ext cx="4972133" cy="5001138"/>
            </a:xfrm>
            <a:prstGeom prst="rect">
              <a:avLst/>
            </a:prstGeom>
            <a:solidFill>
              <a:srgbClr val="FFB3B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atin typeface="Consolas" panose="020B0609020204030204" pitchFamily="49" charset="0"/>
                </a:rPr>
                <a:t>hget</a:t>
              </a:r>
              <a:endParaRPr lang="en-US" dirty="0"/>
            </a:p>
          </p:txBody>
        </p:sp>
        <p:grpSp>
          <p:nvGrpSpPr>
            <p:cNvPr id="45" name="Group 44">
              <a:extLst>
                <a:ext uri="{FF2B5EF4-FFF2-40B4-BE49-F238E27FC236}">
                  <a16:creationId xmlns:a16="http://schemas.microsoft.com/office/drawing/2014/main" id="{C0AD712C-0D3D-84EE-6B6B-0B13C6262018}"/>
                </a:ext>
              </a:extLst>
            </p:cNvPr>
            <p:cNvGrpSpPr/>
            <p:nvPr/>
          </p:nvGrpSpPr>
          <p:grpSpPr>
            <a:xfrm>
              <a:off x="6496226" y="1200864"/>
              <a:ext cx="4892814" cy="3750837"/>
              <a:chOff x="6191432" y="1423603"/>
              <a:chExt cx="4892814" cy="3750837"/>
            </a:xfrm>
          </p:grpSpPr>
          <p:grpSp>
            <p:nvGrpSpPr>
              <p:cNvPr id="46" name="Group 45">
                <a:extLst>
                  <a:ext uri="{FF2B5EF4-FFF2-40B4-BE49-F238E27FC236}">
                    <a16:creationId xmlns:a16="http://schemas.microsoft.com/office/drawing/2014/main" id="{C3DB3FAD-A1CD-AA21-0FDD-CC5734B48581}"/>
                  </a:ext>
                </a:extLst>
              </p:cNvPr>
              <p:cNvGrpSpPr/>
              <p:nvPr/>
            </p:nvGrpSpPr>
            <p:grpSpPr>
              <a:xfrm>
                <a:off x="6191432" y="1423603"/>
                <a:ext cx="4892814" cy="3425276"/>
                <a:chOff x="6191432" y="1423603"/>
                <a:chExt cx="4892814" cy="3425276"/>
              </a:xfrm>
            </p:grpSpPr>
            <p:sp>
              <p:nvSpPr>
                <p:cNvPr id="48" name="Rectangle 47">
                  <a:extLst>
                    <a:ext uri="{FF2B5EF4-FFF2-40B4-BE49-F238E27FC236}">
                      <a16:creationId xmlns:a16="http://schemas.microsoft.com/office/drawing/2014/main" id="{D7026919-283D-0A91-0A95-8FE998EC3CB5}"/>
                    </a:ext>
                  </a:extLst>
                </p:cNvPr>
                <p:cNvSpPr/>
                <p:nvPr/>
              </p:nvSpPr>
              <p:spPr>
                <a:xfrm>
                  <a:off x="6553200" y="1477107"/>
                  <a:ext cx="3962400" cy="334107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atin typeface="Consolas" panose="020B0609020204030204" pitchFamily="49" charset="0"/>
                    </a:rPr>
                    <a:t>hget</a:t>
                  </a:r>
                  <a:endParaRPr lang="en-US" dirty="0"/>
                </a:p>
              </p:txBody>
            </p:sp>
            <p:sp>
              <p:nvSpPr>
                <p:cNvPr id="49" name="Rectangle 48">
                  <a:extLst>
                    <a:ext uri="{FF2B5EF4-FFF2-40B4-BE49-F238E27FC236}">
                      <a16:creationId xmlns:a16="http://schemas.microsoft.com/office/drawing/2014/main" id="{CBADFBEA-1DDB-D68D-3704-E87581C9CE8D}"/>
                    </a:ext>
                  </a:extLst>
                </p:cNvPr>
                <p:cNvSpPr/>
                <p:nvPr/>
              </p:nvSpPr>
              <p:spPr>
                <a:xfrm>
                  <a:off x="6191432" y="1423603"/>
                  <a:ext cx="4892814" cy="523220"/>
                </a:xfrm>
                <a:prstGeom prst="rect">
                  <a:avLst/>
                </a:prstGeom>
                <a:noFill/>
              </p:spPr>
              <p:txBody>
                <a:bodyPr wrap="none" lIns="91440" tIns="45720" rIns="91440" bIns="45720">
                  <a:spAutoFit/>
                </a:bodyPr>
                <a:lstStyle/>
                <a:p>
                  <a:pPr algn="ctr"/>
                  <a:r>
                    <a:rPr lang="en-US" sz="2800" dirty="0" err="1">
                      <a:ln w="0"/>
                      <a:effectLst>
                        <a:outerShdw blurRad="38100" dist="19050" dir="2700000" algn="tl" rotWithShape="0">
                          <a:schemeClr val="dk1">
                            <a:alpha val="40000"/>
                          </a:schemeClr>
                        </a:outerShdw>
                      </a:effectLst>
                    </a:rPr>
                    <a:t>FraudDetectionDecorator</a:t>
                  </a:r>
                  <a:r>
                    <a:rPr lang="en-US" sz="2800" b="0" cap="none" spc="0" dirty="0">
                      <a:ln w="0"/>
                      <a:solidFill>
                        <a:schemeClr val="tx1"/>
                      </a:solidFill>
                      <a:effectLst>
                        <a:outerShdw blurRad="38100" dist="19050" dir="2700000" algn="tl" rotWithShape="0">
                          <a:schemeClr val="dk1">
                            <a:alpha val="40000"/>
                          </a:schemeClr>
                        </a:outerShdw>
                      </a:effectLst>
                    </a:rPr>
                    <a:t> object</a:t>
                  </a:r>
                </a:p>
              </p:txBody>
            </p:sp>
            <p:sp>
              <p:nvSpPr>
                <p:cNvPr id="50" name="Rectangle 49">
                  <a:extLst>
                    <a:ext uri="{FF2B5EF4-FFF2-40B4-BE49-F238E27FC236}">
                      <a16:creationId xmlns:a16="http://schemas.microsoft.com/office/drawing/2014/main" id="{AB48F0AE-F8C1-22C1-7661-E2515A211D69}"/>
                    </a:ext>
                  </a:extLst>
                </p:cNvPr>
                <p:cNvSpPr/>
                <p:nvPr/>
              </p:nvSpPr>
              <p:spPr>
                <a:xfrm>
                  <a:off x="7772399" y="4624754"/>
                  <a:ext cx="457200" cy="19343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51" name="TextBox 50">
                  <a:extLst>
                    <a:ext uri="{FF2B5EF4-FFF2-40B4-BE49-F238E27FC236}">
                      <a16:creationId xmlns:a16="http://schemas.microsoft.com/office/drawing/2014/main" id="{7A7A6ECC-AA5B-C4E5-8C14-611E7B562007}"/>
                    </a:ext>
                  </a:extLst>
                </p:cNvPr>
                <p:cNvSpPr txBox="1"/>
                <p:nvPr/>
              </p:nvSpPr>
              <p:spPr>
                <a:xfrm>
                  <a:off x="7026778" y="4479547"/>
                  <a:ext cx="705642" cy="369332"/>
                </a:xfrm>
                <a:prstGeom prst="rect">
                  <a:avLst/>
                </a:prstGeom>
                <a:noFill/>
              </p:spPr>
              <p:txBody>
                <a:bodyPr wrap="none" rtlCol="0">
                  <a:spAutoFit/>
                </a:bodyPr>
                <a:lstStyle/>
                <a:p>
                  <a:r>
                    <a:rPr lang="en-US" dirty="0">
                      <a:latin typeface="Consolas" panose="020B0609020204030204" pitchFamily="49" charset="0"/>
                    </a:rPr>
                    <a:t>pay</a:t>
                  </a:r>
                  <a:r>
                    <a:rPr lang="en-US" dirty="0"/>
                    <a:t>()</a:t>
                  </a:r>
                </a:p>
              </p:txBody>
            </p:sp>
            <p:sp>
              <p:nvSpPr>
                <p:cNvPr id="52" name="TextBox 51">
                  <a:extLst>
                    <a:ext uri="{FF2B5EF4-FFF2-40B4-BE49-F238E27FC236}">
                      <a16:creationId xmlns:a16="http://schemas.microsoft.com/office/drawing/2014/main" id="{5B0AD03F-614A-B779-6875-DD70A735E220}"/>
                    </a:ext>
                  </a:extLst>
                </p:cNvPr>
                <p:cNvSpPr txBox="1"/>
                <p:nvPr/>
              </p:nvSpPr>
              <p:spPr>
                <a:xfrm>
                  <a:off x="7141629" y="3932448"/>
                  <a:ext cx="1718740" cy="369332"/>
                </a:xfrm>
                <a:prstGeom prst="rect">
                  <a:avLst/>
                </a:prstGeom>
                <a:solidFill>
                  <a:schemeClr val="tx1">
                    <a:lumMod val="10000"/>
                    <a:lumOff val="90000"/>
                  </a:schemeClr>
                </a:solidFill>
              </p:spPr>
              <p:txBody>
                <a:bodyPr wrap="none" rtlCol="0">
                  <a:spAutoFit/>
                </a:bodyPr>
                <a:lstStyle/>
                <a:p>
                  <a:r>
                    <a:rPr lang="en-US" dirty="0" err="1">
                      <a:latin typeface="Consolas" panose="020B0609020204030204" pitchFamily="49" charset="0"/>
                    </a:rPr>
                    <a:t>detectFraud</a:t>
                  </a:r>
                  <a:r>
                    <a:rPr lang="en-US" dirty="0"/>
                    <a:t>()</a:t>
                  </a:r>
                </a:p>
              </p:txBody>
            </p:sp>
            <p:cxnSp>
              <p:nvCxnSpPr>
                <p:cNvPr id="53" name="Straight Arrow Connector 52">
                  <a:extLst>
                    <a:ext uri="{FF2B5EF4-FFF2-40B4-BE49-F238E27FC236}">
                      <a16:creationId xmlns:a16="http://schemas.microsoft.com/office/drawing/2014/main" id="{4CD2557B-10E9-93E5-7BC9-B626866D0089}"/>
                    </a:ext>
                  </a:extLst>
                </p:cNvPr>
                <p:cNvCxnSpPr>
                  <a:cxnSpLocks/>
                  <a:stCxn id="50" idx="0"/>
                  <a:endCxn id="52" idx="2"/>
                </p:cNvCxnSpPr>
                <p:nvPr/>
              </p:nvCxnSpPr>
              <p:spPr>
                <a:xfrm flipV="1">
                  <a:off x="8000999" y="4301780"/>
                  <a:ext cx="0" cy="322974"/>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cxnSp>
              <p:nvCxnSpPr>
                <p:cNvPr id="54" name="Straight Arrow Connector 53">
                  <a:extLst>
                    <a:ext uri="{FF2B5EF4-FFF2-40B4-BE49-F238E27FC236}">
                      <a16:creationId xmlns:a16="http://schemas.microsoft.com/office/drawing/2014/main" id="{D5652974-8F9A-C733-D598-FF7879077D91}"/>
                    </a:ext>
                  </a:extLst>
                </p:cNvPr>
                <p:cNvCxnSpPr>
                  <a:cxnSpLocks/>
                  <a:stCxn id="52" idx="0"/>
                  <a:endCxn id="57" idx="2"/>
                </p:cNvCxnSpPr>
                <p:nvPr/>
              </p:nvCxnSpPr>
              <p:spPr>
                <a:xfrm flipV="1">
                  <a:off x="8000999" y="3613637"/>
                  <a:ext cx="0" cy="318811"/>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grpSp>
          <p:cxnSp>
            <p:nvCxnSpPr>
              <p:cNvPr id="47" name="Straight Arrow Connector 46">
                <a:extLst>
                  <a:ext uri="{FF2B5EF4-FFF2-40B4-BE49-F238E27FC236}">
                    <a16:creationId xmlns:a16="http://schemas.microsoft.com/office/drawing/2014/main" id="{2359683B-804E-9D28-1DDC-2950FD71A520}"/>
                  </a:ext>
                </a:extLst>
              </p:cNvPr>
              <p:cNvCxnSpPr/>
              <p:nvPr/>
            </p:nvCxnSpPr>
            <p:spPr>
              <a:xfrm flipH="1" flipV="1">
                <a:off x="7993346" y="4818184"/>
                <a:ext cx="1" cy="356256"/>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grpSp>
        <p:grpSp>
          <p:nvGrpSpPr>
            <p:cNvPr id="55" name="Group 54">
              <a:extLst>
                <a:ext uri="{FF2B5EF4-FFF2-40B4-BE49-F238E27FC236}">
                  <a16:creationId xmlns:a16="http://schemas.microsoft.com/office/drawing/2014/main" id="{102DBEDA-B5AD-279C-3C40-77CFCB079EA8}"/>
                </a:ext>
              </a:extLst>
            </p:cNvPr>
            <p:cNvGrpSpPr/>
            <p:nvPr/>
          </p:nvGrpSpPr>
          <p:grpSpPr>
            <a:xfrm>
              <a:off x="7637578" y="1817076"/>
              <a:ext cx="2403231" cy="1590263"/>
              <a:chOff x="7332784" y="2039815"/>
              <a:chExt cx="2403231" cy="1590263"/>
            </a:xfrm>
          </p:grpSpPr>
          <p:sp>
            <p:nvSpPr>
              <p:cNvPr id="56" name="Rectangle 55">
                <a:extLst>
                  <a:ext uri="{FF2B5EF4-FFF2-40B4-BE49-F238E27FC236}">
                    <a16:creationId xmlns:a16="http://schemas.microsoft.com/office/drawing/2014/main" id="{E6555E7C-ED2A-C93D-BD17-CB3D9D369964}"/>
                  </a:ext>
                </a:extLst>
              </p:cNvPr>
              <p:cNvSpPr/>
              <p:nvPr/>
            </p:nvSpPr>
            <p:spPr>
              <a:xfrm>
                <a:off x="7332784" y="2039815"/>
                <a:ext cx="2403231" cy="1582615"/>
              </a:xfrm>
              <a:prstGeom prst="rect">
                <a:avLst/>
              </a:prstGeom>
              <a:solidFill>
                <a:schemeClr val="accent5"/>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2400" dirty="0"/>
              </a:p>
            </p:txBody>
          </p:sp>
          <p:sp>
            <p:nvSpPr>
              <p:cNvPr id="57" name="Rectangle 56">
                <a:extLst>
                  <a:ext uri="{FF2B5EF4-FFF2-40B4-BE49-F238E27FC236}">
                    <a16:creationId xmlns:a16="http://schemas.microsoft.com/office/drawing/2014/main" id="{05FD0282-1D48-E8C5-D90F-985F0E4753BB}"/>
                  </a:ext>
                </a:extLst>
              </p:cNvPr>
              <p:cNvSpPr/>
              <p:nvPr/>
            </p:nvSpPr>
            <p:spPr>
              <a:xfrm>
                <a:off x="7772399" y="3420207"/>
                <a:ext cx="457200" cy="19343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58" name="TextBox 57">
                <a:extLst>
                  <a:ext uri="{FF2B5EF4-FFF2-40B4-BE49-F238E27FC236}">
                    <a16:creationId xmlns:a16="http://schemas.microsoft.com/office/drawing/2014/main" id="{CFBCE7B6-907C-1E80-CF5B-A16639AF3517}"/>
                  </a:ext>
                </a:extLst>
              </p:cNvPr>
              <p:cNvSpPr txBox="1"/>
              <p:nvPr/>
            </p:nvSpPr>
            <p:spPr>
              <a:xfrm>
                <a:off x="8285018" y="3260746"/>
                <a:ext cx="705642" cy="369332"/>
              </a:xfrm>
              <a:prstGeom prst="rect">
                <a:avLst/>
              </a:prstGeom>
              <a:noFill/>
            </p:spPr>
            <p:txBody>
              <a:bodyPr wrap="none" rtlCol="0">
                <a:spAutoFit/>
              </a:bodyPr>
              <a:lstStyle/>
              <a:p>
                <a:r>
                  <a:rPr lang="en-US" dirty="0">
                    <a:latin typeface="Consolas" panose="020B0609020204030204" pitchFamily="49" charset="0"/>
                  </a:rPr>
                  <a:t>pay</a:t>
                </a:r>
                <a:r>
                  <a:rPr lang="en-US" dirty="0"/>
                  <a:t>()</a:t>
                </a:r>
              </a:p>
            </p:txBody>
          </p:sp>
        </p:grpSp>
        <p:sp>
          <p:nvSpPr>
            <p:cNvPr id="60" name="Rectangle 59">
              <a:extLst>
                <a:ext uri="{FF2B5EF4-FFF2-40B4-BE49-F238E27FC236}">
                  <a16:creationId xmlns:a16="http://schemas.microsoft.com/office/drawing/2014/main" id="{9E197CF0-57CE-B551-FEB1-9D95A5395BFB}"/>
                </a:ext>
              </a:extLst>
            </p:cNvPr>
            <p:cNvSpPr/>
            <p:nvPr/>
          </p:nvSpPr>
          <p:spPr>
            <a:xfrm>
              <a:off x="5998791" y="641066"/>
              <a:ext cx="5562036" cy="523220"/>
            </a:xfrm>
            <a:prstGeom prst="rect">
              <a:avLst/>
            </a:prstGeom>
            <a:noFill/>
          </p:spPr>
          <p:txBody>
            <a:bodyPr wrap="none" lIns="91440" tIns="45720" rIns="91440" bIns="45720">
              <a:spAutoFit/>
            </a:bodyPr>
            <a:lstStyle/>
            <a:p>
              <a:pPr algn="ctr"/>
              <a:r>
                <a:rPr lang="en-US" sz="2800" dirty="0" err="1">
                  <a:ln w="0"/>
                  <a:effectLst>
                    <a:outerShdw blurRad="38100" dist="19050" dir="2700000" algn="tl" rotWithShape="0">
                      <a:schemeClr val="dk1">
                        <a:alpha val="40000"/>
                      </a:schemeClr>
                    </a:outerShdw>
                  </a:effectLst>
                </a:rPr>
                <a:t>CurrencyConversionDecorator</a:t>
              </a:r>
              <a:r>
                <a:rPr lang="en-US" sz="2800" b="0" cap="none" spc="0" dirty="0">
                  <a:ln w="0"/>
                  <a:solidFill>
                    <a:schemeClr val="tx1"/>
                  </a:solidFill>
                  <a:effectLst>
                    <a:outerShdw blurRad="38100" dist="19050" dir="2700000" algn="tl" rotWithShape="0">
                      <a:schemeClr val="dk1">
                        <a:alpha val="40000"/>
                      </a:schemeClr>
                    </a:outerShdw>
                  </a:effectLst>
                </a:rPr>
                <a:t> object</a:t>
              </a:r>
            </a:p>
          </p:txBody>
        </p:sp>
        <p:sp>
          <p:nvSpPr>
            <p:cNvPr id="63" name="TextBox 62">
              <a:extLst>
                <a:ext uri="{FF2B5EF4-FFF2-40B4-BE49-F238E27FC236}">
                  <a16:creationId xmlns:a16="http://schemas.microsoft.com/office/drawing/2014/main" id="{CD9B3979-497B-CE97-5399-63C6D3398C6F}"/>
                </a:ext>
              </a:extLst>
            </p:cNvPr>
            <p:cNvSpPr txBox="1"/>
            <p:nvPr/>
          </p:nvSpPr>
          <p:spPr>
            <a:xfrm>
              <a:off x="7699697" y="4950979"/>
              <a:ext cx="1212191" cy="369332"/>
            </a:xfrm>
            <a:prstGeom prst="rect">
              <a:avLst/>
            </a:prstGeom>
            <a:solidFill>
              <a:schemeClr val="tx1">
                <a:lumMod val="10000"/>
                <a:lumOff val="90000"/>
              </a:schemeClr>
            </a:solidFill>
          </p:spPr>
          <p:txBody>
            <a:bodyPr wrap="none" rtlCol="0">
              <a:spAutoFit/>
            </a:bodyPr>
            <a:lstStyle/>
            <a:p>
              <a:r>
                <a:rPr lang="en-US" dirty="0">
                  <a:latin typeface="Consolas" panose="020B0609020204030204" pitchFamily="49" charset="0"/>
                </a:rPr>
                <a:t>convert</a:t>
              </a:r>
              <a:r>
                <a:rPr lang="en-US" dirty="0"/>
                <a:t>()</a:t>
              </a:r>
            </a:p>
          </p:txBody>
        </p:sp>
        <p:sp>
          <p:nvSpPr>
            <p:cNvPr id="64" name="Rectangle 63">
              <a:extLst>
                <a:ext uri="{FF2B5EF4-FFF2-40B4-BE49-F238E27FC236}">
                  <a16:creationId xmlns:a16="http://schemas.microsoft.com/office/drawing/2014/main" id="{4C2970A2-F1CB-F764-FBC8-296DDADEBF0A}"/>
                </a:ext>
              </a:extLst>
            </p:cNvPr>
            <p:cNvSpPr/>
            <p:nvPr/>
          </p:nvSpPr>
          <p:spPr>
            <a:xfrm>
              <a:off x="8084106" y="5503986"/>
              <a:ext cx="457200" cy="19343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cxnSp>
          <p:nvCxnSpPr>
            <p:cNvPr id="65" name="Straight Arrow Connector 64">
              <a:extLst>
                <a:ext uri="{FF2B5EF4-FFF2-40B4-BE49-F238E27FC236}">
                  <a16:creationId xmlns:a16="http://schemas.microsoft.com/office/drawing/2014/main" id="{DA77EBA2-47C2-F108-D405-33FAE7B712BC}"/>
                </a:ext>
              </a:extLst>
            </p:cNvPr>
            <p:cNvCxnSpPr>
              <a:cxnSpLocks/>
              <a:stCxn id="64" idx="0"/>
              <a:endCxn id="63" idx="2"/>
            </p:cNvCxnSpPr>
            <p:nvPr/>
          </p:nvCxnSpPr>
          <p:spPr>
            <a:xfrm flipH="1" flipV="1">
              <a:off x="8305793" y="5320311"/>
              <a:ext cx="6913" cy="183675"/>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cxnSp>
          <p:nvCxnSpPr>
            <p:cNvPr id="68" name="Straight Arrow Connector 67">
              <a:extLst>
                <a:ext uri="{FF2B5EF4-FFF2-40B4-BE49-F238E27FC236}">
                  <a16:creationId xmlns:a16="http://schemas.microsoft.com/office/drawing/2014/main" id="{102E5503-A93A-8D86-F9E1-C6317FEECF32}"/>
                </a:ext>
              </a:extLst>
            </p:cNvPr>
            <p:cNvCxnSpPr>
              <a:cxnSpLocks/>
            </p:cNvCxnSpPr>
            <p:nvPr/>
          </p:nvCxnSpPr>
          <p:spPr>
            <a:xfrm flipV="1">
              <a:off x="8315718" y="5697416"/>
              <a:ext cx="0" cy="351692"/>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sp>
          <p:nvSpPr>
            <p:cNvPr id="71" name="TextBox 70">
              <a:extLst>
                <a:ext uri="{FF2B5EF4-FFF2-40B4-BE49-F238E27FC236}">
                  <a16:creationId xmlns:a16="http://schemas.microsoft.com/office/drawing/2014/main" id="{2D7DAB48-909C-46C4-DFB8-80291EEB69C9}"/>
                </a:ext>
              </a:extLst>
            </p:cNvPr>
            <p:cNvSpPr txBox="1"/>
            <p:nvPr/>
          </p:nvSpPr>
          <p:spPr>
            <a:xfrm>
              <a:off x="7337433" y="5371504"/>
              <a:ext cx="705642" cy="369332"/>
            </a:xfrm>
            <a:prstGeom prst="rect">
              <a:avLst/>
            </a:prstGeom>
            <a:noFill/>
          </p:spPr>
          <p:txBody>
            <a:bodyPr wrap="none" rtlCol="0">
              <a:spAutoFit/>
            </a:bodyPr>
            <a:lstStyle/>
            <a:p>
              <a:r>
                <a:rPr lang="en-US" dirty="0">
                  <a:latin typeface="Consolas" panose="020B0609020204030204" pitchFamily="49" charset="0"/>
                </a:rPr>
                <a:t>pay</a:t>
              </a:r>
              <a:r>
                <a:rPr lang="en-US" dirty="0"/>
                <a:t>()</a:t>
              </a:r>
            </a:p>
          </p:txBody>
        </p:sp>
      </p:grpSp>
      <p:grpSp>
        <p:nvGrpSpPr>
          <p:cNvPr id="2" name="Group 1">
            <a:extLst>
              <a:ext uri="{FF2B5EF4-FFF2-40B4-BE49-F238E27FC236}">
                <a16:creationId xmlns:a16="http://schemas.microsoft.com/office/drawing/2014/main" id="{24C98D14-4AE0-2649-5B39-F52145E0D6B5}"/>
              </a:ext>
            </a:extLst>
          </p:cNvPr>
          <p:cNvGrpSpPr/>
          <p:nvPr/>
        </p:nvGrpSpPr>
        <p:grpSpPr>
          <a:xfrm>
            <a:off x="46968" y="687728"/>
            <a:ext cx="5562036" cy="5361380"/>
            <a:chOff x="5998796" y="687728"/>
            <a:chExt cx="5562036" cy="5361380"/>
          </a:xfrm>
        </p:grpSpPr>
        <p:sp>
          <p:nvSpPr>
            <p:cNvPr id="4" name="Rectangle 3">
              <a:extLst>
                <a:ext uri="{FF2B5EF4-FFF2-40B4-BE49-F238E27FC236}">
                  <a16:creationId xmlns:a16="http://schemas.microsoft.com/office/drawing/2014/main" id="{4DF30FD8-CDAF-6908-2041-775CA06A8C0F}"/>
                </a:ext>
              </a:extLst>
            </p:cNvPr>
            <p:cNvSpPr/>
            <p:nvPr/>
          </p:nvSpPr>
          <p:spPr>
            <a:xfrm>
              <a:off x="6293743" y="696278"/>
              <a:ext cx="4972133" cy="5001138"/>
            </a:xfrm>
            <a:prstGeom prst="rect">
              <a:avLst/>
            </a:prstGeom>
            <a:solidFill>
              <a:srgbClr val="FFB3B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atin typeface="Consolas" panose="020B0609020204030204" pitchFamily="49" charset="0"/>
                </a:rPr>
                <a:t>hget</a:t>
              </a:r>
              <a:endParaRPr lang="en-US" dirty="0"/>
            </a:p>
          </p:txBody>
        </p:sp>
        <p:grpSp>
          <p:nvGrpSpPr>
            <p:cNvPr id="5" name="Group 4">
              <a:extLst>
                <a:ext uri="{FF2B5EF4-FFF2-40B4-BE49-F238E27FC236}">
                  <a16:creationId xmlns:a16="http://schemas.microsoft.com/office/drawing/2014/main" id="{FF51ADBA-99E1-1757-9662-D750FE1E970E}"/>
                </a:ext>
              </a:extLst>
            </p:cNvPr>
            <p:cNvGrpSpPr/>
            <p:nvPr/>
          </p:nvGrpSpPr>
          <p:grpSpPr>
            <a:xfrm>
              <a:off x="6392789" y="1254368"/>
              <a:ext cx="4892814" cy="3697333"/>
              <a:chOff x="6087995" y="1477107"/>
              <a:chExt cx="4892814" cy="3697333"/>
            </a:xfrm>
          </p:grpSpPr>
          <p:grpSp>
            <p:nvGrpSpPr>
              <p:cNvPr id="16" name="Group 15">
                <a:extLst>
                  <a:ext uri="{FF2B5EF4-FFF2-40B4-BE49-F238E27FC236}">
                    <a16:creationId xmlns:a16="http://schemas.microsoft.com/office/drawing/2014/main" id="{7C6DCC4B-64DD-CA49-616A-EE952F386DFF}"/>
                  </a:ext>
                </a:extLst>
              </p:cNvPr>
              <p:cNvGrpSpPr/>
              <p:nvPr/>
            </p:nvGrpSpPr>
            <p:grpSpPr>
              <a:xfrm>
                <a:off x="6087995" y="1477107"/>
                <a:ext cx="4892814" cy="3371772"/>
                <a:chOff x="6087995" y="1477107"/>
                <a:chExt cx="4892814" cy="3371772"/>
              </a:xfrm>
            </p:grpSpPr>
            <p:sp>
              <p:nvSpPr>
                <p:cNvPr id="18" name="Rectangle 17">
                  <a:extLst>
                    <a:ext uri="{FF2B5EF4-FFF2-40B4-BE49-F238E27FC236}">
                      <a16:creationId xmlns:a16="http://schemas.microsoft.com/office/drawing/2014/main" id="{AD2EF6FB-066E-9021-2716-A126EA7D0C65}"/>
                    </a:ext>
                  </a:extLst>
                </p:cNvPr>
                <p:cNvSpPr/>
                <p:nvPr/>
              </p:nvSpPr>
              <p:spPr>
                <a:xfrm>
                  <a:off x="6553200" y="1477107"/>
                  <a:ext cx="3962400" cy="334107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atin typeface="Consolas" panose="020B0609020204030204" pitchFamily="49" charset="0"/>
                    </a:rPr>
                    <a:t>hget</a:t>
                  </a:r>
                  <a:endParaRPr lang="en-US" dirty="0"/>
                </a:p>
              </p:txBody>
            </p:sp>
            <p:sp>
              <p:nvSpPr>
                <p:cNvPr id="19" name="Rectangle 18">
                  <a:extLst>
                    <a:ext uri="{FF2B5EF4-FFF2-40B4-BE49-F238E27FC236}">
                      <a16:creationId xmlns:a16="http://schemas.microsoft.com/office/drawing/2014/main" id="{8B744518-2D70-3855-F7F2-C9E4678C997C}"/>
                    </a:ext>
                  </a:extLst>
                </p:cNvPr>
                <p:cNvSpPr/>
                <p:nvPr/>
              </p:nvSpPr>
              <p:spPr>
                <a:xfrm>
                  <a:off x="6087995" y="1507802"/>
                  <a:ext cx="4892814" cy="523220"/>
                </a:xfrm>
                <a:prstGeom prst="rect">
                  <a:avLst/>
                </a:prstGeom>
                <a:noFill/>
              </p:spPr>
              <p:txBody>
                <a:bodyPr wrap="none" lIns="91440" tIns="45720" rIns="91440" bIns="45720">
                  <a:spAutoFit/>
                </a:bodyPr>
                <a:lstStyle/>
                <a:p>
                  <a:pPr algn="ctr"/>
                  <a:r>
                    <a:rPr lang="en-US" sz="2800" dirty="0" err="1">
                      <a:ln w="0"/>
                      <a:effectLst>
                        <a:outerShdw blurRad="38100" dist="19050" dir="2700000" algn="tl" rotWithShape="0">
                          <a:schemeClr val="dk1">
                            <a:alpha val="40000"/>
                          </a:schemeClr>
                        </a:outerShdw>
                      </a:effectLst>
                    </a:rPr>
                    <a:t>FraudDetectionDecorator</a:t>
                  </a:r>
                  <a:r>
                    <a:rPr lang="en-US" sz="2800" b="0" cap="none" spc="0" dirty="0">
                      <a:ln w="0"/>
                      <a:solidFill>
                        <a:schemeClr val="tx1"/>
                      </a:solidFill>
                      <a:effectLst>
                        <a:outerShdw blurRad="38100" dist="19050" dir="2700000" algn="tl" rotWithShape="0">
                          <a:schemeClr val="dk1">
                            <a:alpha val="40000"/>
                          </a:schemeClr>
                        </a:outerShdw>
                      </a:effectLst>
                    </a:rPr>
                    <a:t> object</a:t>
                  </a:r>
                </a:p>
              </p:txBody>
            </p:sp>
            <p:sp>
              <p:nvSpPr>
                <p:cNvPr id="20" name="Rectangle 19">
                  <a:extLst>
                    <a:ext uri="{FF2B5EF4-FFF2-40B4-BE49-F238E27FC236}">
                      <a16:creationId xmlns:a16="http://schemas.microsoft.com/office/drawing/2014/main" id="{548E9523-3C76-ED37-BCBE-F4A7A306477B}"/>
                    </a:ext>
                  </a:extLst>
                </p:cNvPr>
                <p:cNvSpPr/>
                <p:nvPr/>
              </p:nvSpPr>
              <p:spPr>
                <a:xfrm>
                  <a:off x="7772399" y="4624754"/>
                  <a:ext cx="457200" cy="19343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009A07CA-441A-0CA5-9761-4A08FCEAF359}"/>
                    </a:ext>
                  </a:extLst>
                </p:cNvPr>
                <p:cNvSpPr txBox="1"/>
                <p:nvPr/>
              </p:nvSpPr>
              <p:spPr>
                <a:xfrm>
                  <a:off x="7026778" y="4479547"/>
                  <a:ext cx="705642" cy="369332"/>
                </a:xfrm>
                <a:prstGeom prst="rect">
                  <a:avLst/>
                </a:prstGeom>
                <a:noFill/>
              </p:spPr>
              <p:txBody>
                <a:bodyPr wrap="none" rtlCol="0">
                  <a:spAutoFit/>
                </a:bodyPr>
                <a:lstStyle/>
                <a:p>
                  <a:r>
                    <a:rPr lang="en-US" dirty="0">
                      <a:latin typeface="Consolas" panose="020B0609020204030204" pitchFamily="49" charset="0"/>
                    </a:rPr>
                    <a:t>pay</a:t>
                  </a:r>
                  <a:r>
                    <a:rPr lang="en-US" dirty="0"/>
                    <a:t>()</a:t>
                  </a:r>
                </a:p>
              </p:txBody>
            </p:sp>
            <p:sp>
              <p:nvSpPr>
                <p:cNvPr id="28" name="TextBox 27">
                  <a:extLst>
                    <a:ext uri="{FF2B5EF4-FFF2-40B4-BE49-F238E27FC236}">
                      <a16:creationId xmlns:a16="http://schemas.microsoft.com/office/drawing/2014/main" id="{AA4CB576-8F70-1CB1-8E33-43A3D5C9D9D0}"/>
                    </a:ext>
                  </a:extLst>
                </p:cNvPr>
                <p:cNvSpPr txBox="1"/>
                <p:nvPr/>
              </p:nvSpPr>
              <p:spPr>
                <a:xfrm>
                  <a:off x="7141629" y="3932448"/>
                  <a:ext cx="1718740" cy="369332"/>
                </a:xfrm>
                <a:prstGeom prst="rect">
                  <a:avLst/>
                </a:prstGeom>
                <a:solidFill>
                  <a:schemeClr val="tx1">
                    <a:lumMod val="10000"/>
                    <a:lumOff val="90000"/>
                  </a:schemeClr>
                </a:solidFill>
              </p:spPr>
              <p:txBody>
                <a:bodyPr wrap="none" rtlCol="0">
                  <a:spAutoFit/>
                </a:bodyPr>
                <a:lstStyle/>
                <a:p>
                  <a:r>
                    <a:rPr lang="en-US" dirty="0" err="1">
                      <a:latin typeface="Consolas" panose="020B0609020204030204" pitchFamily="49" charset="0"/>
                    </a:rPr>
                    <a:t>detectFraud</a:t>
                  </a:r>
                  <a:r>
                    <a:rPr lang="en-US" dirty="0"/>
                    <a:t>()</a:t>
                  </a:r>
                </a:p>
              </p:txBody>
            </p:sp>
            <p:cxnSp>
              <p:nvCxnSpPr>
                <p:cNvPr id="30" name="Straight Arrow Connector 29">
                  <a:extLst>
                    <a:ext uri="{FF2B5EF4-FFF2-40B4-BE49-F238E27FC236}">
                      <a16:creationId xmlns:a16="http://schemas.microsoft.com/office/drawing/2014/main" id="{EEE94653-E984-66D2-2033-CFE6E8E31A65}"/>
                    </a:ext>
                  </a:extLst>
                </p:cNvPr>
                <p:cNvCxnSpPr>
                  <a:cxnSpLocks/>
                  <a:stCxn id="20" idx="0"/>
                  <a:endCxn id="28" idx="2"/>
                </p:cNvCxnSpPr>
                <p:nvPr/>
              </p:nvCxnSpPr>
              <p:spPr>
                <a:xfrm flipV="1">
                  <a:off x="8000999" y="4301780"/>
                  <a:ext cx="0" cy="322974"/>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cxnSp>
              <p:nvCxnSpPr>
                <p:cNvPr id="32" name="Straight Arrow Connector 31">
                  <a:extLst>
                    <a:ext uri="{FF2B5EF4-FFF2-40B4-BE49-F238E27FC236}">
                      <a16:creationId xmlns:a16="http://schemas.microsoft.com/office/drawing/2014/main" id="{5845490D-470F-F265-55CB-F61705214046}"/>
                    </a:ext>
                  </a:extLst>
                </p:cNvPr>
                <p:cNvCxnSpPr>
                  <a:cxnSpLocks/>
                  <a:stCxn id="28" idx="0"/>
                  <a:endCxn id="14" idx="2"/>
                </p:cNvCxnSpPr>
                <p:nvPr/>
              </p:nvCxnSpPr>
              <p:spPr>
                <a:xfrm flipV="1">
                  <a:off x="8000999" y="3613637"/>
                  <a:ext cx="0" cy="318811"/>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grpSp>
          <p:cxnSp>
            <p:nvCxnSpPr>
              <p:cNvPr id="17" name="Straight Arrow Connector 16">
                <a:extLst>
                  <a:ext uri="{FF2B5EF4-FFF2-40B4-BE49-F238E27FC236}">
                    <a16:creationId xmlns:a16="http://schemas.microsoft.com/office/drawing/2014/main" id="{25748477-C562-05EC-B5D8-FB9059F0C6AB}"/>
                  </a:ext>
                </a:extLst>
              </p:cNvPr>
              <p:cNvCxnSpPr/>
              <p:nvPr/>
            </p:nvCxnSpPr>
            <p:spPr>
              <a:xfrm flipH="1" flipV="1">
                <a:off x="7993346" y="4818184"/>
                <a:ext cx="1" cy="356256"/>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grpSp>
        <p:grpSp>
          <p:nvGrpSpPr>
            <p:cNvPr id="6" name="Group 5">
              <a:extLst>
                <a:ext uri="{FF2B5EF4-FFF2-40B4-BE49-F238E27FC236}">
                  <a16:creationId xmlns:a16="http://schemas.microsoft.com/office/drawing/2014/main" id="{5A6ADFC6-E81E-4890-5D3D-984AF73F3506}"/>
                </a:ext>
              </a:extLst>
            </p:cNvPr>
            <p:cNvGrpSpPr/>
            <p:nvPr/>
          </p:nvGrpSpPr>
          <p:grpSpPr>
            <a:xfrm>
              <a:off x="7637578" y="1817076"/>
              <a:ext cx="2403231" cy="1590263"/>
              <a:chOff x="7332784" y="2039815"/>
              <a:chExt cx="2403231" cy="1590263"/>
            </a:xfrm>
          </p:grpSpPr>
          <p:sp>
            <p:nvSpPr>
              <p:cNvPr id="13" name="Rectangle 12">
                <a:extLst>
                  <a:ext uri="{FF2B5EF4-FFF2-40B4-BE49-F238E27FC236}">
                    <a16:creationId xmlns:a16="http://schemas.microsoft.com/office/drawing/2014/main" id="{D4050B22-46CC-425A-3E1B-3743DFD8803B}"/>
                  </a:ext>
                </a:extLst>
              </p:cNvPr>
              <p:cNvSpPr/>
              <p:nvPr/>
            </p:nvSpPr>
            <p:spPr>
              <a:xfrm>
                <a:off x="7332784" y="2039815"/>
                <a:ext cx="2403231" cy="1582615"/>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2400" dirty="0" err="1">
                    <a:ln w="0"/>
                    <a:solidFill>
                      <a:schemeClr val="tx1"/>
                    </a:solidFill>
                    <a:effectLst>
                      <a:outerShdw blurRad="38100" dist="19050" dir="2700000" algn="tl" rotWithShape="0">
                        <a:schemeClr val="dk1">
                          <a:alpha val="40000"/>
                        </a:schemeClr>
                      </a:outerShdw>
                    </a:effectLst>
                  </a:rPr>
                  <a:t>PaypalProcessor</a:t>
                </a:r>
                <a:r>
                  <a:rPr lang="en-US" sz="2400" dirty="0">
                    <a:ln w="0"/>
                    <a:solidFill>
                      <a:schemeClr val="tx1"/>
                    </a:solidFill>
                    <a:effectLst>
                      <a:outerShdw blurRad="38100" dist="19050" dir="2700000" algn="tl" rotWithShape="0">
                        <a:schemeClr val="dk1">
                          <a:alpha val="40000"/>
                        </a:schemeClr>
                      </a:outerShdw>
                    </a:effectLst>
                  </a:rPr>
                  <a:t> object</a:t>
                </a:r>
                <a:endParaRPr lang="en-US" sz="2400" dirty="0"/>
              </a:p>
            </p:txBody>
          </p:sp>
          <p:sp>
            <p:nvSpPr>
              <p:cNvPr id="14" name="Rectangle 13">
                <a:extLst>
                  <a:ext uri="{FF2B5EF4-FFF2-40B4-BE49-F238E27FC236}">
                    <a16:creationId xmlns:a16="http://schemas.microsoft.com/office/drawing/2014/main" id="{E78FA45B-8B25-0098-5899-4052B1A19853}"/>
                  </a:ext>
                </a:extLst>
              </p:cNvPr>
              <p:cNvSpPr/>
              <p:nvPr/>
            </p:nvSpPr>
            <p:spPr>
              <a:xfrm>
                <a:off x="7772399" y="3420207"/>
                <a:ext cx="457200" cy="19343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576E514E-3B7E-3E21-2CC6-4DD855FA8BCF}"/>
                  </a:ext>
                </a:extLst>
              </p:cNvPr>
              <p:cNvSpPr txBox="1"/>
              <p:nvPr/>
            </p:nvSpPr>
            <p:spPr>
              <a:xfrm>
                <a:off x="8285018" y="3260746"/>
                <a:ext cx="705642" cy="369332"/>
              </a:xfrm>
              <a:prstGeom prst="rect">
                <a:avLst/>
              </a:prstGeom>
              <a:noFill/>
            </p:spPr>
            <p:txBody>
              <a:bodyPr wrap="none" rtlCol="0">
                <a:spAutoFit/>
              </a:bodyPr>
              <a:lstStyle/>
              <a:p>
                <a:r>
                  <a:rPr lang="en-US" dirty="0">
                    <a:latin typeface="Consolas" panose="020B0609020204030204" pitchFamily="49" charset="0"/>
                  </a:rPr>
                  <a:t>pay</a:t>
                </a:r>
                <a:r>
                  <a:rPr lang="en-US" dirty="0"/>
                  <a:t>()</a:t>
                </a:r>
              </a:p>
            </p:txBody>
          </p:sp>
        </p:grpSp>
        <p:sp>
          <p:nvSpPr>
            <p:cNvPr id="7" name="Rectangle 6">
              <a:extLst>
                <a:ext uri="{FF2B5EF4-FFF2-40B4-BE49-F238E27FC236}">
                  <a16:creationId xmlns:a16="http://schemas.microsoft.com/office/drawing/2014/main" id="{33644BE2-A66F-1EE1-C333-D30FA9F1DB18}"/>
                </a:ext>
              </a:extLst>
            </p:cNvPr>
            <p:cNvSpPr/>
            <p:nvPr/>
          </p:nvSpPr>
          <p:spPr>
            <a:xfrm>
              <a:off x="5998796" y="687728"/>
              <a:ext cx="5562036" cy="523220"/>
            </a:xfrm>
            <a:prstGeom prst="rect">
              <a:avLst/>
            </a:prstGeom>
            <a:noFill/>
          </p:spPr>
          <p:txBody>
            <a:bodyPr wrap="none" lIns="91440" tIns="45720" rIns="91440" bIns="45720">
              <a:spAutoFit/>
            </a:bodyPr>
            <a:lstStyle/>
            <a:p>
              <a:pPr algn="ctr"/>
              <a:r>
                <a:rPr lang="en-US" sz="2800" dirty="0" err="1">
                  <a:ln w="0"/>
                  <a:effectLst>
                    <a:outerShdw blurRad="38100" dist="19050" dir="2700000" algn="tl" rotWithShape="0">
                      <a:schemeClr val="dk1">
                        <a:alpha val="40000"/>
                      </a:schemeClr>
                    </a:outerShdw>
                  </a:effectLst>
                </a:rPr>
                <a:t>CurrencyConversionDecorator</a:t>
              </a:r>
              <a:r>
                <a:rPr lang="en-US" sz="2800" b="0" cap="none" spc="0" dirty="0">
                  <a:ln w="0"/>
                  <a:solidFill>
                    <a:schemeClr val="tx1"/>
                  </a:solidFill>
                  <a:effectLst>
                    <a:outerShdw blurRad="38100" dist="19050" dir="2700000" algn="tl" rotWithShape="0">
                      <a:schemeClr val="dk1">
                        <a:alpha val="40000"/>
                      </a:schemeClr>
                    </a:outerShdw>
                  </a:effectLst>
                </a:rPr>
                <a:t> object</a:t>
              </a:r>
            </a:p>
          </p:txBody>
        </p:sp>
        <p:sp>
          <p:nvSpPr>
            <p:cNvPr id="8" name="TextBox 7">
              <a:extLst>
                <a:ext uri="{FF2B5EF4-FFF2-40B4-BE49-F238E27FC236}">
                  <a16:creationId xmlns:a16="http://schemas.microsoft.com/office/drawing/2014/main" id="{5146DF49-14E6-887E-12D5-6C6F804ED0C7}"/>
                </a:ext>
              </a:extLst>
            </p:cNvPr>
            <p:cNvSpPr txBox="1"/>
            <p:nvPr/>
          </p:nvSpPr>
          <p:spPr>
            <a:xfrm>
              <a:off x="7699697" y="4950979"/>
              <a:ext cx="1212191" cy="369332"/>
            </a:xfrm>
            <a:prstGeom prst="rect">
              <a:avLst/>
            </a:prstGeom>
            <a:solidFill>
              <a:schemeClr val="tx1">
                <a:lumMod val="10000"/>
                <a:lumOff val="90000"/>
              </a:schemeClr>
            </a:solidFill>
          </p:spPr>
          <p:txBody>
            <a:bodyPr wrap="none" rtlCol="0">
              <a:spAutoFit/>
            </a:bodyPr>
            <a:lstStyle/>
            <a:p>
              <a:r>
                <a:rPr lang="en-US" dirty="0">
                  <a:latin typeface="Consolas" panose="020B0609020204030204" pitchFamily="49" charset="0"/>
                </a:rPr>
                <a:t>convert</a:t>
              </a:r>
              <a:r>
                <a:rPr lang="en-US" dirty="0"/>
                <a:t>()</a:t>
              </a:r>
            </a:p>
          </p:txBody>
        </p:sp>
        <p:sp>
          <p:nvSpPr>
            <p:cNvPr id="9" name="Rectangle 8">
              <a:extLst>
                <a:ext uri="{FF2B5EF4-FFF2-40B4-BE49-F238E27FC236}">
                  <a16:creationId xmlns:a16="http://schemas.microsoft.com/office/drawing/2014/main" id="{536419FC-B2B0-4045-A572-9E12A66ED703}"/>
                </a:ext>
              </a:extLst>
            </p:cNvPr>
            <p:cNvSpPr/>
            <p:nvPr/>
          </p:nvSpPr>
          <p:spPr>
            <a:xfrm>
              <a:off x="8084106" y="5503986"/>
              <a:ext cx="457200" cy="19343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3BDA20AD-C1DB-CF2F-2175-AAE33FCCCFC0}"/>
                </a:ext>
              </a:extLst>
            </p:cNvPr>
            <p:cNvCxnSpPr>
              <a:cxnSpLocks/>
              <a:stCxn id="9" idx="0"/>
              <a:endCxn id="8" idx="2"/>
            </p:cNvCxnSpPr>
            <p:nvPr/>
          </p:nvCxnSpPr>
          <p:spPr>
            <a:xfrm flipH="1" flipV="1">
              <a:off x="8305793" y="5320311"/>
              <a:ext cx="6913" cy="183675"/>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cxnSp>
          <p:nvCxnSpPr>
            <p:cNvPr id="11" name="Straight Arrow Connector 10">
              <a:extLst>
                <a:ext uri="{FF2B5EF4-FFF2-40B4-BE49-F238E27FC236}">
                  <a16:creationId xmlns:a16="http://schemas.microsoft.com/office/drawing/2014/main" id="{F7AEFFEE-2CC3-C811-A9E3-6FD93616A198}"/>
                </a:ext>
              </a:extLst>
            </p:cNvPr>
            <p:cNvCxnSpPr>
              <a:cxnSpLocks/>
            </p:cNvCxnSpPr>
            <p:nvPr/>
          </p:nvCxnSpPr>
          <p:spPr>
            <a:xfrm flipV="1">
              <a:off x="8315718" y="5697416"/>
              <a:ext cx="0" cy="351692"/>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sp>
          <p:nvSpPr>
            <p:cNvPr id="12" name="TextBox 11">
              <a:extLst>
                <a:ext uri="{FF2B5EF4-FFF2-40B4-BE49-F238E27FC236}">
                  <a16:creationId xmlns:a16="http://schemas.microsoft.com/office/drawing/2014/main" id="{4B77EA67-9D18-1018-7085-903596862A5B}"/>
                </a:ext>
              </a:extLst>
            </p:cNvPr>
            <p:cNvSpPr txBox="1"/>
            <p:nvPr/>
          </p:nvSpPr>
          <p:spPr>
            <a:xfrm>
              <a:off x="7337433" y="5371504"/>
              <a:ext cx="705642" cy="369332"/>
            </a:xfrm>
            <a:prstGeom prst="rect">
              <a:avLst/>
            </a:prstGeom>
            <a:noFill/>
          </p:spPr>
          <p:txBody>
            <a:bodyPr wrap="none" rtlCol="0">
              <a:spAutoFit/>
            </a:bodyPr>
            <a:lstStyle/>
            <a:p>
              <a:r>
                <a:rPr lang="en-US" dirty="0">
                  <a:latin typeface="Consolas" panose="020B0609020204030204" pitchFamily="49" charset="0"/>
                </a:rPr>
                <a:t>pay</a:t>
              </a:r>
              <a:r>
                <a:rPr lang="en-US" dirty="0"/>
                <a:t>()</a:t>
              </a:r>
            </a:p>
          </p:txBody>
        </p:sp>
      </p:grpSp>
      <p:grpSp>
        <p:nvGrpSpPr>
          <p:cNvPr id="21" name="Group 20">
            <a:extLst>
              <a:ext uri="{FF2B5EF4-FFF2-40B4-BE49-F238E27FC236}">
                <a16:creationId xmlns:a16="http://schemas.microsoft.com/office/drawing/2014/main" id="{5A92B337-9A51-7DDA-4FB7-8479F434A6F0}"/>
              </a:ext>
            </a:extLst>
          </p:cNvPr>
          <p:cNvGrpSpPr/>
          <p:nvPr/>
        </p:nvGrpSpPr>
        <p:grpSpPr>
          <a:xfrm>
            <a:off x="7767898" y="1897006"/>
            <a:ext cx="2483228" cy="1135138"/>
            <a:chOff x="7097010" y="2039815"/>
            <a:chExt cx="3688834" cy="1593279"/>
          </a:xfrm>
        </p:grpSpPr>
        <p:sp>
          <p:nvSpPr>
            <p:cNvPr id="22" name="Rectangle 21">
              <a:extLst>
                <a:ext uri="{FF2B5EF4-FFF2-40B4-BE49-F238E27FC236}">
                  <a16:creationId xmlns:a16="http://schemas.microsoft.com/office/drawing/2014/main" id="{30E13742-BF18-4621-6278-0F0FB7A56D13}"/>
                </a:ext>
              </a:extLst>
            </p:cNvPr>
            <p:cNvSpPr/>
            <p:nvPr/>
          </p:nvSpPr>
          <p:spPr>
            <a:xfrm>
              <a:off x="7097010" y="2039815"/>
              <a:ext cx="3182816" cy="1582615"/>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err="1">
                  <a:ln w="0"/>
                  <a:solidFill>
                    <a:schemeClr val="tx1"/>
                  </a:solidFill>
                  <a:effectLst>
                    <a:outerShdw blurRad="38100" dist="19050" dir="2700000" algn="tl" rotWithShape="0">
                      <a:schemeClr val="dk1">
                        <a:alpha val="40000"/>
                      </a:schemeClr>
                    </a:outerShdw>
                  </a:effectLst>
                </a:rPr>
                <a:t>StripeProcessor</a:t>
              </a:r>
              <a:r>
                <a:rPr lang="en-US" dirty="0">
                  <a:ln w="0"/>
                  <a:solidFill>
                    <a:schemeClr val="tx1"/>
                  </a:solidFill>
                  <a:effectLst>
                    <a:outerShdw blurRad="38100" dist="19050" dir="2700000" algn="tl" rotWithShape="0">
                      <a:schemeClr val="dk1">
                        <a:alpha val="40000"/>
                      </a:schemeClr>
                    </a:outerShdw>
                  </a:effectLst>
                </a:rPr>
                <a:t> object</a:t>
              </a:r>
              <a:endParaRPr lang="en-US" dirty="0"/>
            </a:p>
          </p:txBody>
        </p:sp>
        <p:sp>
          <p:nvSpPr>
            <p:cNvPr id="23" name="Rectangle 22">
              <a:extLst>
                <a:ext uri="{FF2B5EF4-FFF2-40B4-BE49-F238E27FC236}">
                  <a16:creationId xmlns:a16="http://schemas.microsoft.com/office/drawing/2014/main" id="{7F926F37-5E80-2E9B-41F3-6D84D4C98087}"/>
                </a:ext>
              </a:extLst>
            </p:cNvPr>
            <p:cNvSpPr/>
            <p:nvPr/>
          </p:nvSpPr>
          <p:spPr>
            <a:xfrm>
              <a:off x="7566738" y="3420205"/>
              <a:ext cx="662862" cy="202224"/>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25" name="TextBox 24">
              <a:extLst>
                <a:ext uri="{FF2B5EF4-FFF2-40B4-BE49-F238E27FC236}">
                  <a16:creationId xmlns:a16="http://schemas.microsoft.com/office/drawing/2014/main" id="{CD83F2D2-AD1A-94C5-4C95-75FE2AB4C13E}"/>
                </a:ext>
              </a:extLst>
            </p:cNvPr>
            <p:cNvSpPr txBox="1"/>
            <p:nvPr/>
          </p:nvSpPr>
          <p:spPr>
            <a:xfrm>
              <a:off x="8210738" y="3201098"/>
              <a:ext cx="2575106" cy="431996"/>
            </a:xfrm>
            <a:prstGeom prst="rect">
              <a:avLst/>
            </a:prstGeom>
            <a:noFill/>
          </p:spPr>
          <p:txBody>
            <a:bodyPr wrap="square" rtlCol="0">
              <a:spAutoFit/>
            </a:bodyPr>
            <a:lstStyle/>
            <a:p>
              <a:r>
                <a:rPr lang="en-US" sz="1400" dirty="0" err="1">
                  <a:latin typeface="Consolas" panose="020B0609020204030204" pitchFamily="49" charset="0"/>
                </a:rPr>
                <a:t>makePayment</a:t>
              </a:r>
              <a:r>
                <a:rPr lang="en-US" sz="1400" dirty="0"/>
                <a:t>()</a:t>
              </a:r>
            </a:p>
          </p:txBody>
        </p:sp>
      </p:grpSp>
      <p:cxnSp>
        <p:nvCxnSpPr>
          <p:cNvPr id="26" name="Straight Arrow Connector 25">
            <a:extLst>
              <a:ext uri="{FF2B5EF4-FFF2-40B4-BE49-F238E27FC236}">
                <a16:creationId xmlns:a16="http://schemas.microsoft.com/office/drawing/2014/main" id="{2C85EB03-115F-CAD0-1F4B-C6CCD35FA5CF}"/>
              </a:ext>
            </a:extLst>
          </p:cNvPr>
          <p:cNvCxnSpPr>
            <a:cxnSpLocks/>
            <a:stCxn id="57" idx="0"/>
            <a:endCxn id="23" idx="2"/>
          </p:cNvCxnSpPr>
          <p:nvPr/>
        </p:nvCxnSpPr>
        <p:spPr>
          <a:xfrm flipV="1">
            <a:off x="8305793" y="3024545"/>
            <a:ext cx="1425" cy="172923"/>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grpSp>
        <p:nvGrpSpPr>
          <p:cNvPr id="34" name="Group 33">
            <a:extLst>
              <a:ext uri="{FF2B5EF4-FFF2-40B4-BE49-F238E27FC236}">
                <a16:creationId xmlns:a16="http://schemas.microsoft.com/office/drawing/2014/main" id="{FBDD6103-0844-D0CE-0C1F-47F88D4F8551}"/>
              </a:ext>
            </a:extLst>
          </p:cNvPr>
          <p:cNvGrpSpPr/>
          <p:nvPr/>
        </p:nvGrpSpPr>
        <p:grpSpPr>
          <a:xfrm>
            <a:off x="9434113" y="2608384"/>
            <a:ext cx="2357698" cy="1394457"/>
            <a:chOff x="9434113" y="2608384"/>
            <a:chExt cx="2357698" cy="1394457"/>
          </a:xfrm>
        </p:grpSpPr>
        <p:sp>
          <p:nvSpPr>
            <p:cNvPr id="27" name="Rectangle 26">
              <a:extLst>
                <a:ext uri="{FF2B5EF4-FFF2-40B4-BE49-F238E27FC236}">
                  <a16:creationId xmlns:a16="http://schemas.microsoft.com/office/drawing/2014/main" id="{EEBFF26F-8F93-882B-75E8-B678007A31D8}"/>
                </a:ext>
              </a:extLst>
            </p:cNvPr>
            <p:cNvSpPr/>
            <p:nvPr/>
          </p:nvSpPr>
          <p:spPr>
            <a:xfrm>
              <a:off x="9434113" y="3479621"/>
              <a:ext cx="2357698" cy="523220"/>
            </a:xfrm>
            <a:prstGeom prst="rect">
              <a:avLst/>
            </a:prstGeom>
            <a:noFill/>
          </p:spPr>
          <p:txBody>
            <a:bodyPr wrap="none" lIns="91440" tIns="45720" rIns="91440" bIns="45720">
              <a:spAutoFit/>
            </a:bodyPr>
            <a:lstStyle/>
            <a:p>
              <a:pPr algn="ctr"/>
              <a:r>
                <a:rPr lang="en-US" sz="2800" dirty="0">
                  <a:ln w="0"/>
                  <a:effectLst>
                    <a:outerShdw blurRad="38100" dist="19050" dir="2700000" algn="tl" rotWithShape="0">
                      <a:schemeClr val="dk1">
                        <a:alpha val="40000"/>
                      </a:schemeClr>
                    </a:outerShdw>
                  </a:effectLst>
                </a:rPr>
                <a:t>Adapter</a:t>
              </a:r>
              <a:r>
                <a:rPr lang="en-US" sz="2800" b="0" cap="none" spc="0" dirty="0">
                  <a:ln w="0"/>
                  <a:solidFill>
                    <a:schemeClr val="tx1"/>
                  </a:solidFill>
                  <a:effectLst>
                    <a:outerShdw blurRad="38100" dist="19050" dir="2700000" algn="tl" rotWithShape="0">
                      <a:schemeClr val="dk1">
                        <a:alpha val="40000"/>
                      </a:schemeClr>
                    </a:outerShdw>
                  </a:effectLst>
                </a:rPr>
                <a:t> object</a:t>
              </a:r>
            </a:p>
          </p:txBody>
        </p:sp>
        <p:cxnSp>
          <p:nvCxnSpPr>
            <p:cNvPr id="31" name="Curved Connector 30">
              <a:extLst>
                <a:ext uri="{FF2B5EF4-FFF2-40B4-BE49-F238E27FC236}">
                  <a16:creationId xmlns:a16="http://schemas.microsoft.com/office/drawing/2014/main" id="{CDDF5D07-EA23-768D-DB46-F115C3F61A8B}"/>
                </a:ext>
              </a:extLst>
            </p:cNvPr>
            <p:cNvCxnSpPr>
              <a:cxnSpLocks/>
              <a:endCxn id="56" idx="3"/>
            </p:cNvCxnSpPr>
            <p:nvPr/>
          </p:nvCxnSpPr>
          <p:spPr>
            <a:xfrm rot="16200000" flipV="1">
              <a:off x="9916579" y="2732615"/>
              <a:ext cx="820615" cy="572154"/>
            </a:xfrm>
            <a:prstGeom prst="curvedConnector2">
              <a:avLst/>
            </a:prstGeom>
            <a:ln w="28575">
              <a:tailEnd type="triangle"/>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17060499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0885BFFC-C24C-763C-BC32-77F308FEA5D3}"/>
              </a:ext>
            </a:extLst>
          </p:cNvPr>
          <p:cNvSpPr>
            <a:spLocks noGrp="1"/>
          </p:cNvSpPr>
          <p:nvPr>
            <p:ph idx="1"/>
          </p:nvPr>
        </p:nvSpPr>
        <p:spPr/>
        <p:txBody>
          <a:bodyPr>
            <a:normAutofit fontScale="92500" lnSpcReduction="10000"/>
          </a:bodyPr>
          <a:lstStyle/>
          <a:p>
            <a:r>
              <a:rPr lang="en-US" dirty="0"/>
              <a:t>Although decorators can have similar implementations as proxies, decorators have a different purpose. </a:t>
            </a:r>
            <a:r>
              <a:rPr lang="en-US" b="1" dirty="0"/>
              <a:t>A decorator adds one or more responsibilities to an object, whereas a proxy controls access to an object.</a:t>
            </a:r>
          </a:p>
          <a:p>
            <a:r>
              <a:rPr lang="en-US" b="1" dirty="0"/>
              <a:t>Proxies vary in the degree to which they are implemented like a decorator. </a:t>
            </a:r>
            <a:r>
              <a:rPr lang="en-US" dirty="0"/>
              <a:t>A protection proxy might be implemented exactly like a decorator. On the other hand</a:t>
            </a:r>
            <a:r>
              <a:rPr lang="en-US" b="1" dirty="0"/>
              <a:t>, a remote proxy will not contain a direct reference to its real subject but only an indirect reference</a:t>
            </a:r>
            <a:r>
              <a:rPr lang="en-US" dirty="0"/>
              <a:t>, such as "host ID and local address on host." A virtual proxy will start off with an indirect reference such as a file name but will eventually obtain and use a direct reference.</a:t>
            </a:r>
          </a:p>
          <a:p>
            <a:endParaRPr lang="en-US" dirty="0"/>
          </a:p>
        </p:txBody>
      </p:sp>
      <p:sp>
        <p:nvSpPr>
          <p:cNvPr id="5" name="Title 4">
            <a:extLst>
              <a:ext uri="{FF2B5EF4-FFF2-40B4-BE49-F238E27FC236}">
                <a16:creationId xmlns:a16="http://schemas.microsoft.com/office/drawing/2014/main" id="{CE8D3D94-723C-6CC7-1561-9DB18E95C6AA}"/>
              </a:ext>
            </a:extLst>
          </p:cNvPr>
          <p:cNvSpPr>
            <a:spLocks noGrp="1"/>
          </p:cNvSpPr>
          <p:nvPr>
            <p:ph type="title"/>
          </p:nvPr>
        </p:nvSpPr>
        <p:spPr/>
        <p:txBody>
          <a:bodyPr/>
          <a:lstStyle/>
          <a:p>
            <a:r>
              <a:rPr lang="en-US" dirty="0"/>
              <a:t>Isn’t this a proxy?? [Revisit next module]</a:t>
            </a:r>
          </a:p>
        </p:txBody>
      </p:sp>
      <p:sp>
        <p:nvSpPr>
          <p:cNvPr id="9" name="TextBox 8">
            <a:extLst>
              <a:ext uri="{FF2B5EF4-FFF2-40B4-BE49-F238E27FC236}">
                <a16:creationId xmlns:a16="http://schemas.microsoft.com/office/drawing/2014/main" id="{B88EC6F6-F192-22A0-0549-CDB098D447E1}"/>
              </a:ext>
            </a:extLst>
          </p:cNvPr>
          <p:cNvSpPr txBox="1"/>
          <p:nvPr/>
        </p:nvSpPr>
        <p:spPr>
          <a:xfrm>
            <a:off x="7737230" y="621192"/>
            <a:ext cx="4360985" cy="307777"/>
          </a:xfrm>
          <a:prstGeom prst="rect">
            <a:avLst/>
          </a:prstGeom>
          <a:noFill/>
        </p:spPr>
        <p:txBody>
          <a:bodyPr wrap="square">
            <a:spAutoFit/>
          </a:bodyPr>
          <a:lstStyle/>
          <a:p>
            <a:r>
              <a:rPr lang="en-US" sz="1400" dirty="0"/>
              <a:t>https://www.cs.unc.edu/~stotts/GOF/hires/pat4gfso.htm</a:t>
            </a:r>
          </a:p>
        </p:txBody>
      </p:sp>
    </p:spTree>
    <p:extLst>
      <p:ext uri="{BB962C8B-B14F-4D97-AF65-F5344CB8AC3E}">
        <p14:creationId xmlns:p14="http://schemas.microsoft.com/office/powerpoint/2010/main" val="192445296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4D2D980-85D8-2D04-09AC-29A1D17EC52A}"/>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962F66A9-E2C5-65CF-D512-B4FA60BD3CC0}"/>
              </a:ext>
            </a:extLst>
          </p:cNvPr>
          <p:cNvSpPr>
            <a:spLocks noGrp="1"/>
          </p:cNvSpPr>
          <p:nvPr>
            <p:ph idx="1"/>
          </p:nvPr>
        </p:nvSpPr>
        <p:spPr/>
        <p:txBody>
          <a:bodyPr/>
          <a:lstStyle/>
          <a:p>
            <a:r>
              <a:rPr lang="en-US" dirty="0"/>
              <a:t>interface </a:t>
            </a:r>
            <a:r>
              <a:rPr lang="en-US" dirty="0" err="1"/>
              <a:t>PaymentProcessor</a:t>
            </a:r>
            <a:r>
              <a:rPr lang="en-US" dirty="0"/>
              <a:t> </a:t>
            </a:r>
            <a:br>
              <a:rPr lang="en-US" dirty="0"/>
            </a:br>
            <a:r>
              <a:rPr lang="en-US" dirty="0"/>
              <a:t>{    </a:t>
            </a:r>
            <a:br>
              <a:rPr lang="en-US" dirty="0"/>
            </a:br>
            <a:r>
              <a:rPr lang="en-US" dirty="0"/>
              <a:t>	void pay(double amount);</a:t>
            </a:r>
            <a:br>
              <a:rPr lang="en-US" dirty="0"/>
            </a:br>
            <a:r>
              <a:rPr lang="en-US" dirty="0"/>
              <a:t>}</a:t>
            </a:r>
            <a:br>
              <a:rPr lang="en-US" dirty="0"/>
            </a:br>
            <a:endParaRPr lang="en-US" dirty="0"/>
          </a:p>
          <a:p>
            <a:r>
              <a:rPr lang="en-US" dirty="0"/>
              <a:t>class </a:t>
            </a:r>
            <a:r>
              <a:rPr lang="en-US" dirty="0" err="1"/>
              <a:t>PaypalProcessor</a:t>
            </a:r>
            <a:r>
              <a:rPr lang="en-US" dirty="0"/>
              <a:t> implements </a:t>
            </a:r>
            <a:r>
              <a:rPr lang="en-US" dirty="0" err="1"/>
              <a:t>PaymentProcessor</a:t>
            </a:r>
            <a:r>
              <a:rPr lang="en-US" dirty="0"/>
              <a:t> {</a:t>
            </a:r>
          </a:p>
          <a:p>
            <a:r>
              <a:rPr lang="en-US" dirty="0"/>
              <a:t>	void pay (double amount) {</a:t>
            </a:r>
          </a:p>
          <a:p>
            <a:r>
              <a:rPr lang="en-US" dirty="0"/>
              <a:t>		// </a:t>
            </a:r>
            <a:r>
              <a:rPr lang="en-US" dirty="0" err="1"/>
              <a:t>paypal</a:t>
            </a:r>
            <a:r>
              <a:rPr lang="en-US" dirty="0"/>
              <a:t> functionality</a:t>
            </a:r>
          </a:p>
          <a:p>
            <a:r>
              <a:rPr lang="en-US" dirty="0"/>
              <a:t>	} </a:t>
            </a:r>
          </a:p>
          <a:p>
            <a:r>
              <a:rPr lang="en-US" dirty="0"/>
              <a:t>}</a:t>
            </a:r>
          </a:p>
          <a:p>
            <a:endParaRPr lang="en-US" dirty="0"/>
          </a:p>
          <a:p>
            <a:r>
              <a:rPr lang="en-US" dirty="0"/>
              <a:t>class </a:t>
            </a:r>
            <a:r>
              <a:rPr lang="en-US" dirty="0" err="1"/>
              <a:t>FraudDetectingPaypalProcessor</a:t>
            </a:r>
            <a:r>
              <a:rPr lang="en-US" dirty="0"/>
              <a:t> extends </a:t>
            </a:r>
            <a:r>
              <a:rPr lang="en-US" dirty="0" err="1"/>
              <a:t>PaypalProcessor</a:t>
            </a:r>
            <a:r>
              <a:rPr lang="en-US" dirty="0"/>
              <a:t> {</a:t>
            </a:r>
          </a:p>
          <a:p>
            <a:r>
              <a:rPr lang="en-US" dirty="0"/>
              <a:t>	void </a:t>
            </a:r>
            <a:r>
              <a:rPr lang="en-US" dirty="0" err="1"/>
              <a:t>detectFraud</a:t>
            </a:r>
            <a:r>
              <a:rPr lang="en-US" dirty="0"/>
              <a:t>() { … }</a:t>
            </a:r>
          </a:p>
          <a:p>
            <a:r>
              <a:rPr lang="en-US" dirty="0"/>
              <a:t>	void pay (double amount) {</a:t>
            </a:r>
          </a:p>
          <a:p>
            <a:r>
              <a:rPr lang="en-US" dirty="0"/>
              <a:t>		</a:t>
            </a:r>
            <a:r>
              <a:rPr lang="en-US" dirty="0" err="1"/>
              <a:t>detectFraud</a:t>
            </a:r>
            <a:r>
              <a:rPr lang="en-US" dirty="0"/>
              <a:t>();</a:t>
            </a:r>
          </a:p>
          <a:p>
            <a:r>
              <a:rPr lang="en-US" dirty="0"/>
              <a:t>		</a:t>
            </a:r>
            <a:r>
              <a:rPr lang="en-US" dirty="0" err="1"/>
              <a:t>super.pay</a:t>
            </a:r>
            <a:r>
              <a:rPr lang="en-US" dirty="0"/>
              <a:t>(amount);</a:t>
            </a:r>
          </a:p>
          <a:p>
            <a:r>
              <a:rPr lang="en-US" dirty="0"/>
              <a:t>	}</a:t>
            </a:r>
          </a:p>
          <a:p>
            <a:r>
              <a:rPr lang="en-US" dirty="0"/>
              <a:t>}</a:t>
            </a:r>
          </a:p>
          <a:p>
            <a:endParaRPr lang="en-US" dirty="0"/>
          </a:p>
        </p:txBody>
      </p:sp>
      <p:sp>
        <p:nvSpPr>
          <p:cNvPr id="4" name="Title 3">
            <a:extLst>
              <a:ext uri="{FF2B5EF4-FFF2-40B4-BE49-F238E27FC236}">
                <a16:creationId xmlns:a16="http://schemas.microsoft.com/office/drawing/2014/main" id="{A2A4ED14-2366-8495-3C46-EE77D22C98B5}"/>
              </a:ext>
            </a:extLst>
          </p:cNvPr>
          <p:cNvSpPr>
            <a:spLocks noGrp="1"/>
          </p:cNvSpPr>
          <p:nvPr>
            <p:ph type="title"/>
          </p:nvPr>
        </p:nvSpPr>
        <p:spPr/>
        <p:txBody>
          <a:bodyPr/>
          <a:lstStyle/>
          <a:p>
            <a:r>
              <a:rPr lang="en-US" dirty="0"/>
              <a:t>Non-ideal alternate implementations: subclass?</a:t>
            </a:r>
          </a:p>
        </p:txBody>
      </p:sp>
      <p:sp>
        <p:nvSpPr>
          <p:cNvPr id="6" name="Content Placeholder 5">
            <a:extLst>
              <a:ext uri="{FF2B5EF4-FFF2-40B4-BE49-F238E27FC236}">
                <a16:creationId xmlns:a16="http://schemas.microsoft.com/office/drawing/2014/main" id="{315E0546-B4FA-B20A-8599-A279C351B625}"/>
              </a:ext>
            </a:extLst>
          </p:cNvPr>
          <p:cNvSpPr>
            <a:spLocks noGrp="1"/>
          </p:cNvSpPr>
          <p:nvPr>
            <p:ph idx="13"/>
          </p:nvPr>
        </p:nvSpPr>
        <p:spPr/>
        <p:txBody>
          <a:bodyPr/>
          <a:lstStyle/>
          <a:p>
            <a:r>
              <a:rPr lang="en-US" dirty="0"/>
              <a:t>Create subclass that first detects fraud and then pays</a:t>
            </a:r>
          </a:p>
          <a:p>
            <a:r>
              <a:rPr lang="en-US" b="1" i="1" dirty="0"/>
              <a:t>Problems?</a:t>
            </a:r>
          </a:p>
          <a:p>
            <a:endParaRPr lang="en-US" dirty="0"/>
          </a:p>
        </p:txBody>
      </p:sp>
      <p:sp>
        <p:nvSpPr>
          <p:cNvPr id="2" name="Rectangle 1">
            <a:extLst>
              <a:ext uri="{FF2B5EF4-FFF2-40B4-BE49-F238E27FC236}">
                <a16:creationId xmlns:a16="http://schemas.microsoft.com/office/drawing/2014/main" id="{E211E946-F47F-2E3E-4186-3F719BEEF991}"/>
              </a:ext>
            </a:extLst>
          </p:cNvPr>
          <p:cNvSpPr/>
          <p:nvPr/>
        </p:nvSpPr>
        <p:spPr>
          <a:xfrm>
            <a:off x="6096000" y="3563814"/>
            <a:ext cx="5633412" cy="2356369"/>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Tree>
    <p:extLst>
      <p:ext uri="{BB962C8B-B14F-4D97-AF65-F5344CB8AC3E}">
        <p14:creationId xmlns:p14="http://schemas.microsoft.com/office/powerpoint/2010/main" val="3983394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2"/>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Lst>
  </p:timing>
</p:sld>
</file>

<file path=ppt/slides/slide7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3A8DB17-DBDD-B941-AFE7-3E4BF3BF6083}"/>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2D59322A-680A-EC43-8EAE-0F689683CA51}"/>
              </a:ext>
            </a:extLst>
          </p:cNvPr>
          <p:cNvSpPr>
            <a:spLocks noGrp="1"/>
          </p:cNvSpPr>
          <p:nvPr>
            <p:ph idx="1"/>
          </p:nvPr>
        </p:nvSpPr>
        <p:spPr/>
        <p:txBody>
          <a:bodyPr/>
          <a:lstStyle/>
          <a:p>
            <a:r>
              <a:rPr lang="en-US" dirty="0"/>
              <a:t>interface </a:t>
            </a:r>
            <a:r>
              <a:rPr lang="en-US" dirty="0" err="1"/>
              <a:t>PaymentProcessor</a:t>
            </a:r>
            <a:r>
              <a:rPr lang="en-US" dirty="0"/>
              <a:t> </a:t>
            </a:r>
            <a:br>
              <a:rPr lang="en-US" dirty="0"/>
            </a:br>
            <a:r>
              <a:rPr lang="en-US" dirty="0"/>
              <a:t>{    </a:t>
            </a:r>
            <a:br>
              <a:rPr lang="en-US" dirty="0"/>
            </a:br>
            <a:r>
              <a:rPr lang="en-US" dirty="0"/>
              <a:t>	void pay(double amount);</a:t>
            </a:r>
            <a:br>
              <a:rPr lang="en-US" dirty="0"/>
            </a:br>
            <a:r>
              <a:rPr lang="en-US" dirty="0"/>
              <a:t>}</a:t>
            </a:r>
            <a:br>
              <a:rPr lang="en-US" dirty="0"/>
            </a:br>
            <a:endParaRPr lang="en-US" dirty="0"/>
          </a:p>
          <a:p>
            <a:r>
              <a:rPr lang="en-US" dirty="0"/>
              <a:t>class </a:t>
            </a:r>
            <a:r>
              <a:rPr lang="en-US" dirty="0" err="1"/>
              <a:t>PaypalProcessor</a:t>
            </a:r>
            <a:r>
              <a:rPr lang="en-US" dirty="0"/>
              <a:t> implements </a:t>
            </a:r>
            <a:r>
              <a:rPr lang="en-US" dirty="0" err="1"/>
              <a:t>PaymentProcessor</a:t>
            </a:r>
            <a:r>
              <a:rPr lang="en-US" dirty="0"/>
              <a:t> {</a:t>
            </a:r>
          </a:p>
          <a:p>
            <a:r>
              <a:rPr lang="en-US" dirty="0"/>
              <a:t>	void pay (double amount) {</a:t>
            </a:r>
          </a:p>
          <a:p>
            <a:r>
              <a:rPr lang="en-US" dirty="0"/>
              <a:t>		// </a:t>
            </a:r>
            <a:r>
              <a:rPr lang="en-US" dirty="0" err="1"/>
              <a:t>paypal</a:t>
            </a:r>
            <a:r>
              <a:rPr lang="en-US" dirty="0"/>
              <a:t> functionality</a:t>
            </a:r>
          </a:p>
          <a:p>
            <a:r>
              <a:rPr lang="en-US" dirty="0"/>
              <a:t>	} </a:t>
            </a:r>
          </a:p>
          <a:p>
            <a:r>
              <a:rPr lang="en-US" dirty="0"/>
              <a:t>}</a:t>
            </a:r>
          </a:p>
          <a:p>
            <a:endParaRPr lang="en-US" dirty="0"/>
          </a:p>
          <a:p>
            <a:r>
              <a:rPr lang="en-US" dirty="0"/>
              <a:t>class </a:t>
            </a:r>
            <a:r>
              <a:rPr lang="en-US" dirty="0" err="1"/>
              <a:t>FraudDetectingPaypalProcessor</a:t>
            </a:r>
            <a:r>
              <a:rPr lang="en-US" dirty="0"/>
              <a:t> extends </a:t>
            </a:r>
            <a:r>
              <a:rPr lang="en-US" dirty="0" err="1"/>
              <a:t>PaypalProcessor</a:t>
            </a:r>
            <a:r>
              <a:rPr lang="en-US" dirty="0"/>
              <a:t> {</a:t>
            </a:r>
          </a:p>
          <a:p>
            <a:r>
              <a:rPr lang="en-US" dirty="0"/>
              <a:t>	void </a:t>
            </a:r>
            <a:r>
              <a:rPr lang="en-US" dirty="0" err="1"/>
              <a:t>detectFraud</a:t>
            </a:r>
            <a:r>
              <a:rPr lang="en-US" dirty="0"/>
              <a:t>() { … }</a:t>
            </a:r>
          </a:p>
          <a:p>
            <a:r>
              <a:rPr lang="en-US" dirty="0"/>
              <a:t>	void pay (double amount) {</a:t>
            </a:r>
          </a:p>
          <a:p>
            <a:r>
              <a:rPr lang="en-US" dirty="0"/>
              <a:t>		</a:t>
            </a:r>
            <a:r>
              <a:rPr lang="en-US" dirty="0" err="1"/>
              <a:t>detectFraud</a:t>
            </a:r>
            <a:r>
              <a:rPr lang="en-US" dirty="0"/>
              <a:t>();</a:t>
            </a:r>
          </a:p>
          <a:p>
            <a:r>
              <a:rPr lang="en-US" dirty="0"/>
              <a:t>		</a:t>
            </a:r>
            <a:r>
              <a:rPr lang="en-US" dirty="0" err="1"/>
              <a:t>super.pay</a:t>
            </a:r>
            <a:r>
              <a:rPr lang="en-US" dirty="0"/>
              <a:t>(amount);</a:t>
            </a:r>
          </a:p>
          <a:p>
            <a:r>
              <a:rPr lang="en-US" dirty="0"/>
              <a:t>	}</a:t>
            </a:r>
          </a:p>
          <a:p>
            <a:r>
              <a:rPr lang="en-US" dirty="0"/>
              <a:t>}</a:t>
            </a:r>
          </a:p>
          <a:p>
            <a:endParaRPr lang="en-US" dirty="0"/>
          </a:p>
        </p:txBody>
      </p:sp>
      <p:sp>
        <p:nvSpPr>
          <p:cNvPr id="4" name="Title 3">
            <a:extLst>
              <a:ext uri="{FF2B5EF4-FFF2-40B4-BE49-F238E27FC236}">
                <a16:creationId xmlns:a16="http://schemas.microsoft.com/office/drawing/2014/main" id="{C9E12F88-A3BD-C9B1-B61D-DAF80104D366}"/>
              </a:ext>
            </a:extLst>
          </p:cNvPr>
          <p:cNvSpPr>
            <a:spLocks noGrp="1"/>
          </p:cNvSpPr>
          <p:nvPr>
            <p:ph type="title"/>
          </p:nvPr>
        </p:nvSpPr>
        <p:spPr/>
        <p:txBody>
          <a:bodyPr/>
          <a:lstStyle/>
          <a:p>
            <a:r>
              <a:rPr lang="en-US" dirty="0"/>
              <a:t>Problem 1: breaks SRP</a:t>
            </a:r>
          </a:p>
        </p:txBody>
      </p:sp>
      <p:sp>
        <p:nvSpPr>
          <p:cNvPr id="6" name="Content Placeholder 5">
            <a:extLst>
              <a:ext uri="{FF2B5EF4-FFF2-40B4-BE49-F238E27FC236}">
                <a16:creationId xmlns:a16="http://schemas.microsoft.com/office/drawing/2014/main" id="{629FE0F6-5371-CF55-12DC-2AB7BC4ADB45}"/>
              </a:ext>
            </a:extLst>
          </p:cNvPr>
          <p:cNvSpPr>
            <a:spLocks noGrp="1"/>
          </p:cNvSpPr>
          <p:nvPr>
            <p:ph idx="13"/>
          </p:nvPr>
        </p:nvSpPr>
        <p:spPr/>
        <p:txBody>
          <a:bodyPr/>
          <a:lstStyle/>
          <a:p>
            <a:r>
              <a:rPr lang="en-US" dirty="0"/>
              <a:t>Single Responsibility Principle – </a:t>
            </a:r>
            <a:r>
              <a:rPr lang="en-US" dirty="0" err="1"/>
              <a:t>FraudDetectingPaypalProcessor</a:t>
            </a:r>
            <a:r>
              <a:rPr lang="en-US" dirty="0"/>
              <a:t> does two things</a:t>
            </a:r>
          </a:p>
          <a:p>
            <a:pPr lvl="1"/>
            <a:r>
              <a:rPr lang="en-US" dirty="0"/>
              <a:t>Detects frauds</a:t>
            </a:r>
          </a:p>
          <a:p>
            <a:pPr lvl="1"/>
            <a:r>
              <a:rPr lang="en-US" dirty="0"/>
              <a:t>Does </a:t>
            </a:r>
            <a:r>
              <a:rPr lang="en-US" dirty="0" err="1"/>
              <a:t>Paypal</a:t>
            </a:r>
            <a:r>
              <a:rPr lang="en-US" dirty="0"/>
              <a:t> payments</a:t>
            </a:r>
          </a:p>
          <a:p>
            <a:r>
              <a:rPr lang="en-US" dirty="0"/>
              <a:t>Breaks single-responsibility-principle</a:t>
            </a:r>
          </a:p>
          <a:p>
            <a:endParaRPr lang="en-US" dirty="0"/>
          </a:p>
        </p:txBody>
      </p:sp>
      <p:sp>
        <p:nvSpPr>
          <p:cNvPr id="2" name="Rectangle 1">
            <a:extLst>
              <a:ext uri="{FF2B5EF4-FFF2-40B4-BE49-F238E27FC236}">
                <a16:creationId xmlns:a16="http://schemas.microsoft.com/office/drawing/2014/main" id="{EA0CBE79-E97F-E38C-EAFB-7C7689E8AA5C}"/>
              </a:ext>
            </a:extLst>
          </p:cNvPr>
          <p:cNvSpPr/>
          <p:nvPr/>
        </p:nvSpPr>
        <p:spPr>
          <a:xfrm>
            <a:off x="6096000" y="3563814"/>
            <a:ext cx="5633412" cy="2356369"/>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Tree>
    <p:extLst>
      <p:ext uri="{BB962C8B-B14F-4D97-AF65-F5344CB8AC3E}">
        <p14:creationId xmlns:p14="http://schemas.microsoft.com/office/powerpoint/2010/main" val="78151077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DD79BC3-129E-01B7-093F-6229386BA30B}"/>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96A7C02A-A164-243E-5E83-9579C35B0DF1}"/>
              </a:ext>
            </a:extLst>
          </p:cNvPr>
          <p:cNvSpPr>
            <a:spLocks noGrp="1"/>
          </p:cNvSpPr>
          <p:nvPr>
            <p:ph idx="1"/>
          </p:nvPr>
        </p:nvSpPr>
        <p:spPr/>
        <p:txBody>
          <a:bodyPr/>
          <a:lstStyle/>
          <a:p>
            <a:r>
              <a:rPr lang="en-US" dirty="0"/>
              <a:t>interface </a:t>
            </a:r>
            <a:r>
              <a:rPr lang="en-US" dirty="0" err="1"/>
              <a:t>PaymentProcessor</a:t>
            </a:r>
            <a:r>
              <a:rPr lang="en-US" dirty="0"/>
              <a:t> { }</a:t>
            </a:r>
            <a:br>
              <a:rPr lang="en-US" dirty="0"/>
            </a:br>
            <a:endParaRPr lang="en-US" dirty="0"/>
          </a:p>
          <a:p>
            <a:r>
              <a:rPr lang="en-US" dirty="0"/>
              <a:t>class </a:t>
            </a:r>
            <a:r>
              <a:rPr lang="en-US" dirty="0" err="1"/>
              <a:t>PaypalProcessor</a:t>
            </a:r>
            <a:r>
              <a:rPr lang="en-US" dirty="0"/>
              <a:t> implements </a:t>
            </a:r>
            <a:r>
              <a:rPr lang="en-US" dirty="0" err="1"/>
              <a:t>PaymentProcessor</a:t>
            </a:r>
            <a:r>
              <a:rPr lang="en-US" dirty="0"/>
              <a:t> {}</a:t>
            </a:r>
          </a:p>
          <a:p>
            <a:endParaRPr lang="en-US" dirty="0"/>
          </a:p>
          <a:p>
            <a:r>
              <a:rPr lang="en-US" dirty="0"/>
              <a:t>class </a:t>
            </a:r>
            <a:r>
              <a:rPr lang="en-US" dirty="0" err="1"/>
              <a:t>FraudDetectingPaypalProcessor</a:t>
            </a:r>
            <a:r>
              <a:rPr lang="en-US" dirty="0"/>
              <a:t> extends </a:t>
            </a:r>
            <a:r>
              <a:rPr lang="en-US" dirty="0" err="1"/>
              <a:t>PaypalProcessor</a:t>
            </a:r>
            <a:r>
              <a:rPr lang="en-US" dirty="0"/>
              <a:t> {}</a:t>
            </a:r>
          </a:p>
          <a:p>
            <a:endParaRPr lang="en-US" dirty="0"/>
          </a:p>
          <a:p>
            <a:r>
              <a:rPr lang="en-US" dirty="0"/>
              <a:t>class </a:t>
            </a:r>
            <a:r>
              <a:rPr lang="en-US" dirty="0" err="1"/>
              <a:t>BitcoinProcessor</a:t>
            </a:r>
            <a:r>
              <a:rPr lang="en-US" dirty="0"/>
              <a:t> implements </a:t>
            </a:r>
            <a:r>
              <a:rPr lang="en-US" dirty="0" err="1"/>
              <a:t>PaymentProcessor</a:t>
            </a:r>
            <a:r>
              <a:rPr lang="en-US" dirty="0"/>
              <a:t> {}</a:t>
            </a:r>
          </a:p>
          <a:p>
            <a:endParaRPr lang="en-US" dirty="0"/>
          </a:p>
          <a:p>
            <a:r>
              <a:rPr lang="en-US" dirty="0"/>
              <a:t>class </a:t>
            </a:r>
            <a:r>
              <a:rPr lang="en-US" dirty="0" err="1"/>
              <a:t>FraudDetectingBitcoinProcessor</a:t>
            </a:r>
            <a:r>
              <a:rPr lang="en-US" dirty="0"/>
              <a:t> extends </a:t>
            </a:r>
            <a:r>
              <a:rPr lang="en-US" dirty="0" err="1"/>
              <a:t>BitcoinProcessor</a:t>
            </a:r>
            <a:r>
              <a:rPr lang="en-US" dirty="0"/>
              <a:t> {}</a:t>
            </a:r>
          </a:p>
          <a:p>
            <a:endParaRPr lang="en-US" dirty="0"/>
          </a:p>
          <a:p>
            <a:r>
              <a:rPr lang="en-US" dirty="0"/>
              <a:t>class </a:t>
            </a:r>
            <a:r>
              <a:rPr lang="en-US" dirty="0" err="1"/>
              <a:t>AnotherProcessor</a:t>
            </a:r>
            <a:r>
              <a:rPr lang="en-US" dirty="0"/>
              <a:t> implements </a:t>
            </a:r>
            <a:r>
              <a:rPr lang="en-US" dirty="0" err="1"/>
              <a:t>PaymentProcessor</a:t>
            </a:r>
            <a:r>
              <a:rPr lang="en-US" dirty="0"/>
              <a:t>() {}</a:t>
            </a:r>
          </a:p>
          <a:p>
            <a:endParaRPr lang="en-US" dirty="0"/>
          </a:p>
          <a:p>
            <a:r>
              <a:rPr lang="en-US" dirty="0"/>
              <a:t>class </a:t>
            </a:r>
            <a:r>
              <a:rPr lang="en-US" dirty="0" err="1"/>
              <a:t>FraudDetectingAnotherProcessor</a:t>
            </a:r>
            <a:r>
              <a:rPr lang="en-US" dirty="0"/>
              <a:t> extends </a:t>
            </a:r>
            <a:r>
              <a:rPr lang="en-US" dirty="0" err="1"/>
              <a:t>AnotherProcessor</a:t>
            </a:r>
            <a:r>
              <a:rPr lang="en-US" dirty="0"/>
              <a:t> { }</a:t>
            </a:r>
          </a:p>
          <a:p>
            <a:endParaRPr lang="en-US" dirty="0"/>
          </a:p>
        </p:txBody>
      </p:sp>
      <p:sp>
        <p:nvSpPr>
          <p:cNvPr id="4" name="Title 3">
            <a:extLst>
              <a:ext uri="{FF2B5EF4-FFF2-40B4-BE49-F238E27FC236}">
                <a16:creationId xmlns:a16="http://schemas.microsoft.com/office/drawing/2014/main" id="{0620C0B1-845E-B4F1-A2B2-91F559B28D31}"/>
              </a:ext>
            </a:extLst>
          </p:cNvPr>
          <p:cNvSpPr>
            <a:spLocks noGrp="1"/>
          </p:cNvSpPr>
          <p:nvPr>
            <p:ph type="title"/>
          </p:nvPr>
        </p:nvSpPr>
        <p:spPr/>
        <p:txBody>
          <a:bodyPr/>
          <a:lstStyle/>
          <a:p>
            <a:r>
              <a:rPr lang="en-US" dirty="0"/>
              <a:t>Problem 2: class explosion</a:t>
            </a:r>
          </a:p>
        </p:txBody>
      </p:sp>
      <p:sp>
        <p:nvSpPr>
          <p:cNvPr id="6" name="Content Placeholder 5">
            <a:extLst>
              <a:ext uri="{FF2B5EF4-FFF2-40B4-BE49-F238E27FC236}">
                <a16:creationId xmlns:a16="http://schemas.microsoft.com/office/drawing/2014/main" id="{C58E9250-FF3A-FE28-193E-FA2D6A4C563C}"/>
              </a:ext>
            </a:extLst>
          </p:cNvPr>
          <p:cNvSpPr>
            <a:spLocks noGrp="1"/>
          </p:cNvSpPr>
          <p:nvPr>
            <p:ph idx="13"/>
          </p:nvPr>
        </p:nvSpPr>
        <p:spPr/>
        <p:txBody>
          <a:bodyPr>
            <a:normAutofit fontScale="85000" lnSpcReduction="20000"/>
          </a:bodyPr>
          <a:lstStyle/>
          <a:p>
            <a:r>
              <a:rPr lang="en-US" dirty="0"/>
              <a:t>What if we had </a:t>
            </a:r>
            <a:r>
              <a:rPr lang="en-US" dirty="0" err="1"/>
              <a:t>BitcoinPaymentProcessor</a:t>
            </a:r>
            <a:r>
              <a:rPr lang="en-US" dirty="0"/>
              <a:t>?</a:t>
            </a:r>
          </a:p>
          <a:p>
            <a:r>
              <a:rPr lang="en-US" dirty="0"/>
              <a:t>And then had </a:t>
            </a:r>
            <a:r>
              <a:rPr lang="en-US" dirty="0" err="1"/>
              <a:t>FraudDetectingBitcoinPaymentProcessor</a:t>
            </a:r>
            <a:endParaRPr lang="en-US" dirty="0"/>
          </a:p>
          <a:p>
            <a:r>
              <a:rPr lang="en-US" dirty="0"/>
              <a:t>For each payment processor needs one fraud detecting class</a:t>
            </a:r>
          </a:p>
          <a:p>
            <a:r>
              <a:rPr lang="en-US" dirty="0"/>
              <a:t>What if you want to add another functionality in addition to fraud detection? </a:t>
            </a:r>
          </a:p>
          <a:p>
            <a:pPr lvl="1"/>
            <a:r>
              <a:rPr lang="en-US" dirty="0"/>
              <a:t>Results in class explosion</a:t>
            </a:r>
          </a:p>
          <a:p>
            <a:endParaRPr lang="en-US" dirty="0"/>
          </a:p>
        </p:txBody>
      </p:sp>
      <p:sp>
        <p:nvSpPr>
          <p:cNvPr id="3" name="Rectangle 2">
            <a:extLst>
              <a:ext uri="{FF2B5EF4-FFF2-40B4-BE49-F238E27FC236}">
                <a16:creationId xmlns:a16="http://schemas.microsoft.com/office/drawing/2014/main" id="{CC02536B-4B77-5542-5A6A-1058990DA929}"/>
              </a:ext>
            </a:extLst>
          </p:cNvPr>
          <p:cNvSpPr/>
          <p:nvPr/>
        </p:nvSpPr>
        <p:spPr>
          <a:xfrm>
            <a:off x="6176512" y="2661138"/>
            <a:ext cx="5633412" cy="3059724"/>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Tree>
    <p:extLst>
      <p:ext uri="{BB962C8B-B14F-4D97-AF65-F5344CB8AC3E}">
        <p14:creationId xmlns:p14="http://schemas.microsoft.com/office/powerpoint/2010/main" val="4158876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4EA6CA-C502-B215-28D4-8E3A90D7E54A}"/>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75431413-B358-7B96-2DA1-15D1735A4CAC}"/>
              </a:ext>
            </a:extLst>
          </p:cNvPr>
          <p:cNvSpPr>
            <a:spLocks noGrp="1"/>
          </p:cNvSpPr>
          <p:nvPr>
            <p:ph idx="1"/>
          </p:nvPr>
        </p:nvSpPr>
        <p:spPr/>
        <p:txBody>
          <a:bodyPr>
            <a:normAutofit/>
          </a:bodyPr>
          <a:lstStyle/>
          <a:p>
            <a:r>
              <a:rPr lang="en-US" dirty="0"/>
              <a:t>Decorators also make it easy to add a functionality twice</a:t>
            </a:r>
          </a:p>
          <a:p>
            <a:pPr lvl="1"/>
            <a:r>
              <a:rPr lang="en-US" dirty="0"/>
              <a:t>How would you perform fraud detection twice?</a:t>
            </a:r>
          </a:p>
          <a:p>
            <a:r>
              <a:rPr lang="en-US" dirty="0"/>
              <a:t>Avoids feature-laden classes high up in the hierarchy</a:t>
            </a:r>
          </a:p>
          <a:p>
            <a:r>
              <a:rPr lang="en-US" dirty="0"/>
              <a:t>Provides a pay-as-you-go approach</a:t>
            </a:r>
          </a:p>
          <a:p>
            <a:r>
              <a:rPr lang="en-US" dirty="0"/>
              <a:t>Disadvantage – can be hard to learn and debug a system which uses many decorators</a:t>
            </a:r>
          </a:p>
        </p:txBody>
      </p:sp>
      <p:sp>
        <p:nvSpPr>
          <p:cNvPr id="4" name="Title 3">
            <a:extLst>
              <a:ext uri="{FF2B5EF4-FFF2-40B4-BE49-F238E27FC236}">
                <a16:creationId xmlns:a16="http://schemas.microsoft.com/office/drawing/2014/main" id="{2AE9C358-89FE-591A-034F-50EC0800EC17}"/>
              </a:ext>
            </a:extLst>
          </p:cNvPr>
          <p:cNvSpPr>
            <a:spLocks noGrp="1"/>
          </p:cNvSpPr>
          <p:nvPr>
            <p:ph type="title"/>
          </p:nvPr>
        </p:nvSpPr>
        <p:spPr/>
        <p:txBody>
          <a:bodyPr/>
          <a:lstStyle/>
          <a:p>
            <a:r>
              <a:rPr lang="en-US" dirty="0"/>
              <a:t>Characteristics</a:t>
            </a:r>
          </a:p>
        </p:txBody>
      </p:sp>
    </p:spTree>
    <p:extLst>
      <p:ext uri="{BB962C8B-B14F-4D97-AF65-F5344CB8AC3E}">
        <p14:creationId xmlns:p14="http://schemas.microsoft.com/office/powerpoint/2010/main" val="63134780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B0E132-E183-4AB1-3851-8B1C35E29751}"/>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D87160A-AB66-9D2F-7B9B-47D908FB5DB7}"/>
              </a:ext>
            </a:extLst>
          </p:cNvPr>
          <p:cNvSpPr>
            <a:spLocks noGrp="1"/>
          </p:cNvSpPr>
          <p:nvPr>
            <p:ph idx="1"/>
          </p:nvPr>
        </p:nvSpPr>
        <p:spPr>
          <a:xfrm>
            <a:off x="240570" y="785004"/>
            <a:ext cx="3896544" cy="5218981"/>
          </a:xfrm>
          <a:ln>
            <a:solidFill>
              <a:schemeClr val="tx1"/>
            </a:solidFill>
          </a:ln>
        </p:spPr>
        <p:txBody>
          <a:bodyPr>
            <a:normAutofit/>
          </a:bodyPr>
          <a:lstStyle/>
          <a:p>
            <a:pPr marL="0" indent="0" algn="ctr">
              <a:buNone/>
            </a:pPr>
            <a:r>
              <a:rPr lang="en-US" b="1" u="sng" dirty="0"/>
              <a:t>Creational patterns </a:t>
            </a:r>
          </a:p>
          <a:p>
            <a:r>
              <a:rPr lang="en-US" dirty="0"/>
              <a:t>Control how objects are created</a:t>
            </a:r>
          </a:p>
          <a:p>
            <a:r>
              <a:rPr lang="en-US" dirty="0" err="1"/>
              <a:t>E.g</a:t>
            </a:r>
            <a:r>
              <a:rPr lang="en-US" dirty="0"/>
              <a:t>, Factory, Singleton</a:t>
            </a:r>
          </a:p>
          <a:p>
            <a:pPr marL="230187" lvl="1" indent="0">
              <a:buNone/>
            </a:pPr>
            <a:endParaRPr lang="en-US" dirty="0"/>
          </a:p>
        </p:txBody>
      </p:sp>
      <p:sp>
        <p:nvSpPr>
          <p:cNvPr id="4" name="Title 3">
            <a:extLst>
              <a:ext uri="{FF2B5EF4-FFF2-40B4-BE49-F238E27FC236}">
                <a16:creationId xmlns:a16="http://schemas.microsoft.com/office/drawing/2014/main" id="{FCC28DC0-B66C-4BFC-19E2-FA826BF3F934}"/>
              </a:ext>
            </a:extLst>
          </p:cNvPr>
          <p:cNvSpPr>
            <a:spLocks noGrp="1"/>
          </p:cNvSpPr>
          <p:nvPr>
            <p:ph type="title"/>
          </p:nvPr>
        </p:nvSpPr>
        <p:spPr/>
        <p:txBody>
          <a:bodyPr/>
          <a:lstStyle/>
          <a:p>
            <a:r>
              <a:rPr lang="en-US" dirty="0"/>
              <a:t>Design pattern classification</a:t>
            </a:r>
          </a:p>
        </p:txBody>
      </p:sp>
      <p:sp>
        <p:nvSpPr>
          <p:cNvPr id="3" name="Content Placeholder 4">
            <a:extLst>
              <a:ext uri="{FF2B5EF4-FFF2-40B4-BE49-F238E27FC236}">
                <a16:creationId xmlns:a16="http://schemas.microsoft.com/office/drawing/2014/main" id="{69B69905-0BA9-C9BB-395C-E3C9D78CA726}"/>
              </a:ext>
            </a:extLst>
          </p:cNvPr>
          <p:cNvSpPr txBox="1">
            <a:spLocks/>
          </p:cNvSpPr>
          <p:nvPr/>
        </p:nvSpPr>
        <p:spPr bwMode="auto">
          <a:xfrm>
            <a:off x="4244627" y="785003"/>
            <a:ext cx="3980160" cy="521898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normAutofit lnSpcReduction="10000"/>
          </a:bodyPr>
          <a:lstStyle>
            <a:lvl1pPr marL="230188" indent="-230188" algn="l" defTabSz="912813" rtl="0" eaLnBrk="1" fontAlgn="base" hangingPunct="1">
              <a:lnSpc>
                <a:spcPct val="120000"/>
              </a:lnSpc>
              <a:spcBef>
                <a:spcPts val="1000"/>
              </a:spcBef>
              <a:spcAft>
                <a:spcPts val="600"/>
              </a:spcAft>
              <a:buFont typeface="Arial" panose="020B0604020202020204" pitchFamily="34" charset="0"/>
              <a:buChar char="•"/>
              <a:defRPr sz="2800" kern="1200">
                <a:solidFill>
                  <a:schemeClr val="tx1"/>
                </a:solidFill>
                <a:latin typeface="Helvetica" pitchFamily="2" charset="0"/>
                <a:ea typeface="+mn-ea"/>
                <a:cs typeface="+mn-cs"/>
              </a:defRPr>
            </a:lvl1pPr>
            <a:lvl2pPr marL="454025" indent="-223838" algn="l" defTabSz="912813" rtl="0" eaLnBrk="1" fontAlgn="base" hangingPunct="1">
              <a:lnSpc>
                <a:spcPct val="120000"/>
              </a:lnSpc>
              <a:spcBef>
                <a:spcPts val="500"/>
              </a:spcBef>
              <a:spcAft>
                <a:spcPts val="600"/>
              </a:spcAft>
              <a:buFont typeface="Arial" panose="020B0604020202020204" pitchFamily="34" charset="0"/>
              <a:buChar char="•"/>
              <a:defRPr sz="2400" kern="1200">
                <a:solidFill>
                  <a:schemeClr val="tx1"/>
                </a:solidFill>
                <a:latin typeface="Helvetica" pitchFamily="2" charset="0"/>
                <a:ea typeface="+mn-ea"/>
                <a:cs typeface="+mn-cs"/>
              </a:defRPr>
            </a:lvl2pPr>
            <a:lvl3pPr marL="684213" indent="-222250" algn="l" defTabSz="912813" rtl="0" eaLnBrk="1" fontAlgn="base" hangingPunct="1">
              <a:lnSpc>
                <a:spcPct val="120000"/>
              </a:lnSpc>
              <a:spcBef>
                <a:spcPts val="500"/>
              </a:spcBef>
              <a:spcAft>
                <a:spcPts val="600"/>
              </a:spcAft>
              <a:buFont typeface="Arial" panose="020B0604020202020204" pitchFamily="34" charset="0"/>
              <a:buChar char="•"/>
              <a:defRPr sz="2000" kern="1200">
                <a:solidFill>
                  <a:schemeClr val="tx1"/>
                </a:solidFill>
                <a:latin typeface="Helvetica" pitchFamily="2" charset="0"/>
                <a:ea typeface="+mn-ea"/>
                <a:cs typeface="+mn-cs"/>
              </a:defRPr>
            </a:lvl3pPr>
            <a:lvl4pPr marL="914400" indent="-230188" algn="l" defTabSz="912813" rtl="0" eaLnBrk="1" fontAlgn="base" hangingPunct="1">
              <a:lnSpc>
                <a:spcPct val="120000"/>
              </a:lnSpc>
              <a:spcBef>
                <a:spcPts val="500"/>
              </a:spcBef>
              <a:spcAft>
                <a:spcPts val="600"/>
              </a:spcAft>
              <a:buFont typeface="Arial" panose="020B0604020202020204" pitchFamily="34" charset="0"/>
              <a:buChar char="•"/>
              <a:defRPr sz="1800" kern="1200">
                <a:solidFill>
                  <a:schemeClr val="tx1"/>
                </a:solidFill>
                <a:latin typeface="Helvetica" pitchFamily="2" charset="0"/>
                <a:ea typeface="+mn-ea"/>
                <a:cs typeface="+mn-cs"/>
              </a:defRPr>
            </a:lvl4pPr>
            <a:lvl5pPr marL="1198563" indent="-284163" algn="l" defTabSz="912813" rtl="0" eaLnBrk="1" fontAlgn="base" hangingPunct="1">
              <a:lnSpc>
                <a:spcPct val="120000"/>
              </a:lnSpc>
              <a:spcBef>
                <a:spcPts val="500"/>
              </a:spcBef>
              <a:spcAft>
                <a:spcPts val="600"/>
              </a:spcAft>
              <a:buFont typeface="Arial" panose="020B0604020202020204" pitchFamily="34" charset="0"/>
              <a:buChar char="•"/>
              <a:defRPr sz="1800" kern="1200">
                <a:solidFill>
                  <a:schemeClr val="tx1"/>
                </a:solidFill>
                <a:latin typeface="Helvetica" pitchFamily="2" charset="0"/>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u="sng" dirty="0"/>
              <a:t>Structural patterns</a:t>
            </a:r>
          </a:p>
          <a:p>
            <a:r>
              <a:rPr lang="en-US" dirty="0"/>
              <a:t>Control how objects and classes are composed</a:t>
            </a:r>
          </a:p>
          <a:p>
            <a:r>
              <a:rPr lang="en-US" dirty="0"/>
              <a:t>Deal with object relationships</a:t>
            </a:r>
          </a:p>
          <a:p>
            <a:r>
              <a:rPr lang="en-US" dirty="0"/>
              <a:t>E.g., Adapter, Proxy Decorator, Bridge, Façade</a:t>
            </a:r>
          </a:p>
          <a:p>
            <a:pPr lvl="1"/>
            <a:endParaRPr lang="en-US" dirty="0"/>
          </a:p>
        </p:txBody>
      </p:sp>
      <p:sp>
        <p:nvSpPr>
          <p:cNvPr id="6" name="Content Placeholder 4">
            <a:extLst>
              <a:ext uri="{FF2B5EF4-FFF2-40B4-BE49-F238E27FC236}">
                <a16:creationId xmlns:a16="http://schemas.microsoft.com/office/drawing/2014/main" id="{7D7EAD14-EFBA-9791-C658-3DFA7924114D}"/>
              </a:ext>
            </a:extLst>
          </p:cNvPr>
          <p:cNvSpPr txBox="1">
            <a:spLocks/>
          </p:cNvSpPr>
          <p:nvPr/>
        </p:nvSpPr>
        <p:spPr bwMode="auto">
          <a:xfrm>
            <a:off x="8291022" y="785002"/>
            <a:ext cx="3660408" cy="521898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normAutofit/>
          </a:bodyPr>
          <a:lstStyle>
            <a:lvl1pPr marL="230188" indent="-230188" algn="l" defTabSz="912813" rtl="0" eaLnBrk="1" fontAlgn="base" hangingPunct="1">
              <a:lnSpc>
                <a:spcPct val="120000"/>
              </a:lnSpc>
              <a:spcBef>
                <a:spcPts val="1000"/>
              </a:spcBef>
              <a:spcAft>
                <a:spcPts val="600"/>
              </a:spcAft>
              <a:buFont typeface="Arial" panose="020B0604020202020204" pitchFamily="34" charset="0"/>
              <a:buChar char="•"/>
              <a:defRPr sz="2800" kern="1200">
                <a:solidFill>
                  <a:schemeClr val="tx1"/>
                </a:solidFill>
                <a:latin typeface="Helvetica" pitchFamily="2" charset="0"/>
                <a:ea typeface="+mn-ea"/>
                <a:cs typeface="+mn-cs"/>
              </a:defRPr>
            </a:lvl1pPr>
            <a:lvl2pPr marL="454025" indent="-223838" algn="l" defTabSz="912813" rtl="0" eaLnBrk="1" fontAlgn="base" hangingPunct="1">
              <a:lnSpc>
                <a:spcPct val="120000"/>
              </a:lnSpc>
              <a:spcBef>
                <a:spcPts val="500"/>
              </a:spcBef>
              <a:spcAft>
                <a:spcPts val="600"/>
              </a:spcAft>
              <a:buFont typeface="Arial" panose="020B0604020202020204" pitchFamily="34" charset="0"/>
              <a:buChar char="•"/>
              <a:defRPr sz="2400" kern="1200">
                <a:solidFill>
                  <a:schemeClr val="tx1"/>
                </a:solidFill>
                <a:latin typeface="Helvetica" pitchFamily="2" charset="0"/>
                <a:ea typeface="+mn-ea"/>
                <a:cs typeface="+mn-cs"/>
              </a:defRPr>
            </a:lvl2pPr>
            <a:lvl3pPr marL="684213" indent="-222250" algn="l" defTabSz="912813" rtl="0" eaLnBrk="1" fontAlgn="base" hangingPunct="1">
              <a:lnSpc>
                <a:spcPct val="120000"/>
              </a:lnSpc>
              <a:spcBef>
                <a:spcPts val="500"/>
              </a:spcBef>
              <a:spcAft>
                <a:spcPts val="600"/>
              </a:spcAft>
              <a:buFont typeface="Arial" panose="020B0604020202020204" pitchFamily="34" charset="0"/>
              <a:buChar char="•"/>
              <a:defRPr sz="2000" kern="1200">
                <a:solidFill>
                  <a:schemeClr val="tx1"/>
                </a:solidFill>
                <a:latin typeface="Helvetica" pitchFamily="2" charset="0"/>
                <a:ea typeface="+mn-ea"/>
                <a:cs typeface="+mn-cs"/>
              </a:defRPr>
            </a:lvl3pPr>
            <a:lvl4pPr marL="914400" indent="-230188" algn="l" defTabSz="912813" rtl="0" eaLnBrk="1" fontAlgn="base" hangingPunct="1">
              <a:lnSpc>
                <a:spcPct val="120000"/>
              </a:lnSpc>
              <a:spcBef>
                <a:spcPts val="500"/>
              </a:spcBef>
              <a:spcAft>
                <a:spcPts val="600"/>
              </a:spcAft>
              <a:buFont typeface="Arial" panose="020B0604020202020204" pitchFamily="34" charset="0"/>
              <a:buChar char="•"/>
              <a:defRPr sz="1800" kern="1200">
                <a:solidFill>
                  <a:schemeClr val="tx1"/>
                </a:solidFill>
                <a:latin typeface="Helvetica" pitchFamily="2" charset="0"/>
                <a:ea typeface="+mn-ea"/>
                <a:cs typeface="+mn-cs"/>
              </a:defRPr>
            </a:lvl4pPr>
            <a:lvl5pPr marL="1198563" indent="-284163" algn="l" defTabSz="912813" rtl="0" eaLnBrk="1" fontAlgn="base" hangingPunct="1">
              <a:lnSpc>
                <a:spcPct val="120000"/>
              </a:lnSpc>
              <a:spcBef>
                <a:spcPts val="500"/>
              </a:spcBef>
              <a:spcAft>
                <a:spcPts val="600"/>
              </a:spcAft>
              <a:buFont typeface="Arial" panose="020B0604020202020204" pitchFamily="34" charset="0"/>
              <a:buChar char="•"/>
              <a:defRPr sz="1800" kern="1200">
                <a:solidFill>
                  <a:schemeClr val="tx1"/>
                </a:solidFill>
                <a:latin typeface="Helvetica" pitchFamily="2" charset="0"/>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u="sng" dirty="0"/>
              <a:t>Behavioral patterns</a:t>
            </a:r>
          </a:p>
          <a:p>
            <a:r>
              <a:rPr lang="en-US" dirty="0"/>
              <a:t>Control how objects distribute responsibilities</a:t>
            </a:r>
          </a:p>
          <a:p>
            <a:r>
              <a:rPr lang="en-US" dirty="0"/>
              <a:t>Template method, State, Observer, Visitor</a:t>
            </a:r>
          </a:p>
          <a:p>
            <a:pPr lvl="1"/>
            <a:endParaRPr lang="en-US" dirty="0"/>
          </a:p>
        </p:txBody>
      </p:sp>
      <p:sp>
        <p:nvSpPr>
          <p:cNvPr id="2" name="Rectangle 1">
            <a:extLst>
              <a:ext uri="{FF2B5EF4-FFF2-40B4-BE49-F238E27FC236}">
                <a16:creationId xmlns:a16="http://schemas.microsoft.com/office/drawing/2014/main" id="{8A416977-C904-048B-7C50-996F3A318ED6}"/>
              </a:ext>
            </a:extLst>
          </p:cNvPr>
          <p:cNvSpPr/>
          <p:nvPr/>
        </p:nvSpPr>
        <p:spPr>
          <a:xfrm>
            <a:off x="8106332" y="696277"/>
            <a:ext cx="3980160" cy="5376720"/>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Tree>
    <p:extLst>
      <p:ext uri="{BB962C8B-B14F-4D97-AF65-F5344CB8AC3E}">
        <p14:creationId xmlns:p14="http://schemas.microsoft.com/office/powerpoint/2010/main" val="3546197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EC239C65-2941-B8D2-BD48-877222838574}"/>
              </a:ext>
            </a:extLst>
          </p:cNvPr>
          <p:cNvSpPr>
            <a:spLocks noGrp="1"/>
          </p:cNvSpPr>
          <p:nvPr>
            <p:ph idx="1"/>
          </p:nvPr>
        </p:nvSpPr>
        <p:spPr/>
        <p:txBody>
          <a:bodyPr/>
          <a:lstStyle/>
          <a:p>
            <a:r>
              <a:rPr lang="en-US" dirty="0"/>
              <a:t>Concerned with algorithms and the assignment of responsibilities between objects</a:t>
            </a:r>
          </a:p>
          <a:p>
            <a:r>
              <a:rPr lang="en-US" dirty="0"/>
              <a:t>Behavioral design patterns use inheritance and composition to distribute behavior between classes and objects</a:t>
            </a:r>
          </a:p>
          <a:p>
            <a:endParaRPr lang="en-US" dirty="0"/>
          </a:p>
          <a:p>
            <a:endParaRPr lang="en-US" dirty="0"/>
          </a:p>
        </p:txBody>
      </p:sp>
      <p:sp>
        <p:nvSpPr>
          <p:cNvPr id="4" name="Title 3">
            <a:extLst>
              <a:ext uri="{FF2B5EF4-FFF2-40B4-BE49-F238E27FC236}">
                <a16:creationId xmlns:a16="http://schemas.microsoft.com/office/drawing/2014/main" id="{41A89E7B-F8FC-0326-3DAE-8BB419BCE39E}"/>
              </a:ext>
            </a:extLst>
          </p:cNvPr>
          <p:cNvSpPr>
            <a:spLocks noGrp="1"/>
          </p:cNvSpPr>
          <p:nvPr>
            <p:ph type="title"/>
          </p:nvPr>
        </p:nvSpPr>
        <p:spPr/>
        <p:txBody>
          <a:bodyPr/>
          <a:lstStyle/>
          <a:p>
            <a:r>
              <a:rPr lang="en-US" dirty="0"/>
              <a:t>Behavioral pattern</a:t>
            </a:r>
          </a:p>
        </p:txBody>
      </p:sp>
    </p:spTree>
    <p:extLst>
      <p:ext uri="{BB962C8B-B14F-4D97-AF65-F5344CB8AC3E}">
        <p14:creationId xmlns:p14="http://schemas.microsoft.com/office/powerpoint/2010/main" val="189439002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05744A-16D5-5A3A-736B-70061743533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4926B48-BFCD-68B2-9524-63434C84F530}"/>
              </a:ext>
            </a:extLst>
          </p:cNvPr>
          <p:cNvSpPr>
            <a:spLocks noGrp="1"/>
          </p:cNvSpPr>
          <p:nvPr>
            <p:ph idx="1"/>
          </p:nvPr>
        </p:nvSpPr>
        <p:spPr/>
        <p:txBody>
          <a:bodyPr/>
          <a:lstStyle/>
          <a:p>
            <a:endParaRPr lang="en-US"/>
          </a:p>
        </p:txBody>
      </p:sp>
      <p:sp>
        <p:nvSpPr>
          <p:cNvPr id="3" name="Text Placeholder 2">
            <a:extLst>
              <a:ext uri="{FF2B5EF4-FFF2-40B4-BE49-F238E27FC236}">
                <a16:creationId xmlns:a16="http://schemas.microsoft.com/office/drawing/2014/main" id="{5328BAB0-E2CD-3F35-E7D7-CA9D40CC15FD}"/>
              </a:ext>
            </a:extLst>
          </p:cNvPr>
          <p:cNvSpPr>
            <a:spLocks noGrp="1"/>
          </p:cNvSpPr>
          <p:nvPr>
            <p:ph type="body" sz="quarter" idx="13"/>
          </p:nvPr>
        </p:nvSpPr>
        <p:spPr/>
        <p:txBody>
          <a:bodyPr/>
          <a:lstStyle/>
          <a:p>
            <a:r>
              <a:rPr lang="en-US" sz="3200" dirty="0"/>
              <a:t>Observer design pattern</a:t>
            </a:r>
          </a:p>
        </p:txBody>
      </p:sp>
    </p:spTree>
    <p:extLst>
      <p:ext uri="{BB962C8B-B14F-4D97-AF65-F5344CB8AC3E}">
        <p14:creationId xmlns:p14="http://schemas.microsoft.com/office/powerpoint/2010/main" val="91947710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357FEA-B21C-DFBC-6E64-80C5FB762227}"/>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797FB3C7-B75B-1478-C6C4-7B34DB1D70BB}"/>
              </a:ext>
            </a:extLst>
          </p:cNvPr>
          <p:cNvSpPr>
            <a:spLocks noGrp="1"/>
          </p:cNvSpPr>
          <p:nvPr>
            <p:ph idx="1"/>
          </p:nvPr>
        </p:nvSpPr>
        <p:spPr/>
        <p:txBody>
          <a:bodyPr/>
          <a:lstStyle/>
          <a:p>
            <a:pPr marL="0" indent="0">
              <a:buNone/>
            </a:pPr>
            <a:endParaRPr lang="en-US" dirty="0"/>
          </a:p>
          <a:p>
            <a:endParaRPr lang="en-US" dirty="0"/>
          </a:p>
          <a:p>
            <a:endParaRPr lang="en-US" dirty="0"/>
          </a:p>
        </p:txBody>
      </p:sp>
      <p:sp>
        <p:nvSpPr>
          <p:cNvPr id="4" name="Title 3">
            <a:extLst>
              <a:ext uri="{FF2B5EF4-FFF2-40B4-BE49-F238E27FC236}">
                <a16:creationId xmlns:a16="http://schemas.microsoft.com/office/drawing/2014/main" id="{B2C326E5-BBB5-8E40-4437-C3A9851EFC94}"/>
              </a:ext>
            </a:extLst>
          </p:cNvPr>
          <p:cNvSpPr>
            <a:spLocks noGrp="1"/>
          </p:cNvSpPr>
          <p:nvPr>
            <p:ph type="title"/>
          </p:nvPr>
        </p:nvSpPr>
        <p:spPr/>
        <p:txBody>
          <a:bodyPr/>
          <a:lstStyle/>
          <a:p>
            <a:r>
              <a:rPr lang="en-US" dirty="0"/>
              <a:t>Case study - Graphical views for application data</a:t>
            </a:r>
          </a:p>
        </p:txBody>
      </p:sp>
      <p:sp>
        <p:nvSpPr>
          <p:cNvPr id="2" name="Oval 1">
            <a:extLst>
              <a:ext uri="{FF2B5EF4-FFF2-40B4-BE49-F238E27FC236}">
                <a16:creationId xmlns:a16="http://schemas.microsoft.com/office/drawing/2014/main" id="{FD6D1900-4D67-C9CE-EB13-644F4556880E}"/>
              </a:ext>
            </a:extLst>
          </p:cNvPr>
          <p:cNvSpPr/>
          <p:nvPr/>
        </p:nvSpPr>
        <p:spPr>
          <a:xfrm>
            <a:off x="4747846" y="4045346"/>
            <a:ext cx="2508739" cy="151227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n w="0"/>
                <a:solidFill>
                  <a:schemeClr val="tx1"/>
                </a:solidFill>
                <a:effectLst>
                  <a:outerShdw blurRad="38100" dist="19050" dir="2700000" algn="tl" rotWithShape="0">
                    <a:schemeClr val="dk1">
                      <a:alpha val="40000"/>
                    </a:schemeClr>
                  </a:outerShdw>
                </a:effectLst>
              </a:rPr>
              <a:t>a = 10</a:t>
            </a:r>
          </a:p>
          <a:p>
            <a:pPr algn="ctr"/>
            <a:r>
              <a:rPr lang="en-US" sz="2800" dirty="0">
                <a:ln w="0"/>
                <a:solidFill>
                  <a:schemeClr val="tx1"/>
                </a:solidFill>
                <a:effectLst>
                  <a:outerShdw blurRad="38100" dist="19050" dir="2700000" algn="tl" rotWithShape="0">
                    <a:schemeClr val="dk1">
                      <a:alpha val="40000"/>
                    </a:schemeClr>
                  </a:outerShdw>
                </a:effectLst>
              </a:rPr>
              <a:t>b = 20</a:t>
            </a:r>
          </a:p>
          <a:p>
            <a:pPr algn="ctr"/>
            <a:r>
              <a:rPr lang="en-US" sz="2800" dirty="0">
                <a:ln w="0"/>
                <a:solidFill>
                  <a:schemeClr val="tx1"/>
                </a:solidFill>
                <a:effectLst>
                  <a:outerShdw blurRad="38100" dist="19050" dir="2700000" algn="tl" rotWithShape="0">
                    <a:schemeClr val="dk1">
                      <a:alpha val="40000"/>
                    </a:schemeClr>
                  </a:outerShdw>
                </a:effectLst>
              </a:rPr>
              <a:t>c = 30 </a:t>
            </a:r>
          </a:p>
        </p:txBody>
      </p:sp>
      <p:graphicFrame>
        <p:nvGraphicFramePr>
          <p:cNvPr id="7" name="Chart 6">
            <a:extLst>
              <a:ext uri="{FF2B5EF4-FFF2-40B4-BE49-F238E27FC236}">
                <a16:creationId xmlns:a16="http://schemas.microsoft.com/office/drawing/2014/main" id="{7EA390D8-461E-DB31-944F-6344011CF78E}"/>
              </a:ext>
            </a:extLst>
          </p:cNvPr>
          <p:cNvGraphicFramePr/>
          <p:nvPr>
            <p:extLst>
              <p:ext uri="{D42A27DB-BD31-4B8C-83A1-F6EECF244321}">
                <p14:modId xmlns:p14="http://schemas.microsoft.com/office/powerpoint/2010/main" val="2448319009"/>
              </p:ext>
            </p:extLst>
          </p:nvPr>
        </p:nvGraphicFramePr>
        <p:xfrm>
          <a:off x="1246555" y="1258926"/>
          <a:ext cx="2282092" cy="1765627"/>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Chart 8">
            <a:extLst>
              <a:ext uri="{FF2B5EF4-FFF2-40B4-BE49-F238E27FC236}">
                <a16:creationId xmlns:a16="http://schemas.microsoft.com/office/drawing/2014/main" id="{5A0B3C4E-AD96-7DE5-03B6-456F7BA7072F}"/>
              </a:ext>
            </a:extLst>
          </p:cNvPr>
          <p:cNvGraphicFramePr/>
          <p:nvPr>
            <p:extLst>
              <p:ext uri="{D42A27DB-BD31-4B8C-83A1-F6EECF244321}">
                <p14:modId xmlns:p14="http://schemas.microsoft.com/office/powerpoint/2010/main" val="3638613115"/>
              </p:ext>
            </p:extLst>
          </p:nvPr>
        </p:nvGraphicFramePr>
        <p:xfrm>
          <a:off x="4861169" y="1258926"/>
          <a:ext cx="2282092" cy="1765627"/>
        </p:xfrm>
        <a:graphic>
          <a:graphicData uri="http://schemas.openxmlformats.org/drawingml/2006/chart">
            <c:chart xmlns:c="http://schemas.openxmlformats.org/drawingml/2006/chart" xmlns:r="http://schemas.openxmlformats.org/officeDocument/2006/relationships" r:id="rId4"/>
          </a:graphicData>
        </a:graphic>
      </p:graphicFrame>
      <mc:AlternateContent xmlns:mc="http://schemas.openxmlformats.org/markup-compatibility/2006" xmlns:cx1="http://schemas.microsoft.com/office/drawing/2015/9/8/chartex">
        <mc:Choice Requires="cx1">
          <p:graphicFrame>
            <p:nvGraphicFramePr>
              <p:cNvPr id="10" name="Chart 9">
                <a:extLst>
                  <a:ext uri="{FF2B5EF4-FFF2-40B4-BE49-F238E27FC236}">
                    <a16:creationId xmlns:a16="http://schemas.microsoft.com/office/drawing/2014/main" id="{EC4CA9A3-C510-013D-B4EB-B1A5C28F6CEB}"/>
                  </a:ext>
                </a:extLst>
              </p:cNvPr>
              <p:cNvGraphicFramePr/>
              <p:nvPr>
                <p:extLst>
                  <p:ext uri="{D42A27DB-BD31-4B8C-83A1-F6EECF244321}">
                    <p14:modId xmlns:p14="http://schemas.microsoft.com/office/powerpoint/2010/main" val="645109336"/>
                  </p:ext>
                </p:extLst>
              </p:nvPr>
            </p:nvGraphicFramePr>
            <p:xfrm>
              <a:off x="8178800" y="1325903"/>
              <a:ext cx="2282092" cy="1765627"/>
            </p:xfrm>
            <a:graphic>
              <a:graphicData uri="http://schemas.microsoft.com/office/drawing/2014/chartex">
                <cx:chart xmlns:cx="http://schemas.microsoft.com/office/drawing/2014/chartex" xmlns:r="http://schemas.openxmlformats.org/officeDocument/2006/relationships" r:id="rId5"/>
              </a:graphicData>
            </a:graphic>
          </p:graphicFrame>
        </mc:Choice>
        <mc:Fallback xmlns="">
          <p:pic>
            <p:nvPicPr>
              <p:cNvPr id="10" name="Chart 9">
                <a:extLst>
                  <a:ext uri="{FF2B5EF4-FFF2-40B4-BE49-F238E27FC236}">
                    <a16:creationId xmlns:a16="http://schemas.microsoft.com/office/drawing/2014/main" id="{EC4CA9A3-C510-013D-B4EB-B1A5C28F6CEB}"/>
                  </a:ext>
                </a:extLst>
              </p:cNvPr>
              <p:cNvPicPr>
                <a:picLocks noGrp="1" noRot="1" noChangeAspect="1" noMove="1" noResize="1" noEditPoints="1" noAdjustHandles="1" noChangeArrowheads="1" noChangeShapeType="1"/>
              </p:cNvPicPr>
              <p:nvPr/>
            </p:nvPicPr>
            <p:blipFill>
              <a:blip r:embed="rId6"/>
              <a:stretch>
                <a:fillRect/>
              </a:stretch>
            </p:blipFill>
            <p:spPr>
              <a:xfrm>
                <a:off x="8178800" y="1325903"/>
                <a:ext cx="2282092" cy="1765627"/>
              </a:xfrm>
              <a:prstGeom prst="rect">
                <a:avLst/>
              </a:prstGeom>
            </p:spPr>
          </p:pic>
        </mc:Fallback>
      </mc:AlternateContent>
      <p:cxnSp>
        <p:nvCxnSpPr>
          <p:cNvPr id="12" name="Straight Arrow Connector 11">
            <a:extLst>
              <a:ext uri="{FF2B5EF4-FFF2-40B4-BE49-F238E27FC236}">
                <a16:creationId xmlns:a16="http://schemas.microsoft.com/office/drawing/2014/main" id="{EBFFF775-B81D-D332-1656-C6DA5740C622}"/>
              </a:ext>
            </a:extLst>
          </p:cNvPr>
          <p:cNvCxnSpPr>
            <a:cxnSpLocks/>
            <a:endCxn id="2" idx="1"/>
          </p:cNvCxnSpPr>
          <p:nvPr/>
        </p:nvCxnSpPr>
        <p:spPr>
          <a:xfrm>
            <a:off x="3083169" y="2947308"/>
            <a:ext cx="2032073" cy="1319506"/>
          </a:xfrm>
          <a:prstGeom prst="straightConnector1">
            <a:avLst/>
          </a:prstGeom>
          <a:ln w="22225">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4744B8FC-1A0A-24A2-5672-35CFC1E556E3}"/>
              </a:ext>
            </a:extLst>
          </p:cNvPr>
          <p:cNvCxnSpPr>
            <a:cxnSpLocks/>
            <a:stCxn id="9" idx="2"/>
            <a:endCxn id="2" idx="0"/>
          </p:cNvCxnSpPr>
          <p:nvPr/>
        </p:nvCxnSpPr>
        <p:spPr>
          <a:xfrm>
            <a:off x="6002215" y="3024553"/>
            <a:ext cx="1" cy="1020793"/>
          </a:xfrm>
          <a:prstGeom prst="straightConnector1">
            <a:avLst/>
          </a:prstGeom>
          <a:ln w="22225">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EDD1837B-90E0-5932-E7DD-CFA82664A721}"/>
              </a:ext>
            </a:extLst>
          </p:cNvPr>
          <p:cNvCxnSpPr>
            <a:cxnSpLocks/>
            <a:stCxn id="10" idx="2"/>
            <a:endCxn id="2" idx="7"/>
          </p:cNvCxnSpPr>
          <p:nvPr/>
        </p:nvCxnSpPr>
        <p:spPr>
          <a:xfrm flipH="1">
            <a:off x="6889189" y="3091530"/>
            <a:ext cx="2430657" cy="1175284"/>
          </a:xfrm>
          <a:prstGeom prst="straightConnector1">
            <a:avLst/>
          </a:prstGeom>
          <a:ln w="22225">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52A80CF4-2D8C-C913-E3D2-68270DDC91F9}"/>
              </a:ext>
            </a:extLst>
          </p:cNvPr>
          <p:cNvCxnSpPr>
            <a:cxnSpLocks/>
            <a:stCxn id="2" idx="2"/>
          </p:cNvCxnSpPr>
          <p:nvPr/>
        </p:nvCxnSpPr>
        <p:spPr>
          <a:xfrm flipH="1" flipV="1">
            <a:off x="2074985" y="3024553"/>
            <a:ext cx="2672861" cy="1776932"/>
          </a:xfrm>
          <a:prstGeom prst="straightConnector1">
            <a:avLst/>
          </a:prstGeom>
          <a:ln w="28575">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873B5957-C764-3D1D-745C-56FB48CAD2C6}"/>
              </a:ext>
            </a:extLst>
          </p:cNvPr>
          <p:cNvCxnSpPr>
            <a:cxnSpLocks/>
          </p:cNvCxnSpPr>
          <p:nvPr/>
        </p:nvCxnSpPr>
        <p:spPr>
          <a:xfrm flipV="1">
            <a:off x="5576276" y="2947308"/>
            <a:ext cx="0" cy="1175283"/>
          </a:xfrm>
          <a:prstGeom prst="straightConnector1">
            <a:avLst/>
          </a:prstGeom>
          <a:ln w="28575">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0FA4469B-5C1E-400A-9C66-9B070E017977}"/>
              </a:ext>
            </a:extLst>
          </p:cNvPr>
          <p:cNvCxnSpPr>
            <a:cxnSpLocks/>
          </p:cNvCxnSpPr>
          <p:nvPr/>
        </p:nvCxnSpPr>
        <p:spPr>
          <a:xfrm flipV="1">
            <a:off x="6262040" y="2778369"/>
            <a:ext cx="2541991" cy="1266977"/>
          </a:xfrm>
          <a:prstGeom prst="straightConnector1">
            <a:avLst/>
          </a:prstGeom>
          <a:ln w="28575">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F38C0D48-1758-C56B-A02F-C6FCADEEEA34}"/>
              </a:ext>
            </a:extLst>
          </p:cNvPr>
          <p:cNvCxnSpPr>
            <a:cxnSpLocks/>
          </p:cNvCxnSpPr>
          <p:nvPr/>
        </p:nvCxnSpPr>
        <p:spPr>
          <a:xfrm>
            <a:off x="8763927" y="4496242"/>
            <a:ext cx="555919" cy="0"/>
          </a:xfrm>
          <a:prstGeom prst="straightConnector1">
            <a:avLst/>
          </a:prstGeom>
          <a:ln w="28575">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E1EE4A2E-E251-892E-CD0D-DDD2F2B0DCB4}"/>
              </a:ext>
            </a:extLst>
          </p:cNvPr>
          <p:cNvCxnSpPr>
            <a:cxnSpLocks/>
          </p:cNvCxnSpPr>
          <p:nvPr/>
        </p:nvCxnSpPr>
        <p:spPr>
          <a:xfrm>
            <a:off x="8763927" y="5042249"/>
            <a:ext cx="555919" cy="0"/>
          </a:xfrm>
          <a:prstGeom prst="straightConnector1">
            <a:avLst/>
          </a:prstGeom>
          <a:ln w="28575">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C3A8B1BD-1757-7B12-9E3A-02FFDA8F7854}"/>
              </a:ext>
            </a:extLst>
          </p:cNvPr>
          <p:cNvSpPr txBox="1"/>
          <p:nvPr/>
        </p:nvSpPr>
        <p:spPr>
          <a:xfrm>
            <a:off x="9546398" y="4311576"/>
            <a:ext cx="2044599" cy="369332"/>
          </a:xfrm>
          <a:prstGeom prst="rect">
            <a:avLst/>
          </a:prstGeom>
          <a:noFill/>
        </p:spPr>
        <p:txBody>
          <a:bodyPr wrap="none" rtlCol="0">
            <a:spAutoFit/>
          </a:bodyPr>
          <a:lstStyle/>
          <a:p>
            <a:r>
              <a:rPr lang="en-US" b="1" i="1" dirty="0"/>
              <a:t>Change notification</a:t>
            </a:r>
          </a:p>
        </p:txBody>
      </p:sp>
      <p:sp>
        <p:nvSpPr>
          <p:cNvPr id="37" name="TextBox 36">
            <a:extLst>
              <a:ext uri="{FF2B5EF4-FFF2-40B4-BE49-F238E27FC236}">
                <a16:creationId xmlns:a16="http://schemas.microsoft.com/office/drawing/2014/main" id="{6F9D7E48-5F89-FC91-D3B4-4B59D9E7EA67}"/>
              </a:ext>
            </a:extLst>
          </p:cNvPr>
          <p:cNvSpPr txBox="1"/>
          <p:nvPr/>
        </p:nvSpPr>
        <p:spPr>
          <a:xfrm>
            <a:off x="9546398" y="4857583"/>
            <a:ext cx="1042593" cy="369332"/>
          </a:xfrm>
          <a:prstGeom prst="rect">
            <a:avLst/>
          </a:prstGeom>
          <a:noFill/>
        </p:spPr>
        <p:txBody>
          <a:bodyPr wrap="none" rtlCol="0">
            <a:spAutoFit/>
          </a:bodyPr>
          <a:lstStyle/>
          <a:p>
            <a:r>
              <a:rPr lang="en-US" b="1" i="1" dirty="0"/>
              <a:t>Requests</a:t>
            </a:r>
          </a:p>
        </p:txBody>
      </p:sp>
      <p:sp>
        <p:nvSpPr>
          <p:cNvPr id="3" name="TextBox 2">
            <a:extLst>
              <a:ext uri="{FF2B5EF4-FFF2-40B4-BE49-F238E27FC236}">
                <a16:creationId xmlns:a16="http://schemas.microsoft.com/office/drawing/2014/main" id="{53D0823E-ACD0-B5DE-883A-F7793E24FFD3}"/>
              </a:ext>
            </a:extLst>
          </p:cNvPr>
          <p:cNvSpPr txBox="1"/>
          <p:nvPr/>
        </p:nvSpPr>
        <p:spPr>
          <a:xfrm>
            <a:off x="54685" y="4805131"/>
            <a:ext cx="4876784" cy="830997"/>
          </a:xfrm>
          <a:prstGeom prst="rect">
            <a:avLst/>
          </a:prstGeom>
          <a:noFill/>
        </p:spPr>
        <p:txBody>
          <a:bodyPr wrap="none" rtlCol="0">
            <a:spAutoFit/>
          </a:bodyPr>
          <a:lstStyle/>
          <a:p>
            <a:r>
              <a:rPr lang="en-US" sz="2400" b="1" i="1" dirty="0"/>
              <a:t>Every time the data in the model </a:t>
            </a:r>
          </a:p>
          <a:p>
            <a:r>
              <a:rPr lang="en-US" sz="2400" b="1" i="1" dirty="0"/>
              <a:t>changes, the charts must be updated</a:t>
            </a:r>
          </a:p>
        </p:txBody>
      </p:sp>
      <p:sp>
        <p:nvSpPr>
          <p:cNvPr id="6" name="TextBox 5">
            <a:extLst>
              <a:ext uri="{FF2B5EF4-FFF2-40B4-BE49-F238E27FC236}">
                <a16:creationId xmlns:a16="http://schemas.microsoft.com/office/drawing/2014/main" id="{D090E2A4-A9F3-0B0B-4C56-31F572157DED}"/>
              </a:ext>
            </a:extLst>
          </p:cNvPr>
          <p:cNvSpPr txBox="1"/>
          <p:nvPr/>
        </p:nvSpPr>
        <p:spPr>
          <a:xfrm>
            <a:off x="7256585" y="4327159"/>
            <a:ext cx="1003801" cy="461665"/>
          </a:xfrm>
          <a:prstGeom prst="rect">
            <a:avLst/>
          </a:prstGeom>
          <a:noFill/>
        </p:spPr>
        <p:txBody>
          <a:bodyPr wrap="none" rtlCol="0">
            <a:spAutoFit/>
          </a:bodyPr>
          <a:lstStyle/>
          <a:p>
            <a:r>
              <a:rPr lang="en-US" sz="2400" b="1" i="1" dirty="0"/>
              <a:t>Model</a:t>
            </a:r>
            <a:endParaRPr lang="en-US" b="1" i="1" dirty="0"/>
          </a:p>
        </p:txBody>
      </p:sp>
    </p:spTree>
    <p:extLst>
      <p:ext uri="{BB962C8B-B14F-4D97-AF65-F5344CB8AC3E}">
        <p14:creationId xmlns:p14="http://schemas.microsoft.com/office/powerpoint/2010/main" val="3919407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D3F76-2BA2-D730-916E-343EC051B1F1}"/>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FC748E5E-5F2F-0E8D-880C-54BF54433586}"/>
              </a:ext>
            </a:extLst>
          </p:cNvPr>
          <p:cNvSpPr>
            <a:spLocks noGrp="1"/>
          </p:cNvSpPr>
          <p:nvPr>
            <p:ph idx="1"/>
          </p:nvPr>
        </p:nvSpPr>
        <p:spPr/>
        <p:txBody>
          <a:bodyPr/>
          <a:lstStyle/>
          <a:p>
            <a:r>
              <a:rPr lang="en-US" dirty="0"/>
              <a:t>Define a one-to-many dependency between objects so that when one object changes state, all its dependents are notified and updated automatically</a:t>
            </a:r>
          </a:p>
          <a:p>
            <a:r>
              <a:rPr lang="en-US" dirty="0"/>
              <a:t>The object being observed is called “subject”</a:t>
            </a:r>
          </a:p>
          <a:p>
            <a:r>
              <a:rPr lang="en-US" dirty="0"/>
              <a:t>The object doing the observing is called “observer”</a:t>
            </a:r>
          </a:p>
          <a:p>
            <a:pPr marL="0" indent="0">
              <a:buNone/>
            </a:pPr>
            <a:endParaRPr lang="en-US" dirty="0"/>
          </a:p>
          <a:p>
            <a:endParaRPr lang="en-US" dirty="0"/>
          </a:p>
          <a:p>
            <a:endParaRPr lang="en-US" dirty="0"/>
          </a:p>
        </p:txBody>
      </p:sp>
      <p:sp>
        <p:nvSpPr>
          <p:cNvPr id="4" name="Title 3">
            <a:extLst>
              <a:ext uri="{FF2B5EF4-FFF2-40B4-BE49-F238E27FC236}">
                <a16:creationId xmlns:a16="http://schemas.microsoft.com/office/drawing/2014/main" id="{97326D26-0B72-F3F1-82ED-4E5F3FC1254C}"/>
              </a:ext>
            </a:extLst>
          </p:cNvPr>
          <p:cNvSpPr>
            <a:spLocks noGrp="1"/>
          </p:cNvSpPr>
          <p:nvPr>
            <p:ph type="title"/>
          </p:nvPr>
        </p:nvSpPr>
        <p:spPr/>
        <p:txBody>
          <a:bodyPr/>
          <a:lstStyle/>
          <a:p>
            <a:r>
              <a:rPr lang="en-US" dirty="0"/>
              <a:t>Observer designer pattern</a:t>
            </a:r>
          </a:p>
        </p:txBody>
      </p:sp>
    </p:spTree>
    <p:extLst>
      <p:ext uri="{BB962C8B-B14F-4D97-AF65-F5344CB8AC3E}">
        <p14:creationId xmlns:p14="http://schemas.microsoft.com/office/powerpoint/2010/main" val="414424749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3EE862-1DFE-FB82-5615-4A1A621E4447}"/>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BCCEDB0F-DCB8-F493-A222-159EC7F883A8}"/>
              </a:ext>
            </a:extLst>
          </p:cNvPr>
          <p:cNvSpPr>
            <a:spLocks noGrp="1"/>
          </p:cNvSpPr>
          <p:nvPr>
            <p:ph idx="1"/>
          </p:nvPr>
        </p:nvSpPr>
        <p:spPr/>
        <p:txBody>
          <a:bodyPr/>
          <a:lstStyle/>
          <a:p>
            <a:pPr marL="0" indent="0">
              <a:buNone/>
            </a:pPr>
            <a:endParaRPr lang="en-US" dirty="0"/>
          </a:p>
          <a:p>
            <a:endParaRPr lang="en-US" dirty="0"/>
          </a:p>
          <a:p>
            <a:endParaRPr lang="en-US" dirty="0"/>
          </a:p>
        </p:txBody>
      </p:sp>
      <p:sp>
        <p:nvSpPr>
          <p:cNvPr id="4" name="Title 3">
            <a:extLst>
              <a:ext uri="{FF2B5EF4-FFF2-40B4-BE49-F238E27FC236}">
                <a16:creationId xmlns:a16="http://schemas.microsoft.com/office/drawing/2014/main" id="{787C3177-DFEF-979D-5673-2E455CD7E4A7}"/>
              </a:ext>
            </a:extLst>
          </p:cNvPr>
          <p:cNvSpPr>
            <a:spLocks noGrp="1"/>
          </p:cNvSpPr>
          <p:nvPr>
            <p:ph type="title"/>
          </p:nvPr>
        </p:nvSpPr>
        <p:spPr/>
        <p:txBody>
          <a:bodyPr/>
          <a:lstStyle/>
          <a:p>
            <a:r>
              <a:rPr lang="en-US" dirty="0"/>
              <a:t>Observer design pattern</a:t>
            </a:r>
          </a:p>
        </p:txBody>
      </p:sp>
      <p:sp>
        <p:nvSpPr>
          <p:cNvPr id="2" name="Oval 1">
            <a:extLst>
              <a:ext uri="{FF2B5EF4-FFF2-40B4-BE49-F238E27FC236}">
                <a16:creationId xmlns:a16="http://schemas.microsoft.com/office/drawing/2014/main" id="{149C1FBF-A0B3-5B6E-D6E6-763864AF0846}"/>
              </a:ext>
            </a:extLst>
          </p:cNvPr>
          <p:cNvSpPr/>
          <p:nvPr/>
        </p:nvSpPr>
        <p:spPr>
          <a:xfrm>
            <a:off x="4747846" y="4045346"/>
            <a:ext cx="2508739" cy="151227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n w="0"/>
                <a:solidFill>
                  <a:schemeClr val="tx1"/>
                </a:solidFill>
                <a:effectLst>
                  <a:outerShdw blurRad="38100" dist="19050" dir="2700000" algn="tl" rotWithShape="0">
                    <a:schemeClr val="dk1">
                      <a:alpha val="40000"/>
                    </a:schemeClr>
                  </a:outerShdw>
                </a:effectLst>
              </a:rPr>
              <a:t>a = 10</a:t>
            </a:r>
          </a:p>
          <a:p>
            <a:pPr algn="ctr"/>
            <a:r>
              <a:rPr lang="en-US" sz="2800" dirty="0">
                <a:ln w="0"/>
                <a:solidFill>
                  <a:schemeClr val="tx1"/>
                </a:solidFill>
                <a:effectLst>
                  <a:outerShdw blurRad="38100" dist="19050" dir="2700000" algn="tl" rotWithShape="0">
                    <a:schemeClr val="dk1">
                      <a:alpha val="40000"/>
                    </a:schemeClr>
                  </a:outerShdw>
                </a:effectLst>
              </a:rPr>
              <a:t>b = 20</a:t>
            </a:r>
          </a:p>
          <a:p>
            <a:pPr algn="ctr"/>
            <a:r>
              <a:rPr lang="en-US" sz="2800" dirty="0">
                <a:ln w="0"/>
                <a:solidFill>
                  <a:schemeClr val="tx1"/>
                </a:solidFill>
                <a:effectLst>
                  <a:outerShdw blurRad="38100" dist="19050" dir="2700000" algn="tl" rotWithShape="0">
                    <a:schemeClr val="dk1">
                      <a:alpha val="40000"/>
                    </a:schemeClr>
                  </a:outerShdw>
                </a:effectLst>
              </a:rPr>
              <a:t>c = 30 </a:t>
            </a:r>
          </a:p>
        </p:txBody>
      </p:sp>
      <p:graphicFrame>
        <p:nvGraphicFramePr>
          <p:cNvPr id="7" name="Chart 6">
            <a:extLst>
              <a:ext uri="{FF2B5EF4-FFF2-40B4-BE49-F238E27FC236}">
                <a16:creationId xmlns:a16="http://schemas.microsoft.com/office/drawing/2014/main" id="{76BC1A50-7310-C4C2-0F1E-8F105967D265}"/>
              </a:ext>
            </a:extLst>
          </p:cNvPr>
          <p:cNvGraphicFramePr/>
          <p:nvPr/>
        </p:nvGraphicFramePr>
        <p:xfrm>
          <a:off x="1246555" y="1258926"/>
          <a:ext cx="2282092" cy="1765627"/>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Chart 8">
            <a:extLst>
              <a:ext uri="{FF2B5EF4-FFF2-40B4-BE49-F238E27FC236}">
                <a16:creationId xmlns:a16="http://schemas.microsoft.com/office/drawing/2014/main" id="{4A3421F8-67F8-BC7C-7434-87AAE58AA0F2}"/>
              </a:ext>
            </a:extLst>
          </p:cNvPr>
          <p:cNvGraphicFramePr/>
          <p:nvPr/>
        </p:nvGraphicFramePr>
        <p:xfrm>
          <a:off x="4861169" y="1258926"/>
          <a:ext cx="2282092" cy="1765627"/>
        </p:xfrm>
        <a:graphic>
          <a:graphicData uri="http://schemas.openxmlformats.org/drawingml/2006/chart">
            <c:chart xmlns:c="http://schemas.openxmlformats.org/drawingml/2006/chart" xmlns:r="http://schemas.openxmlformats.org/officeDocument/2006/relationships" r:id="rId4"/>
          </a:graphicData>
        </a:graphic>
      </p:graphicFrame>
      <mc:AlternateContent xmlns:mc="http://schemas.openxmlformats.org/markup-compatibility/2006" xmlns:cx1="http://schemas.microsoft.com/office/drawing/2015/9/8/chartex">
        <mc:Choice Requires="cx1">
          <p:graphicFrame>
            <p:nvGraphicFramePr>
              <p:cNvPr id="10" name="Chart 9">
                <a:extLst>
                  <a:ext uri="{FF2B5EF4-FFF2-40B4-BE49-F238E27FC236}">
                    <a16:creationId xmlns:a16="http://schemas.microsoft.com/office/drawing/2014/main" id="{36026164-CB4A-49D0-9266-095075C9353E}"/>
                  </a:ext>
                </a:extLst>
              </p:cNvPr>
              <p:cNvGraphicFramePr/>
              <p:nvPr/>
            </p:nvGraphicFramePr>
            <p:xfrm>
              <a:off x="8178800" y="1325903"/>
              <a:ext cx="2282092" cy="1765627"/>
            </p:xfrm>
            <a:graphic>
              <a:graphicData uri="http://schemas.microsoft.com/office/drawing/2014/chartex">
                <cx:chart xmlns:cx="http://schemas.microsoft.com/office/drawing/2014/chartex" xmlns:r="http://schemas.openxmlformats.org/officeDocument/2006/relationships" r:id="rId5"/>
              </a:graphicData>
            </a:graphic>
          </p:graphicFrame>
        </mc:Choice>
        <mc:Fallback xmlns="">
          <p:pic>
            <p:nvPicPr>
              <p:cNvPr id="10" name="Chart 9">
                <a:extLst>
                  <a:ext uri="{FF2B5EF4-FFF2-40B4-BE49-F238E27FC236}">
                    <a16:creationId xmlns:a16="http://schemas.microsoft.com/office/drawing/2014/main" id="{EC4CA9A3-C510-013D-B4EB-B1A5C28F6CEB}"/>
                  </a:ext>
                </a:extLst>
              </p:cNvPr>
              <p:cNvPicPr>
                <a:picLocks noGrp="1" noRot="1" noChangeAspect="1" noMove="1" noResize="1" noEditPoints="1" noAdjustHandles="1" noChangeArrowheads="1" noChangeShapeType="1"/>
              </p:cNvPicPr>
              <p:nvPr/>
            </p:nvPicPr>
            <p:blipFill>
              <a:blip r:embed="rId6"/>
              <a:stretch>
                <a:fillRect/>
              </a:stretch>
            </p:blipFill>
            <p:spPr>
              <a:xfrm>
                <a:off x="8178800" y="1325903"/>
                <a:ext cx="2282092" cy="1765627"/>
              </a:xfrm>
              <a:prstGeom prst="rect">
                <a:avLst/>
              </a:prstGeom>
            </p:spPr>
          </p:pic>
        </mc:Fallback>
      </mc:AlternateContent>
      <p:cxnSp>
        <p:nvCxnSpPr>
          <p:cNvPr id="12" name="Straight Arrow Connector 11">
            <a:extLst>
              <a:ext uri="{FF2B5EF4-FFF2-40B4-BE49-F238E27FC236}">
                <a16:creationId xmlns:a16="http://schemas.microsoft.com/office/drawing/2014/main" id="{50CADCC8-9EBE-837D-4FF2-479205A14365}"/>
              </a:ext>
            </a:extLst>
          </p:cNvPr>
          <p:cNvCxnSpPr>
            <a:cxnSpLocks/>
            <a:endCxn id="2" idx="1"/>
          </p:cNvCxnSpPr>
          <p:nvPr/>
        </p:nvCxnSpPr>
        <p:spPr>
          <a:xfrm>
            <a:off x="3083169" y="2947308"/>
            <a:ext cx="2032073" cy="1319506"/>
          </a:xfrm>
          <a:prstGeom prst="straightConnector1">
            <a:avLst/>
          </a:prstGeom>
          <a:ln w="22225">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AA146A33-94FB-CFCE-905E-8A2372A0214E}"/>
              </a:ext>
            </a:extLst>
          </p:cNvPr>
          <p:cNvCxnSpPr>
            <a:cxnSpLocks/>
            <a:stCxn id="9" idx="2"/>
            <a:endCxn id="2" idx="0"/>
          </p:cNvCxnSpPr>
          <p:nvPr/>
        </p:nvCxnSpPr>
        <p:spPr>
          <a:xfrm>
            <a:off x="6002215" y="3024553"/>
            <a:ext cx="1" cy="1020793"/>
          </a:xfrm>
          <a:prstGeom prst="straightConnector1">
            <a:avLst/>
          </a:prstGeom>
          <a:ln w="22225">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72BBB97C-B33D-FA27-F3BD-CB733EB3F915}"/>
              </a:ext>
            </a:extLst>
          </p:cNvPr>
          <p:cNvCxnSpPr>
            <a:cxnSpLocks/>
            <a:stCxn id="10" idx="2"/>
            <a:endCxn id="2" idx="7"/>
          </p:cNvCxnSpPr>
          <p:nvPr/>
        </p:nvCxnSpPr>
        <p:spPr>
          <a:xfrm flipH="1">
            <a:off x="6889189" y="3091530"/>
            <a:ext cx="2430657" cy="1175284"/>
          </a:xfrm>
          <a:prstGeom prst="straightConnector1">
            <a:avLst/>
          </a:prstGeom>
          <a:ln w="22225">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76978FB3-11FA-9ECD-A2D3-E4E85DE46D18}"/>
              </a:ext>
            </a:extLst>
          </p:cNvPr>
          <p:cNvCxnSpPr>
            <a:cxnSpLocks/>
            <a:stCxn id="2" idx="2"/>
          </p:cNvCxnSpPr>
          <p:nvPr/>
        </p:nvCxnSpPr>
        <p:spPr>
          <a:xfrm flipH="1" flipV="1">
            <a:off x="2074985" y="3024553"/>
            <a:ext cx="2672861" cy="1776932"/>
          </a:xfrm>
          <a:prstGeom prst="straightConnector1">
            <a:avLst/>
          </a:prstGeom>
          <a:ln w="28575">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171CE0F2-4C6F-5278-A91A-BB75F35C463F}"/>
              </a:ext>
            </a:extLst>
          </p:cNvPr>
          <p:cNvCxnSpPr>
            <a:cxnSpLocks/>
          </p:cNvCxnSpPr>
          <p:nvPr/>
        </p:nvCxnSpPr>
        <p:spPr>
          <a:xfrm flipV="1">
            <a:off x="5576276" y="2947308"/>
            <a:ext cx="0" cy="1175283"/>
          </a:xfrm>
          <a:prstGeom prst="straightConnector1">
            <a:avLst/>
          </a:prstGeom>
          <a:ln w="28575">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373E9C95-B9DD-F419-A3D3-BB56AFF34A77}"/>
              </a:ext>
            </a:extLst>
          </p:cNvPr>
          <p:cNvCxnSpPr>
            <a:cxnSpLocks/>
          </p:cNvCxnSpPr>
          <p:nvPr/>
        </p:nvCxnSpPr>
        <p:spPr>
          <a:xfrm flipV="1">
            <a:off x="6262040" y="2778369"/>
            <a:ext cx="2541991" cy="1266977"/>
          </a:xfrm>
          <a:prstGeom prst="straightConnector1">
            <a:avLst/>
          </a:prstGeom>
          <a:ln w="28575">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3FF6CDF1-04CE-8125-69D5-3FE580EA3DD6}"/>
              </a:ext>
            </a:extLst>
          </p:cNvPr>
          <p:cNvCxnSpPr>
            <a:cxnSpLocks/>
          </p:cNvCxnSpPr>
          <p:nvPr/>
        </p:nvCxnSpPr>
        <p:spPr>
          <a:xfrm>
            <a:off x="8763927" y="4496242"/>
            <a:ext cx="555919" cy="0"/>
          </a:xfrm>
          <a:prstGeom prst="straightConnector1">
            <a:avLst/>
          </a:prstGeom>
          <a:ln w="28575">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99549850-FA2E-69E3-43A6-DF96036AF29A}"/>
              </a:ext>
            </a:extLst>
          </p:cNvPr>
          <p:cNvCxnSpPr>
            <a:cxnSpLocks/>
          </p:cNvCxnSpPr>
          <p:nvPr/>
        </p:nvCxnSpPr>
        <p:spPr>
          <a:xfrm>
            <a:off x="8763927" y="5042249"/>
            <a:ext cx="555919" cy="0"/>
          </a:xfrm>
          <a:prstGeom prst="straightConnector1">
            <a:avLst/>
          </a:prstGeom>
          <a:ln w="28575">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06FC495B-90DF-5D6E-5F3B-C7F3C7FB3AF9}"/>
              </a:ext>
            </a:extLst>
          </p:cNvPr>
          <p:cNvSpPr txBox="1"/>
          <p:nvPr/>
        </p:nvSpPr>
        <p:spPr>
          <a:xfrm>
            <a:off x="9546398" y="4311576"/>
            <a:ext cx="2044599" cy="369332"/>
          </a:xfrm>
          <a:prstGeom prst="rect">
            <a:avLst/>
          </a:prstGeom>
          <a:noFill/>
        </p:spPr>
        <p:txBody>
          <a:bodyPr wrap="none" rtlCol="0">
            <a:spAutoFit/>
          </a:bodyPr>
          <a:lstStyle/>
          <a:p>
            <a:r>
              <a:rPr lang="en-US" b="1" i="1" dirty="0"/>
              <a:t>Change notification</a:t>
            </a:r>
          </a:p>
        </p:txBody>
      </p:sp>
      <p:sp>
        <p:nvSpPr>
          <p:cNvPr id="37" name="TextBox 36">
            <a:extLst>
              <a:ext uri="{FF2B5EF4-FFF2-40B4-BE49-F238E27FC236}">
                <a16:creationId xmlns:a16="http://schemas.microsoft.com/office/drawing/2014/main" id="{F8451870-693F-FC96-A044-9A5799752F6E}"/>
              </a:ext>
            </a:extLst>
          </p:cNvPr>
          <p:cNvSpPr txBox="1"/>
          <p:nvPr/>
        </p:nvSpPr>
        <p:spPr>
          <a:xfrm>
            <a:off x="9546398" y="4857583"/>
            <a:ext cx="1042593" cy="369332"/>
          </a:xfrm>
          <a:prstGeom prst="rect">
            <a:avLst/>
          </a:prstGeom>
          <a:noFill/>
        </p:spPr>
        <p:txBody>
          <a:bodyPr wrap="none" rtlCol="0">
            <a:spAutoFit/>
          </a:bodyPr>
          <a:lstStyle/>
          <a:p>
            <a:r>
              <a:rPr lang="en-US" b="1" i="1" dirty="0"/>
              <a:t>Requests</a:t>
            </a:r>
          </a:p>
        </p:txBody>
      </p:sp>
      <p:sp>
        <p:nvSpPr>
          <p:cNvPr id="3" name="Rectangle 2">
            <a:extLst>
              <a:ext uri="{FF2B5EF4-FFF2-40B4-BE49-F238E27FC236}">
                <a16:creationId xmlns:a16="http://schemas.microsoft.com/office/drawing/2014/main" id="{479AD453-E68A-4538-5CC3-176251C65B72}"/>
              </a:ext>
            </a:extLst>
          </p:cNvPr>
          <p:cNvSpPr/>
          <p:nvPr/>
        </p:nvSpPr>
        <p:spPr>
          <a:xfrm>
            <a:off x="4147622" y="3751634"/>
            <a:ext cx="3855128" cy="2136584"/>
          </a:xfrm>
          <a:prstGeom prst="rect">
            <a:avLst/>
          </a:prstGeom>
          <a:noFill/>
          <a:ln w="4127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
        <p:nvSpPr>
          <p:cNvPr id="6" name="TextBox 5">
            <a:extLst>
              <a:ext uri="{FF2B5EF4-FFF2-40B4-BE49-F238E27FC236}">
                <a16:creationId xmlns:a16="http://schemas.microsoft.com/office/drawing/2014/main" id="{F9DFD95F-C076-6512-C87E-6DCF8072E396}"/>
              </a:ext>
            </a:extLst>
          </p:cNvPr>
          <p:cNvSpPr txBox="1"/>
          <p:nvPr/>
        </p:nvSpPr>
        <p:spPr>
          <a:xfrm>
            <a:off x="2729722" y="4824155"/>
            <a:ext cx="1269899" cy="523220"/>
          </a:xfrm>
          <a:prstGeom prst="rect">
            <a:avLst/>
          </a:prstGeom>
          <a:noFill/>
        </p:spPr>
        <p:txBody>
          <a:bodyPr wrap="none" rtlCol="0">
            <a:spAutoFit/>
          </a:bodyPr>
          <a:lstStyle/>
          <a:p>
            <a:r>
              <a:rPr lang="en-US" sz="2800" b="1" i="1" dirty="0"/>
              <a:t>Subject</a:t>
            </a:r>
          </a:p>
        </p:txBody>
      </p:sp>
      <p:sp>
        <p:nvSpPr>
          <p:cNvPr id="8" name="Rectangle 7">
            <a:extLst>
              <a:ext uri="{FF2B5EF4-FFF2-40B4-BE49-F238E27FC236}">
                <a16:creationId xmlns:a16="http://schemas.microsoft.com/office/drawing/2014/main" id="{A7157B90-75E0-64F6-35A9-F7B0959C1BEF}"/>
              </a:ext>
            </a:extLst>
          </p:cNvPr>
          <p:cNvSpPr/>
          <p:nvPr/>
        </p:nvSpPr>
        <p:spPr>
          <a:xfrm>
            <a:off x="715592" y="839179"/>
            <a:ext cx="9809996" cy="2136584"/>
          </a:xfrm>
          <a:prstGeom prst="rect">
            <a:avLst/>
          </a:prstGeom>
          <a:noFill/>
          <a:ln w="4127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
        <p:nvSpPr>
          <p:cNvPr id="11" name="TextBox 10">
            <a:extLst>
              <a:ext uri="{FF2B5EF4-FFF2-40B4-BE49-F238E27FC236}">
                <a16:creationId xmlns:a16="http://schemas.microsoft.com/office/drawing/2014/main" id="{B9C2FDB5-393F-E88D-2049-EF35002A78A6}"/>
              </a:ext>
            </a:extLst>
          </p:cNvPr>
          <p:cNvSpPr txBox="1"/>
          <p:nvPr/>
        </p:nvSpPr>
        <p:spPr>
          <a:xfrm>
            <a:off x="3712534" y="948527"/>
            <a:ext cx="1732873" cy="523220"/>
          </a:xfrm>
          <a:prstGeom prst="rect">
            <a:avLst/>
          </a:prstGeom>
          <a:noFill/>
        </p:spPr>
        <p:txBody>
          <a:bodyPr wrap="square" rtlCol="0">
            <a:spAutoFit/>
          </a:bodyPr>
          <a:lstStyle/>
          <a:p>
            <a:r>
              <a:rPr lang="en-US" sz="2800" b="1" i="1" dirty="0"/>
              <a:t>Observers</a:t>
            </a:r>
          </a:p>
        </p:txBody>
      </p:sp>
    </p:spTree>
    <p:extLst>
      <p:ext uri="{BB962C8B-B14F-4D97-AF65-F5344CB8AC3E}">
        <p14:creationId xmlns:p14="http://schemas.microsoft.com/office/powerpoint/2010/main" val="14697239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p:bldP spid="8" grpId="0" animBg="1"/>
      <p:bldP spid="11"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Content Placeholder 14">
            <a:extLst>
              <a:ext uri="{FF2B5EF4-FFF2-40B4-BE49-F238E27FC236}">
                <a16:creationId xmlns:a16="http://schemas.microsoft.com/office/drawing/2014/main" id="{75571FB0-F97C-FA99-0564-D4BD64824F42}"/>
              </a:ext>
            </a:extLst>
          </p:cNvPr>
          <p:cNvSpPr>
            <a:spLocks noGrp="1"/>
          </p:cNvSpPr>
          <p:nvPr>
            <p:ph idx="1"/>
          </p:nvPr>
        </p:nvSpPr>
        <p:spPr>
          <a:xfrm>
            <a:off x="6176512" y="785004"/>
            <a:ext cx="5839642" cy="5046453"/>
          </a:xfrm>
        </p:spPr>
        <p:txBody>
          <a:bodyPr>
            <a:normAutofit fontScale="85000" lnSpcReduction="20000"/>
          </a:bodyPr>
          <a:lstStyle/>
          <a:p>
            <a:r>
              <a:rPr lang="en-US" dirty="0"/>
              <a:t>class </a:t>
            </a:r>
            <a:r>
              <a:rPr lang="en-US" dirty="0" err="1"/>
              <a:t>DataModel</a:t>
            </a:r>
            <a:r>
              <a:rPr lang="en-US" dirty="0"/>
              <a:t> {</a:t>
            </a:r>
          </a:p>
          <a:p>
            <a:r>
              <a:rPr lang="en-US" dirty="0"/>
              <a:t>    private int a, b, c;</a:t>
            </a:r>
          </a:p>
          <a:p>
            <a:r>
              <a:rPr lang="en-US" dirty="0"/>
              <a:t>    private List&lt;Observer&gt; observers = new </a:t>
            </a:r>
            <a:r>
              <a:rPr lang="en-US" dirty="0" err="1"/>
              <a:t>ArrayList</a:t>
            </a:r>
            <a:r>
              <a:rPr lang="en-US" dirty="0"/>
              <a:t>&lt;&gt;();</a:t>
            </a:r>
          </a:p>
          <a:p>
            <a:endParaRPr lang="en-US" dirty="0"/>
          </a:p>
          <a:p>
            <a:r>
              <a:rPr lang="en-US" dirty="0"/>
              <a:t>    // Add observer</a:t>
            </a:r>
          </a:p>
          <a:p>
            <a:r>
              <a:rPr lang="en-US" dirty="0"/>
              <a:t>    public void </a:t>
            </a:r>
            <a:r>
              <a:rPr lang="en-US" dirty="0" err="1"/>
              <a:t>addObserver</a:t>
            </a:r>
            <a:r>
              <a:rPr lang="en-US" dirty="0"/>
              <a:t>(Observer observer) {</a:t>
            </a:r>
          </a:p>
          <a:p>
            <a:r>
              <a:rPr lang="en-US" dirty="0"/>
              <a:t>        </a:t>
            </a:r>
            <a:r>
              <a:rPr lang="en-US" dirty="0" err="1"/>
              <a:t>observers.add</a:t>
            </a:r>
            <a:r>
              <a:rPr lang="en-US" dirty="0"/>
              <a:t>(observer);</a:t>
            </a:r>
          </a:p>
          <a:p>
            <a:r>
              <a:rPr lang="en-US" dirty="0"/>
              <a:t>    }</a:t>
            </a:r>
          </a:p>
          <a:p>
            <a:endParaRPr lang="en-US" dirty="0"/>
          </a:p>
          <a:p>
            <a:r>
              <a:rPr lang="en-US" dirty="0"/>
              <a:t>    // Remove observer</a:t>
            </a:r>
          </a:p>
          <a:p>
            <a:r>
              <a:rPr lang="en-US" dirty="0"/>
              <a:t>    public void </a:t>
            </a:r>
            <a:r>
              <a:rPr lang="en-US" dirty="0" err="1"/>
              <a:t>removeObserver</a:t>
            </a:r>
            <a:r>
              <a:rPr lang="en-US" dirty="0"/>
              <a:t>(Observer observer) {</a:t>
            </a:r>
          </a:p>
          <a:p>
            <a:r>
              <a:rPr lang="en-US" dirty="0"/>
              <a:t>        </a:t>
            </a:r>
            <a:r>
              <a:rPr lang="en-US" dirty="0" err="1"/>
              <a:t>observers.remove</a:t>
            </a:r>
            <a:r>
              <a:rPr lang="en-US" dirty="0"/>
              <a:t>(observer);</a:t>
            </a:r>
          </a:p>
          <a:p>
            <a:r>
              <a:rPr lang="en-US" dirty="0"/>
              <a:t>    }</a:t>
            </a:r>
          </a:p>
          <a:p>
            <a:endParaRPr lang="en-US" dirty="0"/>
          </a:p>
          <a:p>
            <a:r>
              <a:rPr lang="en-US" dirty="0"/>
              <a:t> 	// Notify observers</a:t>
            </a:r>
          </a:p>
          <a:p>
            <a:r>
              <a:rPr lang="en-US" dirty="0"/>
              <a:t>    private void </a:t>
            </a:r>
            <a:r>
              <a:rPr lang="en-US" dirty="0" err="1"/>
              <a:t>notifyObservers</a:t>
            </a:r>
            <a:r>
              <a:rPr lang="en-US" dirty="0"/>
              <a:t>() {</a:t>
            </a:r>
          </a:p>
          <a:p>
            <a:r>
              <a:rPr lang="en-US" dirty="0"/>
              <a:t>        for (Observer </a:t>
            </a:r>
            <a:r>
              <a:rPr lang="en-US" dirty="0" err="1"/>
              <a:t>observer</a:t>
            </a:r>
            <a:r>
              <a:rPr lang="en-US" dirty="0"/>
              <a:t> : observers) {</a:t>
            </a:r>
          </a:p>
          <a:p>
            <a:r>
              <a:rPr lang="en-US" dirty="0"/>
              <a:t>            </a:t>
            </a:r>
            <a:r>
              <a:rPr lang="en-US" dirty="0" err="1"/>
              <a:t>observer.update</a:t>
            </a:r>
            <a:r>
              <a:rPr lang="en-US" dirty="0"/>
              <a:t>(a, b, c);</a:t>
            </a:r>
          </a:p>
          <a:p>
            <a:r>
              <a:rPr lang="en-US" dirty="0"/>
              <a:t>        }</a:t>
            </a:r>
          </a:p>
          <a:p>
            <a:r>
              <a:rPr lang="en-US" dirty="0"/>
              <a:t>    }</a:t>
            </a:r>
          </a:p>
          <a:p>
            <a:r>
              <a:rPr lang="en-US" dirty="0"/>
              <a:t>    // Set data and notify observers</a:t>
            </a:r>
          </a:p>
          <a:p>
            <a:r>
              <a:rPr lang="en-US" dirty="0"/>
              <a:t>    public void </a:t>
            </a:r>
            <a:r>
              <a:rPr lang="en-US" dirty="0" err="1"/>
              <a:t>setData</a:t>
            </a:r>
            <a:r>
              <a:rPr lang="en-US" dirty="0"/>
              <a:t>(int a, int b, int c) {</a:t>
            </a:r>
          </a:p>
          <a:p>
            <a:r>
              <a:rPr lang="en-US" dirty="0"/>
              <a:t>        </a:t>
            </a:r>
            <a:r>
              <a:rPr lang="en-US" dirty="0" err="1"/>
              <a:t>this.a</a:t>
            </a:r>
            <a:r>
              <a:rPr lang="en-US" dirty="0"/>
              <a:t> = a;</a:t>
            </a:r>
          </a:p>
          <a:p>
            <a:r>
              <a:rPr lang="en-US" dirty="0"/>
              <a:t>        </a:t>
            </a:r>
            <a:r>
              <a:rPr lang="en-US" dirty="0" err="1"/>
              <a:t>this.b</a:t>
            </a:r>
            <a:r>
              <a:rPr lang="en-US" dirty="0"/>
              <a:t> = b;</a:t>
            </a:r>
          </a:p>
          <a:p>
            <a:r>
              <a:rPr lang="en-US" dirty="0"/>
              <a:t>        </a:t>
            </a:r>
            <a:r>
              <a:rPr lang="en-US" dirty="0" err="1"/>
              <a:t>this.c</a:t>
            </a:r>
            <a:r>
              <a:rPr lang="en-US" dirty="0"/>
              <a:t> = c;</a:t>
            </a:r>
          </a:p>
          <a:p>
            <a:r>
              <a:rPr lang="en-US" dirty="0"/>
              <a:t>        </a:t>
            </a:r>
            <a:r>
              <a:rPr lang="en-US" dirty="0" err="1"/>
              <a:t>notifyObservers</a:t>
            </a:r>
            <a:r>
              <a:rPr lang="en-US" dirty="0"/>
              <a:t>();</a:t>
            </a:r>
          </a:p>
          <a:p>
            <a:r>
              <a:rPr lang="en-US" dirty="0"/>
              <a:t>    }</a:t>
            </a:r>
          </a:p>
          <a:p>
            <a:r>
              <a:rPr lang="en-US" dirty="0"/>
              <a:t>}</a:t>
            </a:r>
          </a:p>
        </p:txBody>
      </p:sp>
      <p:sp>
        <p:nvSpPr>
          <p:cNvPr id="12" name="Title 11">
            <a:extLst>
              <a:ext uri="{FF2B5EF4-FFF2-40B4-BE49-F238E27FC236}">
                <a16:creationId xmlns:a16="http://schemas.microsoft.com/office/drawing/2014/main" id="{410F0BC5-95F0-9D5B-2D06-30CECB937DBB}"/>
              </a:ext>
            </a:extLst>
          </p:cNvPr>
          <p:cNvSpPr>
            <a:spLocks noGrp="1"/>
          </p:cNvSpPr>
          <p:nvPr>
            <p:ph type="title"/>
          </p:nvPr>
        </p:nvSpPr>
        <p:spPr/>
        <p:txBody>
          <a:bodyPr/>
          <a:lstStyle/>
          <a:p>
            <a:r>
              <a:rPr lang="en-US" dirty="0"/>
              <a:t>Graphical views for application data</a:t>
            </a:r>
          </a:p>
        </p:txBody>
      </p:sp>
      <p:sp>
        <p:nvSpPr>
          <p:cNvPr id="16" name="Content Placeholder 15">
            <a:extLst>
              <a:ext uri="{FF2B5EF4-FFF2-40B4-BE49-F238E27FC236}">
                <a16:creationId xmlns:a16="http://schemas.microsoft.com/office/drawing/2014/main" id="{7AE3DB8D-9814-3979-7254-C02F9FE61C78}"/>
              </a:ext>
            </a:extLst>
          </p:cNvPr>
          <p:cNvSpPr>
            <a:spLocks noGrp="1"/>
          </p:cNvSpPr>
          <p:nvPr>
            <p:ph idx="13"/>
          </p:nvPr>
        </p:nvSpPr>
        <p:spPr/>
        <p:txBody>
          <a:bodyPr/>
          <a:lstStyle/>
          <a:p>
            <a:r>
              <a:rPr lang="en-US" dirty="0"/>
              <a:t>The subject contains a list of observers and provides an </a:t>
            </a:r>
            <a:r>
              <a:rPr lang="en-US" dirty="0">
                <a:latin typeface="Consolas" panose="020B0609020204030204" pitchFamily="49" charset="0"/>
              </a:rPr>
              <a:t>add()</a:t>
            </a:r>
            <a:r>
              <a:rPr lang="en-US" dirty="0"/>
              <a:t> and </a:t>
            </a:r>
            <a:r>
              <a:rPr lang="en-US" dirty="0">
                <a:latin typeface="Consolas" panose="020B0609020204030204" pitchFamily="49" charset="0"/>
              </a:rPr>
              <a:t>remove()</a:t>
            </a:r>
            <a:r>
              <a:rPr lang="en-US" dirty="0"/>
              <a:t> API for observers to register and deregister</a:t>
            </a:r>
          </a:p>
          <a:p>
            <a:r>
              <a:rPr lang="en-US" dirty="0"/>
              <a:t>Also provides a </a:t>
            </a:r>
            <a:r>
              <a:rPr lang="en-US" dirty="0">
                <a:latin typeface="Consolas" panose="020B0609020204030204" pitchFamily="49" charset="0"/>
              </a:rPr>
              <a:t>notify() </a:t>
            </a:r>
            <a:r>
              <a:rPr lang="en-US" dirty="0"/>
              <a:t>API to notify the observers</a:t>
            </a:r>
          </a:p>
          <a:p>
            <a:pPr lvl="1"/>
            <a:r>
              <a:rPr lang="en-US" dirty="0"/>
              <a:t>The </a:t>
            </a:r>
            <a:r>
              <a:rPr lang="en-US" dirty="0">
                <a:latin typeface="Consolas" panose="020B0609020204030204" pitchFamily="49" charset="0"/>
              </a:rPr>
              <a:t>notify()</a:t>
            </a:r>
            <a:r>
              <a:rPr lang="en-US" dirty="0"/>
              <a:t> API is invoked when the data is updated</a:t>
            </a:r>
          </a:p>
        </p:txBody>
      </p:sp>
      <p:sp>
        <p:nvSpPr>
          <p:cNvPr id="2" name="Rectangle 1">
            <a:extLst>
              <a:ext uri="{FF2B5EF4-FFF2-40B4-BE49-F238E27FC236}">
                <a16:creationId xmlns:a16="http://schemas.microsoft.com/office/drawing/2014/main" id="{CE274FDB-C260-AA92-202C-BDAFECC03CA9}"/>
              </a:ext>
            </a:extLst>
          </p:cNvPr>
          <p:cNvSpPr/>
          <p:nvPr/>
        </p:nvSpPr>
        <p:spPr>
          <a:xfrm>
            <a:off x="6453378" y="1474172"/>
            <a:ext cx="5356548" cy="2757859"/>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Tree>
    <p:extLst>
      <p:ext uri="{BB962C8B-B14F-4D97-AF65-F5344CB8AC3E}">
        <p14:creationId xmlns:p14="http://schemas.microsoft.com/office/powerpoint/2010/main" val="698304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FED9C9-3819-5982-16E4-7380B30D3DB3}"/>
            </a:ext>
          </a:extLst>
        </p:cNvPr>
        <p:cNvGrpSpPr/>
        <p:nvPr/>
      </p:nvGrpSpPr>
      <p:grpSpPr>
        <a:xfrm>
          <a:off x="0" y="0"/>
          <a:ext cx="0" cy="0"/>
          <a:chOff x="0" y="0"/>
          <a:chExt cx="0" cy="0"/>
        </a:xfrm>
      </p:grpSpPr>
      <p:sp>
        <p:nvSpPr>
          <p:cNvPr id="15" name="Content Placeholder 14">
            <a:extLst>
              <a:ext uri="{FF2B5EF4-FFF2-40B4-BE49-F238E27FC236}">
                <a16:creationId xmlns:a16="http://schemas.microsoft.com/office/drawing/2014/main" id="{2CC9C93D-5A01-4FAE-8A4C-D386BDABDB98}"/>
              </a:ext>
            </a:extLst>
          </p:cNvPr>
          <p:cNvSpPr>
            <a:spLocks noGrp="1"/>
          </p:cNvSpPr>
          <p:nvPr>
            <p:ph idx="1"/>
          </p:nvPr>
        </p:nvSpPr>
        <p:spPr/>
        <p:txBody>
          <a:bodyPr>
            <a:normAutofit/>
          </a:bodyPr>
          <a:lstStyle/>
          <a:p>
            <a:r>
              <a:rPr lang="en-US" dirty="0"/>
              <a:t>// Observer Interface</a:t>
            </a:r>
          </a:p>
          <a:p>
            <a:r>
              <a:rPr lang="en-US" dirty="0"/>
              <a:t>interface Observer {</a:t>
            </a:r>
          </a:p>
          <a:p>
            <a:r>
              <a:rPr lang="en-US" dirty="0"/>
              <a:t>    void update(int a, int b, int c);</a:t>
            </a:r>
          </a:p>
          <a:p>
            <a:r>
              <a:rPr lang="en-US" dirty="0"/>
              <a:t>}</a:t>
            </a:r>
          </a:p>
          <a:p>
            <a:endParaRPr lang="en-US" dirty="0"/>
          </a:p>
          <a:p>
            <a:r>
              <a:rPr lang="en-US" dirty="0"/>
              <a:t>// Concrete Observer</a:t>
            </a:r>
          </a:p>
          <a:p>
            <a:r>
              <a:rPr lang="en-US" dirty="0"/>
              <a:t>class </a:t>
            </a:r>
            <a:r>
              <a:rPr lang="en-US" dirty="0" err="1"/>
              <a:t>BarChart</a:t>
            </a:r>
            <a:r>
              <a:rPr lang="en-US" dirty="0"/>
              <a:t> implements Observer {</a:t>
            </a:r>
          </a:p>
          <a:p>
            <a:r>
              <a:rPr lang="en-US" dirty="0"/>
              <a:t>    @Override</a:t>
            </a:r>
          </a:p>
          <a:p>
            <a:r>
              <a:rPr lang="en-US" dirty="0"/>
              <a:t>    public void update(int a, int b, int c) {</a:t>
            </a:r>
          </a:p>
          <a:p>
            <a:r>
              <a:rPr lang="en-US" dirty="0"/>
              <a:t>		// Render the bar chart here</a:t>
            </a:r>
          </a:p>
          <a:p>
            <a:r>
              <a:rPr lang="en-US" dirty="0"/>
              <a:t>    }</a:t>
            </a:r>
          </a:p>
          <a:p>
            <a:r>
              <a:rPr lang="en-US" dirty="0"/>
              <a:t>}</a:t>
            </a:r>
          </a:p>
          <a:p>
            <a:endParaRPr lang="en-US" dirty="0"/>
          </a:p>
          <a:p>
            <a:r>
              <a:rPr lang="en-US" dirty="0"/>
              <a:t>class </a:t>
            </a:r>
            <a:r>
              <a:rPr lang="en-US" dirty="0" err="1"/>
              <a:t>PieChart</a:t>
            </a:r>
            <a:r>
              <a:rPr lang="en-US" dirty="0"/>
              <a:t> implements Observer {</a:t>
            </a:r>
          </a:p>
          <a:p>
            <a:r>
              <a:rPr lang="en-US" dirty="0"/>
              <a:t>    @Override</a:t>
            </a:r>
          </a:p>
          <a:p>
            <a:r>
              <a:rPr lang="en-US" dirty="0"/>
              <a:t>    public void update(int a, int b, int c) {</a:t>
            </a:r>
          </a:p>
          <a:p>
            <a:r>
              <a:rPr lang="en-US" dirty="0"/>
              <a:t>		// Render the pie chart here</a:t>
            </a:r>
          </a:p>
          <a:p>
            <a:r>
              <a:rPr lang="en-US" dirty="0"/>
              <a:t>    }</a:t>
            </a:r>
          </a:p>
          <a:p>
            <a:r>
              <a:rPr lang="en-US" dirty="0"/>
              <a:t>}</a:t>
            </a:r>
          </a:p>
        </p:txBody>
      </p:sp>
      <p:sp>
        <p:nvSpPr>
          <p:cNvPr id="12" name="Title 11">
            <a:extLst>
              <a:ext uri="{FF2B5EF4-FFF2-40B4-BE49-F238E27FC236}">
                <a16:creationId xmlns:a16="http://schemas.microsoft.com/office/drawing/2014/main" id="{B083A6C3-1565-2713-835E-979C8A581119}"/>
              </a:ext>
            </a:extLst>
          </p:cNvPr>
          <p:cNvSpPr>
            <a:spLocks noGrp="1"/>
          </p:cNvSpPr>
          <p:nvPr>
            <p:ph type="title"/>
          </p:nvPr>
        </p:nvSpPr>
        <p:spPr/>
        <p:txBody>
          <a:bodyPr/>
          <a:lstStyle/>
          <a:p>
            <a:r>
              <a:rPr lang="en-US" dirty="0"/>
              <a:t>Graphical views for application data</a:t>
            </a:r>
          </a:p>
        </p:txBody>
      </p:sp>
      <p:sp>
        <p:nvSpPr>
          <p:cNvPr id="16" name="Content Placeholder 15">
            <a:extLst>
              <a:ext uri="{FF2B5EF4-FFF2-40B4-BE49-F238E27FC236}">
                <a16:creationId xmlns:a16="http://schemas.microsoft.com/office/drawing/2014/main" id="{8F7544DA-F620-244B-1AE0-3AE4DCD350BC}"/>
              </a:ext>
            </a:extLst>
          </p:cNvPr>
          <p:cNvSpPr>
            <a:spLocks noGrp="1"/>
          </p:cNvSpPr>
          <p:nvPr>
            <p:ph idx="13"/>
          </p:nvPr>
        </p:nvSpPr>
        <p:spPr/>
        <p:txBody>
          <a:bodyPr/>
          <a:lstStyle/>
          <a:p>
            <a:r>
              <a:rPr lang="en-US" dirty="0"/>
              <a:t>Observers extend the </a:t>
            </a:r>
            <a:r>
              <a:rPr lang="en-US" dirty="0">
                <a:latin typeface="Consolas" panose="020B0609020204030204" pitchFamily="49" charset="0"/>
              </a:rPr>
              <a:t>Observer</a:t>
            </a:r>
            <a:r>
              <a:rPr lang="en-US" dirty="0"/>
              <a:t> interface</a:t>
            </a:r>
          </a:p>
        </p:txBody>
      </p:sp>
      <p:sp>
        <p:nvSpPr>
          <p:cNvPr id="2" name="Rectangle 1">
            <a:extLst>
              <a:ext uri="{FF2B5EF4-FFF2-40B4-BE49-F238E27FC236}">
                <a16:creationId xmlns:a16="http://schemas.microsoft.com/office/drawing/2014/main" id="{C66799B4-C051-61D0-1A05-07348E06708B}"/>
              </a:ext>
            </a:extLst>
          </p:cNvPr>
          <p:cNvSpPr/>
          <p:nvPr/>
        </p:nvSpPr>
        <p:spPr>
          <a:xfrm>
            <a:off x="6176511" y="740640"/>
            <a:ext cx="5194873" cy="1217114"/>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Tree>
    <p:extLst>
      <p:ext uri="{BB962C8B-B14F-4D97-AF65-F5344CB8AC3E}">
        <p14:creationId xmlns:p14="http://schemas.microsoft.com/office/powerpoint/2010/main" val="3881333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A37DE2-1567-99E8-6891-F76D26B7899B}"/>
            </a:ext>
          </a:extLst>
        </p:cNvPr>
        <p:cNvGrpSpPr/>
        <p:nvPr/>
      </p:nvGrpSpPr>
      <p:grpSpPr>
        <a:xfrm>
          <a:off x="0" y="0"/>
          <a:ext cx="0" cy="0"/>
          <a:chOff x="0" y="0"/>
          <a:chExt cx="0" cy="0"/>
        </a:xfrm>
      </p:grpSpPr>
      <p:sp>
        <p:nvSpPr>
          <p:cNvPr id="15" name="Content Placeholder 14">
            <a:extLst>
              <a:ext uri="{FF2B5EF4-FFF2-40B4-BE49-F238E27FC236}">
                <a16:creationId xmlns:a16="http://schemas.microsoft.com/office/drawing/2014/main" id="{FB91C304-D9BF-57A9-926A-D412EF2F0834}"/>
              </a:ext>
            </a:extLst>
          </p:cNvPr>
          <p:cNvSpPr>
            <a:spLocks noGrp="1"/>
          </p:cNvSpPr>
          <p:nvPr>
            <p:ph idx="1"/>
          </p:nvPr>
        </p:nvSpPr>
        <p:spPr/>
        <p:txBody>
          <a:bodyPr>
            <a:normAutofit/>
          </a:bodyPr>
          <a:lstStyle/>
          <a:p>
            <a:r>
              <a:rPr lang="en-US" dirty="0"/>
              <a:t>public class </a:t>
            </a:r>
            <a:r>
              <a:rPr lang="en-US" dirty="0" err="1"/>
              <a:t>ObserverPatternExample</a:t>
            </a:r>
            <a:r>
              <a:rPr lang="en-US" dirty="0"/>
              <a:t> {</a:t>
            </a:r>
          </a:p>
          <a:p>
            <a:r>
              <a:rPr lang="en-US" dirty="0"/>
              <a:t>    public static void main(String[] </a:t>
            </a:r>
            <a:r>
              <a:rPr lang="en-US" dirty="0" err="1"/>
              <a:t>args</a:t>
            </a:r>
            <a:r>
              <a:rPr lang="en-US" dirty="0"/>
              <a:t>) {</a:t>
            </a:r>
          </a:p>
          <a:p>
            <a:r>
              <a:rPr lang="en-US" dirty="0"/>
              <a:t>        // Create the subject</a:t>
            </a:r>
          </a:p>
          <a:p>
            <a:r>
              <a:rPr lang="en-US" dirty="0"/>
              <a:t>        </a:t>
            </a:r>
            <a:r>
              <a:rPr lang="en-US" dirty="0" err="1"/>
              <a:t>DataModel</a:t>
            </a:r>
            <a:r>
              <a:rPr lang="en-US" dirty="0"/>
              <a:t> </a:t>
            </a:r>
            <a:r>
              <a:rPr lang="en-US" dirty="0" err="1"/>
              <a:t>dataModel</a:t>
            </a:r>
            <a:r>
              <a:rPr lang="en-US" dirty="0"/>
              <a:t> = new </a:t>
            </a:r>
            <a:r>
              <a:rPr lang="en-US" dirty="0" err="1"/>
              <a:t>DataModel</a:t>
            </a:r>
            <a:r>
              <a:rPr lang="en-US" dirty="0"/>
              <a:t>();</a:t>
            </a:r>
          </a:p>
          <a:p>
            <a:endParaRPr lang="en-US" dirty="0"/>
          </a:p>
          <a:p>
            <a:r>
              <a:rPr lang="en-US" dirty="0"/>
              <a:t>        // Create observers</a:t>
            </a:r>
          </a:p>
          <a:p>
            <a:r>
              <a:rPr lang="en-US" dirty="0"/>
              <a:t>        </a:t>
            </a:r>
            <a:r>
              <a:rPr lang="en-US" dirty="0" err="1"/>
              <a:t>BarChart</a:t>
            </a:r>
            <a:r>
              <a:rPr lang="en-US" dirty="0"/>
              <a:t> </a:t>
            </a:r>
            <a:r>
              <a:rPr lang="en-US" dirty="0" err="1"/>
              <a:t>barChart</a:t>
            </a:r>
            <a:r>
              <a:rPr lang="en-US" dirty="0"/>
              <a:t> = new </a:t>
            </a:r>
            <a:r>
              <a:rPr lang="en-US" dirty="0" err="1"/>
              <a:t>BarChart</a:t>
            </a:r>
            <a:r>
              <a:rPr lang="en-US" dirty="0"/>
              <a:t>();</a:t>
            </a:r>
          </a:p>
          <a:p>
            <a:r>
              <a:rPr lang="en-US" dirty="0"/>
              <a:t>        </a:t>
            </a:r>
            <a:r>
              <a:rPr lang="en-US" dirty="0" err="1"/>
              <a:t>PieChart</a:t>
            </a:r>
            <a:r>
              <a:rPr lang="en-US" dirty="0"/>
              <a:t> </a:t>
            </a:r>
            <a:r>
              <a:rPr lang="en-US" dirty="0" err="1"/>
              <a:t>pieChart</a:t>
            </a:r>
            <a:r>
              <a:rPr lang="en-US" dirty="0"/>
              <a:t> = new </a:t>
            </a:r>
            <a:r>
              <a:rPr lang="en-US" dirty="0" err="1"/>
              <a:t>PieChart</a:t>
            </a:r>
            <a:r>
              <a:rPr lang="en-US" dirty="0"/>
              <a:t>();</a:t>
            </a:r>
          </a:p>
          <a:p>
            <a:endParaRPr lang="en-US" dirty="0"/>
          </a:p>
          <a:p>
            <a:r>
              <a:rPr lang="en-US" dirty="0"/>
              <a:t>        // Attach observers to the subject</a:t>
            </a:r>
          </a:p>
          <a:p>
            <a:r>
              <a:rPr lang="en-US" dirty="0"/>
              <a:t>        </a:t>
            </a:r>
            <a:r>
              <a:rPr lang="en-US" dirty="0" err="1"/>
              <a:t>dataModel.addObserver</a:t>
            </a:r>
            <a:r>
              <a:rPr lang="en-US" dirty="0"/>
              <a:t>(</a:t>
            </a:r>
            <a:r>
              <a:rPr lang="en-US" dirty="0" err="1"/>
              <a:t>barChart</a:t>
            </a:r>
            <a:r>
              <a:rPr lang="en-US" dirty="0"/>
              <a:t>);</a:t>
            </a:r>
          </a:p>
          <a:p>
            <a:r>
              <a:rPr lang="en-US" dirty="0"/>
              <a:t>        </a:t>
            </a:r>
            <a:r>
              <a:rPr lang="en-US" dirty="0" err="1"/>
              <a:t>dataModel.addObserver</a:t>
            </a:r>
            <a:r>
              <a:rPr lang="en-US" dirty="0"/>
              <a:t>(</a:t>
            </a:r>
            <a:r>
              <a:rPr lang="en-US" dirty="0" err="1"/>
              <a:t>pieChart</a:t>
            </a:r>
            <a:r>
              <a:rPr lang="en-US" dirty="0"/>
              <a:t>);</a:t>
            </a:r>
          </a:p>
          <a:p>
            <a:endParaRPr lang="en-US" dirty="0"/>
          </a:p>
          <a:p>
            <a:r>
              <a:rPr lang="en-US" dirty="0"/>
              <a:t>        // Update data</a:t>
            </a:r>
          </a:p>
          <a:p>
            <a:r>
              <a:rPr lang="en-US" dirty="0"/>
              <a:t>        </a:t>
            </a:r>
            <a:r>
              <a:rPr lang="en-US" dirty="0" err="1"/>
              <a:t>dataModel.setData</a:t>
            </a:r>
            <a:r>
              <a:rPr lang="en-US" dirty="0"/>
              <a:t>(10, 20, 30);</a:t>
            </a:r>
          </a:p>
          <a:p>
            <a:r>
              <a:rPr lang="en-US" dirty="0"/>
              <a:t>        </a:t>
            </a:r>
            <a:r>
              <a:rPr lang="en-US" dirty="0" err="1"/>
              <a:t>dataModel.setData</a:t>
            </a:r>
            <a:r>
              <a:rPr lang="en-US" dirty="0"/>
              <a:t>(15, 25, 35);</a:t>
            </a:r>
          </a:p>
          <a:p>
            <a:r>
              <a:rPr lang="en-US" dirty="0"/>
              <a:t>    }</a:t>
            </a:r>
          </a:p>
          <a:p>
            <a:r>
              <a:rPr lang="en-US" dirty="0"/>
              <a:t>}</a:t>
            </a:r>
          </a:p>
        </p:txBody>
      </p:sp>
      <p:sp>
        <p:nvSpPr>
          <p:cNvPr id="12" name="Title 11">
            <a:extLst>
              <a:ext uri="{FF2B5EF4-FFF2-40B4-BE49-F238E27FC236}">
                <a16:creationId xmlns:a16="http://schemas.microsoft.com/office/drawing/2014/main" id="{0AA74ABF-7228-B52A-75B1-A547A699E3E3}"/>
              </a:ext>
            </a:extLst>
          </p:cNvPr>
          <p:cNvSpPr>
            <a:spLocks noGrp="1"/>
          </p:cNvSpPr>
          <p:nvPr>
            <p:ph type="title"/>
          </p:nvPr>
        </p:nvSpPr>
        <p:spPr/>
        <p:txBody>
          <a:bodyPr/>
          <a:lstStyle/>
          <a:p>
            <a:r>
              <a:rPr lang="en-US" dirty="0"/>
              <a:t>Graphical views for application data</a:t>
            </a:r>
          </a:p>
        </p:txBody>
      </p:sp>
      <p:sp>
        <p:nvSpPr>
          <p:cNvPr id="16" name="Content Placeholder 15">
            <a:extLst>
              <a:ext uri="{FF2B5EF4-FFF2-40B4-BE49-F238E27FC236}">
                <a16:creationId xmlns:a16="http://schemas.microsoft.com/office/drawing/2014/main" id="{8FD1D916-D7CA-B1FA-C1A6-8D96A21D4395}"/>
              </a:ext>
            </a:extLst>
          </p:cNvPr>
          <p:cNvSpPr>
            <a:spLocks noGrp="1"/>
          </p:cNvSpPr>
          <p:nvPr>
            <p:ph idx="13"/>
          </p:nvPr>
        </p:nvSpPr>
        <p:spPr/>
        <p:txBody>
          <a:bodyPr/>
          <a:lstStyle/>
          <a:p>
            <a:r>
              <a:rPr lang="en-US" dirty="0"/>
              <a:t>The observers register with the subject</a:t>
            </a:r>
          </a:p>
          <a:p>
            <a:r>
              <a:rPr lang="en-US" dirty="0"/>
              <a:t>When the subject’s data changes, the observers are notified</a:t>
            </a:r>
          </a:p>
        </p:txBody>
      </p:sp>
      <p:sp>
        <p:nvSpPr>
          <p:cNvPr id="2" name="Rectangle 1">
            <a:extLst>
              <a:ext uri="{FF2B5EF4-FFF2-40B4-BE49-F238E27FC236}">
                <a16:creationId xmlns:a16="http://schemas.microsoft.com/office/drawing/2014/main" id="{1C0D6AA5-E2BE-DB13-934B-0E46BFBFC565}"/>
              </a:ext>
            </a:extLst>
          </p:cNvPr>
          <p:cNvSpPr/>
          <p:nvPr/>
        </p:nvSpPr>
        <p:spPr>
          <a:xfrm>
            <a:off x="6629223" y="1985815"/>
            <a:ext cx="4812499" cy="1859354"/>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
        <p:nvSpPr>
          <p:cNvPr id="3" name="Rectangle 2">
            <a:extLst>
              <a:ext uri="{FF2B5EF4-FFF2-40B4-BE49-F238E27FC236}">
                <a16:creationId xmlns:a16="http://schemas.microsoft.com/office/drawing/2014/main" id="{4B9B9024-9616-5012-F0C9-A4D283E25300}"/>
              </a:ext>
            </a:extLst>
          </p:cNvPr>
          <p:cNvSpPr/>
          <p:nvPr/>
        </p:nvSpPr>
        <p:spPr>
          <a:xfrm>
            <a:off x="6629223" y="3861507"/>
            <a:ext cx="4812499" cy="1050462"/>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Tree>
    <p:extLst>
      <p:ext uri="{BB962C8B-B14F-4D97-AF65-F5344CB8AC3E}">
        <p14:creationId xmlns:p14="http://schemas.microsoft.com/office/powerpoint/2010/main" val="18216818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30FD23-F3FA-F75E-3B5D-87FD82337A84}"/>
            </a:ext>
          </a:extLst>
        </p:cNvPr>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8F33B1FC-18EA-AA20-9496-189C486FD4E1}"/>
              </a:ext>
            </a:extLst>
          </p:cNvPr>
          <p:cNvSpPr>
            <a:spLocks noGrp="1"/>
          </p:cNvSpPr>
          <p:nvPr>
            <p:ph idx="1"/>
          </p:nvPr>
        </p:nvSpPr>
        <p:spPr/>
        <p:txBody>
          <a:bodyPr/>
          <a:lstStyle/>
          <a:p>
            <a:r>
              <a:rPr lang="en-US" dirty="0"/>
              <a:t>Abstract coupling between the subject and observers</a:t>
            </a:r>
          </a:p>
          <a:p>
            <a:r>
              <a:rPr lang="en-US" dirty="0"/>
              <a:t>Support for broadcast communication</a:t>
            </a:r>
          </a:p>
          <a:p>
            <a:r>
              <a:rPr lang="en-US" dirty="0"/>
              <a:t>Possible disadvantage</a:t>
            </a:r>
          </a:p>
          <a:p>
            <a:pPr lvl="1"/>
            <a:r>
              <a:rPr lang="en-US" dirty="0"/>
              <a:t>Can cause cascading updates without the subject’s knowledge</a:t>
            </a:r>
          </a:p>
          <a:p>
            <a:pPr lvl="1"/>
            <a:r>
              <a:rPr lang="en-US" dirty="0"/>
              <a:t>Data model updates data can trigger many other observers to update</a:t>
            </a:r>
          </a:p>
        </p:txBody>
      </p:sp>
      <p:sp>
        <p:nvSpPr>
          <p:cNvPr id="12" name="Title 11">
            <a:extLst>
              <a:ext uri="{FF2B5EF4-FFF2-40B4-BE49-F238E27FC236}">
                <a16:creationId xmlns:a16="http://schemas.microsoft.com/office/drawing/2014/main" id="{40090385-5B8E-32B6-A554-CC8A842DA811}"/>
              </a:ext>
            </a:extLst>
          </p:cNvPr>
          <p:cNvSpPr>
            <a:spLocks noGrp="1"/>
          </p:cNvSpPr>
          <p:nvPr>
            <p:ph type="title"/>
          </p:nvPr>
        </p:nvSpPr>
        <p:spPr/>
        <p:txBody>
          <a:bodyPr/>
          <a:lstStyle/>
          <a:p>
            <a:r>
              <a:rPr lang="en-US" dirty="0"/>
              <a:t>Characteristics</a:t>
            </a:r>
          </a:p>
        </p:txBody>
      </p:sp>
    </p:spTree>
    <p:extLst>
      <p:ext uri="{BB962C8B-B14F-4D97-AF65-F5344CB8AC3E}">
        <p14:creationId xmlns:p14="http://schemas.microsoft.com/office/powerpoint/2010/main" val="7262833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D37817-F541-094D-15C6-132B758992D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2F312DE-3AEC-3BDA-8ED7-13190CC95DEA}"/>
              </a:ext>
            </a:extLst>
          </p:cNvPr>
          <p:cNvSpPr>
            <a:spLocks noGrp="1"/>
          </p:cNvSpPr>
          <p:nvPr>
            <p:ph idx="1"/>
          </p:nvPr>
        </p:nvSpPr>
        <p:spPr/>
        <p:txBody>
          <a:bodyPr/>
          <a:lstStyle/>
          <a:p>
            <a:endParaRPr lang="en-US"/>
          </a:p>
        </p:txBody>
      </p:sp>
      <p:sp>
        <p:nvSpPr>
          <p:cNvPr id="3" name="Text Placeholder 2">
            <a:extLst>
              <a:ext uri="{FF2B5EF4-FFF2-40B4-BE49-F238E27FC236}">
                <a16:creationId xmlns:a16="http://schemas.microsoft.com/office/drawing/2014/main" id="{C38C5899-434F-8263-3BA4-0D3FE6606989}"/>
              </a:ext>
            </a:extLst>
          </p:cNvPr>
          <p:cNvSpPr>
            <a:spLocks noGrp="1"/>
          </p:cNvSpPr>
          <p:nvPr>
            <p:ph type="body" sz="quarter" idx="13"/>
          </p:nvPr>
        </p:nvSpPr>
        <p:spPr/>
        <p:txBody>
          <a:bodyPr/>
          <a:lstStyle/>
          <a:p>
            <a:r>
              <a:rPr lang="en-US" sz="3200" dirty="0"/>
              <a:t>State design pattern</a:t>
            </a:r>
          </a:p>
        </p:txBody>
      </p:sp>
    </p:spTree>
    <p:extLst>
      <p:ext uri="{BB962C8B-B14F-4D97-AF65-F5344CB8AC3E}">
        <p14:creationId xmlns:p14="http://schemas.microsoft.com/office/powerpoint/2010/main" val="338316467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C140594-18AE-1DB6-B639-CA473060AB0A}"/>
              </a:ext>
            </a:extLst>
          </p:cNvPr>
          <p:cNvSpPr>
            <a:spLocks noGrp="1"/>
          </p:cNvSpPr>
          <p:nvPr>
            <p:ph type="title"/>
          </p:nvPr>
        </p:nvSpPr>
        <p:spPr/>
        <p:txBody>
          <a:bodyPr/>
          <a:lstStyle/>
          <a:p>
            <a:r>
              <a:rPr lang="en-US" dirty="0"/>
              <a:t>Case study: media player state diagram</a:t>
            </a:r>
          </a:p>
        </p:txBody>
      </p:sp>
      <p:sp>
        <p:nvSpPr>
          <p:cNvPr id="6" name="Oval 5">
            <a:extLst>
              <a:ext uri="{FF2B5EF4-FFF2-40B4-BE49-F238E27FC236}">
                <a16:creationId xmlns:a16="http://schemas.microsoft.com/office/drawing/2014/main" id="{0E4BDF25-9DC2-70D0-9485-86B14E559A21}"/>
              </a:ext>
            </a:extLst>
          </p:cNvPr>
          <p:cNvSpPr/>
          <p:nvPr/>
        </p:nvSpPr>
        <p:spPr>
          <a:xfrm>
            <a:off x="2042160" y="2209800"/>
            <a:ext cx="1676400" cy="12649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STOPPED</a:t>
            </a:r>
            <a:endParaRPr lang="en-US" dirty="0">
              <a:solidFill>
                <a:schemeClr val="tx1"/>
              </a:solidFill>
            </a:endParaRPr>
          </a:p>
        </p:txBody>
      </p:sp>
      <p:sp>
        <p:nvSpPr>
          <p:cNvPr id="7" name="Oval 6">
            <a:extLst>
              <a:ext uri="{FF2B5EF4-FFF2-40B4-BE49-F238E27FC236}">
                <a16:creationId xmlns:a16="http://schemas.microsoft.com/office/drawing/2014/main" id="{93909AC9-5032-2EA1-9848-06CA963FDB77}"/>
              </a:ext>
            </a:extLst>
          </p:cNvPr>
          <p:cNvSpPr/>
          <p:nvPr/>
        </p:nvSpPr>
        <p:spPr>
          <a:xfrm>
            <a:off x="5166360" y="2209800"/>
            <a:ext cx="1676400" cy="12649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PLAYING</a:t>
            </a:r>
            <a:endParaRPr lang="en-US" dirty="0">
              <a:solidFill>
                <a:schemeClr val="tx1"/>
              </a:solidFill>
            </a:endParaRPr>
          </a:p>
        </p:txBody>
      </p:sp>
      <p:sp>
        <p:nvSpPr>
          <p:cNvPr id="8" name="Oval 7">
            <a:extLst>
              <a:ext uri="{FF2B5EF4-FFF2-40B4-BE49-F238E27FC236}">
                <a16:creationId xmlns:a16="http://schemas.microsoft.com/office/drawing/2014/main" id="{4257F97D-CE65-81FC-876D-B74BE2E3C0BA}"/>
              </a:ext>
            </a:extLst>
          </p:cNvPr>
          <p:cNvSpPr/>
          <p:nvPr/>
        </p:nvSpPr>
        <p:spPr>
          <a:xfrm>
            <a:off x="8488680" y="2209800"/>
            <a:ext cx="1676400" cy="12649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PAUSED</a:t>
            </a:r>
            <a:endParaRPr lang="en-US" dirty="0">
              <a:solidFill>
                <a:schemeClr val="tx1"/>
              </a:solidFill>
            </a:endParaRPr>
          </a:p>
        </p:txBody>
      </p:sp>
      <p:cxnSp>
        <p:nvCxnSpPr>
          <p:cNvPr id="10" name="Straight Arrow Connector 9">
            <a:extLst>
              <a:ext uri="{FF2B5EF4-FFF2-40B4-BE49-F238E27FC236}">
                <a16:creationId xmlns:a16="http://schemas.microsoft.com/office/drawing/2014/main" id="{65963CFB-2691-1F4E-AA33-B1552EA5EB2E}"/>
              </a:ext>
            </a:extLst>
          </p:cNvPr>
          <p:cNvCxnSpPr>
            <a:stCxn id="6" idx="6"/>
            <a:endCxn id="7" idx="2"/>
          </p:cNvCxnSpPr>
          <p:nvPr/>
        </p:nvCxnSpPr>
        <p:spPr>
          <a:xfrm>
            <a:off x="3718560" y="2842260"/>
            <a:ext cx="14478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 name="Straight Arrow Connector 10">
            <a:extLst>
              <a:ext uri="{FF2B5EF4-FFF2-40B4-BE49-F238E27FC236}">
                <a16:creationId xmlns:a16="http://schemas.microsoft.com/office/drawing/2014/main" id="{BDF77E0B-9BAC-E1FA-A0AE-5E799E179E29}"/>
              </a:ext>
            </a:extLst>
          </p:cNvPr>
          <p:cNvCxnSpPr>
            <a:cxnSpLocks/>
            <a:endCxn id="8" idx="2"/>
          </p:cNvCxnSpPr>
          <p:nvPr/>
        </p:nvCxnSpPr>
        <p:spPr>
          <a:xfrm>
            <a:off x="6842760" y="2842260"/>
            <a:ext cx="164592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 name="Connector: Curved 13">
            <a:extLst>
              <a:ext uri="{FF2B5EF4-FFF2-40B4-BE49-F238E27FC236}">
                <a16:creationId xmlns:a16="http://schemas.microsoft.com/office/drawing/2014/main" id="{568C909E-6BA5-EAFF-1505-9944B3F4E6CC}"/>
              </a:ext>
            </a:extLst>
          </p:cNvPr>
          <p:cNvCxnSpPr>
            <a:cxnSpLocks/>
            <a:stCxn id="7" idx="0"/>
            <a:endCxn id="6" idx="0"/>
          </p:cNvCxnSpPr>
          <p:nvPr/>
        </p:nvCxnSpPr>
        <p:spPr>
          <a:xfrm rot="16200000" flipV="1">
            <a:off x="4442460" y="647700"/>
            <a:ext cx="12700" cy="3124200"/>
          </a:xfrm>
          <a:prstGeom prst="curved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Connector: Curved 14">
            <a:extLst>
              <a:ext uri="{FF2B5EF4-FFF2-40B4-BE49-F238E27FC236}">
                <a16:creationId xmlns:a16="http://schemas.microsoft.com/office/drawing/2014/main" id="{4FC65BE6-F108-AD67-B0BD-0904D75F2B7A}"/>
              </a:ext>
            </a:extLst>
          </p:cNvPr>
          <p:cNvCxnSpPr>
            <a:cxnSpLocks/>
            <a:stCxn id="8" idx="3"/>
            <a:endCxn id="7" idx="4"/>
          </p:cNvCxnSpPr>
          <p:nvPr/>
        </p:nvCxnSpPr>
        <p:spPr>
          <a:xfrm rot="5400000">
            <a:off x="7276751" y="2017287"/>
            <a:ext cx="185243" cy="2729623"/>
          </a:xfrm>
          <a:prstGeom prst="curvedConnector3">
            <a:avLst>
              <a:gd name="adj1" fmla="val 223405"/>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Connector: Curved 18">
            <a:extLst>
              <a:ext uri="{FF2B5EF4-FFF2-40B4-BE49-F238E27FC236}">
                <a16:creationId xmlns:a16="http://schemas.microsoft.com/office/drawing/2014/main" id="{0021E542-EEEC-16E2-80A6-225FA24BA9DB}"/>
              </a:ext>
            </a:extLst>
          </p:cNvPr>
          <p:cNvCxnSpPr>
            <a:cxnSpLocks/>
            <a:stCxn id="8" idx="4"/>
            <a:endCxn id="6" idx="4"/>
          </p:cNvCxnSpPr>
          <p:nvPr/>
        </p:nvCxnSpPr>
        <p:spPr>
          <a:xfrm rot="5400000">
            <a:off x="6103620" y="251460"/>
            <a:ext cx="12700" cy="6446520"/>
          </a:xfrm>
          <a:prstGeom prst="curvedConnector3">
            <a:avLst>
              <a:gd name="adj1" fmla="val 1188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E083B58A-B923-3CB7-34F9-18283A7D53EF}"/>
              </a:ext>
            </a:extLst>
          </p:cNvPr>
          <p:cNvSpPr txBox="1"/>
          <p:nvPr/>
        </p:nvSpPr>
        <p:spPr>
          <a:xfrm>
            <a:off x="3927804" y="2866410"/>
            <a:ext cx="819455" cy="523220"/>
          </a:xfrm>
          <a:prstGeom prst="rect">
            <a:avLst/>
          </a:prstGeom>
          <a:noFill/>
        </p:spPr>
        <p:txBody>
          <a:bodyPr wrap="none" rtlCol="0">
            <a:spAutoFit/>
          </a:bodyPr>
          <a:lstStyle/>
          <a:p>
            <a:r>
              <a:rPr lang="en-US" sz="2800" b="1" i="1" dirty="0"/>
              <a:t>play</a:t>
            </a:r>
            <a:endParaRPr lang="en-US" b="1" i="1" dirty="0"/>
          </a:p>
        </p:txBody>
      </p:sp>
      <p:sp>
        <p:nvSpPr>
          <p:cNvPr id="24" name="TextBox 23">
            <a:extLst>
              <a:ext uri="{FF2B5EF4-FFF2-40B4-BE49-F238E27FC236}">
                <a16:creationId xmlns:a16="http://schemas.microsoft.com/office/drawing/2014/main" id="{D4A4E675-EE04-27B3-96D9-195BEFB3D39F}"/>
              </a:ext>
            </a:extLst>
          </p:cNvPr>
          <p:cNvSpPr txBox="1"/>
          <p:nvPr/>
        </p:nvSpPr>
        <p:spPr>
          <a:xfrm>
            <a:off x="7166304" y="2884279"/>
            <a:ext cx="1069524" cy="523220"/>
          </a:xfrm>
          <a:prstGeom prst="rect">
            <a:avLst/>
          </a:prstGeom>
          <a:noFill/>
        </p:spPr>
        <p:txBody>
          <a:bodyPr wrap="none" rtlCol="0">
            <a:spAutoFit/>
          </a:bodyPr>
          <a:lstStyle/>
          <a:p>
            <a:r>
              <a:rPr lang="en-US" sz="2800" b="1" i="1" dirty="0"/>
              <a:t>pause</a:t>
            </a:r>
            <a:endParaRPr lang="en-US" b="1" i="1" dirty="0"/>
          </a:p>
        </p:txBody>
      </p:sp>
      <p:sp>
        <p:nvSpPr>
          <p:cNvPr id="25" name="TextBox 24">
            <a:extLst>
              <a:ext uri="{FF2B5EF4-FFF2-40B4-BE49-F238E27FC236}">
                <a16:creationId xmlns:a16="http://schemas.microsoft.com/office/drawing/2014/main" id="{82152A6C-1A8E-9B32-519D-BD2E6B4C22FA}"/>
              </a:ext>
            </a:extLst>
          </p:cNvPr>
          <p:cNvSpPr txBox="1"/>
          <p:nvPr/>
        </p:nvSpPr>
        <p:spPr>
          <a:xfrm>
            <a:off x="3802769" y="1352569"/>
            <a:ext cx="820994" cy="523220"/>
          </a:xfrm>
          <a:prstGeom prst="rect">
            <a:avLst/>
          </a:prstGeom>
          <a:noFill/>
        </p:spPr>
        <p:txBody>
          <a:bodyPr wrap="none" rtlCol="0">
            <a:spAutoFit/>
          </a:bodyPr>
          <a:lstStyle/>
          <a:p>
            <a:r>
              <a:rPr lang="en-US" sz="2800" b="1" i="1" dirty="0"/>
              <a:t>stop</a:t>
            </a:r>
            <a:endParaRPr lang="en-US" b="1" i="1" dirty="0"/>
          </a:p>
        </p:txBody>
      </p:sp>
      <p:sp>
        <p:nvSpPr>
          <p:cNvPr id="26" name="TextBox 25">
            <a:extLst>
              <a:ext uri="{FF2B5EF4-FFF2-40B4-BE49-F238E27FC236}">
                <a16:creationId xmlns:a16="http://schemas.microsoft.com/office/drawing/2014/main" id="{A657601A-279B-A98F-838E-775903AFA01B}"/>
              </a:ext>
            </a:extLst>
          </p:cNvPr>
          <p:cNvSpPr txBox="1"/>
          <p:nvPr/>
        </p:nvSpPr>
        <p:spPr>
          <a:xfrm>
            <a:off x="5699473" y="4463921"/>
            <a:ext cx="820994" cy="523220"/>
          </a:xfrm>
          <a:prstGeom prst="rect">
            <a:avLst/>
          </a:prstGeom>
          <a:noFill/>
        </p:spPr>
        <p:txBody>
          <a:bodyPr wrap="none" rtlCol="0">
            <a:spAutoFit/>
          </a:bodyPr>
          <a:lstStyle/>
          <a:p>
            <a:r>
              <a:rPr lang="en-US" sz="2800" b="1" i="1" dirty="0"/>
              <a:t>stop</a:t>
            </a:r>
            <a:endParaRPr lang="en-US" b="1" i="1" dirty="0"/>
          </a:p>
        </p:txBody>
      </p:sp>
      <p:sp>
        <p:nvSpPr>
          <p:cNvPr id="27" name="TextBox 26">
            <a:extLst>
              <a:ext uri="{FF2B5EF4-FFF2-40B4-BE49-F238E27FC236}">
                <a16:creationId xmlns:a16="http://schemas.microsoft.com/office/drawing/2014/main" id="{74787ACB-8144-0C63-783C-27D27D200654}"/>
              </a:ext>
            </a:extLst>
          </p:cNvPr>
          <p:cNvSpPr txBox="1"/>
          <p:nvPr/>
        </p:nvSpPr>
        <p:spPr>
          <a:xfrm>
            <a:off x="7166304" y="3678042"/>
            <a:ext cx="819455" cy="523220"/>
          </a:xfrm>
          <a:prstGeom prst="rect">
            <a:avLst/>
          </a:prstGeom>
          <a:noFill/>
        </p:spPr>
        <p:txBody>
          <a:bodyPr wrap="none" rtlCol="0">
            <a:spAutoFit/>
          </a:bodyPr>
          <a:lstStyle/>
          <a:p>
            <a:r>
              <a:rPr lang="en-US" sz="2800" b="1" i="1" dirty="0"/>
              <a:t>play</a:t>
            </a:r>
            <a:endParaRPr lang="en-US" b="1" i="1" dirty="0"/>
          </a:p>
        </p:txBody>
      </p:sp>
      <p:cxnSp>
        <p:nvCxnSpPr>
          <p:cNvPr id="2" name="Connector: Curved 1">
            <a:extLst>
              <a:ext uri="{FF2B5EF4-FFF2-40B4-BE49-F238E27FC236}">
                <a16:creationId xmlns:a16="http://schemas.microsoft.com/office/drawing/2014/main" id="{F0C6A11B-8012-04E4-A772-ED2CEE7CE14E}"/>
              </a:ext>
            </a:extLst>
          </p:cNvPr>
          <p:cNvCxnSpPr>
            <a:cxnSpLocks/>
            <a:stCxn id="7" idx="7"/>
            <a:endCxn id="7" idx="6"/>
          </p:cNvCxnSpPr>
          <p:nvPr/>
        </p:nvCxnSpPr>
        <p:spPr>
          <a:xfrm rot="16200000" flipH="1">
            <a:off x="6496399" y="2495900"/>
            <a:ext cx="447217" cy="245503"/>
          </a:xfrm>
          <a:prstGeom prst="curvedConnector4">
            <a:avLst>
              <a:gd name="adj1" fmla="val -92537"/>
              <a:gd name="adj2" fmla="val 193115"/>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22455CCB-E1D5-0A5E-366B-257295DEDE73}"/>
              </a:ext>
            </a:extLst>
          </p:cNvPr>
          <p:cNvSpPr txBox="1"/>
          <p:nvPr/>
        </p:nvSpPr>
        <p:spPr>
          <a:xfrm>
            <a:off x="6842759" y="1483981"/>
            <a:ext cx="819455" cy="523220"/>
          </a:xfrm>
          <a:prstGeom prst="rect">
            <a:avLst/>
          </a:prstGeom>
          <a:noFill/>
        </p:spPr>
        <p:txBody>
          <a:bodyPr wrap="none" rtlCol="0">
            <a:spAutoFit/>
          </a:bodyPr>
          <a:lstStyle/>
          <a:p>
            <a:r>
              <a:rPr lang="en-US" sz="2800" b="1" i="1" dirty="0"/>
              <a:t>play</a:t>
            </a:r>
            <a:endParaRPr lang="en-US" b="1" i="1" dirty="0"/>
          </a:p>
        </p:txBody>
      </p:sp>
      <p:cxnSp>
        <p:nvCxnSpPr>
          <p:cNvPr id="12" name="Connector: Curved 11">
            <a:extLst>
              <a:ext uri="{FF2B5EF4-FFF2-40B4-BE49-F238E27FC236}">
                <a16:creationId xmlns:a16="http://schemas.microsoft.com/office/drawing/2014/main" id="{8BA9A7B5-9DCE-EAA7-4C02-2EC91F703673}"/>
              </a:ext>
            </a:extLst>
          </p:cNvPr>
          <p:cNvCxnSpPr>
            <a:cxnSpLocks/>
            <a:stCxn id="6" idx="1"/>
            <a:endCxn id="6" idx="2"/>
          </p:cNvCxnSpPr>
          <p:nvPr/>
        </p:nvCxnSpPr>
        <p:spPr>
          <a:xfrm rot="16200000" flipH="1" flipV="1">
            <a:off x="1941303" y="2495899"/>
            <a:ext cx="447217" cy="245503"/>
          </a:xfrm>
          <a:prstGeom prst="curvedConnector4">
            <a:avLst>
              <a:gd name="adj1" fmla="val -92537"/>
              <a:gd name="adj2" fmla="val 193115"/>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9896E342-2285-E37B-A97D-42A28ABE45ED}"/>
              </a:ext>
            </a:extLst>
          </p:cNvPr>
          <p:cNvSpPr txBox="1"/>
          <p:nvPr/>
        </p:nvSpPr>
        <p:spPr>
          <a:xfrm>
            <a:off x="667714" y="1440481"/>
            <a:ext cx="1961197" cy="523220"/>
          </a:xfrm>
          <a:prstGeom prst="rect">
            <a:avLst/>
          </a:prstGeom>
          <a:noFill/>
        </p:spPr>
        <p:txBody>
          <a:bodyPr wrap="square" rtlCol="0">
            <a:spAutoFit/>
          </a:bodyPr>
          <a:lstStyle/>
          <a:p>
            <a:r>
              <a:rPr lang="en-US" sz="2800" b="1" i="1" dirty="0"/>
              <a:t>pause/stop</a:t>
            </a:r>
            <a:endParaRPr lang="en-US" b="1" i="1" dirty="0"/>
          </a:p>
        </p:txBody>
      </p:sp>
      <p:cxnSp>
        <p:nvCxnSpPr>
          <p:cNvPr id="20" name="Connector: Curved 19">
            <a:extLst>
              <a:ext uri="{FF2B5EF4-FFF2-40B4-BE49-F238E27FC236}">
                <a16:creationId xmlns:a16="http://schemas.microsoft.com/office/drawing/2014/main" id="{47413ED1-97A8-DB5E-C907-14EE66DA266A}"/>
              </a:ext>
            </a:extLst>
          </p:cNvPr>
          <p:cNvCxnSpPr>
            <a:cxnSpLocks/>
            <a:stCxn id="8" idx="0"/>
            <a:endCxn id="8" idx="7"/>
          </p:cNvCxnSpPr>
          <p:nvPr/>
        </p:nvCxnSpPr>
        <p:spPr>
          <a:xfrm rot="16200000" flipH="1">
            <a:off x="9530606" y="2006073"/>
            <a:ext cx="185243" cy="592697"/>
          </a:xfrm>
          <a:prstGeom prst="curvedConnector3">
            <a:avLst>
              <a:gd name="adj1" fmla="val -22466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736E54A1-E31B-F4DC-DD8C-760E6673F861}"/>
              </a:ext>
            </a:extLst>
          </p:cNvPr>
          <p:cNvSpPr txBox="1"/>
          <p:nvPr/>
        </p:nvSpPr>
        <p:spPr>
          <a:xfrm>
            <a:off x="9847886" y="1483981"/>
            <a:ext cx="1676400" cy="523220"/>
          </a:xfrm>
          <a:prstGeom prst="rect">
            <a:avLst/>
          </a:prstGeom>
          <a:noFill/>
        </p:spPr>
        <p:txBody>
          <a:bodyPr wrap="square" rtlCol="0">
            <a:spAutoFit/>
          </a:bodyPr>
          <a:lstStyle/>
          <a:p>
            <a:r>
              <a:rPr lang="en-US" sz="2800" b="1" i="1" dirty="0"/>
              <a:t>pause</a:t>
            </a:r>
            <a:endParaRPr lang="en-US" b="1" i="1" dirty="0"/>
          </a:p>
        </p:txBody>
      </p:sp>
    </p:spTree>
    <p:extLst>
      <p:ext uri="{BB962C8B-B14F-4D97-AF65-F5344CB8AC3E}">
        <p14:creationId xmlns:p14="http://schemas.microsoft.com/office/powerpoint/2010/main" val="63726729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3DCDFE-9D46-8F57-A1A7-B7200F01EE7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719E9BD-51D0-869F-6CB5-B5A4CC6E1441}"/>
              </a:ext>
            </a:extLst>
          </p:cNvPr>
          <p:cNvSpPr>
            <a:spLocks noGrp="1"/>
          </p:cNvSpPr>
          <p:nvPr>
            <p:ph idx="1"/>
          </p:nvPr>
        </p:nvSpPr>
        <p:spPr/>
        <p:txBody>
          <a:bodyPr>
            <a:normAutofit/>
          </a:bodyPr>
          <a:lstStyle/>
          <a:p>
            <a:r>
              <a:rPr lang="en-US" dirty="0"/>
              <a:t>A media player can be in three states</a:t>
            </a:r>
          </a:p>
          <a:p>
            <a:pPr lvl="1"/>
            <a:r>
              <a:rPr lang="en-US" dirty="0"/>
              <a:t>Playing</a:t>
            </a:r>
          </a:p>
          <a:p>
            <a:pPr lvl="1"/>
            <a:r>
              <a:rPr lang="en-US" dirty="0"/>
              <a:t>Paused</a:t>
            </a:r>
          </a:p>
          <a:p>
            <a:pPr lvl="1"/>
            <a:r>
              <a:rPr lang="en-US" dirty="0"/>
              <a:t>Stopped</a:t>
            </a:r>
          </a:p>
          <a:p>
            <a:r>
              <a:rPr lang="en-US" dirty="0"/>
              <a:t>Behavior of actions such as </a:t>
            </a:r>
            <a:r>
              <a:rPr lang="en-US" dirty="0">
                <a:latin typeface="Consolas" panose="020B0609020204030204" pitchFamily="49" charset="0"/>
              </a:rPr>
              <a:t>play()</a:t>
            </a:r>
            <a:r>
              <a:rPr lang="en-US" dirty="0"/>
              <a:t>, </a:t>
            </a:r>
            <a:r>
              <a:rPr lang="en-US" dirty="0">
                <a:latin typeface="Consolas" panose="020B0609020204030204" pitchFamily="49" charset="0"/>
              </a:rPr>
              <a:t>stop()</a:t>
            </a:r>
            <a:r>
              <a:rPr lang="en-US" dirty="0"/>
              <a:t>, and </a:t>
            </a:r>
            <a:r>
              <a:rPr lang="en-US" dirty="0">
                <a:latin typeface="Consolas" panose="020B0609020204030204" pitchFamily="49" charset="0"/>
              </a:rPr>
              <a:t>pause()</a:t>
            </a:r>
            <a:r>
              <a:rPr lang="en-US" dirty="0"/>
              <a:t> depends on the state</a:t>
            </a:r>
          </a:p>
          <a:p>
            <a:r>
              <a:rPr lang="en-US" dirty="0"/>
              <a:t>How would we design this without a design pattern?</a:t>
            </a:r>
          </a:p>
        </p:txBody>
      </p:sp>
      <p:sp>
        <p:nvSpPr>
          <p:cNvPr id="12" name="Title 11">
            <a:extLst>
              <a:ext uri="{FF2B5EF4-FFF2-40B4-BE49-F238E27FC236}">
                <a16:creationId xmlns:a16="http://schemas.microsoft.com/office/drawing/2014/main" id="{2E9E7360-B27F-8653-A434-65C1F5A14CDB}"/>
              </a:ext>
            </a:extLst>
          </p:cNvPr>
          <p:cNvSpPr>
            <a:spLocks noGrp="1"/>
          </p:cNvSpPr>
          <p:nvPr>
            <p:ph type="title"/>
          </p:nvPr>
        </p:nvSpPr>
        <p:spPr/>
        <p:txBody>
          <a:bodyPr/>
          <a:lstStyle/>
          <a:p>
            <a:r>
              <a:rPr lang="en-US" dirty="0"/>
              <a:t>Media player states</a:t>
            </a:r>
          </a:p>
        </p:txBody>
      </p:sp>
    </p:spTree>
    <p:extLst>
      <p:ext uri="{BB962C8B-B14F-4D97-AF65-F5344CB8AC3E}">
        <p14:creationId xmlns:p14="http://schemas.microsoft.com/office/powerpoint/2010/main" val="112803667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E38E8D-8085-60FC-CD99-F6367C57CAFC}"/>
            </a:ext>
          </a:extLst>
        </p:cNvPr>
        <p:cNvGrpSpPr/>
        <p:nvPr/>
      </p:nvGrpSpPr>
      <p:grpSpPr>
        <a:xfrm>
          <a:off x="0" y="0"/>
          <a:ext cx="0" cy="0"/>
          <a:chOff x="0" y="0"/>
          <a:chExt cx="0" cy="0"/>
        </a:xfrm>
      </p:grpSpPr>
      <p:sp>
        <p:nvSpPr>
          <p:cNvPr id="7" name="Content Placeholder 6">
            <a:extLst>
              <a:ext uri="{FF2B5EF4-FFF2-40B4-BE49-F238E27FC236}">
                <a16:creationId xmlns:a16="http://schemas.microsoft.com/office/drawing/2014/main" id="{97C850A9-C16A-9FB5-0B35-518C84572FE9}"/>
              </a:ext>
            </a:extLst>
          </p:cNvPr>
          <p:cNvSpPr>
            <a:spLocks noGrp="1"/>
          </p:cNvSpPr>
          <p:nvPr>
            <p:ph idx="1"/>
          </p:nvPr>
        </p:nvSpPr>
        <p:spPr/>
        <p:txBody>
          <a:bodyPr>
            <a:normAutofit fontScale="85000" lnSpcReduction="20000"/>
          </a:bodyPr>
          <a:lstStyle/>
          <a:p>
            <a:r>
              <a:rPr lang="en-US" dirty="0"/>
              <a:t>class </a:t>
            </a:r>
            <a:r>
              <a:rPr lang="en-US" dirty="0" err="1"/>
              <a:t>MediaPlayer</a:t>
            </a:r>
            <a:r>
              <a:rPr lang="en-US" dirty="0"/>
              <a:t> {</a:t>
            </a:r>
          </a:p>
          <a:p>
            <a:r>
              <a:rPr lang="en-US" dirty="0"/>
              <a:t>	private String state; // STOP, PLAY, PAUSE</a:t>
            </a:r>
          </a:p>
          <a:p>
            <a:endParaRPr lang="en-US" dirty="0"/>
          </a:p>
          <a:p>
            <a:r>
              <a:rPr lang="en-US" dirty="0"/>
              <a:t>	public </a:t>
            </a:r>
            <a:r>
              <a:rPr lang="en-US" dirty="0" err="1"/>
              <a:t>MediaPlayer</a:t>
            </a:r>
            <a:r>
              <a:rPr lang="en-US" dirty="0"/>
              <a:t>() { state = “STOP”; }</a:t>
            </a:r>
          </a:p>
          <a:p>
            <a:endParaRPr lang="en-US" dirty="0"/>
          </a:p>
          <a:p>
            <a:r>
              <a:rPr lang="en-US" dirty="0"/>
              <a:t>	public void start() {</a:t>
            </a:r>
          </a:p>
          <a:p>
            <a:r>
              <a:rPr lang="en-US" dirty="0"/>
              <a:t>		if (state == “STOP”) {</a:t>
            </a:r>
          </a:p>
          <a:p>
            <a:r>
              <a:rPr lang="en-US" dirty="0"/>
              <a:t>		   </a:t>
            </a:r>
            <a:r>
              <a:rPr lang="en-US" dirty="0" err="1"/>
              <a:t>System.out.println</a:t>
            </a:r>
            <a:r>
              <a:rPr lang="en-US" dirty="0"/>
              <a:t>(“Starting”);</a:t>
            </a:r>
          </a:p>
          <a:p>
            <a:r>
              <a:rPr lang="en-US" dirty="0"/>
              <a:t>		   state = “PLAY”;</a:t>
            </a:r>
          </a:p>
          <a:p>
            <a:r>
              <a:rPr lang="en-US" dirty="0"/>
              <a:t>		} else if (state == “PLAY”) {</a:t>
            </a:r>
          </a:p>
          <a:p>
            <a:r>
              <a:rPr lang="en-US" dirty="0"/>
              <a:t>		   </a:t>
            </a:r>
            <a:r>
              <a:rPr lang="en-US" dirty="0" err="1"/>
              <a:t>System.out.println</a:t>
            </a:r>
            <a:r>
              <a:rPr lang="en-US" dirty="0"/>
              <a:t>(“Already playing.”);</a:t>
            </a:r>
          </a:p>
          <a:p>
            <a:r>
              <a:rPr lang="en-US" dirty="0"/>
              <a:t>		} else if (state == “PAUSE”) {</a:t>
            </a:r>
          </a:p>
          <a:p>
            <a:r>
              <a:rPr lang="en-US" dirty="0"/>
              <a:t>		   </a:t>
            </a:r>
            <a:r>
              <a:rPr lang="en-US" dirty="0" err="1"/>
              <a:t>S.o.p</a:t>
            </a:r>
            <a:r>
              <a:rPr lang="en-US" dirty="0"/>
              <a:t>(“Resuming from pause.”);</a:t>
            </a:r>
          </a:p>
          <a:p>
            <a:r>
              <a:rPr lang="en-US" dirty="0"/>
              <a:t>		   state = “PLAY”;</a:t>
            </a:r>
          </a:p>
          <a:p>
            <a:r>
              <a:rPr lang="en-US" dirty="0"/>
              <a:t>		}</a:t>
            </a:r>
          </a:p>
          <a:p>
            <a:r>
              <a:rPr lang="en-US" dirty="0"/>
              <a:t>	}</a:t>
            </a:r>
          </a:p>
          <a:p>
            <a:endParaRPr lang="en-US" dirty="0"/>
          </a:p>
          <a:p>
            <a:r>
              <a:rPr lang="en-US" dirty="0"/>
              <a:t>	public void pause() {</a:t>
            </a:r>
          </a:p>
          <a:p>
            <a:r>
              <a:rPr lang="en-US" dirty="0"/>
              <a:t>		if (state == “STOP”) {</a:t>
            </a:r>
          </a:p>
          <a:p>
            <a:r>
              <a:rPr lang="en-US" dirty="0"/>
              <a:t>		   </a:t>
            </a:r>
            <a:r>
              <a:rPr lang="en-US" dirty="0" err="1"/>
              <a:t>S.o.p</a:t>
            </a:r>
            <a:r>
              <a:rPr lang="en-US" dirty="0"/>
              <a:t>(“Player stopped, can’t pause.”);</a:t>
            </a:r>
          </a:p>
          <a:p>
            <a:r>
              <a:rPr lang="en-US" dirty="0"/>
              <a:t>		} else if (state == “PLAY”) {</a:t>
            </a:r>
          </a:p>
          <a:p>
            <a:r>
              <a:rPr lang="en-US" dirty="0"/>
              <a:t>		   </a:t>
            </a:r>
            <a:r>
              <a:rPr lang="en-US" dirty="0" err="1"/>
              <a:t>S.o.p</a:t>
            </a:r>
            <a:r>
              <a:rPr lang="en-US" dirty="0"/>
              <a:t>(“Player paused”);</a:t>
            </a:r>
          </a:p>
          <a:p>
            <a:r>
              <a:rPr lang="en-US" dirty="0"/>
              <a:t>		   state = “PAUSE”;</a:t>
            </a:r>
          </a:p>
          <a:p>
            <a:r>
              <a:rPr lang="en-US" dirty="0"/>
              <a:t>		} else if (state == “PAUSE”) {</a:t>
            </a:r>
          </a:p>
          <a:p>
            <a:r>
              <a:rPr lang="en-US" dirty="0"/>
              <a:t>		   </a:t>
            </a:r>
            <a:r>
              <a:rPr lang="en-US" dirty="0" err="1"/>
              <a:t>S.o.p</a:t>
            </a:r>
            <a:r>
              <a:rPr lang="en-US" dirty="0"/>
              <a:t>(“Player already paused. Can’t pause again.”);</a:t>
            </a:r>
          </a:p>
          <a:p>
            <a:r>
              <a:rPr lang="en-US" dirty="0"/>
              <a:t>		}</a:t>
            </a:r>
          </a:p>
          <a:p>
            <a:r>
              <a:rPr lang="en-US" dirty="0"/>
              <a:t>	}</a:t>
            </a:r>
          </a:p>
          <a:p>
            <a:r>
              <a:rPr lang="en-US" dirty="0"/>
              <a:t>}</a:t>
            </a:r>
          </a:p>
        </p:txBody>
      </p:sp>
      <p:sp>
        <p:nvSpPr>
          <p:cNvPr id="12" name="Title 11">
            <a:extLst>
              <a:ext uri="{FF2B5EF4-FFF2-40B4-BE49-F238E27FC236}">
                <a16:creationId xmlns:a16="http://schemas.microsoft.com/office/drawing/2014/main" id="{E7046881-F43F-2B3B-2261-C5AFC583FA40}"/>
              </a:ext>
            </a:extLst>
          </p:cNvPr>
          <p:cNvSpPr>
            <a:spLocks noGrp="1"/>
          </p:cNvSpPr>
          <p:nvPr>
            <p:ph type="title"/>
          </p:nvPr>
        </p:nvSpPr>
        <p:spPr/>
        <p:txBody>
          <a:bodyPr/>
          <a:lstStyle/>
          <a:p>
            <a:r>
              <a:rPr lang="en-US" dirty="0"/>
              <a:t>Without design pattern</a:t>
            </a:r>
          </a:p>
        </p:txBody>
      </p:sp>
      <p:sp>
        <p:nvSpPr>
          <p:cNvPr id="8" name="Content Placeholder 7">
            <a:extLst>
              <a:ext uri="{FF2B5EF4-FFF2-40B4-BE49-F238E27FC236}">
                <a16:creationId xmlns:a16="http://schemas.microsoft.com/office/drawing/2014/main" id="{007B382A-0A60-D652-A82A-4AED608FC127}"/>
              </a:ext>
            </a:extLst>
          </p:cNvPr>
          <p:cNvSpPr>
            <a:spLocks noGrp="1"/>
          </p:cNvSpPr>
          <p:nvPr>
            <p:ph idx="13"/>
          </p:nvPr>
        </p:nvSpPr>
        <p:spPr/>
        <p:txBody>
          <a:bodyPr/>
          <a:lstStyle/>
          <a:p>
            <a:r>
              <a:rPr lang="en-US" dirty="0" err="1"/>
              <a:t>MediaPlayer</a:t>
            </a:r>
            <a:r>
              <a:rPr lang="en-US" dirty="0"/>
              <a:t> class</a:t>
            </a:r>
          </a:p>
          <a:p>
            <a:pPr lvl="1"/>
            <a:r>
              <a:rPr lang="en-US" dirty="0">
                <a:latin typeface="Consolas" panose="020B0609020204030204" pitchFamily="49" charset="0"/>
              </a:rPr>
              <a:t>state</a:t>
            </a:r>
            <a:r>
              <a:rPr lang="en-US" dirty="0"/>
              <a:t> field</a:t>
            </a:r>
          </a:p>
          <a:p>
            <a:pPr lvl="1"/>
            <a:r>
              <a:rPr lang="en-US" dirty="0"/>
              <a:t>Methods for </a:t>
            </a:r>
            <a:r>
              <a:rPr lang="en-US" dirty="0">
                <a:latin typeface="Consolas" panose="020B0609020204030204" pitchFamily="49" charset="0"/>
              </a:rPr>
              <a:t>start()</a:t>
            </a:r>
            <a:r>
              <a:rPr lang="en-US" dirty="0"/>
              <a:t>, </a:t>
            </a:r>
            <a:r>
              <a:rPr lang="en-US" dirty="0">
                <a:latin typeface="Consolas" panose="020B0609020204030204" pitchFamily="49" charset="0"/>
              </a:rPr>
              <a:t>stop()</a:t>
            </a:r>
            <a:r>
              <a:rPr lang="en-US" dirty="0"/>
              <a:t>, and </a:t>
            </a:r>
            <a:r>
              <a:rPr lang="en-US" dirty="0">
                <a:latin typeface="Consolas" panose="020B0609020204030204" pitchFamily="49" charset="0"/>
              </a:rPr>
              <a:t>pause()</a:t>
            </a:r>
          </a:p>
          <a:p>
            <a:pPr lvl="2"/>
            <a:r>
              <a:rPr lang="en-US" dirty="0"/>
              <a:t>Behavior depends on the state</a:t>
            </a:r>
          </a:p>
          <a:p>
            <a:pPr lvl="2"/>
            <a:r>
              <a:rPr lang="en-US" dirty="0"/>
              <a:t>Multiple </a:t>
            </a:r>
            <a:r>
              <a:rPr lang="en-US" dirty="0">
                <a:latin typeface="Consolas" panose="020B0609020204030204" pitchFamily="49" charset="0"/>
              </a:rPr>
              <a:t>if-else</a:t>
            </a:r>
            <a:r>
              <a:rPr lang="en-US" dirty="0"/>
              <a:t> branches</a:t>
            </a:r>
          </a:p>
        </p:txBody>
      </p:sp>
      <p:sp>
        <p:nvSpPr>
          <p:cNvPr id="2" name="Rectangle 1">
            <a:extLst>
              <a:ext uri="{FF2B5EF4-FFF2-40B4-BE49-F238E27FC236}">
                <a16:creationId xmlns:a16="http://schemas.microsoft.com/office/drawing/2014/main" id="{49702910-90C9-8796-51E5-12C790B5CF02}"/>
              </a:ext>
            </a:extLst>
          </p:cNvPr>
          <p:cNvSpPr/>
          <p:nvPr/>
        </p:nvSpPr>
        <p:spPr>
          <a:xfrm>
            <a:off x="6586968" y="1786523"/>
            <a:ext cx="4812499" cy="1777292"/>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
        <p:nvSpPr>
          <p:cNvPr id="3" name="Rectangle 2">
            <a:extLst>
              <a:ext uri="{FF2B5EF4-FFF2-40B4-BE49-F238E27FC236}">
                <a16:creationId xmlns:a16="http://schemas.microsoft.com/office/drawing/2014/main" id="{7557BF89-6664-02FE-4D7C-259177A79965}"/>
              </a:ext>
            </a:extLst>
          </p:cNvPr>
          <p:cNvSpPr/>
          <p:nvPr/>
        </p:nvSpPr>
        <p:spPr>
          <a:xfrm>
            <a:off x="6586967" y="3692326"/>
            <a:ext cx="4812499" cy="1946473"/>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
        <p:nvSpPr>
          <p:cNvPr id="4" name="TextBox 3">
            <a:extLst>
              <a:ext uri="{FF2B5EF4-FFF2-40B4-BE49-F238E27FC236}">
                <a16:creationId xmlns:a16="http://schemas.microsoft.com/office/drawing/2014/main" id="{ED074C30-63C7-E4E4-3BC5-1942361A99A1}"/>
              </a:ext>
            </a:extLst>
          </p:cNvPr>
          <p:cNvSpPr txBox="1"/>
          <p:nvPr/>
        </p:nvSpPr>
        <p:spPr>
          <a:xfrm>
            <a:off x="2517715" y="4520489"/>
            <a:ext cx="3703001" cy="461665"/>
          </a:xfrm>
          <a:prstGeom prst="rect">
            <a:avLst/>
          </a:prstGeom>
          <a:noFill/>
        </p:spPr>
        <p:txBody>
          <a:bodyPr wrap="none" rtlCol="0">
            <a:spAutoFit/>
          </a:bodyPr>
          <a:lstStyle/>
          <a:p>
            <a:r>
              <a:rPr lang="en-US" sz="2400" b="1" i="1" dirty="0"/>
              <a:t>What if you miss one state?</a:t>
            </a:r>
          </a:p>
        </p:txBody>
      </p:sp>
    </p:spTree>
    <p:extLst>
      <p:ext uri="{BB962C8B-B14F-4D97-AF65-F5344CB8AC3E}">
        <p14:creationId xmlns:p14="http://schemas.microsoft.com/office/powerpoint/2010/main" val="397030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BF267E-BD3C-B71D-ADB9-CF2138FB0E4B}"/>
            </a:ext>
          </a:extLst>
        </p:cNvPr>
        <p:cNvGrpSpPr/>
        <p:nvPr/>
      </p:nvGrpSpPr>
      <p:grpSpPr>
        <a:xfrm>
          <a:off x="0" y="0"/>
          <a:ext cx="0" cy="0"/>
          <a:chOff x="0" y="0"/>
          <a:chExt cx="0" cy="0"/>
        </a:xfrm>
      </p:grpSpPr>
      <p:sp>
        <p:nvSpPr>
          <p:cNvPr id="7" name="Content Placeholder 6">
            <a:extLst>
              <a:ext uri="{FF2B5EF4-FFF2-40B4-BE49-F238E27FC236}">
                <a16:creationId xmlns:a16="http://schemas.microsoft.com/office/drawing/2014/main" id="{2858ED01-6958-EDAC-FA2B-2324800012D5}"/>
              </a:ext>
            </a:extLst>
          </p:cNvPr>
          <p:cNvSpPr>
            <a:spLocks noGrp="1"/>
          </p:cNvSpPr>
          <p:nvPr>
            <p:ph idx="1"/>
          </p:nvPr>
        </p:nvSpPr>
        <p:spPr/>
        <p:txBody>
          <a:bodyPr>
            <a:normAutofit fontScale="92500" lnSpcReduction="20000"/>
          </a:bodyPr>
          <a:lstStyle/>
          <a:p>
            <a:r>
              <a:rPr lang="en-US" dirty="0"/>
              <a:t>interface </a:t>
            </a:r>
            <a:r>
              <a:rPr lang="en-US" dirty="0" err="1"/>
              <a:t>MediaPlayerState</a:t>
            </a:r>
            <a:r>
              <a:rPr lang="en-US" dirty="0"/>
              <a:t> {</a:t>
            </a:r>
          </a:p>
          <a:p>
            <a:r>
              <a:rPr lang="en-US" dirty="0"/>
              <a:t>    void play(</a:t>
            </a:r>
            <a:r>
              <a:rPr lang="en-US" dirty="0" err="1"/>
              <a:t>MediaPlayer</a:t>
            </a:r>
            <a:r>
              <a:rPr lang="en-US" dirty="0"/>
              <a:t> context);</a:t>
            </a:r>
          </a:p>
          <a:p>
            <a:r>
              <a:rPr lang="en-US" dirty="0"/>
              <a:t>    void pause(</a:t>
            </a:r>
            <a:r>
              <a:rPr lang="en-US" dirty="0" err="1"/>
              <a:t>MediaPlayer</a:t>
            </a:r>
            <a:r>
              <a:rPr lang="en-US" dirty="0"/>
              <a:t> context);</a:t>
            </a:r>
          </a:p>
          <a:p>
            <a:r>
              <a:rPr lang="en-US" dirty="0"/>
              <a:t>    void stop(</a:t>
            </a:r>
            <a:r>
              <a:rPr lang="en-US" dirty="0" err="1"/>
              <a:t>MediaPlayer</a:t>
            </a:r>
            <a:r>
              <a:rPr lang="en-US" dirty="0"/>
              <a:t> context);</a:t>
            </a:r>
          </a:p>
          <a:p>
            <a:r>
              <a:rPr lang="en-US" dirty="0"/>
              <a:t>}</a:t>
            </a:r>
          </a:p>
          <a:p>
            <a:endParaRPr lang="en-US" dirty="0"/>
          </a:p>
          <a:p>
            <a:r>
              <a:rPr lang="en-US" dirty="0"/>
              <a:t>class </a:t>
            </a:r>
            <a:r>
              <a:rPr lang="en-US" dirty="0" err="1"/>
              <a:t>PlayState</a:t>
            </a:r>
            <a:r>
              <a:rPr lang="en-US" dirty="0"/>
              <a:t> implements </a:t>
            </a:r>
            <a:r>
              <a:rPr lang="en-US" dirty="0" err="1"/>
              <a:t>MediaPlayerState</a:t>
            </a:r>
            <a:r>
              <a:rPr lang="en-US" dirty="0"/>
              <a:t> {</a:t>
            </a:r>
          </a:p>
          <a:p>
            <a:r>
              <a:rPr lang="en-US" dirty="0"/>
              <a:t>    @Override</a:t>
            </a:r>
          </a:p>
          <a:p>
            <a:r>
              <a:rPr lang="en-US" dirty="0"/>
              <a:t>    public void play(</a:t>
            </a:r>
            <a:r>
              <a:rPr lang="en-US" dirty="0" err="1"/>
              <a:t>MediaPlayer</a:t>
            </a:r>
            <a:r>
              <a:rPr lang="en-US" dirty="0"/>
              <a:t> context) {</a:t>
            </a:r>
          </a:p>
          <a:p>
            <a:r>
              <a:rPr lang="en-US" dirty="0"/>
              <a:t>        </a:t>
            </a:r>
            <a:r>
              <a:rPr lang="en-US" dirty="0" err="1"/>
              <a:t>System.out.println</a:t>
            </a:r>
            <a:r>
              <a:rPr lang="en-US" dirty="0"/>
              <a:t>("Media is already playing.");</a:t>
            </a:r>
          </a:p>
          <a:p>
            <a:r>
              <a:rPr lang="en-US" dirty="0"/>
              <a:t>    }</a:t>
            </a:r>
          </a:p>
          <a:p>
            <a:endParaRPr lang="en-US" dirty="0"/>
          </a:p>
          <a:p>
            <a:r>
              <a:rPr lang="en-US" dirty="0"/>
              <a:t>    @Override</a:t>
            </a:r>
          </a:p>
          <a:p>
            <a:r>
              <a:rPr lang="en-US" dirty="0"/>
              <a:t>    public void pause(</a:t>
            </a:r>
            <a:r>
              <a:rPr lang="en-US" dirty="0" err="1"/>
              <a:t>MediaPlayer</a:t>
            </a:r>
            <a:r>
              <a:rPr lang="en-US" dirty="0"/>
              <a:t> context) {</a:t>
            </a:r>
          </a:p>
          <a:p>
            <a:r>
              <a:rPr lang="en-US" dirty="0"/>
              <a:t>        </a:t>
            </a:r>
            <a:r>
              <a:rPr lang="en-US" dirty="0" err="1"/>
              <a:t>System.out.println</a:t>
            </a:r>
            <a:r>
              <a:rPr lang="en-US" dirty="0"/>
              <a:t>("Pausing media...");</a:t>
            </a:r>
          </a:p>
          <a:p>
            <a:r>
              <a:rPr lang="en-US" dirty="0"/>
              <a:t>        </a:t>
            </a:r>
            <a:r>
              <a:rPr lang="en-US" dirty="0" err="1"/>
              <a:t>context.setState</a:t>
            </a:r>
            <a:r>
              <a:rPr lang="en-US" dirty="0"/>
              <a:t>(new </a:t>
            </a:r>
            <a:r>
              <a:rPr lang="en-US" dirty="0" err="1"/>
              <a:t>PausedState</a:t>
            </a:r>
            <a:r>
              <a:rPr lang="en-US" dirty="0"/>
              <a:t>());</a:t>
            </a:r>
          </a:p>
          <a:p>
            <a:r>
              <a:rPr lang="en-US" dirty="0"/>
              <a:t>    }</a:t>
            </a:r>
          </a:p>
          <a:p>
            <a:endParaRPr lang="en-US" dirty="0"/>
          </a:p>
          <a:p>
            <a:r>
              <a:rPr lang="en-US" dirty="0"/>
              <a:t>    @Override</a:t>
            </a:r>
          </a:p>
          <a:p>
            <a:r>
              <a:rPr lang="en-US" dirty="0"/>
              <a:t>    public void stop(</a:t>
            </a:r>
            <a:r>
              <a:rPr lang="en-US" dirty="0" err="1"/>
              <a:t>MediaPlayer</a:t>
            </a:r>
            <a:r>
              <a:rPr lang="en-US" dirty="0"/>
              <a:t> context) {</a:t>
            </a:r>
          </a:p>
          <a:p>
            <a:r>
              <a:rPr lang="en-US" dirty="0"/>
              <a:t>        </a:t>
            </a:r>
            <a:r>
              <a:rPr lang="en-US" dirty="0" err="1"/>
              <a:t>System.out.println</a:t>
            </a:r>
            <a:r>
              <a:rPr lang="en-US" dirty="0"/>
              <a:t>("Stopping media...");</a:t>
            </a:r>
          </a:p>
          <a:p>
            <a:r>
              <a:rPr lang="en-US" dirty="0"/>
              <a:t>        </a:t>
            </a:r>
            <a:r>
              <a:rPr lang="en-US" dirty="0" err="1"/>
              <a:t>context.setState</a:t>
            </a:r>
            <a:r>
              <a:rPr lang="en-US" dirty="0"/>
              <a:t>(new </a:t>
            </a:r>
            <a:r>
              <a:rPr lang="en-US" dirty="0" err="1"/>
              <a:t>StoppedState</a:t>
            </a:r>
            <a:r>
              <a:rPr lang="en-US" dirty="0"/>
              <a:t>());</a:t>
            </a:r>
          </a:p>
          <a:p>
            <a:r>
              <a:rPr lang="en-US" dirty="0"/>
              <a:t>    }</a:t>
            </a:r>
          </a:p>
          <a:p>
            <a:r>
              <a:rPr lang="en-US" dirty="0"/>
              <a:t>}</a:t>
            </a:r>
          </a:p>
          <a:p>
            <a:r>
              <a:rPr lang="en-US" dirty="0"/>
              <a:t>// Similarly, for </a:t>
            </a:r>
            <a:r>
              <a:rPr lang="en-US" dirty="0" err="1"/>
              <a:t>PauseState</a:t>
            </a:r>
            <a:r>
              <a:rPr lang="en-US" dirty="0"/>
              <a:t> and </a:t>
            </a:r>
            <a:r>
              <a:rPr lang="en-US" dirty="0" err="1"/>
              <a:t>StopState</a:t>
            </a:r>
            <a:endParaRPr lang="en-US" dirty="0"/>
          </a:p>
        </p:txBody>
      </p:sp>
      <p:sp>
        <p:nvSpPr>
          <p:cNvPr id="12" name="Title 11">
            <a:extLst>
              <a:ext uri="{FF2B5EF4-FFF2-40B4-BE49-F238E27FC236}">
                <a16:creationId xmlns:a16="http://schemas.microsoft.com/office/drawing/2014/main" id="{D96CEEBF-7F09-E0D1-A491-8FE6F7788BF1}"/>
              </a:ext>
            </a:extLst>
          </p:cNvPr>
          <p:cNvSpPr>
            <a:spLocks noGrp="1"/>
          </p:cNvSpPr>
          <p:nvPr>
            <p:ph type="title"/>
          </p:nvPr>
        </p:nvSpPr>
        <p:spPr/>
        <p:txBody>
          <a:bodyPr/>
          <a:lstStyle/>
          <a:p>
            <a:r>
              <a:rPr lang="en-US" dirty="0"/>
              <a:t>With state design pattern</a:t>
            </a:r>
          </a:p>
        </p:txBody>
      </p:sp>
      <p:sp>
        <p:nvSpPr>
          <p:cNvPr id="8" name="Content Placeholder 7">
            <a:extLst>
              <a:ext uri="{FF2B5EF4-FFF2-40B4-BE49-F238E27FC236}">
                <a16:creationId xmlns:a16="http://schemas.microsoft.com/office/drawing/2014/main" id="{5142B23C-A950-A447-70A2-49E04CCDB025}"/>
              </a:ext>
            </a:extLst>
          </p:cNvPr>
          <p:cNvSpPr>
            <a:spLocks noGrp="1"/>
          </p:cNvSpPr>
          <p:nvPr>
            <p:ph idx="13"/>
          </p:nvPr>
        </p:nvSpPr>
        <p:spPr/>
        <p:txBody>
          <a:bodyPr/>
          <a:lstStyle/>
          <a:p>
            <a:r>
              <a:rPr lang="en-US" dirty="0"/>
              <a:t>Interface </a:t>
            </a:r>
            <a:r>
              <a:rPr lang="en-US" dirty="0" err="1">
                <a:latin typeface="Consolas" panose="020B0609020204030204" pitchFamily="49" charset="0"/>
              </a:rPr>
              <a:t>MediaPlayerState</a:t>
            </a:r>
            <a:endParaRPr lang="en-US" dirty="0">
              <a:latin typeface="Consolas" panose="020B0609020204030204" pitchFamily="49" charset="0"/>
            </a:endParaRPr>
          </a:p>
          <a:p>
            <a:pPr lvl="1"/>
            <a:r>
              <a:rPr lang="en-US" dirty="0"/>
              <a:t>Concrete subclasses for </a:t>
            </a:r>
            <a:r>
              <a:rPr lang="en-US" dirty="0" err="1">
                <a:latin typeface="Consolas" panose="020B0609020204030204" pitchFamily="49" charset="0"/>
              </a:rPr>
              <a:t>PlayState</a:t>
            </a:r>
            <a:r>
              <a:rPr lang="en-US" dirty="0"/>
              <a:t>, </a:t>
            </a:r>
            <a:r>
              <a:rPr lang="en-US" dirty="0" err="1">
                <a:latin typeface="Consolas" panose="020B0609020204030204" pitchFamily="49" charset="0"/>
              </a:rPr>
              <a:t>PauseState</a:t>
            </a:r>
            <a:r>
              <a:rPr lang="en-US" dirty="0"/>
              <a:t>, and </a:t>
            </a:r>
            <a:r>
              <a:rPr lang="en-US" dirty="0" err="1">
                <a:latin typeface="Consolas" panose="020B0609020204030204" pitchFamily="49" charset="0"/>
              </a:rPr>
              <a:t>StopState</a:t>
            </a:r>
            <a:endParaRPr lang="en-US" dirty="0">
              <a:latin typeface="Consolas" panose="020B0609020204030204" pitchFamily="49" charset="0"/>
            </a:endParaRPr>
          </a:p>
          <a:p>
            <a:endParaRPr lang="en-US" dirty="0">
              <a:latin typeface="Consolas" panose="020B0609020204030204" pitchFamily="49" charset="0"/>
            </a:endParaRPr>
          </a:p>
        </p:txBody>
      </p:sp>
      <p:sp>
        <p:nvSpPr>
          <p:cNvPr id="2" name="Rectangle 1">
            <a:extLst>
              <a:ext uri="{FF2B5EF4-FFF2-40B4-BE49-F238E27FC236}">
                <a16:creationId xmlns:a16="http://schemas.microsoft.com/office/drawing/2014/main" id="{D7CE0F6C-5223-CF2D-C038-89302D21B3A1}"/>
              </a:ext>
            </a:extLst>
          </p:cNvPr>
          <p:cNvSpPr/>
          <p:nvPr/>
        </p:nvSpPr>
        <p:spPr>
          <a:xfrm>
            <a:off x="6176512" y="696277"/>
            <a:ext cx="4812499" cy="1097354"/>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
        <p:nvSpPr>
          <p:cNvPr id="3" name="Rectangle 2">
            <a:extLst>
              <a:ext uri="{FF2B5EF4-FFF2-40B4-BE49-F238E27FC236}">
                <a16:creationId xmlns:a16="http://schemas.microsoft.com/office/drawing/2014/main" id="{D8771A5C-B82E-6B3F-3B64-B792A1FAFEDE}"/>
              </a:ext>
            </a:extLst>
          </p:cNvPr>
          <p:cNvSpPr/>
          <p:nvPr/>
        </p:nvSpPr>
        <p:spPr>
          <a:xfrm>
            <a:off x="6176511" y="1882358"/>
            <a:ext cx="4812499" cy="3723322"/>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
        <p:nvSpPr>
          <p:cNvPr id="4" name="TextBox 3">
            <a:extLst>
              <a:ext uri="{FF2B5EF4-FFF2-40B4-BE49-F238E27FC236}">
                <a16:creationId xmlns:a16="http://schemas.microsoft.com/office/drawing/2014/main" id="{B8A7DD9A-87E0-1F6E-FD07-2F0DF5C4A784}"/>
              </a:ext>
            </a:extLst>
          </p:cNvPr>
          <p:cNvSpPr txBox="1"/>
          <p:nvPr/>
        </p:nvSpPr>
        <p:spPr>
          <a:xfrm>
            <a:off x="1746758" y="4060542"/>
            <a:ext cx="4314001" cy="461665"/>
          </a:xfrm>
          <a:prstGeom prst="rect">
            <a:avLst/>
          </a:prstGeom>
          <a:noFill/>
        </p:spPr>
        <p:txBody>
          <a:bodyPr wrap="none" rtlCol="0">
            <a:spAutoFit/>
          </a:bodyPr>
          <a:lstStyle/>
          <a:p>
            <a:r>
              <a:rPr lang="en-US" sz="2400" b="1" i="1" dirty="0"/>
              <a:t>Now what if you miss one state?</a:t>
            </a:r>
          </a:p>
        </p:txBody>
      </p:sp>
    </p:spTree>
    <p:extLst>
      <p:ext uri="{BB962C8B-B14F-4D97-AF65-F5344CB8AC3E}">
        <p14:creationId xmlns:p14="http://schemas.microsoft.com/office/powerpoint/2010/main" val="1774121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3142A5-1854-73E8-AED8-865F7824192F}"/>
            </a:ext>
          </a:extLst>
        </p:cNvPr>
        <p:cNvGrpSpPr/>
        <p:nvPr/>
      </p:nvGrpSpPr>
      <p:grpSpPr>
        <a:xfrm>
          <a:off x="0" y="0"/>
          <a:ext cx="0" cy="0"/>
          <a:chOff x="0" y="0"/>
          <a:chExt cx="0" cy="0"/>
        </a:xfrm>
      </p:grpSpPr>
      <p:sp>
        <p:nvSpPr>
          <p:cNvPr id="7" name="Content Placeholder 6">
            <a:extLst>
              <a:ext uri="{FF2B5EF4-FFF2-40B4-BE49-F238E27FC236}">
                <a16:creationId xmlns:a16="http://schemas.microsoft.com/office/drawing/2014/main" id="{F842AD03-645F-EE4E-77E1-C4CDA8ED19AC}"/>
              </a:ext>
            </a:extLst>
          </p:cNvPr>
          <p:cNvSpPr>
            <a:spLocks noGrp="1"/>
          </p:cNvSpPr>
          <p:nvPr>
            <p:ph idx="1"/>
          </p:nvPr>
        </p:nvSpPr>
        <p:spPr/>
        <p:txBody>
          <a:bodyPr>
            <a:normAutofit fontScale="92500" lnSpcReduction="10000"/>
          </a:bodyPr>
          <a:lstStyle/>
          <a:p>
            <a:r>
              <a:rPr lang="en-US" dirty="0"/>
              <a:t>class </a:t>
            </a:r>
            <a:r>
              <a:rPr lang="en-US" dirty="0" err="1"/>
              <a:t>MediaPlayer</a:t>
            </a:r>
            <a:r>
              <a:rPr lang="en-US" dirty="0"/>
              <a:t> {</a:t>
            </a:r>
          </a:p>
          <a:p>
            <a:r>
              <a:rPr lang="en-US" dirty="0"/>
              <a:t>    private </a:t>
            </a:r>
            <a:r>
              <a:rPr lang="en-US" dirty="0" err="1"/>
              <a:t>MediaPlayerState</a:t>
            </a:r>
            <a:r>
              <a:rPr lang="en-US" dirty="0"/>
              <a:t> </a:t>
            </a:r>
            <a:r>
              <a:rPr lang="en-US" dirty="0" err="1"/>
              <a:t>currentState</a:t>
            </a:r>
            <a:r>
              <a:rPr lang="en-US" dirty="0"/>
              <a:t>;</a:t>
            </a:r>
          </a:p>
          <a:p>
            <a:endParaRPr lang="en-US" dirty="0"/>
          </a:p>
          <a:p>
            <a:r>
              <a:rPr lang="en-US" dirty="0"/>
              <a:t>    public </a:t>
            </a:r>
            <a:r>
              <a:rPr lang="en-US" dirty="0" err="1"/>
              <a:t>MediaPlayer</a:t>
            </a:r>
            <a:r>
              <a:rPr lang="en-US" dirty="0"/>
              <a:t>() {</a:t>
            </a:r>
          </a:p>
          <a:p>
            <a:r>
              <a:rPr lang="en-US" dirty="0"/>
              <a:t>        // Default state is "Stopped"</a:t>
            </a:r>
          </a:p>
          <a:p>
            <a:r>
              <a:rPr lang="en-US" dirty="0"/>
              <a:t>        </a:t>
            </a:r>
            <a:r>
              <a:rPr lang="en-US" dirty="0" err="1"/>
              <a:t>this.currentState</a:t>
            </a:r>
            <a:r>
              <a:rPr lang="en-US" dirty="0"/>
              <a:t> = new </a:t>
            </a:r>
            <a:r>
              <a:rPr lang="en-US" dirty="0" err="1"/>
              <a:t>StoppedState</a:t>
            </a:r>
            <a:r>
              <a:rPr lang="en-US" dirty="0"/>
              <a:t>();</a:t>
            </a:r>
          </a:p>
          <a:p>
            <a:r>
              <a:rPr lang="en-US" dirty="0"/>
              <a:t>    }</a:t>
            </a:r>
          </a:p>
          <a:p>
            <a:endParaRPr lang="en-US" dirty="0"/>
          </a:p>
          <a:p>
            <a:r>
              <a:rPr lang="en-US" dirty="0"/>
              <a:t>    public void </a:t>
            </a:r>
            <a:r>
              <a:rPr lang="en-US" dirty="0" err="1"/>
              <a:t>setState</a:t>
            </a:r>
            <a:r>
              <a:rPr lang="en-US" dirty="0"/>
              <a:t>(</a:t>
            </a:r>
            <a:r>
              <a:rPr lang="en-US" dirty="0" err="1"/>
              <a:t>MediaPlayerState</a:t>
            </a:r>
            <a:r>
              <a:rPr lang="en-US" dirty="0"/>
              <a:t> state) {</a:t>
            </a:r>
          </a:p>
          <a:p>
            <a:r>
              <a:rPr lang="en-US" dirty="0"/>
              <a:t>        </a:t>
            </a:r>
            <a:r>
              <a:rPr lang="en-US" dirty="0" err="1"/>
              <a:t>this.currentState</a:t>
            </a:r>
            <a:r>
              <a:rPr lang="en-US" dirty="0"/>
              <a:t> = state;</a:t>
            </a:r>
          </a:p>
          <a:p>
            <a:r>
              <a:rPr lang="en-US" dirty="0"/>
              <a:t>    }</a:t>
            </a:r>
          </a:p>
          <a:p>
            <a:endParaRPr lang="en-US" dirty="0"/>
          </a:p>
          <a:p>
            <a:r>
              <a:rPr lang="en-US" dirty="0"/>
              <a:t>    public void play() {</a:t>
            </a:r>
          </a:p>
          <a:p>
            <a:r>
              <a:rPr lang="en-US" dirty="0"/>
              <a:t>        </a:t>
            </a:r>
            <a:r>
              <a:rPr lang="en-US" dirty="0" err="1"/>
              <a:t>currentState.play</a:t>
            </a:r>
            <a:r>
              <a:rPr lang="en-US" dirty="0"/>
              <a:t>(this);</a:t>
            </a:r>
          </a:p>
          <a:p>
            <a:r>
              <a:rPr lang="en-US" dirty="0"/>
              <a:t>    }</a:t>
            </a:r>
          </a:p>
          <a:p>
            <a:endParaRPr lang="en-US" dirty="0"/>
          </a:p>
          <a:p>
            <a:r>
              <a:rPr lang="en-US" dirty="0"/>
              <a:t>    public void pause() {</a:t>
            </a:r>
          </a:p>
          <a:p>
            <a:r>
              <a:rPr lang="en-US" dirty="0"/>
              <a:t>        </a:t>
            </a:r>
            <a:r>
              <a:rPr lang="en-US" dirty="0" err="1"/>
              <a:t>currentState.pause</a:t>
            </a:r>
            <a:r>
              <a:rPr lang="en-US" dirty="0"/>
              <a:t>(this);</a:t>
            </a:r>
          </a:p>
          <a:p>
            <a:r>
              <a:rPr lang="en-US" dirty="0"/>
              <a:t>    }</a:t>
            </a:r>
          </a:p>
          <a:p>
            <a:endParaRPr lang="en-US" dirty="0"/>
          </a:p>
          <a:p>
            <a:r>
              <a:rPr lang="en-US" dirty="0"/>
              <a:t>    public void stop() {</a:t>
            </a:r>
          </a:p>
          <a:p>
            <a:r>
              <a:rPr lang="en-US" dirty="0"/>
              <a:t>        </a:t>
            </a:r>
            <a:r>
              <a:rPr lang="en-US" dirty="0" err="1"/>
              <a:t>currentState.stop</a:t>
            </a:r>
            <a:r>
              <a:rPr lang="en-US" dirty="0"/>
              <a:t>(this);</a:t>
            </a:r>
          </a:p>
          <a:p>
            <a:r>
              <a:rPr lang="en-US" dirty="0"/>
              <a:t>    }</a:t>
            </a:r>
          </a:p>
          <a:p>
            <a:r>
              <a:rPr lang="en-US" dirty="0"/>
              <a:t>}</a:t>
            </a:r>
          </a:p>
        </p:txBody>
      </p:sp>
      <p:sp>
        <p:nvSpPr>
          <p:cNvPr id="12" name="Title 11">
            <a:extLst>
              <a:ext uri="{FF2B5EF4-FFF2-40B4-BE49-F238E27FC236}">
                <a16:creationId xmlns:a16="http://schemas.microsoft.com/office/drawing/2014/main" id="{FE0C892A-1F41-16C0-3CA9-D56B64411432}"/>
              </a:ext>
            </a:extLst>
          </p:cNvPr>
          <p:cNvSpPr>
            <a:spLocks noGrp="1"/>
          </p:cNvSpPr>
          <p:nvPr>
            <p:ph type="title"/>
          </p:nvPr>
        </p:nvSpPr>
        <p:spPr/>
        <p:txBody>
          <a:bodyPr/>
          <a:lstStyle/>
          <a:p>
            <a:r>
              <a:rPr lang="en-US" dirty="0"/>
              <a:t>With state design pattern</a:t>
            </a:r>
          </a:p>
        </p:txBody>
      </p:sp>
      <p:sp>
        <p:nvSpPr>
          <p:cNvPr id="8" name="Content Placeholder 7">
            <a:extLst>
              <a:ext uri="{FF2B5EF4-FFF2-40B4-BE49-F238E27FC236}">
                <a16:creationId xmlns:a16="http://schemas.microsoft.com/office/drawing/2014/main" id="{0DB31E52-0088-F21A-E63D-70E74A42C081}"/>
              </a:ext>
            </a:extLst>
          </p:cNvPr>
          <p:cNvSpPr>
            <a:spLocks noGrp="1"/>
          </p:cNvSpPr>
          <p:nvPr>
            <p:ph idx="13"/>
          </p:nvPr>
        </p:nvSpPr>
        <p:spPr/>
        <p:txBody>
          <a:bodyPr/>
          <a:lstStyle/>
          <a:p>
            <a:r>
              <a:rPr lang="en-US" dirty="0" err="1">
                <a:latin typeface="Consolas" panose="020B0609020204030204" pitchFamily="49" charset="0"/>
              </a:rPr>
              <a:t>MediaPlayer</a:t>
            </a:r>
            <a:r>
              <a:rPr lang="en-US" dirty="0"/>
              <a:t> class maintains a reference to the current state </a:t>
            </a:r>
          </a:p>
          <a:p>
            <a:r>
              <a:rPr lang="en-US" dirty="0"/>
              <a:t>Delegates behavior to the current state</a:t>
            </a:r>
          </a:p>
          <a:p>
            <a:r>
              <a:rPr lang="en-US" dirty="0"/>
              <a:t>The state transition logic for each state is encapsulated in the state object</a:t>
            </a:r>
          </a:p>
          <a:p>
            <a:r>
              <a:rPr lang="en-US" dirty="0"/>
              <a:t>No messy </a:t>
            </a:r>
            <a:r>
              <a:rPr lang="en-US" dirty="0">
                <a:latin typeface="Consolas" panose="020B0609020204030204" pitchFamily="49" charset="0"/>
              </a:rPr>
              <a:t>if-else</a:t>
            </a:r>
            <a:r>
              <a:rPr lang="en-US" dirty="0"/>
              <a:t> statements</a:t>
            </a:r>
          </a:p>
        </p:txBody>
      </p:sp>
      <p:sp>
        <p:nvSpPr>
          <p:cNvPr id="2" name="Rectangle 1">
            <a:extLst>
              <a:ext uri="{FF2B5EF4-FFF2-40B4-BE49-F238E27FC236}">
                <a16:creationId xmlns:a16="http://schemas.microsoft.com/office/drawing/2014/main" id="{43905CB6-8620-683E-B54B-9602E2B3EA0D}"/>
              </a:ext>
            </a:extLst>
          </p:cNvPr>
          <p:cNvSpPr/>
          <p:nvPr/>
        </p:nvSpPr>
        <p:spPr>
          <a:xfrm>
            <a:off x="6176511" y="3184358"/>
            <a:ext cx="5871110" cy="786063"/>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
        <p:nvSpPr>
          <p:cNvPr id="3" name="Rectangle 2">
            <a:extLst>
              <a:ext uri="{FF2B5EF4-FFF2-40B4-BE49-F238E27FC236}">
                <a16:creationId xmlns:a16="http://schemas.microsoft.com/office/drawing/2014/main" id="{0E60F7FF-AC4F-FDEC-78DC-96CA1AD19896}"/>
              </a:ext>
            </a:extLst>
          </p:cNvPr>
          <p:cNvSpPr/>
          <p:nvPr/>
        </p:nvSpPr>
        <p:spPr>
          <a:xfrm>
            <a:off x="6176511" y="3970421"/>
            <a:ext cx="5871110" cy="786063"/>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
        <p:nvSpPr>
          <p:cNvPr id="4" name="Rectangle 3">
            <a:extLst>
              <a:ext uri="{FF2B5EF4-FFF2-40B4-BE49-F238E27FC236}">
                <a16:creationId xmlns:a16="http://schemas.microsoft.com/office/drawing/2014/main" id="{6EE54078-78CE-FA31-2472-7F35AE9112B9}"/>
              </a:ext>
            </a:extLst>
          </p:cNvPr>
          <p:cNvSpPr/>
          <p:nvPr/>
        </p:nvSpPr>
        <p:spPr>
          <a:xfrm>
            <a:off x="6176511" y="4756484"/>
            <a:ext cx="5871110" cy="874295"/>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Tree>
    <p:extLst>
      <p:ext uri="{BB962C8B-B14F-4D97-AF65-F5344CB8AC3E}">
        <p14:creationId xmlns:p14="http://schemas.microsoft.com/office/powerpoint/2010/main" val="17304851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0839C4-E4EA-61E3-C2B6-C495B45BF517}"/>
            </a:ext>
          </a:extLst>
        </p:cNvPr>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24F27F92-91BC-5FED-575C-AC4CE55607CD}"/>
              </a:ext>
            </a:extLst>
          </p:cNvPr>
          <p:cNvSpPr>
            <a:spLocks noGrp="1"/>
          </p:cNvSpPr>
          <p:nvPr>
            <p:ph idx="1"/>
          </p:nvPr>
        </p:nvSpPr>
        <p:spPr/>
        <p:txBody>
          <a:bodyPr/>
          <a:lstStyle/>
          <a:p>
            <a:r>
              <a:rPr lang="en-US" dirty="0"/>
              <a:t>Allow an object to alter its behavior when its internal state changes</a:t>
            </a:r>
          </a:p>
          <a:p>
            <a:r>
              <a:rPr lang="en-US" dirty="0"/>
              <a:t>The object will </a:t>
            </a:r>
            <a:r>
              <a:rPr lang="en-US" i="1" dirty="0"/>
              <a:t>appear</a:t>
            </a:r>
            <a:r>
              <a:rPr lang="en-US" dirty="0"/>
              <a:t> to have changed its class</a:t>
            </a:r>
          </a:p>
        </p:txBody>
      </p:sp>
      <p:sp>
        <p:nvSpPr>
          <p:cNvPr id="12" name="Title 11">
            <a:extLst>
              <a:ext uri="{FF2B5EF4-FFF2-40B4-BE49-F238E27FC236}">
                <a16:creationId xmlns:a16="http://schemas.microsoft.com/office/drawing/2014/main" id="{2929BFDC-E3E7-EBD1-2F74-3570EE389521}"/>
              </a:ext>
            </a:extLst>
          </p:cNvPr>
          <p:cNvSpPr>
            <a:spLocks noGrp="1"/>
          </p:cNvSpPr>
          <p:nvPr>
            <p:ph type="title"/>
          </p:nvPr>
        </p:nvSpPr>
        <p:spPr/>
        <p:txBody>
          <a:bodyPr/>
          <a:lstStyle/>
          <a:p>
            <a:r>
              <a:rPr lang="en-US" dirty="0"/>
              <a:t>State design pattern</a:t>
            </a:r>
          </a:p>
        </p:txBody>
      </p:sp>
    </p:spTree>
    <p:extLst>
      <p:ext uri="{BB962C8B-B14F-4D97-AF65-F5344CB8AC3E}">
        <p14:creationId xmlns:p14="http://schemas.microsoft.com/office/powerpoint/2010/main" val="1860303180"/>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29913F-FAD5-ACD0-D065-3A55CEF94E68}"/>
            </a:ext>
          </a:extLst>
        </p:cNvPr>
        <p:cNvGrpSpPr/>
        <p:nvPr/>
      </p:nvGrpSpPr>
      <p:grpSpPr>
        <a:xfrm>
          <a:off x="0" y="0"/>
          <a:ext cx="0" cy="0"/>
          <a:chOff x="0" y="0"/>
          <a:chExt cx="0" cy="0"/>
        </a:xfrm>
      </p:grpSpPr>
      <p:sp>
        <p:nvSpPr>
          <p:cNvPr id="8" name="Content Placeholder 7">
            <a:extLst>
              <a:ext uri="{FF2B5EF4-FFF2-40B4-BE49-F238E27FC236}">
                <a16:creationId xmlns:a16="http://schemas.microsoft.com/office/drawing/2014/main" id="{D9533BCF-072E-C033-9FEF-1E7E9F4B59B3}"/>
              </a:ext>
            </a:extLst>
          </p:cNvPr>
          <p:cNvSpPr>
            <a:spLocks noGrp="1"/>
          </p:cNvSpPr>
          <p:nvPr>
            <p:ph idx="1"/>
          </p:nvPr>
        </p:nvSpPr>
        <p:spPr/>
        <p:txBody>
          <a:bodyPr/>
          <a:lstStyle/>
          <a:p>
            <a:r>
              <a:rPr lang="en-US" dirty="0"/>
              <a:t>Localizes state-specific behavior and partitions behavior for different states</a:t>
            </a:r>
          </a:p>
          <a:p>
            <a:r>
              <a:rPr lang="en-US" dirty="0"/>
              <a:t>Makes state transitions explicit</a:t>
            </a:r>
          </a:p>
          <a:p>
            <a:pPr lvl="1"/>
            <a:r>
              <a:rPr lang="en-US" dirty="0"/>
              <a:t>When state is represented by internal values, it’s state representation has no explicit representation</a:t>
            </a:r>
          </a:p>
          <a:p>
            <a:pPr lvl="1"/>
            <a:r>
              <a:rPr lang="en-US" dirty="0"/>
              <a:t>Introducing state objects makes the state explicit</a:t>
            </a:r>
          </a:p>
        </p:txBody>
      </p:sp>
      <p:sp>
        <p:nvSpPr>
          <p:cNvPr id="12" name="Title 11">
            <a:extLst>
              <a:ext uri="{FF2B5EF4-FFF2-40B4-BE49-F238E27FC236}">
                <a16:creationId xmlns:a16="http://schemas.microsoft.com/office/drawing/2014/main" id="{2358786D-4DA1-807E-93F9-F3C9AF5B55F3}"/>
              </a:ext>
            </a:extLst>
          </p:cNvPr>
          <p:cNvSpPr>
            <a:spLocks noGrp="1"/>
          </p:cNvSpPr>
          <p:nvPr>
            <p:ph type="title"/>
          </p:nvPr>
        </p:nvSpPr>
        <p:spPr/>
        <p:txBody>
          <a:bodyPr/>
          <a:lstStyle/>
          <a:p>
            <a:r>
              <a:rPr lang="en-US" dirty="0"/>
              <a:t>Characteristics</a:t>
            </a:r>
          </a:p>
        </p:txBody>
      </p:sp>
    </p:spTree>
    <p:extLst>
      <p:ext uri="{BB962C8B-B14F-4D97-AF65-F5344CB8AC3E}">
        <p14:creationId xmlns:p14="http://schemas.microsoft.com/office/powerpoint/2010/main" val="393563672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FC29FC-777A-6DC2-9C1A-3FC63E08E72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272D0B7-E0D0-5FB1-ACFE-BBE14BFDDEE6}"/>
              </a:ext>
            </a:extLst>
          </p:cNvPr>
          <p:cNvSpPr>
            <a:spLocks noGrp="1"/>
          </p:cNvSpPr>
          <p:nvPr>
            <p:ph idx="1"/>
          </p:nvPr>
        </p:nvSpPr>
        <p:spPr/>
        <p:txBody>
          <a:bodyPr/>
          <a:lstStyle/>
          <a:p>
            <a:endParaRPr lang="en-US"/>
          </a:p>
        </p:txBody>
      </p:sp>
      <p:sp>
        <p:nvSpPr>
          <p:cNvPr id="3" name="Text Placeholder 2">
            <a:extLst>
              <a:ext uri="{FF2B5EF4-FFF2-40B4-BE49-F238E27FC236}">
                <a16:creationId xmlns:a16="http://schemas.microsoft.com/office/drawing/2014/main" id="{45A02B8B-21C6-D620-38A3-EEF8D52BC0B6}"/>
              </a:ext>
            </a:extLst>
          </p:cNvPr>
          <p:cNvSpPr>
            <a:spLocks noGrp="1"/>
          </p:cNvSpPr>
          <p:nvPr>
            <p:ph type="body" sz="quarter" idx="13"/>
          </p:nvPr>
        </p:nvSpPr>
        <p:spPr/>
        <p:txBody>
          <a:bodyPr/>
          <a:lstStyle/>
          <a:p>
            <a:r>
              <a:rPr lang="en-US" sz="3200" dirty="0"/>
              <a:t>Template method design pattern</a:t>
            </a:r>
          </a:p>
        </p:txBody>
      </p:sp>
    </p:spTree>
    <p:extLst>
      <p:ext uri="{BB962C8B-B14F-4D97-AF65-F5344CB8AC3E}">
        <p14:creationId xmlns:p14="http://schemas.microsoft.com/office/powerpoint/2010/main" val="2005184947"/>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51E68F-74E8-7A3A-1383-FA389C6F6B2E}"/>
            </a:ext>
          </a:extLst>
        </p:cNvPr>
        <p:cNvGrpSpPr/>
        <p:nvPr/>
      </p:nvGrpSpPr>
      <p:grpSpPr>
        <a:xfrm>
          <a:off x="0" y="0"/>
          <a:ext cx="0" cy="0"/>
          <a:chOff x="0" y="0"/>
          <a:chExt cx="0" cy="0"/>
        </a:xfrm>
      </p:grpSpPr>
      <p:sp>
        <p:nvSpPr>
          <p:cNvPr id="8" name="Content Placeholder 7">
            <a:extLst>
              <a:ext uri="{FF2B5EF4-FFF2-40B4-BE49-F238E27FC236}">
                <a16:creationId xmlns:a16="http://schemas.microsoft.com/office/drawing/2014/main" id="{62D1E3E7-2460-3C05-FC22-D1CF12EF4CCB}"/>
              </a:ext>
            </a:extLst>
          </p:cNvPr>
          <p:cNvSpPr>
            <a:spLocks noGrp="1"/>
          </p:cNvSpPr>
          <p:nvPr>
            <p:ph idx="1"/>
          </p:nvPr>
        </p:nvSpPr>
        <p:spPr/>
        <p:txBody>
          <a:bodyPr/>
          <a:lstStyle/>
          <a:p>
            <a:r>
              <a:rPr lang="en-US" dirty="0"/>
              <a:t>Given a graph represented as an adjacency list in a file, find all paths from a source node to a destination node, and print them</a:t>
            </a:r>
          </a:p>
          <a:p>
            <a:r>
              <a:rPr lang="en-US" dirty="0"/>
              <a:t>Solution structure</a:t>
            </a:r>
          </a:p>
          <a:p>
            <a:pPr lvl="1"/>
            <a:r>
              <a:rPr lang="en-US" dirty="0"/>
              <a:t>Initialize the graph</a:t>
            </a:r>
          </a:p>
          <a:p>
            <a:pPr lvl="1"/>
            <a:r>
              <a:rPr lang="en-US" dirty="0"/>
              <a:t>Traverse the graph using BFS or DFS</a:t>
            </a:r>
          </a:p>
          <a:p>
            <a:pPr lvl="1"/>
            <a:r>
              <a:rPr lang="en-US" dirty="0"/>
              <a:t>Print the results</a:t>
            </a:r>
          </a:p>
        </p:txBody>
      </p:sp>
      <p:sp>
        <p:nvSpPr>
          <p:cNvPr id="12" name="Title 11">
            <a:extLst>
              <a:ext uri="{FF2B5EF4-FFF2-40B4-BE49-F238E27FC236}">
                <a16:creationId xmlns:a16="http://schemas.microsoft.com/office/drawing/2014/main" id="{78F21495-EC54-B8F8-947D-6F76FCCD8904}"/>
              </a:ext>
            </a:extLst>
          </p:cNvPr>
          <p:cNvSpPr>
            <a:spLocks noGrp="1"/>
          </p:cNvSpPr>
          <p:nvPr>
            <p:ph type="title"/>
          </p:nvPr>
        </p:nvSpPr>
        <p:spPr/>
        <p:txBody>
          <a:bodyPr/>
          <a:lstStyle/>
          <a:p>
            <a:r>
              <a:rPr lang="en-US" dirty="0"/>
              <a:t>Case study: find all paths from source to destination</a:t>
            </a:r>
          </a:p>
        </p:txBody>
      </p:sp>
    </p:spTree>
    <p:extLst>
      <p:ext uri="{BB962C8B-B14F-4D97-AF65-F5344CB8AC3E}">
        <p14:creationId xmlns:p14="http://schemas.microsoft.com/office/powerpoint/2010/main" val="40071521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BCC6A1-025B-5066-7833-B1E6FFABEBCC}"/>
            </a:ext>
          </a:extLst>
        </p:cNvPr>
        <p:cNvGrpSpPr/>
        <p:nvPr/>
      </p:nvGrpSpPr>
      <p:grpSpPr>
        <a:xfrm>
          <a:off x="0" y="0"/>
          <a:ext cx="0" cy="0"/>
          <a:chOff x="0" y="0"/>
          <a:chExt cx="0" cy="0"/>
        </a:xfrm>
      </p:grpSpPr>
      <p:sp>
        <p:nvSpPr>
          <p:cNvPr id="8" name="Content Placeholder 7">
            <a:extLst>
              <a:ext uri="{FF2B5EF4-FFF2-40B4-BE49-F238E27FC236}">
                <a16:creationId xmlns:a16="http://schemas.microsoft.com/office/drawing/2014/main" id="{67F2406D-0A47-4025-C260-3F0337B10C05}"/>
              </a:ext>
            </a:extLst>
          </p:cNvPr>
          <p:cNvSpPr>
            <a:spLocks noGrp="1"/>
          </p:cNvSpPr>
          <p:nvPr>
            <p:ph idx="1"/>
          </p:nvPr>
        </p:nvSpPr>
        <p:spPr>
          <a:xfrm>
            <a:off x="6176512" y="785004"/>
            <a:ext cx="6015488" cy="5135149"/>
          </a:xfrm>
        </p:spPr>
        <p:txBody>
          <a:bodyPr>
            <a:normAutofit fontScale="92500" lnSpcReduction="20000"/>
          </a:bodyPr>
          <a:lstStyle/>
          <a:p>
            <a:r>
              <a:rPr lang="en-US" sz="1400" dirty="0"/>
              <a:t>abstract class </a:t>
            </a:r>
            <a:r>
              <a:rPr lang="en-US" sz="1400" dirty="0" err="1"/>
              <a:t>GraphPathFinder</a:t>
            </a:r>
            <a:r>
              <a:rPr lang="en-US" sz="1400" dirty="0"/>
              <a:t> {</a:t>
            </a:r>
          </a:p>
          <a:p>
            <a:r>
              <a:rPr lang="en-US" sz="1400" dirty="0"/>
              <a:t>    protected Map&lt;Integer, List&lt;Integer&gt;&gt; graph = new HashMap&lt;&gt;();</a:t>
            </a:r>
          </a:p>
          <a:p>
            <a:r>
              <a:rPr lang="en-US" sz="1400" dirty="0"/>
              <a:t>    protected List&lt;List&lt;Integer&gt;&gt; </a:t>
            </a:r>
            <a:r>
              <a:rPr lang="en-US" sz="1400" dirty="0" err="1"/>
              <a:t>allPaths</a:t>
            </a:r>
            <a:r>
              <a:rPr lang="en-US" sz="1400" dirty="0"/>
              <a:t> = new </a:t>
            </a:r>
            <a:r>
              <a:rPr lang="en-US" sz="1400" dirty="0" err="1"/>
              <a:t>ArrayList</a:t>
            </a:r>
            <a:r>
              <a:rPr lang="en-US" sz="1400" dirty="0"/>
              <a:t>&lt;&gt;();</a:t>
            </a:r>
          </a:p>
          <a:p>
            <a:r>
              <a:rPr lang="en-US" sz="1400" dirty="0"/>
              <a:t>    protected int source, destination;</a:t>
            </a:r>
          </a:p>
          <a:p>
            <a:endParaRPr lang="en-US" sz="1400" dirty="0"/>
          </a:p>
          <a:p>
            <a:r>
              <a:rPr lang="en-US" sz="1400" dirty="0"/>
              <a:t>    // Template method</a:t>
            </a:r>
          </a:p>
          <a:p>
            <a:r>
              <a:rPr lang="en-US" sz="1400" dirty="0"/>
              <a:t>    public final void </a:t>
            </a:r>
            <a:r>
              <a:rPr lang="en-US" sz="1400" dirty="0" err="1"/>
              <a:t>findPaths</a:t>
            </a:r>
            <a:r>
              <a:rPr lang="en-US" sz="1400" dirty="0"/>
              <a:t>(int source, int destination) {</a:t>
            </a:r>
          </a:p>
          <a:p>
            <a:r>
              <a:rPr lang="en-US" sz="1400" dirty="0"/>
              <a:t>        </a:t>
            </a:r>
            <a:r>
              <a:rPr lang="en-US" sz="1400" dirty="0" err="1"/>
              <a:t>this.source</a:t>
            </a:r>
            <a:r>
              <a:rPr lang="en-US" sz="1400" dirty="0"/>
              <a:t> = source;</a:t>
            </a:r>
          </a:p>
          <a:p>
            <a:r>
              <a:rPr lang="en-US" sz="1400" dirty="0"/>
              <a:t>        </a:t>
            </a:r>
            <a:r>
              <a:rPr lang="en-US" sz="1400" dirty="0" err="1"/>
              <a:t>this.destination</a:t>
            </a:r>
            <a:r>
              <a:rPr lang="en-US" sz="1400" dirty="0"/>
              <a:t> = destination;</a:t>
            </a:r>
          </a:p>
          <a:p>
            <a:r>
              <a:rPr lang="en-US" sz="1400" dirty="0"/>
              <a:t>        initialize();</a:t>
            </a:r>
          </a:p>
          <a:p>
            <a:r>
              <a:rPr lang="en-US" sz="1400" dirty="0"/>
              <a:t>        </a:t>
            </a:r>
            <a:r>
              <a:rPr lang="en-US" sz="1400" dirty="0" err="1"/>
              <a:t>traverseGraph</a:t>
            </a:r>
            <a:r>
              <a:rPr lang="en-US" sz="1400" dirty="0"/>
              <a:t>();</a:t>
            </a:r>
          </a:p>
          <a:p>
            <a:r>
              <a:rPr lang="en-US" sz="1400" dirty="0"/>
              <a:t>        </a:t>
            </a:r>
            <a:r>
              <a:rPr lang="en-US" sz="1400" dirty="0" err="1"/>
              <a:t>collectResults</a:t>
            </a:r>
            <a:r>
              <a:rPr lang="en-US" sz="1400" dirty="0"/>
              <a:t>();</a:t>
            </a:r>
          </a:p>
          <a:p>
            <a:r>
              <a:rPr lang="en-US" sz="1400" dirty="0"/>
              <a:t>    }</a:t>
            </a:r>
          </a:p>
          <a:p>
            <a:endParaRPr lang="en-US" sz="1400" dirty="0"/>
          </a:p>
          <a:p>
            <a:r>
              <a:rPr lang="en-US" sz="1400" dirty="0"/>
              <a:t>    // Initialize the graph</a:t>
            </a:r>
          </a:p>
          <a:p>
            <a:r>
              <a:rPr lang="en-US" sz="1400" dirty="0"/>
              <a:t>    protected void initialize() {</a:t>
            </a:r>
          </a:p>
          <a:p>
            <a:r>
              <a:rPr lang="en-US" sz="1400" dirty="0"/>
              <a:t>        // -- snip</a:t>
            </a:r>
          </a:p>
          <a:p>
            <a:r>
              <a:rPr lang="en-US" sz="1400" dirty="0"/>
              <a:t>       </a:t>
            </a:r>
          </a:p>
          <a:p>
            <a:r>
              <a:rPr lang="en-US" sz="1400" dirty="0"/>
              <a:t>    }</a:t>
            </a:r>
          </a:p>
          <a:p>
            <a:endParaRPr lang="en-US" sz="1400" dirty="0"/>
          </a:p>
          <a:p>
            <a:r>
              <a:rPr lang="en-US" sz="1400" dirty="0"/>
              <a:t>    // Abstract method for traversal (BFS or DFS)</a:t>
            </a:r>
          </a:p>
          <a:p>
            <a:r>
              <a:rPr lang="en-US" sz="1400" dirty="0"/>
              <a:t>    protected abstract void </a:t>
            </a:r>
            <a:r>
              <a:rPr lang="en-US" sz="1400" dirty="0" err="1"/>
              <a:t>traverseGraph</a:t>
            </a:r>
            <a:r>
              <a:rPr lang="en-US" sz="1400" dirty="0"/>
              <a:t>();</a:t>
            </a:r>
          </a:p>
          <a:p>
            <a:endParaRPr lang="en-US" sz="1400" dirty="0"/>
          </a:p>
          <a:p>
            <a:r>
              <a:rPr lang="en-US" sz="1400" dirty="0"/>
              <a:t>    // Collect and display the results</a:t>
            </a:r>
          </a:p>
          <a:p>
            <a:r>
              <a:rPr lang="en-US" sz="1400" dirty="0"/>
              <a:t>    protected void </a:t>
            </a:r>
            <a:r>
              <a:rPr lang="en-US" sz="1400" dirty="0" err="1"/>
              <a:t>collectResults</a:t>
            </a:r>
            <a:r>
              <a:rPr lang="en-US" sz="1400" dirty="0"/>
              <a:t>() {</a:t>
            </a:r>
          </a:p>
          <a:p>
            <a:r>
              <a:rPr lang="en-US" sz="1400" dirty="0"/>
              <a:t>	  // -- snip</a:t>
            </a:r>
          </a:p>
          <a:p>
            <a:r>
              <a:rPr lang="en-US" sz="1400" dirty="0"/>
              <a:t>    }</a:t>
            </a:r>
          </a:p>
          <a:p>
            <a:r>
              <a:rPr lang="en-US" sz="1400" dirty="0"/>
              <a:t>}</a:t>
            </a:r>
          </a:p>
        </p:txBody>
      </p:sp>
      <p:sp>
        <p:nvSpPr>
          <p:cNvPr id="12" name="Title 11">
            <a:extLst>
              <a:ext uri="{FF2B5EF4-FFF2-40B4-BE49-F238E27FC236}">
                <a16:creationId xmlns:a16="http://schemas.microsoft.com/office/drawing/2014/main" id="{AF196AB8-83B9-F0F3-054C-DE5997F7AE99}"/>
              </a:ext>
            </a:extLst>
          </p:cNvPr>
          <p:cNvSpPr>
            <a:spLocks noGrp="1"/>
          </p:cNvSpPr>
          <p:nvPr>
            <p:ph type="title"/>
          </p:nvPr>
        </p:nvSpPr>
        <p:spPr/>
        <p:txBody>
          <a:bodyPr/>
          <a:lstStyle/>
          <a:p>
            <a:r>
              <a:rPr lang="en-US" dirty="0"/>
              <a:t>Case study: find all paths from source to destination</a:t>
            </a:r>
          </a:p>
        </p:txBody>
      </p:sp>
      <p:sp>
        <p:nvSpPr>
          <p:cNvPr id="2" name="Content Placeholder 1">
            <a:extLst>
              <a:ext uri="{FF2B5EF4-FFF2-40B4-BE49-F238E27FC236}">
                <a16:creationId xmlns:a16="http://schemas.microsoft.com/office/drawing/2014/main" id="{1A70228D-EEB7-3147-5E27-362C00E964A1}"/>
              </a:ext>
            </a:extLst>
          </p:cNvPr>
          <p:cNvSpPr>
            <a:spLocks noGrp="1"/>
          </p:cNvSpPr>
          <p:nvPr>
            <p:ph idx="13"/>
          </p:nvPr>
        </p:nvSpPr>
        <p:spPr/>
        <p:txBody>
          <a:bodyPr>
            <a:normAutofit/>
          </a:bodyPr>
          <a:lstStyle/>
          <a:p>
            <a:r>
              <a:rPr lang="en-US" dirty="0"/>
              <a:t>Abstract class </a:t>
            </a:r>
            <a:r>
              <a:rPr lang="en-US" dirty="0" err="1"/>
              <a:t>GraphPathFinder</a:t>
            </a:r>
            <a:endParaRPr lang="en-US" dirty="0"/>
          </a:p>
          <a:p>
            <a:pPr lvl="1"/>
            <a:r>
              <a:rPr lang="en-US" dirty="0"/>
              <a:t>Concrete method </a:t>
            </a:r>
            <a:r>
              <a:rPr lang="en-US" dirty="0" err="1">
                <a:latin typeface="Consolas" panose="020B0609020204030204" pitchFamily="49" charset="0"/>
              </a:rPr>
              <a:t>initializeGraph</a:t>
            </a:r>
            <a:r>
              <a:rPr lang="en-US" dirty="0">
                <a:latin typeface="Consolas" panose="020B0609020204030204" pitchFamily="49" charset="0"/>
              </a:rPr>
              <a:t>()</a:t>
            </a:r>
          </a:p>
          <a:p>
            <a:pPr lvl="1"/>
            <a:r>
              <a:rPr lang="en-US" dirty="0"/>
              <a:t>Concrete method </a:t>
            </a:r>
            <a:r>
              <a:rPr lang="en-US" dirty="0" err="1">
                <a:latin typeface="Consolas" panose="020B0609020204030204" pitchFamily="49" charset="0"/>
              </a:rPr>
              <a:t>collectResults</a:t>
            </a:r>
            <a:r>
              <a:rPr lang="en-US" dirty="0">
                <a:latin typeface="Consolas" panose="020B0609020204030204" pitchFamily="49" charset="0"/>
              </a:rPr>
              <a:t>()</a:t>
            </a:r>
          </a:p>
          <a:p>
            <a:pPr lvl="1"/>
            <a:r>
              <a:rPr lang="en-US" dirty="0"/>
              <a:t>Abstract method </a:t>
            </a:r>
            <a:r>
              <a:rPr lang="en-US" dirty="0">
                <a:latin typeface="Consolas" panose="020B0609020204030204" pitchFamily="49" charset="0"/>
              </a:rPr>
              <a:t>traverse()</a:t>
            </a:r>
          </a:p>
        </p:txBody>
      </p:sp>
      <p:sp>
        <p:nvSpPr>
          <p:cNvPr id="3" name="Rectangle 2">
            <a:extLst>
              <a:ext uri="{FF2B5EF4-FFF2-40B4-BE49-F238E27FC236}">
                <a16:creationId xmlns:a16="http://schemas.microsoft.com/office/drawing/2014/main" id="{C1DBFF6F-27EF-1C12-F023-E9C43298B525}"/>
              </a:ext>
            </a:extLst>
          </p:cNvPr>
          <p:cNvSpPr/>
          <p:nvPr/>
        </p:nvSpPr>
        <p:spPr>
          <a:xfrm>
            <a:off x="6176511" y="2381215"/>
            <a:ext cx="5871110" cy="551898"/>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
        <p:nvSpPr>
          <p:cNvPr id="4" name="Rectangle 3">
            <a:extLst>
              <a:ext uri="{FF2B5EF4-FFF2-40B4-BE49-F238E27FC236}">
                <a16:creationId xmlns:a16="http://schemas.microsoft.com/office/drawing/2014/main" id="{D1CA39A7-95EE-0579-9559-9324F7CA930C}"/>
              </a:ext>
            </a:extLst>
          </p:cNvPr>
          <p:cNvSpPr/>
          <p:nvPr/>
        </p:nvSpPr>
        <p:spPr>
          <a:xfrm>
            <a:off x="6176511" y="3110830"/>
            <a:ext cx="5871110" cy="961108"/>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
        <p:nvSpPr>
          <p:cNvPr id="5" name="Rectangle 4">
            <a:extLst>
              <a:ext uri="{FF2B5EF4-FFF2-40B4-BE49-F238E27FC236}">
                <a16:creationId xmlns:a16="http://schemas.microsoft.com/office/drawing/2014/main" id="{860FC3D1-5A44-467E-86DF-5C27C1775255}"/>
              </a:ext>
            </a:extLst>
          </p:cNvPr>
          <p:cNvSpPr/>
          <p:nvPr/>
        </p:nvSpPr>
        <p:spPr>
          <a:xfrm>
            <a:off x="6176511" y="4618050"/>
            <a:ext cx="5871110" cy="625463"/>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
        <p:nvSpPr>
          <p:cNvPr id="6" name="Rectangle 5">
            <a:extLst>
              <a:ext uri="{FF2B5EF4-FFF2-40B4-BE49-F238E27FC236}">
                <a16:creationId xmlns:a16="http://schemas.microsoft.com/office/drawing/2014/main" id="{4687D379-8DE0-8125-CA3B-DAD079CC3D5F}"/>
              </a:ext>
            </a:extLst>
          </p:cNvPr>
          <p:cNvSpPr/>
          <p:nvPr/>
        </p:nvSpPr>
        <p:spPr>
          <a:xfrm>
            <a:off x="6176510" y="4032263"/>
            <a:ext cx="5871110" cy="625463"/>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Tree>
    <p:extLst>
      <p:ext uri="{BB962C8B-B14F-4D97-AF65-F5344CB8AC3E}">
        <p14:creationId xmlns:p14="http://schemas.microsoft.com/office/powerpoint/2010/main" val="6984496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grpId="1" nodeType="clickEffect">
                                  <p:stCondLst>
                                    <p:cond delay="0"/>
                                  </p:stCondLst>
                                  <p:childTnLst>
                                    <p:set>
                                      <p:cBhvr>
                                        <p:cTn id="16" dur="1" fill="hold">
                                          <p:stCondLst>
                                            <p:cond delay="0"/>
                                          </p:stCondLst>
                                        </p:cTn>
                                        <p:tgtEl>
                                          <p:spTgt spid="3"/>
                                        </p:tgtEl>
                                        <p:attrNameLst>
                                          <p:attrName>style.visibility</p:attrName>
                                        </p:attrNameLst>
                                      </p:cBhvr>
                                      <p:to>
                                        <p:strVal val="hidden"/>
                                      </p:to>
                                    </p:set>
                                  </p:childTnLst>
                                </p:cTn>
                              </p:par>
                              <p:par>
                                <p:cTn id="17" presetID="1" presetClass="exit" presetSubtype="0" fill="hold" grpId="1" nodeType="withEffect">
                                  <p:stCondLst>
                                    <p:cond delay="0"/>
                                  </p:stCondLst>
                                  <p:childTnLst>
                                    <p:set>
                                      <p:cBhvr>
                                        <p:cTn id="18" dur="1" fill="hold">
                                          <p:stCondLst>
                                            <p:cond delay="0"/>
                                          </p:stCondLst>
                                        </p:cTn>
                                        <p:tgtEl>
                                          <p:spTgt spid="4"/>
                                        </p:tgtEl>
                                        <p:attrNameLst>
                                          <p:attrName>style.visibility</p:attrName>
                                        </p:attrNameLst>
                                      </p:cBhvr>
                                      <p:to>
                                        <p:strVal val="hidden"/>
                                      </p:to>
                                    </p:set>
                                  </p:childTnLst>
                                </p:cTn>
                              </p:par>
                              <p:par>
                                <p:cTn id="19" presetID="1" presetClass="exit" presetSubtype="0" fill="hold" grpId="1" nodeType="withEffect">
                                  <p:stCondLst>
                                    <p:cond delay="0"/>
                                  </p:stCondLst>
                                  <p:childTnLst>
                                    <p:set>
                                      <p:cBhvr>
                                        <p:cTn id="20" dur="1" fill="hold">
                                          <p:stCondLst>
                                            <p:cond delay="0"/>
                                          </p:stCondLst>
                                        </p:cTn>
                                        <p:tgtEl>
                                          <p:spTgt spid="5"/>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grpId="1" nodeType="clickEffect">
                                  <p:stCondLst>
                                    <p:cond delay="0"/>
                                  </p:stCondLst>
                                  <p:childTnLst>
                                    <p:set>
                                      <p:cBhvr>
                                        <p:cTn id="28" dur="1" fill="hold">
                                          <p:stCondLst>
                                            <p:cond delay="0"/>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4" grpId="0" animBg="1"/>
      <p:bldP spid="4" grpId="1" animBg="1"/>
      <p:bldP spid="5" grpId="0" animBg="1"/>
      <p:bldP spid="5" grpId="1" animBg="1"/>
      <p:bldP spid="6" grpId="0" animBg="1"/>
      <p:bldP spid="6" grpId="1" animBg="1"/>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23827F-B87F-4D5D-C621-B8B570C653BA}"/>
            </a:ext>
          </a:extLst>
        </p:cNvPr>
        <p:cNvGrpSpPr/>
        <p:nvPr/>
      </p:nvGrpSpPr>
      <p:grpSpPr>
        <a:xfrm>
          <a:off x="0" y="0"/>
          <a:ext cx="0" cy="0"/>
          <a:chOff x="0" y="0"/>
          <a:chExt cx="0" cy="0"/>
        </a:xfrm>
      </p:grpSpPr>
      <p:sp>
        <p:nvSpPr>
          <p:cNvPr id="8" name="Content Placeholder 7">
            <a:extLst>
              <a:ext uri="{FF2B5EF4-FFF2-40B4-BE49-F238E27FC236}">
                <a16:creationId xmlns:a16="http://schemas.microsoft.com/office/drawing/2014/main" id="{01890B3A-3FD1-2206-1FED-B1BAA32D2ABC}"/>
              </a:ext>
            </a:extLst>
          </p:cNvPr>
          <p:cNvSpPr>
            <a:spLocks noGrp="1"/>
          </p:cNvSpPr>
          <p:nvPr>
            <p:ph idx="1"/>
          </p:nvPr>
        </p:nvSpPr>
        <p:spPr>
          <a:xfrm>
            <a:off x="6176512" y="785004"/>
            <a:ext cx="6015488" cy="5135149"/>
          </a:xfrm>
        </p:spPr>
        <p:txBody>
          <a:bodyPr>
            <a:normAutofit/>
          </a:bodyPr>
          <a:lstStyle/>
          <a:p>
            <a:r>
              <a:rPr lang="en-US" dirty="0"/>
              <a:t>class </a:t>
            </a:r>
            <a:r>
              <a:rPr lang="en-US" dirty="0" err="1"/>
              <a:t>BFSPathFinder</a:t>
            </a:r>
            <a:r>
              <a:rPr lang="en-US" dirty="0"/>
              <a:t> extends </a:t>
            </a:r>
            <a:r>
              <a:rPr lang="en-US" dirty="0" err="1"/>
              <a:t>GraphPathFinder</a:t>
            </a:r>
            <a:r>
              <a:rPr lang="en-US" dirty="0"/>
              <a:t> {</a:t>
            </a:r>
          </a:p>
          <a:p>
            <a:r>
              <a:rPr lang="en-US" dirty="0"/>
              <a:t>	protected void </a:t>
            </a:r>
            <a:r>
              <a:rPr lang="en-US" dirty="0" err="1"/>
              <a:t>traverseGraph</a:t>
            </a:r>
            <a:r>
              <a:rPr lang="en-US" dirty="0"/>
              <a:t>() {</a:t>
            </a:r>
          </a:p>
          <a:p>
            <a:r>
              <a:rPr lang="en-US" dirty="0"/>
              <a:t>        </a:t>
            </a:r>
            <a:r>
              <a:rPr lang="en-US" dirty="0" err="1"/>
              <a:t>System.out.println</a:t>
            </a:r>
            <a:r>
              <a:rPr lang="en-US" dirty="0"/>
              <a:t>("Using BFS for traversal...");</a:t>
            </a:r>
          </a:p>
          <a:p>
            <a:r>
              <a:rPr lang="en-US" dirty="0"/>
              <a:t>        Queue&lt;List&lt;Integer&gt;&gt; queue = new LinkedList&lt;&gt;();</a:t>
            </a:r>
          </a:p>
          <a:p>
            <a:r>
              <a:rPr lang="en-US" dirty="0"/>
              <a:t>        </a:t>
            </a:r>
            <a:r>
              <a:rPr lang="en-US" dirty="0" err="1"/>
              <a:t>queue.add</a:t>
            </a:r>
            <a:r>
              <a:rPr lang="en-US" dirty="0"/>
              <a:t>(</a:t>
            </a:r>
            <a:r>
              <a:rPr lang="en-US" dirty="0" err="1"/>
              <a:t>Arrays.asList</a:t>
            </a:r>
            <a:r>
              <a:rPr lang="en-US" dirty="0"/>
              <a:t>(source));</a:t>
            </a:r>
          </a:p>
          <a:p>
            <a:endParaRPr lang="en-US" dirty="0"/>
          </a:p>
          <a:p>
            <a:r>
              <a:rPr lang="en-US" dirty="0"/>
              <a:t>        while (!</a:t>
            </a:r>
            <a:r>
              <a:rPr lang="en-US" dirty="0" err="1"/>
              <a:t>queue.isEmpty</a:t>
            </a:r>
            <a:r>
              <a:rPr lang="en-US" dirty="0"/>
              <a:t>()) {</a:t>
            </a:r>
          </a:p>
          <a:p>
            <a:r>
              <a:rPr lang="en-US" dirty="0"/>
              <a:t>            // -- snip</a:t>
            </a:r>
          </a:p>
          <a:p>
            <a:r>
              <a:rPr lang="en-US" dirty="0"/>
              <a:t>        }</a:t>
            </a:r>
          </a:p>
          <a:p>
            <a:r>
              <a:rPr lang="en-US" dirty="0"/>
              <a:t>    }</a:t>
            </a:r>
          </a:p>
          <a:p>
            <a:r>
              <a:rPr lang="en-US" dirty="0"/>
              <a:t>}</a:t>
            </a:r>
          </a:p>
          <a:p>
            <a:endParaRPr lang="en-US" dirty="0"/>
          </a:p>
          <a:p>
            <a:endParaRPr lang="en-US" dirty="0"/>
          </a:p>
        </p:txBody>
      </p:sp>
      <p:sp>
        <p:nvSpPr>
          <p:cNvPr id="12" name="Title 11">
            <a:extLst>
              <a:ext uri="{FF2B5EF4-FFF2-40B4-BE49-F238E27FC236}">
                <a16:creationId xmlns:a16="http://schemas.microsoft.com/office/drawing/2014/main" id="{4264E65D-00D8-CD83-1787-89A4C857A137}"/>
              </a:ext>
            </a:extLst>
          </p:cNvPr>
          <p:cNvSpPr>
            <a:spLocks noGrp="1"/>
          </p:cNvSpPr>
          <p:nvPr>
            <p:ph type="title"/>
          </p:nvPr>
        </p:nvSpPr>
        <p:spPr/>
        <p:txBody>
          <a:bodyPr/>
          <a:lstStyle/>
          <a:p>
            <a:r>
              <a:rPr lang="en-US" dirty="0"/>
              <a:t>Case study: find all paths from source to destination</a:t>
            </a:r>
          </a:p>
        </p:txBody>
      </p:sp>
      <p:sp>
        <p:nvSpPr>
          <p:cNvPr id="2" name="Content Placeholder 1">
            <a:extLst>
              <a:ext uri="{FF2B5EF4-FFF2-40B4-BE49-F238E27FC236}">
                <a16:creationId xmlns:a16="http://schemas.microsoft.com/office/drawing/2014/main" id="{13D0F8CB-C0A5-6E6B-EE7F-586EBFB2CAB2}"/>
              </a:ext>
            </a:extLst>
          </p:cNvPr>
          <p:cNvSpPr>
            <a:spLocks noGrp="1"/>
          </p:cNvSpPr>
          <p:nvPr>
            <p:ph idx="13"/>
          </p:nvPr>
        </p:nvSpPr>
        <p:spPr/>
        <p:txBody>
          <a:bodyPr>
            <a:normAutofit/>
          </a:bodyPr>
          <a:lstStyle/>
          <a:p>
            <a:r>
              <a:rPr lang="en-US" dirty="0"/>
              <a:t>Concrete class </a:t>
            </a:r>
            <a:r>
              <a:rPr lang="en-US" dirty="0" err="1">
                <a:latin typeface="Consolas" panose="020B0609020204030204" pitchFamily="49" charset="0"/>
              </a:rPr>
              <a:t>BFSPathFinder</a:t>
            </a:r>
            <a:r>
              <a:rPr lang="en-US" dirty="0"/>
              <a:t> and </a:t>
            </a:r>
            <a:r>
              <a:rPr lang="en-US" dirty="0" err="1">
                <a:latin typeface="Consolas" panose="020B0609020204030204" pitchFamily="49" charset="0"/>
              </a:rPr>
              <a:t>DFSPathFinder</a:t>
            </a:r>
            <a:r>
              <a:rPr lang="en-US" dirty="0"/>
              <a:t> implement </a:t>
            </a:r>
            <a:r>
              <a:rPr lang="en-US" dirty="0" err="1">
                <a:latin typeface="Consolas" panose="020B0609020204030204" pitchFamily="49" charset="0"/>
              </a:rPr>
              <a:t>traverseGraph</a:t>
            </a:r>
            <a:r>
              <a:rPr lang="en-US" dirty="0">
                <a:latin typeface="Consolas" panose="020B0609020204030204" pitchFamily="49" charset="0"/>
              </a:rPr>
              <a:t>()</a:t>
            </a:r>
          </a:p>
        </p:txBody>
      </p:sp>
      <p:sp>
        <p:nvSpPr>
          <p:cNvPr id="3" name="Rectangle 2">
            <a:extLst>
              <a:ext uri="{FF2B5EF4-FFF2-40B4-BE49-F238E27FC236}">
                <a16:creationId xmlns:a16="http://schemas.microsoft.com/office/drawing/2014/main" id="{10821BFF-9669-6DB9-918B-8DD5C31AE8B3}"/>
              </a:ext>
            </a:extLst>
          </p:cNvPr>
          <p:cNvSpPr/>
          <p:nvPr/>
        </p:nvSpPr>
        <p:spPr>
          <a:xfrm>
            <a:off x="6176511" y="1071564"/>
            <a:ext cx="5871110" cy="3314700"/>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Tree>
    <p:extLst>
      <p:ext uri="{BB962C8B-B14F-4D97-AF65-F5344CB8AC3E}">
        <p14:creationId xmlns:p14="http://schemas.microsoft.com/office/powerpoint/2010/main" val="33596035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52E7013F-A4E8-99F3-5BE0-1994710D6D36}"/>
              </a:ext>
            </a:extLst>
          </p:cNvPr>
          <p:cNvSpPr>
            <a:spLocks noGrp="1"/>
          </p:cNvSpPr>
          <p:nvPr>
            <p:ph idx="1"/>
          </p:nvPr>
        </p:nvSpPr>
        <p:spPr/>
        <p:txBody>
          <a:bodyPr>
            <a:normAutofit/>
          </a:bodyPr>
          <a:lstStyle/>
          <a:p>
            <a:r>
              <a:rPr lang="en-US" dirty="0"/>
              <a:t>class </a:t>
            </a:r>
            <a:r>
              <a:rPr lang="en-US" dirty="0" err="1"/>
              <a:t>BFSPathFinder</a:t>
            </a:r>
            <a:r>
              <a:rPr lang="en-US" dirty="0"/>
              <a:t> extends </a:t>
            </a:r>
            <a:r>
              <a:rPr lang="en-US" dirty="0" err="1"/>
              <a:t>GraphPathFinder</a:t>
            </a:r>
            <a:r>
              <a:rPr lang="en-US" dirty="0"/>
              <a:t> {</a:t>
            </a:r>
          </a:p>
          <a:p>
            <a:r>
              <a:rPr lang="en-US" dirty="0"/>
              <a:t>    protected void </a:t>
            </a:r>
            <a:r>
              <a:rPr lang="en-US" dirty="0" err="1"/>
              <a:t>traverseGraph</a:t>
            </a:r>
            <a:r>
              <a:rPr lang="en-US" dirty="0"/>
              <a:t>() {</a:t>
            </a:r>
          </a:p>
          <a:p>
            <a:r>
              <a:rPr lang="en-US" dirty="0"/>
              <a:t>        // -- snip</a:t>
            </a:r>
          </a:p>
          <a:p>
            <a:r>
              <a:rPr lang="en-US" dirty="0"/>
              <a:t>    }</a:t>
            </a:r>
          </a:p>
          <a:p>
            <a:r>
              <a:rPr lang="en-US" dirty="0"/>
              <a:t>}</a:t>
            </a:r>
            <a:br>
              <a:rPr lang="en-US" dirty="0"/>
            </a:br>
            <a:br>
              <a:rPr lang="en-US" dirty="0"/>
            </a:br>
            <a:r>
              <a:rPr lang="en-US" dirty="0"/>
              <a:t>public static void main(..) {</a:t>
            </a:r>
            <a:br>
              <a:rPr lang="en-US" dirty="0"/>
            </a:br>
            <a:r>
              <a:rPr lang="en-US" dirty="0"/>
              <a:t>	</a:t>
            </a:r>
            <a:r>
              <a:rPr lang="en-US" dirty="0" err="1"/>
              <a:t>GraphPathFinder</a:t>
            </a:r>
            <a:r>
              <a:rPr lang="en-US" dirty="0"/>
              <a:t> finder = new </a:t>
            </a:r>
          </a:p>
          <a:p>
            <a:r>
              <a:rPr lang="en-US" dirty="0"/>
              <a:t>				</a:t>
            </a:r>
            <a:r>
              <a:rPr lang="en-US" dirty="0" err="1"/>
              <a:t>BFSPathFinder</a:t>
            </a:r>
            <a:r>
              <a:rPr lang="en-US" dirty="0"/>
              <a:t>();</a:t>
            </a:r>
          </a:p>
          <a:p>
            <a:r>
              <a:rPr lang="en-US" dirty="0"/>
              <a:t>	</a:t>
            </a:r>
            <a:r>
              <a:rPr lang="en-US" dirty="0" err="1"/>
              <a:t>finder.findPaths</a:t>
            </a:r>
            <a:r>
              <a:rPr lang="en-US" dirty="0"/>
              <a:t>(1, 100);</a:t>
            </a:r>
            <a:br>
              <a:rPr lang="en-US" dirty="0"/>
            </a:br>
            <a:r>
              <a:rPr lang="en-US" dirty="0"/>
              <a:t>}</a:t>
            </a:r>
          </a:p>
        </p:txBody>
      </p:sp>
      <p:sp>
        <p:nvSpPr>
          <p:cNvPr id="5" name="Title 4">
            <a:extLst>
              <a:ext uri="{FF2B5EF4-FFF2-40B4-BE49-F238E27FC236}">
                <a16:creationId xmlns:a16="http://schemas.microsoft.com/office/drawing/2014/main" id="{2CFFE94A-9EE1-583F-8330-E98CEB7CC221}"/>
              </a:ext>
            </a:extLst>
          </p:cNvPr>
          <p:cNvSpPr>
            <a:spLocks noGrp="1"/>
          </p:cNvSpPr>
          <p:nvPr>
            <p:ph type="title"/>
          </p:nvPr>
        </p:nvSpPr>
        <p:spPr/>
        <p:txBody>
          <a:bodyPr/>
          <a:lstStyle/>
          <a:p>
            <a:r>
              <a:rPr lang="en-US" dirty="0"/>
              <a:t>Case study: find all paths from source to destination</a:t>
            </a:r>
          </a:p>
        </p:txBody>
      </p:sp>
      <p:sp>
        <p:nvSpPr>
          <p:cNvPr id="7" name="Content Placeholder 6">
            <a:extLst>
              <a:ext uri="{FF2B5EF4-FFF2-40B4-BE49-F238E27FC236}">
                <a16:creationId xmlns:a16="http://schemas.microsoft.com/office/drawing/2014/main" id="{2806EE9D-D728-57E4-BB0C-D5CE4D9A5C4A}"/>
              </a:ext>
            </a:extLst>
          </p:cNvPr>
          <p:cNvSpPr>
            <a:spLocks noGrp="1"/>
          </p:cNvSpPr>
          <p:nvPr>
            <p:ph idx="14"/>
          </p:nvPr>
        </p:nvSpPr>
        <p:spPr/>
        <p:txBody>
          <a:bodyPr>
            <a:normAutofit fontScale="85000" lnSpcReduction="20000"/>
          </a:bodyPr>
          <a:lstStyle/>
          <a:p>
            <a:r>
              <a:rPr lang="en-US" dirty="0"/>
              <a:t>abstract class </a:t>
            </a:r>
            <a:r>
              <a:rPr lang="en-US" dirty="0" err="1"/>
              <a:t>GraphPathFinder</a:t>
            </a:r>
            <a:r>
              <a:rPr lang="en-US" dirty="0"/>
              <a:t> {</a:t>
            </a:r>
          </a:p>
          <a:p>
            <a:r>
              <a:rPr lang="en-US" dirty="0"/>
              <a:t>    // -- snip</a:t>
            </a:r>
          </a:p>
          <a:p>
            <a:r>
              <a:rPr lang="en-US" dirty="0"/>
              <a:t>    </a:t>
            </a:r>
          </a:p>
          <a:p>
            <a:r>
              <a:rPr lang="en-US" dirty="0"/>
              <a:t>    public final void </a:t>
            </a:r>
            <a:r>
              <a:rPr lang="en-US" dirty="0" err="1"/>
              <a:t>findPaths</a:t>
            </a:r>
            <a:r>
              <a:rPr lang="en-US" dirty="0"/>
              <a:t>(int source, int destination) {</a:t>
            </a:r>
          </a:p>
          <a:p>
            <a:r>
              <a:rPr lang="en-US" dirty="0"/>
              <a:t>        </a:t>
            </a:r>
            <a:r>
              <a:rPr lang="en-US" dirty="0" err="1"/>
              <a:t>this.source</a:t>
            </a:r>
            <a:r>
              <a:rPr lang="en-US" dirty="0"/>
              <a:t> = source;</a:t>
            </a:r>
          </a:p>
          <a:p>
            <a:r>
              <a:rPr lang="en-US" dirty="0"/>
              <a:t>        </a:t>
            </a:r>
            <a:r>
              <a:rPr lang="en-US" dirty="0" err="1"/>
              <a:t>this.destination</a:t>
            </a:r>
            <a:r>
              <a:rPr lang="en-US" dirty="0"/>
              <a:t> = destination;</a:t>
            </a:r>
          </a:p>
          <a:p>
            <a:r>
              <a:rPr lang="en-US" dirty="0"/>
              <a:t>        initialize();</a:t>
            </a:r>
          </a:p>
          <a:p>
            <a:r>
              <a:rPr lang="en-US" dirty="0"/>
              <a:t>        </a:t>
            </a:r>
            <a:r>
              <a:rPr lang="en-US" dirty="0" err="1"/>
              <a:t>traverseGraph</a:t>
            </a:r>
            <a:r>
              <a:rPr lang="en-US" dirty="0"/>
              <a:t>();</a:t>
            </a:r>
          </a:p>
          <a:p>
            <a:r>
              <a:rPr lang="en-US" dirty="0"/>
              <a:t>        </a:t>
            </a:r>
            <a:r>
              <a:rPr lang="en-US" dirty="0" err="1"/>
              <a:t>collectResults</a:t>
            </a:r>
            <a:r>
              <a:rPr lang="en-US" dirty="0"/>
              <a:t>();</a:t>
            </a:r>
          </a:p>
          <a:p>
            <a:r>
              <a:rPr lang="en-US" dirty="0"/>
              <a:t>    }</a:t>
            </a:r>
          </a:p>
          <a:p>
            <a:endParaRPr lang="en-US" dirty="0"/>
          </a:p>
          <a:p>
            <a:r>
              <a:rPr lang="en-US" dirty="0"/>
              <a:t>    // Initialize the graph</a:t>
            </a:r>
          </a:p>
          <a:p>
            <a:r>
              <a:rPr lang="en-US" dirty="0"/>
              <a:t>    protected void initialize() {</a:t>
            </a:r>
          </a:p>
          <a:p>
            <a:r>
              <a:rPr lang="en-US" dirty="0"/>
              <a:t>        // -- snip</a:t>
            </a:r>
          </a:p>
          <a:p>
            <a:r>
              <a:rPr lang="en-US" dirty="0"/>
              <a:t>       </a:t>
            </a:r>
          </a:p>
          <a:p>
            <a:r>
              <a:rPr lang="en-US" dirty="0"/>
              <a:t>    }</a:t>
            </a:r>
          </a:p>
          <a:p>
            <a:endParaRPr lang="en-US" dirty="0"/>
          </a:p>
          <a:p>
            <a:r>
              <a:rPr lang="en-US" dirty="0"/>
              <a:t>    // Abstract method for traversal (BFS or DFS)</a:t>
            </a:r>
          </a:p>
          <a:p>
            <a:r>
              <a:rPr lang="en-US" dirty="0"/>
              <a:t>    protected abstract void </a:t>
            </a:r>
            <a:r>
              <a:rPr lang="en-US" dirty="0" err="1"/>
              <a:t>traverseGraph</a:t>
            </a:r>
            <a:r>
              <a:rPr lang="en-US" dirty="0"/>
              <a:t>();</a:t>
            </a:r>
          </a:p>
          <a:p>
            <a:endParaRPr lang="en-US" dirty="0"/>
          </a:p>
          <a:p>
            <a:r>
              <a:rPr lang="en-US" dirty="0"/>
              <a:t>    // Collect and display the results</a:t>
            </a:r>
          </a:p>
          <a:p>
            <a:r>
              <a:rPr lang="en-US" dirty="0"/>
              <a:t>    protected void </a:t>
            </a:r>
            <a:r>
              <a:rPr lang="en-US" dirty="0" err="1"/>
              <a:t>collectResults</a:t>
            </a:r>
            <a:r>
              <a:rPr lang="en-US" dirty="0"/>
              <a:t>() {</a:t>
            </a:r>
          </a:p>
          <a:p>
            <a:r>
              <a:rPr lang="en-US" dirty="0"/>
              <a:t>	  // -- snip</a:t>
            </a:r>
          </a:p>
          <a:p>
            <a:r>
              <a:rPr lang="en-US" dirty="0"/>
              <a:t>    }</a:t>
            </a:r>
          </a:p>
          <a:p>
            <a:r>
              <a:rPr lang="en-US" dirty="0"/>
              <a:t>}</a:t>
            </a:r>
          </a:p>
          <a:p>
            <a:endParaRPr lang="en-US" dirty="0"/>
          </a:p>
        </p:txBody>
      </p:sp>
      <p:sp>
        <p:nvSpPr>
          <p:cNvPr id="8" name="Rectangle 7">
            <a:extLst>
              <a:ext uri="{FF2B5EF4-FFF2-40B4-BE49-F238E27FC236}">
                <a16:creationId xmlns:a16="http://schemas.microsoft.com/office/drawing/2014/main" id="{1478F8CB-B273-361C-E18E-EF42A3525FDE}"/>
              </a:ext>
            </a:extLst>
          </p:cNvPr>
          <p:cNvSpPr/>
          <p:nvPr/>
        </p:nvSpPr>
        <p:spPr>
          <a:xfrm>
            <a:off x="6176511" y="2486025"/>
            <a:ext cx="5871110" cy="814388"/>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
        <p:nvSpPr>
          <p:cNvPr id="9" name="Rectangle 8">
            <a:extLst>
              <a:ext uri="{FF2B5EF4-FFF2-40B4-BE49-F238E27FC236}">
                <a16:creationId xmlns:a16="http://schemas.microsoft.com/office/drawing/2014/main" id="{02E23BCC-0912-303A-9280-F30DA63C7310}"/>
              </a:ext>
            </a:extLst>
          </p:cNvPr>
          <p:cNvSpPr/>
          <p:nvPr/>
        </p:nvSpPr>
        <p:spPr>
          <a:xfrm>
            <a:off x="250427" y="2014537"/>
            <a:ext cx="5871110" cy="585787"/>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
        <p:nvSpPr>
          <p:cNvPr id="10" name="Rectangle 9">
            <a:extLst>
              <a:ext uri="{FF2B5EF4-FFF2-40B4-BE49-F238E27FC236}">
                <a16:creationId xmlns:a16="http://schemas.microsoft.com/office/drawing/2014/main" id="{0AA930F9-C348-AADA-4A7C-C11637077998}"/>
              </a:ext>
            </a:extLst>
          </p:cNvPr>
          <p:cNvSpPr/>
          <p:nvPr/>
        </p:nvSpPr>
        <p:spPr>
          <a:xfrm>
            <a:off x="277914" y="2893219"/>
            <a:ext cx="5871110" cy="936638"/>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
        <p:nvSpPr>
          <p:cNvPr id="11" name="Rectangle 10">
            <a:extLst>
              <a:ext uri="{FF2B5EF4-FFF2-40B4-BE49-F238E27FC236}">
                <a16:creationId xmlns:a16="http://schemas.microsoft.com/office/drawing/2014/main" id="{85B47881-52AD-F0E7-2D39-11E13EB7381D}"/>
              </a:ext>
            </a:extLst>
          </p:cNvPr>
          <p:cNvSpPr/>
          <p:nvPr/>
        </p:nvSpPr>
        <p:spPr>
          <a:xfrm>
            <a:off x="6320890" y="1025161"/>
            <a:ext cx="5871110" cy="936638"/>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
        <p:nvSpPr>
          <p:cNvPr id="12" name="Rectangle 11">
            <a:extLst>
              <a:ext uri="{FF2B5EF4-FFF2-40B4-BE49-F238E27FC236}">
                <a16:creationId xmlns:a16="http://schemas.microsoft.com/office/drawing/2014/main" id="{5EC9048D-22A9-3B17-4F71-1406E9D0098C}"/>
              </a:ext>
            </a:extLst>
          </p:cNvPr>
          <p:cNvSpPr/>
          <p:nvPr/>
        </p:nvSpPr>
        <p:spPr>
          <a:xfrm>
            <a:off x="277914" y="4357688"/>
            <a:ext cx="5871110" cy="785812"/>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Tree>
    <p:extLst>
      <p:ext uri="{BB962C8B-B14F-4D97-AF65-F5344CB8AC3E}">
        <p14:creationId xmlns:p14="http://schemas.microsoft.com/office/powerpoint/2010/main" val="17185987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8"/>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1" nodeType="clickEffect">
                                  <p:stCondLst>
                                    <p:cond delay="0"/>
                                  </p:stCondLst>
                                  <p:childTnLst>
                                    <p:set>
                                      <p:cBhvr>
                                        <p:cTn id="18" dur="1" fill="hold">
                                          <p:stCondLst>
                                            <p:cond delay="0"/>
                                          </p:stCondLst>
                                        </p:cTn>
                                        <p:tgtEl>
                                          <p:spTgt spid="9"/>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1" nodeType="clickEffect">
                                  <p:stCondLst>
                                    <p:cond delay="0"/>
                                  </p:stCondLst>
                                  <p:childTnLst>
                                    <p:set>
                                      <p:cBhvr>
                                        <p:cTn id="26" dur="1" fill="hold">
                                          <p:stCondLst>
                                            <p:cond delay="0"/>
                                          </p:stCondLst>
                                        </p:cTn>
                                        <p:tgtEl>
                                          <p:spTgt spid="10"/>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grpId="1" nodeType="clickEffect">
                                  <p:stCondLst>
                                    <p:cond delay="0"/>
                                  </p:stCondLst>
                                  <p:childTnLst>
                                    <p:set>
                                      <p:cBhvr>
                                        <p:cTn id="34" dur="1" fill="hold">
                                          <p:stCondLst>
                                            <p:cond delay="0"/>
                                          </p:stCondLst>
                                        </p:cTn>
                                        <p:tgtEl>
                                          <p:spTgt spid="11"/>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xit" presetSubtype="0" fill="hold" grpId="1" nodeType="clickEffect">
                                  <p:stCondLst>
                                    <p:cond delay="0"/>
                                  </p:stCondLst>
                                  <p:childTnLst>
                                    <p:set>
                                      <p:cBhvr>
                                        <p:cTn id="42" dur="1" fill="hold">
                                          <p:stCondLst>
                                            <p:cond delay="0"/>
                                          </p:stCondLst>
                                        </p:cTn>
                                        <p:tgtEl>
                                          <p:spTgt spid="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P spid="9" grpId="0" animBg="1"/>
      <p:bldP spid="9" grpId="1" animBg="1"/>
      <p:bldP spid="10" grpId="0" animBg="1"/>
      <p:bldP spid="10" grpId="1" animBg="1"/>
      <p:bldP spid="11" grpId="0" animBg="1"/>
      <p:bldP spid="11" grpId="1" animBg="1"/>
      <p:bldP spid="12" grpId="0" animBg="1"/>
      <p:bldP spid="12" grpId="1" animBg="1"/>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493A0A-D44A-C3E6-AD5B-314E89311552}"/>
            </a:ext>
          </a:extLst>
        </p:cNvPr>
        <p:cNvGrpSpPr/>
        <p:nvPr/>
      </p:nvGrpSpPr>
      <p:grpSpPr>
        <a:xfrm>
          <a:off x="0" y="0"/>
          <a:ext cx="0" cy="0"/>
          <a:chOff x="0" y="0"/>
          <a:chExt cx="0" cy="0"/>
        </a:xfrm>
      </p:grpSpPr>
      <p:sp>
        <p:nvSpPr>
          <p:cNvPr id="8" name="Content Placeholder 7">
            <a:extLst>
              <a:ext uri="{FF2B5EF4-FFF2-40B4-BE49-F238E27FC236}">
                <a16:creationId xmlns:a16="http://schemas.microsoft.com/office/drawing/2014/main" id="{62FFB13D-5442-7F69-A732-7E21785880E3}"/>
              </a:ext>
            </a:extLst>
          </p:cNvPr>
          <p:cNvSpPr>
            <a:spLocks noGrp="1"/>
          </p:cNvSpPr>
          <p:nvPr>
            <p:ph idx="1"/>
          </p:nvPr>
        </p:nvSpPr>
        <p:spPr/>
        <p:txBody>
          <a:bodyPr/>
          <a:lstStyle/>
          <a:p>
            <a:r>
              <a:rPr lang="en-US" dirty="0"/>
              <a:t>Define the skeleton of an algorithm in an operation, deferring some steps to subclasses</a:t>
            </a:r>
          </a:p>
          <a:p>
            <a:r>
              <a:rPr lang="en-US" dirty="0"/>
              <a:t>Allows subclasses to redefine certain steps of an algorithm without changing the algorithm's structure</a:t>
            </a:r>
          </a:p>
          <a:p>
            <a:r>
              <a:rPr lang="en-US" dirty="0"/>
              <a:t>Typically used to design variants of the same algorithm</a:t>
            </a:r>
          </a:p>
        </p:txBody>
      </p:sp>
      <p:sp>
        <p:nvSpPr>
          <p:cNvPr id="12" name="Title 11">
            <a:extLst>
              <a:ext uri="{FF2B5EF4-FFF2-40B4-BE49-F238E27FC236}">
                <a16:creationId xmlns:a16="http://schemas.microsoft.com/office/drawing/2014/main" id="{23F78799-F068-6FE8-50BD-33BAF6D62B68}"/>
              </a:ext>
            </a:extLst>
          </p:cNvPr>
          <p:cNvSpPr>
            <a:spLocks noGrp="1"/>
          </p:cNvSpPr>
          <p:nvPr>
            <p:ph type="title"/>
          </p:nvPr>
        </p:nvSpPr>
        <p:spPr/>
        <p:txBody>
          <a:bodyPr/>
          <a:lstStyle/>
          <a:p>
            <a:r>
              <a:rPr lang="en-US" dirty="0"/>
              <a:t>Template method design pattern</a:t>
            </a:r>
          </a:p>
        </p:txBody>
      </p:sp>
    </p:spTree>
    <p:extLst>
      <p:ext uri="{BB962C8B-B14F-4D97-AF65-F5344CB8AC3E}">
        <p14:creationId xmlns:p14="http://schemas.microsoft.com/office/powerpoint/2010/main" val="2544097819"/>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3C540202-F019-725A-8D2F-3837BFB7CA8E}"/>
              </a:ext>
            </a:extLst>
          </p:cNvPr>
          <p:cNvSpPr>
            <a:spLocks noGrp="1"/>
          </p:cNvSpPr>
          <p:nvPr>
            <p:ph idx="1"/>
          </p:nvPr>
        </p:nvSpPr>
        <p:spPr/>
        <p:txBody>
          <a:bodyPr>
            <a:normAutofit fontScale="92500" lnSpcReduction="10000"/>
          </a:bodyPr>
          <a:lstStyle/>
          <a:p>
            <a:r>
              <a:rPr lang="en-US" dirty="0"/>
              <a:t>Fundamental technique for code reuse</a:t>
            </a:r>
          </a:p>
          <a:p>
            <a:r>
              <a:rPr lang="en-US" dirty="0"/>
              <a:t>Leads to an “inverted” control structure</a:t>
            </a:r>
          </a:p>
          <a:p>
            <a:pPr lvl="1"/>
            <a:r>
              <a:rPr lang="en-US" dirty="0"/>
              <a:t>Parent class calls the operations of the child class and not the other way around</a:t>
            </a:r>
          </a:p>
          <a:p>
            <a:r>
              <a:rPr lang="en-US" dirty="0"/>
              <a:t>Template methods can be</a:t>
            </a:r>
          </a:p>
          <a:p>
            <a:pPr lvl="1"/>
            <a:r>
              <a:rPr lang="en-US" i="1" dirty="0"/>
              <a:t>Hooks: </a:t>
            </a:r>
            <a:r>
              <a:rPr lang="en-US" dirty="0"/>
              <a:t>the base class provides empty implementation and subclasses can </a:t>
            </a:r>
            <a:r>
              <a:rPr lang="en-US" b="1" i="1" dirty="0"/>
              <a:t>optionally</a:t>
            </a:r>
            <a:r>
              <a:rPr lang="en-US" dirty="0"/>
              <a:t> implement them</a:t>
            </a:r>
          </a:p>
          <a:p>
            <a:pPr lvl="1"/>
            <a:r>
              <a:rPr lang="en-US" i="1" dirty="0"/>
              <a:t>Abstract operations: </a:t>
            </a:r>
            <a:r>
              <a:rPr lang="en-US" dirty="0"/>
              <a:t>the base class provides abstract methods and the subclasses </a:t>
            </a:r>
            <a:r>
              <a:rPr lang="en-US" b="1" i="1" dirty="0"/>
              <a:t>must</a:t>
            </a:r>
            <a:r>
              <a:rPr lang="en-US" dirty="0"/>
              <a:t> implement them </a:t>
            </a:r>
          </a:p>
          <a:p>
            <a:r>
              <a:rPr lang="en-US" dirty="0"/>
              <a:t>Commonly used for implementing algorithms that share a lot of same steps and differ only in a few steps</a:t>
            </a:r>
          </a:p>
        </p:txBody>
      </p:sp>
      <p:sp>
        <p:nvSpPr>
          <p:cNvPr id="5" name="Title 4">
            <a:extLst>
              <a:ext uri="{FF2B5EF4-FFF2-40B4-BE49-F238E27FC236}">
                <a16:creationId xmlns:a16="http://schemas.microsoft.com/office/drawing/2014/main" id="{6C46A89E-9F71-C127-7946-7AE78FA6A9F8}"/>
              </a:ext>
            </a:extLst>
          </p:cNvPr>
          <p:cNvSpPr>
            <a:spLocks noGrp="1"/>
          </p:cNvSpPr>
          <p:nvPr>
            <p:ph type="title"/>
          </p:nvPr>
        </p:nvSpPr>
        <p:spPr/>
        <p:txBody>
          <a:bodyPr/>
          <a:lstStyle/>
          <a:p>
            <a:r>
              <a:rPr lang="en-US" dirty="0"/>
              <a:t>Characteristics</a:t>
            </a:r>
          </a:p>
        </p:txBody>
      </p:sp>
    </p:spTree>
    <p:extLst>
      <p:ext uri="{BB962C8B-B14F-4D97-AF65-F5344CB8AC3E}">
        <p14:creationId xmlns:p14="http://schemas.microsoft.com/office/powerpoint/2010/main" val="1039242695"/>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C28696-B55B-7F89-5D58-EC98107FE7E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4C117E0-D09F-7FF7-77B0-9D8F2248D460}"/>
              </a:ext>
            </a:extLst>
          </p:cNvPr>
          <p:cNvSpPr>
            <a:spLocks noGrp="1"/>
          </p:cNvSpPr>
          <p:nvPr>
            <p:ph idx="1"/>
          </p:nvPr>
        </p:nvSpPr>
        <p:spPr/>
        <p:txBody>
          <a:bodyPr/>
          <a:lstStyle/>
          <a:p>
            <a:endParaRPr lang="en-US"/>
          </a:p>
        </p:txBody>
      </p:sp>
      <p:sp>
        <p:nvSpPr>
          <p:cNvPr id="3" name="Text Placeholder 2">
            <a:extLst>
              <a:ext uri="{FF2B5EF4-FFF2-40B4-BE49-F238E27FC236}">
                <a16:creationId xmlns:a16="http://schemas.microsoft.com/office/drawing/2014/main" id="{CFE73D23-1F59-EA8E-89FA-A6C684A30F57}"/>
              </a:ext>
            </a:extLst>
          </p:cNvPr>
          <p:cNvSpPr>
            <a:spLocks noGrp="1"/>
          </p:cNvSpPr>
          <p:nvPr>
            <p:ph type="body" sz="quarter" idx="13"/>
          </p:nvPr>
        </p:nvSpPr>
        <p:spPr/>
        <p:txBody>
          <a:bodyPr/>
          <a:lstStyle/>
          <a:p>
            <a:r>
              <a:rPr lang="en-US" sz="3200" dirty="0"/>
              <a:t>Visitor design pattern</a:t>
            </a:r>
          </a:p>
        </p:txBody>
      </p:sp>
    </p:spTree>
    <p:extLst>
      <p:ext uri="{BB962C8B-B14F-4D97-AF65-F5344CB8AC3E}">
        <p14:creationId xmlns:p14="http://schemas.microsoft.com/office/powerpoint/2010/main" val="1258588087"/>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28DF0EFF-520D-2117-10D5-FE5FE93EFE3E}"/>
              </a:ext>
            </a:extLst>
          </p:cNvPr>
          <p:cNvSpPr>
            <a:spLocks noGrp="1"/>
          </p:cNvSpPr>
          <p:nvPr>
            <p:ph idx="1"/>
          </p:nvPr>
        </p:nvSpPr>
        <p:spPr>
          <a:xfrm>
            <a:off x="6176512" y="785004"/>
            <a:ext cx="5924444" cy="5046453"/>
          </a:xfrm>
        </p:spPr>
        <p:txBody>
          <a:bodyPr/>
          <a:lstStyle/>
          <a:p>
            <a:r>
              <a:rPr lang="en-US" dirty="0"/>
              <a:t>class A {</a:t>
            </a:r>
            <a:br>
              <a:rPr lang="en-US" dirty="0"/>
            </a:br>
            <a:r>
              <a:rPr lang="en-US" dirty="0"/>
              <a:t>   public void f() { </a:t>
            </a:r>
            <a:r>
              <a:rPr lang="en-US" dirty="0" err="1"/>
              <a:t>S.o.p</a:t>
            </a:r>
            <a:r>
              <a:rPr lang="en-US" dirty="0"/>
              <a:t>(“Hello”); }</a:t>
            </a:r>
            <a:br>
              <a:rPr lang="en-US" dirty="0"/>
            </a:br>
            <a:r>
              <a:rPr lang="en-US" dirty="0"/>
              <a:t>   public void f(int a) { </a:t>
            </a:r>
            <a:r>
              <a:rPr lang="en-US" dirty="0" err="1"/>
              <a:t>S.o.p</a:t>
            </a:r>
            <a:r>
              <a:rPr lang="en-US" dirty="0"/>
              <a:t>(”Hi” + a); }</a:t>
            </a:r>
            <a:br>
              <a:rPr lang="en-US" dirty="0"/>
            </a:br>
            <a:r>
              <a:rPr lang="en-US" dirty="0"/>
              <a:t>   public void f(bool b) { if (b) { </a:t>
            </a:r>
            <a:r>
              <a:rPr lang="en-US" dirty="0" err="1"/>
              <a:t>S.o.p</a:t>
            </a:r>
            <a:r>
              <a:rPr lang="en-US" dirty="0"/>
              <a:t>(“Bye”); }</a:t>
            </a:r>
            <a:br>
              <a:rPr lang="en-US" dirty="0"/>
            </a:br>
            <a:r>
              <a:rPr lang="en-US" dirty="0"/>
              <a:t>}</a:t>
            </a:r>
            <a:br>
              <a:rPr lang="en-US" dirty="0"/>
            </a:br>
            <a:br>
              <a:rPr lang="en-US" dirty="0"/>
            </a:br>
            <a:br>
              <a:rPr lang="en-US" dirty="0"/>
            </a:br>
            <a:r>
              <a:rPr lang="en-US" dirty="0"/>
              <a:t>public static void main(String </a:t>
            </a:r>
            <a:r>
              <a:rPr lang="en-US" dirty="0" err="1"/>
              <a:t>args</a:t>
            </a:r>
            <a:r>
              <a:rPr lang="en-US" dirty="0"/>
              <a:t>[]) {</a:t>
            </a:r>
            <a:br>
              <a:rPr lang="en-US" dirty="0"/>
            </a:br>
            <a:r>
              <a:rPr lang="en-US" dirty="0"/>
              <a:t>   A </a:t>
            </a:r>
            <a:r>
              <a:rPr lang="en-US" dirty="0" err="1"/>
              <a:t>objA</a:t>
            </a:r>
            <a:r>
              <a:rPr lang="en-US" dirty="0"/>
              <a:t> = new A();</a:t>
            </a:r>
            <a:br>
              <a:rPr lang="en-US" dirty="0"/>
            </a:br>
            <a:r>
              <a:rPr lang="en-US" dirty="0"/>
              <a:t>   </a:t>
            </a:r>
            <a:r>
              <a:rPr lang="en-US" dirty="0" err="1"/>
              <a:t>objA.f</a:t>
            </a:r>
            <a:r>
              <a:rPr lang="en-US" dirty="0"/>
              <a:t>();  // prints “Hello”</a:t>
            </a:r>
            <a:br>
              <a:rPr lang="en-US" dirty="0"/>
            </a:br>
            <a:r>
              <a:rPr lang="en-US" dirty="0"/>
              <a:t>   </a:t>
            </a:r>
            <a:r>
              <a:rPr lang="en-US" dirty="0" err="1"/>
              <a:t>objA.f</a:t>
            </a:r>
            <a:r>
              <a:rPr lang="en-US" dirty="0"/>
              <a:t>(10); // prints “Hi 10”</a:t>
            </a:r>
            <a:br>
              <a:rPr lang="en-US" dirty="0"/>
            </a:br>
            <a:r>
              <a:rPr lang="en-US" dirty="0"/>
              <a:t>   </a:t>
            </a:r>
            <a:r>
              <a:rPr lang="en-US" dirty="0" err="1"/>
              <a:t>objA.f</a:t>
            </a:r>
            <a:r>
              <a:rPr lang="en-US" dirty="0"/>
              <a:t>(false); // prints nothing</a:t>
            </a:r>
            <a:br>
              <a:rPr lang="en-US" dirty="0"/>
            </a:br>
            <a:r>
              <a:rPr lang="en-US" dirty="0"/>
              <a:t>}</a:t>
            </a:r>
          </a:p>
        </p:txBody>
      </p:sp>
      <p:sp>
        <p:nvSpPr>
          <p:cNvPr id="4" name="Title 3">
            <a:extLst>
              <a:ext uri="{FF2B5EF4-FFF2-40B4-BE49-F238E27FC236}">
                <a16:creationId xmlns:a16="http://schemas.microsoft.com/office/drawing/2014/main" id="{0A81E7EB-54AB-6DDB-4CB8-B9407090FDAB}"/>
              </a:ext>
            </a:extLst>
          </p:cNvPr>
          <p:cNvSpPr>
            <a:spLocks noGrp="1"/>
          </p:cNvSpPr>
          <p:nvPr>
            <p:ph type="title"/>
          </p:nvPr>
        </p:nvSpPr>
        <p:spPr/>
        <p:txBody>
          <a:bodyPr/>
          <a:lstStyle/>
          <a:p>
            <a:r>
              <a:rPr lang="en-US" dirty="0"/>
              <a:t>Background: method overloading</a:t>
            </a:r>
          </a:p>
        </p:txBody>
      </p:sp>
      <p:sp>
        <p:nvSpPr>
          <p:cNvPr id="6" name="Content Placeholder 5">
            <a:extLst>
              <a:ext uri="{FF2B5EF4-FFF2-40B4-BE49-F238E27FC236}">
                <a16:creationId xmlns:a16="http://schemas.microsoft.com/office/drawing/2014/main" id="{E0E1C338-C04D-269B-6879-2C902D65D2F1}"/>
              </a:ext>
            </a:extLst>
          </p:cNvPr>
          <p:cNvSpPr>
            <a:spLocks noGrp="1"/>
          </p:cNvSpPr>
          <p:nvPr>
            <p:ph idx="13"/>
          </p:nvPr>
        </p:nvSpPr>
        <p:spPr/>
        <p:txBody>
          <a:bodyPr>
            <a:normAutofit/>
          </a:bodyPr>
          <a:lstStyle/>
          <a:p>
            <a:r>
              <a:rPr lang="en-US" dirty="0"/>
              <a:t>Methods can be overloaded</a:t>
            </a:r>
          </a:p>
          <a:p>
            <a:pPr lvl="1"/>
            <a:r>
              <a:rPr lang="en-US" dirty="0"/>
              <a:t>Methods with same name, but different argument count/type are treated distinctly by the compiler</a:t>
            </a:r>
          </a:p>
          <a:p>
            <a:r>
              <a:rPr lang="en-US" dirty="0"/>
              <a:t>Method overloading is resolved at compile time</a:t>
            </a:r>
          </a:p>
          <a:p>
            <a:r>
              <a:rPr lang="en-US" dirty="0"/>
              <a:t>Which version of </a:t>
            </a:r>
            <a:r>
              <a:rPr lang="en-US" dirty="0">
                <a:latin typeface="Consolas" panose="020B0609020204030204" pitchFamily="49" charset="0"/>
                <a:cs typeface="Consolas" panose="020B0609020204030204" pitchFamily="49" charset="0"/>
              </a:rPr>
              <a:t>f</a:t>
            </a:r>
            <a:r>
              <a:rPr lang="en-US" dirty="0"/>
              <a:t> is invoked is decided at compile time</a:t>
            </a:r>
          </a:p>
          <a:p>
            <a:pPr marL="0" indent="0">
              <a:buNone/>
            </a:pPr>
            <a:endParaRPr lang="en-US" b="1" dirty="0"/>
          </a:p>
        </p:txBody>
      </p:sp>
      <p:sp>
        <p:nvSpPr>
          <p:cNvPr id="7" name="Rectangle 6">
            <a:extLst>
              <a:ext uri="{FF2B5EF4-FFF2-40B4-BE49-F238E27FC236}">
                <a16:creationId xmlns:a16="http://schemas.microsoft.com/office/drawing/2014/main" id="{B95E551F-CA88-8DB0-A5CD-84C21565E57F}"/>
              </a:ext>
            </a:extLst>
          </p:cNvPr>
          <p:cNvSpPr/>
          <p:nvPr/>
        </p:nvSpPr>
        <p:spPr>
          <a:xfrm>
            <a:off x="6096000" y="1026544"/>
            <a:ext cx="5871110" cy="862380"/>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
        <p:nvSpPr>
          <p:cNvPr id="8" name="Rectangle 7">
            <a:extLst>
              <a:ext uri="{FF2B5EF4-FFF2-40B4-BE49-F238E27FC236}">
                <a16:creationId xmlns:a16="http://schemas.microsoft.com/office/drawing/2014/main" id="{FAF2787F-4415-32A0-D27D-2A33F0ABBD18}"/>
              </a:ext>
            </a:extLst>
          </p:cNvPr>
          <p:cNvSpPr/>
          <p:nvPr/>
        </p:nvSpPr>
        <p:spPr>
          <a:xfrm>
            <a:off x="6176512" y="3051212"/>
            <a:ext cx="5871110" cy="760767"/>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Tree>
    <p:extLst>
      <p:ext uri="{BB962C8B-B14F-4D97-AF65-F5344CB8AC3E}">
        <p14:creationId xmlns:p14="http://schemas.microsoft.com/office/powerpoint/2010/main" val="3352762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8EBA9A-1B7A-F59C-5CFB-3A77BE871CEB}"/>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DA183AB9-38A9-EE55-DB0A-7A009B629B4B}"/>
              </a:ext>
            </a:extLst>
          </p:cNvPr>
          <p:cNvSpPr>
            <a:spLocks noGrp="1"/>
          </p:cNvSpPr>
          <p:nvPr>
            <p:ph idx="1"/>
          </p:nvPr>
        </p:nvSpPr>
        <p:spPr>
          <a:xfrm>
            <a:off x="6176512" y="785004"/>
            <a:ext cx="5924444" cy="5046453"/>
          </a:xfrm>
        </p:spPr>
        <p:txBody>
          <a:bodyPr/>
          <a:lstStyle/>
          <a:p>
            <a:r>
              <a:rPr lang="en-US" dirty="0"/>
              <a:t>class X {</a:t>
            </a:r>
            <a:br>
              <a:rPr lang="en-US" dirty="0"/>
            </a:br>
            <a:r>
              <a:rPr lang="en-US" dirty="0"/>
              <a:t>	public void print() { </a:t>
            </a:r>
            <a:r>
              <a:rPr lang="en-US" dirty="0" err="1"/>
              <a:t>S.o.p</a:t>
            </a:r>
            <a:r>
              <a:rPr lang="en-US" dirty="0"/>
              <a:t>(“1”); }</a:t>
            </a:r>
            <a:br>
              <a:rPr lang="en-US" dirty="0"/>
            </a:br>
            <a:r>
              <a:rPr lang="en-US" dirty="0"/>
              <a:t>}</a:t>
            </a:r>
          </a:p>
          <a:p>
            <a:br>
              <a:rPr lang="en-US" dirty="0"/>
            </a:br>
            <a:r>
              <a:rPr lang="en-US" dirty="0"/>
              <a:t>class Y extends X {</a:t>
            </a:r>
          </a:p>
          <a:p>
            <a:r>
              <a:rPr lang="en-US" dirty="0"/>
              <a:t>	public void print() { </a:t>
            </a:r>
            <a:r>
              <a:rPr lang="en-US" dirty="0" err="1"/>
              <a:t>S.o.p</a:t>
            </a:r>
            <a:r>
              <a:rPr lang="en-US" dirty="0"/>
              <a:t>(“2”); }</a:t>
            </a:r>
          </a:p>
          <a:p>
            <a:r>
              <a:rPr lang="en-US" dirty="0"/>
              <a:t>}</a:t>
            </a:r>
            <a:br>
              <a:rPr lang="en-US" dirty="0"/>
            </a:br>
            <a:br>
              <a:rPr lang="en-US" dirty="0"/>
            </a:br>
            <a:r>
              <a:rPr lang="en-US" dirty="0"/>
              <a:t>class A {</a:t>
            </a:r>
            <a:br>
              <a:rPr lang="en-US" dirty="0"/>
            </a:br>
            <a:r>
              <a:rPr lang="en-US" dirty="0"/>
              <a:t>   public void f(X x) { </a:t>
            </a:r>
            <a:r>
              <a:rPr lang="en-US" dirty="0" err="1"/>
              <a:t>S.o.p</a:t>
            </a:r>
            <a:r>
              <a:rPr lang="en-US" dirty="0"/>
              <a:t>(“Hello”); }</a:t>
            </a:r>
            <a:br>
              <a:rPr lang="en-US" dirty="0"/>
            </a:br>
            <a:r>
              <a:rPr lang="en-US" dirty="0"/>
              <a:t>   public void f(Y y) { </a:t>
            </a:r>
            <a:r>
              <a:rPr lang="en-US" dirty="0" err="1"/>
              <a:t>S.o.p</a:t>
            </a:r>
            <a:r>
              <a:rPr lang="en-US" dirty="0"/>
              <a:t>(“Hi”); }</a:t>
            </a:r>
            <a:br>
              <a:rPr lang="en-US" dirty="0"/>
            </a:br>
            <a:r>
              <a:rPr lang="en-US" dirty="0"/>
              <a:t>}</a:t>
            </a:r>
            <a:br>
              <a:rPr lang="en-US" dirty="0"/>
            </a:br>
            <a:br>
              <a:rPr lang="en-US" dirty="0"/>
            </a:br>
            <a:br>
              <a:rPr lang="en-US" dirty="0"/>
            </a:br>
            <a:r>
              <a:rPr lang="en-US" dirty="0"/>
              <a:t>public static void main(String </a:t>
            </a:r>
            <a:r>
              <a:rPr lang="en-US" dirty="0" err="1"/>
              <a:t>args</a:t>
            </a:r>
            <a:r>
              <a:rPr lang="en-US" dirty="0"/>
              <a:t>[]) {</a:t>
            </a:r>
            <a:br>
              <a:rPr lang="en-US" dirty="0"/>
            </a:br>
            <a:r>
              <a:rPr lang="en-US" dirty="0"/>
              <a:t>   X </a:t>
            </a:r>
            <a:r>
              <a:rPr lang="en-US" dirty="0" err="1"/>
              <a:t>objX</a:t>
            </a:r>
            <a:r>
              <a:rPr lang="en-US" dirty="0"/>
              <a:t> = new Y();</a:t>
            </a:r>
            <a:br>
              <a:rPr lang="en-US" dirty="0"/>
            </a:br>
            <a:r>
              <a:rPr lang="en-US" dirty="0"/>
              <a:t>   A </a:t>
            </a:r>
            <a:r>
              <a:rPr lang="en-US" dirty="0" err="1"/>
              <a:t>objA</a:t>
            </a:r>
            <a:r>
              <a:rPr lang="en-US" dirty="0"/>
              <a:t> = new A();</a:t>
            </a:r>
            <a:br>
              <a:rPr lang="en-US" dirty="0"/>
            </a:br>
            <a:r>
              <a:rPr lang="en-US" dirty="0"/>
              <a:t>   </a:t>
            </a:r>
            <a:r>
              <a:rPr lang="en-US" dirty="0" err="1"/>
              <a:t>objA.f</a:t>
            </a:r>
            <a:r>
              <a:rPr lang="en-US" dirty="0"/>
              <a:t>(</a:t>
            </a:r>
            <a:r>
              <a:rPr lang="en-US" dirty="0" err="1"/>
              <a:t>objX</a:t>
            </a:r>
            <a:r>
              <a:rPr lang="en-US" dirty="0"/>
              <a:t>);</a:t>
            </a:r>
            <a:br>
              <a:rPr lang="en-US" dirty="0"/>
            </a:br>
            <a:r>
              <a:rPr lang="en-US" dirty="0"/>
              <a:t>   </a:t>
            </a:r>
            <a:r>
              <a:rPr lang="en-US" dirty="0" err="1"/>
              <a:t>objX.print</a:t>
            </a:r>
            <a:r>
              <a:rPr lang="en-US" dirty="0"/>
              <a:t>();</a:t>
            </a:r>
            <a:br>
              <a:rPr lang="en-US" dirty="0"/>
            </a:br>
            <a:r>
              <a:rPr lang="en-US" dirty="0"/>
              <a:t>}</a:t>
            </a:r>
          </a:p>
        </p:txBody>
      </p:sp>
      <p:sp>
        <p:nvSpPr>
          <p:cNvPr id="4" name="Title 3">
            <a:extLst>
              <a:ext uri="{FF2B5EF4-FFF2-40B4-BE49-F238E27FC236}">
                <a16:creationId xmlns:a16="http://schemas.microsoft.com/office/drawing/2014/main" id="{FF95A57F-17ED-1A49-3673-198813082435}"/>
              </a:ext>
            </a:extLst>
          </p:cNvPr>
          <p:cNvSpPr>
            <a:spLocks noGrp="1"/>
          </p:cNvSpPr>
          <p:nvPr>
            <p:ph type="title"/>
          </p:nvPr>
        </p:nvSpPr>
        <p:spPr/>
        <p:txBody>
          <a:bodyPr/>
          <a:lstStyle/>
          <a:p>
            <a:r>
              <a:rPr lang="en-US" dirty="0"/>
              <a:t>Background: method overloading</a:t>
            </a:r>
          </a:p>
        </p:txBody>
      </p:sp>
      <p:sp>
        <p:nvSpPr>
          <p:cNvPr id="6" name="Content Placeholder 5">
            <a:extLst>
              <a:ext uri="{FF2B5EF4-FFF2-40B4-BE49-F238E27FC236}">
                <a16:creationId xmlns:a16="http://schemas.microsoft.com/office/drawing/2014/main" id="{611EAD93-9BD5-648F-7B41-6F8450CA4AAB}"/>
              </a:ext>
            </a:extLst>
          </p:cNvPr>
          <p:cNvSpPr>
            <a:spLocks noGrp="1"/>
          </p:cNvSpPr>
          <p:nvPr>
            <p:ph idx="13"/>
          </p:nvPr>
        </p:nvSpPr>
        <p:spPr/>
        <p:txBody>
          <a:bodyPr/>
          <a:lstStyle/>
          <a:p>
            <a:r>
              <a:rPr lang="en-US" dirty="0"/>
              <a:t>Which version of </a:t>
            </a:r>
            <a:r>
              <a:rPr lang="en-US" dirty="0">
                <a:latin typeface="Consolas" panose="020B0609020204030204" pitchFamily="49" charset="0"/>
                <a:cs typeface="Consolas" panose="020B0609020204030204" pitchFamily="49" charset="0"/>
              </a:rPr>
              <a:t>f</a:t>
            </a:r>
            <a:r>
              <a:rPr lang="en-US" dirty="0"/>
              <a:t> is invoked is decided at compile time</a:t>
            </a:r>
          </a:p>
          <a:p>
            <a:r>
              <a:rPr lang="en-US" dirty="0"/>
              <a:t>For objects, the </a:t>
            </a:r>
            <a:r>
              <a:rPr lang="en-US" b="1" dirty="0"/>
              <a:t>overloaded method</a:t>
            </a:r>
            <a:r>
              <a:rPr lang="en-US" dirty="0"/>
              <a:t> invoked depends on the </a:t>
            </a:r>
            <a:r>
              <a:rPr lang="en-US" b="1" dirty="0"/>
              <a:t>reference type</a:t>
            </a:r>
          </a:p>
          <a:p>
            <a:r>
              <a:rPr lang="en-US" dirty="0"/>
              <a:t>Which </a:t>
            </a:r>
            <a:r>
              <a:rPr lang="en-US" dirty="0">
                <a:latin typeface="Consolas" panose="020B0609020204030204" pitchFamily="49" charset="0"/>
                <a:cs typeface="Consolas" panose="020B0609020204030204" pitchFamily="49" charset="0"/>
              </a:rPr>
              <a:t>f</a:t>
            </a:r>
            <a:r>
              <a:rPr lang="en-US" dirty="0"/>
              <a:t> method of </a:t>
            </a:r>
            <a:r>
              <a:rPr lang="en-US" dirty="0" err="1">
                <a:latin typeface="Consolas" panose="020B0609020204030204" pitchFamily="49" charset="0"/>
                <a:cs typeface="Consolas" panose="020B0609020204030204" pitchFamily="49" charset="0"/>
              </a:rPr>
              <a:t>objA</a:t>
            </a:r>
            <a:r>
              <a:rPr lang="en-US" dirty="0"/>
              <a:t> is invoked?</a:t>
            </a:r>
          </a:p>
          <a:p>
            <a:r>
              <a:rPr lang="en-US" dirty="0"/>
              <a:t>Which </a:t>
            </a:r>
            <a:r>
              <a:rPr lang="en-US" dirty="0">
                <a:latin typeface="Consolas" panose="020B0609020204030204" pitchFamily="49" charset="0"/>
                <a:cs typeface="Consolas" panose="020B0609020204030204" pitchFamily="49" charset="0"/>
              </a:rPr>
              <a:t>print</a:t>
            </a:r>
            <a:r>
              <a:rPr lang="en-US" dirty="0"/>
              <a:t> method is invoked?</a:t>
            </a:r>
          </a:p>
        </p:txBody>
      </p:sp>
      <p:sp>
        <p:nvSpPr>
          <p:cNvPr id="2" name="Rectangle 1">
            <a:extLst>
              <a:ext uri="{FF2B5EF4-FFF2-40B4-BE49-F238E27FC236}">
                <a16:creationId xmlns:a16="http://schemas.microsoft.com/office/drawing/2014/main" id="{0047EAA3-6A2B-9A78-308A-4E442E692CD4}"/>
              </a:ext>
            </a:extLst>
          </p:cNvPr>
          <p:cNvSpPr/>
          <p:nvPr/>
        </p:nvSpPr>
        <p:spPr>
          <a:xfrm>
            <a:off x="6176511" y="4465122"/>
            <a:ext cx="5871110" cy="308759"/>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
        <p:nvSpPr>
          <p:cNvPr id="3" name="Rectangle 2">
            <a:extLst>
              <a:ext uri="{FF2B5EF4-FFF2-40B4-BE49-F238E27FC236}">
                <a16:creationId xmlns:a16="http://schemas.microsoft.com/office/drawing/2014/main" id="{EA0EE741-2419-C534-6B6E-BFE98EDEB66A}"/>
              </a:ext>
            </a:extLst>
          </p:cNvPr>
          <p:cNvSpPr/>
          <p:nvPr/>
        </p:nvSpPr>
        <p:spPr>
          <a:xfrm>
            <a:off x="6176511" y="4958284"/>
            <a:ext cx="5871110" cy="308759"/>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Tree>
    <p:extLst>
      <p:ext uri="{BB962C8B-B14F-4D97-AF65-F5344CB8AC3E}">
        <p14:creationId xmlns:p14="http://schemas.microsoft.com/office/powerpoint/2010/main" val="19016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E6F4CAA-CD2F-F677-BDFE-D4DB80B08FC6}"/>
              </a:ext>
            </a:extLst>
          </p:cNvPr>
          <p:cNvSpPr>
            <a:spLocks noGrp="1"/>
          </p:cNvSpPr>
          <p:nvPr>
            <p:ph idx="1"/>
          </p:nvPr>
        </p:nvSpPr>
        <p:spPr/>
        <p:txBody>
          <a:bodyPr>
            <a:normAutofit fontScale="92500" lnSpcReduction="20000"/>
          </a:bodyPr>
          <a:lstStyle/>
          <a:p>
            <a:r>
              <a:rPr lang="en-US" dirty="0"/>
              <a:t>Single dispatch (Java, C++)</a:t>
            </a:r>
          </a:p>
          <a:p>
            <a:pPr lvl="1"/>
            <a:r>
              <a:rPr lang="en-US" dirty="0"/>
              <a:t>Method selection only depends on the runtime type of the receiver object</a:t>
            </a:r>
          </a:p>
          <a:p>
            <a:pPr lvl="1"/>
            <a:r>
              <a:rPr lang="en-US" dirty="0"/>
              <a:t>Method selection does not depend on the </a:t>
            </a:r>
            <a:r>
              <a:rPr lang="en-US"/>
              <a:t>runtime type of </a:t>
            </a:r>
            <a:r>
              <a:rPr lang="en-US" dirty="0"/>
              <a:t>the argument</a:t>
            </a:r>
          </a:p>
          <a:p>
            <a:pPr lvl="2"/>
            <a:r>
              <a:rPr lang="en-US" dirty="0"/>
              <a:t>The compile time type of the argument reference dictates the method selection</a:t>
            </a:r>
          </a:p>
          <a:p>
            <a:pPr lvl="1"/>
            <a:r>
              <a:rPr lang="en-US" dirty="0"/>
              <a:t>E.g. </a:t>
            </a:r>
            <a:r>
              <a:rPr lang="en-US" dirty="0">
                <a:latin typeface="Consolas" panose="020B0609020204030204" pitchFamily="49" charset="0"/>
                <a:cs typeface="Consolas" panose="020B0609020204030204" pitchFamily="49" charset="0"/>
              </a:rPr>
              <a:t>objRef1.func(objRef2); </a:t>
            </a:r>
            <a:r>
              <a:rPr lang="en-US" dirty="0"/>
              <a:t>- the method invoked will depend on the run time type of the object referred to by </a:t>
            </a:r>
            <a:r>
              <a:rPr lang="en-US" dirty="0">
                <a:latin typeface="Consolas" panose="020B0609020204030204" pitchFamily="49" charset="0"/>
                <a:cs typeface="Consolas" panose="020B0609020204030204" pitchFamily="49" charset="0"/>
              </a:rPr>
              <a:t>objRef1</a:t>
            </a:r>
            <a:r>
              <a:rPr lang="en-US" dirty="0"/>
              <a:t> + the compile time type of </a:t>
            </a:r>
            <a:r>
              <a:rPr lang="en-US" dirty="0">
                <a:latin typeface="Consolas" panose="020B0609020204030204" pitchFamily="49" charset="0"/>
                <a:cs typeface="Consolas" panose="020B0609020204030204" pitchFamily="49" charset="0"/>
              </a:rPr>
              <a:t>objRef2</a:t>
            </a:r>
          </a:p>
          <a:p>
            <a:r>
              <a:rPr lang="en-US" dirty="0"/>
              <a:t>Double dispatch (some functional languages)</a:t>
            </a:r>
          </a:p>
          <a:p>
            <a:pPr lvl="1"/>
            <a:r>
              <a:rPr lang="en-US" dirty="0"/>
              <a:t>Method selection depends on both the run time types of the receiver object and argument</a:t>
            </a:r>
          </a:p>
          <a:p>
            <a:pPr lvl="1"/>
            <a:r>
              <a:rPr lang="en-US" dirty="0">
                <a:latin typeface="Consolas" panose="020B0609020204030204" pitchFamily="49" charset="0"/>
                <a:cs typeface="Consolas" panose="020B0609020204030204" pitchFamily="49" charset="0"/>
              </a:rPr>
              <a:t>objRef1.func(objRef2); </a:t>
            </a:r>
            <a:r>
              <a:rPr lang="en-US" dirty="0"/>
              <a:t>- the method invoked will depend on the run time types of objects referred to by </a:t>
            </a:r>
            <a:r>
              <a:rPr lang="en-US" dirty="0">
                <a:latin typeface="Consolas" panose="020B0609020204030204" pitchFamily="49" charset="0"/>
                <a:cs typeface="Consolas" panose="020B0609020204030204" pitchFamily="49" charset="0"/>
              </a:rPr>
              <a:t>objRef1</a:t>
            </a:r>
            <a:r>
              <a:rPr lang="en-US" dirty="0"/>
              <a:t> and </a:t>
            </a:r>
            <a:r>
              <a:rPr lang="en-US" dirty="0">
                <a:latin typeface="Consolas" panose="020B0609020204030204" pitchFamily="49" charset="0"/>
                <a:cs typeface="Consolas" panose="020B0609020204030204" pitchFamily="49" charset="0"/>
              </a:rPr>
              <a:t>objRef2</a:t>
            </a:r>
          </a:p>
          <a:p>
            <a:pPr lvl="1"/>
            <a:endParaRPr lang="en-US" dirty="0"/>
          </a:p>
          <a:p>
            <a:pPr lvl="1"/>
            <a:endParaRPr lang="en-US" dirty="0"/>
          </a:p>
        </p:txBody>
      </p:sp>
      <p:sp>
        <p:nvSpPr>
          <p:cNvPr id="5" name="Title 4">
            <a:extLst>
              <a:ext uri="{FF2B5EF4-FFF2-40B4-BE49-F238E27FC236}">
                <a16:creationId xmlns:a16="http://schemas.microsoft.com/office/drawing/2014/main" id="{8FA7F828-F37E-D648-ED24-F3F1F8C09F83}"/>
              </a:ext>
            </a:extLst>
          </p:cNvPr>
          <p:cNvSpPr>
            <a:spLocks noGrp="1"/>
          </p:cNvSpPr>
          <p:nvPr>
            <p:ph type="title"/>
          </p:nvPr>
        </p:nvSpPr>
        <p:spPr/>
        <p:txBody>
          <a:bodyPr/>
          <a:lstStyle/>
          <a:p>
            <a:r>
              <a:rPr lang="en-US" dirty="0"/>
              <a:t>Single dispatch vs. double dispatch</a:t>
            </a:r>
          </a:p>
        </p:txBody>
      </p:sp>
    </p:spTree>
    <p:extLst>
      <p:ext uri="{BB962C8B-B14F-4D97-AF65-F5344CB8AC3E}">
        <p14:creationId xmlns:p14="http://schemas.microsoft.com/office/powerpoint/2010/main" val="30363924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951EADD-B992-98F9-A9F8-8476459E31EB}"/>
              </a:ext>
            </a:extLst>
          </p:cNvPr>
          <p:cNvSpPr>
            <a:spLocks noGrp="1"/>
          </p:cNvSpPr>
          <p:nvPr>
            <p:ph type="title"/>
          </p:nvPr>
        </p:nvSpPr>
        <p:spPr/>
        <p:txBody>
          <a:bodyPr/>
          <a:lstStyle/>
          <a:p>
            <a:r>
              <a:rPr lang="en-US" dirty="0"/>
              <a:t>Case study – transform nested shapes</a:t>
            </a:r>
          </a:p>
        </p:txBody>
      </p:sp>
      <p:sp>
        <p:nvSpPr>
          <p:cNvPr id="7" name="Content Placeholder 6">
            <a:extLst>
              <a:ext uri="{FF2B5EF4-FFF2-40B4-BE49-F238E27FC236}">
                <a16:creationId xmlns:a16="http://schemas.microsoft.com/office/drawing/2014/main" id="{A41966AF-B949-14DD-7EC0-A6DF526642FE}"/>
              </a:ext>
            </a:extLst>
          </p:cNvPr>
          <p:cNvSpPr>
            <a:spLocks noGrp="1"/>
          </p:cNvSpPr>
          <p:nvPr>
            <p:ph idx="13"/>
          </p:nvPr>
        </p:nvSpPr>
        <p:spPr/>
        <p:txBody>
          <a:bodyPr/>
          <a:lstStyle/>
          <a:p>
            <a:r>
              <a:rPr lang="en-US" dirty="0"/>
              <a:t>A shape can be </a:t>
            </a:r>
          </a:p>
          <a:p>
            <a:pPr lvl="1"/>
            <a:r>
              <a:rPr lang="en-US" dirty="0" err="1">
                <a:latin typeface="Consolas" panose="020B0609020204030204" pitchFamily="49" charset="0"/>
              </a:rPr>
              <a:t>CompoundShape</a:t>
            </a:r>
            <a:endParaRPr lang="en-US" dirty="0">
              <a:latin typeface="Consolas" panose="020B0609020204030204" pitchFamily="49" charset="0"/>
            </a:endParaRPr>
          </a:p>
          <a:p>
            <a:pPr lvl="1"/>
            <a:r>
              <a:rPr lang="en-US" dirty="0">
                <a:latin typeface="Consolas" panose="020B0609020204030204" pitchFamily="49" charset="0"/>
              </a:rPr>
              <a:t>Rectangle</a:t>
            </a:r>
          </a:p>
          <a:p>
            <a:pPr lvl="1"/>
            <a:r>
              <a:rPr lang="en-US" dirty="0">
                <a:latin typeface="Consolas" panose="020B0609020204030204" pitchFamily="49" charset="0"/>
              </a:rPr>
              <a:t>Triangle</a:t>
            </a:r>
          </a:p>
          <a:p>
            <a:pPr lvl="1"/>
            <a:r>
              <a:rPr lang="en-US" dirty="0">
                <a:latin typeface="Consolas" panose="020B0609020204030204" pitchFamily="49" charset="0"/>
              </a:rPr>
              <a:t>Circle</a:t>
            </a:r>
          </a:p>
          <a:p>
            <a:pPr marL="0" indent="0">
              <a:buNone/>
            </a:pPr>
            <a:endParaRPr lang="en-US" dirty="0">
              <a:latin typeface="Consolas" panose="020B0609020204030204" pitchFamily="49" charset="0"/>
            </a:endParaRPr>
          </a:p>
        </p:txBody>
      </p:sp>
      <p:sp>
        <p:nvSpPr>
          <p:cNvPr id="8" name="Rectangle 7">
            <a:extLst>
              <a:ext uri="{FF2B5EF4-FFF2-40B4-BE49-F238E27FC236}">
                <a16:creationId xmlns:a16="http://schemas.microsoft.com/office/drawing/2014/main" id="{EE2BE145-540A-883E-8664-F621E2F92EE5}"/>
              </a:ext>
            </a:extLst>
          </p:cNvPr>
          <p:cNvSpPr/>
          <p:nvPr/>
        </p:nvSpPr>
        <p:spPr>
          <a:xfrm>
            <a:off x="7318902" y="1477108"/>
            <a:ext cx="3181598" cy="348175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6949CB8D-B047-550A-A20D-73661DAD8631}"/>
              </a:ext>
            </a:extLst>
          </p:cNvPr>
          <p:cNvSpPr/>
          <p:nvPr/>
        </p:nvSpPr>
        <p:spPr>
          <a:xfrm>
            <a:off x="7476738" y="1785424"/>
            <a:ext cx="1449959" cy="1235242"/>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55C74F3-8A7C-1D80-B56F-143CBFC0FBD1}"/>
              </a:ext>
            </a:extLst>
          </p:cNvPr>
          <p:cNvSpPr/>
          <p:nvPr/>
        </p:nvSpPr>
        <p:spPr>
          <a:xfrm>
            <a:off x="7623601" y="3211949"/>
            <a:ext cx="1155032" cy="1435768"/>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80417E96-A5A5-5A46-563E-D2E26F6A370E}"/>
              </a:ext>
            </a:extLst>
          </p:cNvPr>
          <p:cNvSpPr/>
          <p:nvPr/>
        </p:nvSpPr>
        <p:spPr>
          <a:xfrm>
            <a:off x="9084533" y="1938627"/>
            <a:ext cx="1251284" cy="1235242"/>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3" name="Isosceles Triangle 12">
            <a:extLst>
              <a:ext uri="{FF2B5EF4-FFF2-40B4-BE49-F238E27FC236}">
                <a16:creationId xmlns:a16="http://schemas.microsoft.com/office/drawing/2014/main" id="{546E2797-E828-B8F4-4896-F6DAB696C99F}"/>
              </a:ext>
            </a:extLst>
          </p:cNvPr>
          <p:cNvSpPr/>
          <p:nvPr/>
        </p:nvSpPr>
        <p:spPr>
          <a:xfrm>
            <a:off x="8877392" y="3284138"/>
            <a:ext cx="1362975" cy="1363579"/>
          </a:xfrm>
          <a:prstGeom prst="triangl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4" name="Isosceles Triangle 13">
            <a:extLst>
              <a:ext uri="{FF2B5EF4-FFF2-40B4-BE49-F238E27FC236}">
                <a16:creationId xmlns:a16="http://schemas.microsoft.com/office/drawing/2014/main" id="{238F8542-CD7C-9A5A-70FB-C289D3E59402}"/>
              </a:ext>
            </a:extLst>
          </p:cNvPr>
          <p:cNvSpPr/>
          <p:nvPr/>
        </p:nvSpPr>
        <p:spPr>
          <a:xfrm>
            <a:off x="7623601" y="1945231"/>
            <a:ext cx="505628" cy="385162"/>
          </a:xfrm>
          <a:prstGeom prst="triangl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5" name="Oval 14">
            <a:extLst>
              <a:ext uri="{FF2B5EF4-FFF2-40B4-BE49-F238E27FC236}">
                <a16:creationId xmlns:a16="http://schemas.microsoft.com/office/drawing/2014/main" id="{01A673F5-797A-20BE-90E4-8DF0175E3BA2}"/>
              </a:ext>
            </a:extLst>
          </p:cNvPr>
          <p:cNvSpPr/>
          <p:nvPr/>
        </p:nvSpPr>
        <p:spPr>
          <a:xfrm>
            <a:off x="8084310" y="2254658"/>
            <a:ext cx="739967" cy="689810"/>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6" name="Isosceles Triangle 15">
            <a:extLst>
              <a:ext uri="{FF2B5EF4-FFF2-40B4-BE49-F238E27FC236}">
                <a16:creationId xmlns:a16="http://schemas.microsoft.com/office/drawing/2014/main" id="{71C933CE-7A9A-B2AF-86F9-EA79D1D8FEEC}"/>
              </a:ext>
            </a:extLst>
          </p:cNvPr>
          <p:cNvSpPr/>
          <p:nvPr/>
        </p:nvSpPr>
        <p:spPr>
          <a:xfrm>
            <a:off x="9134669" y="3797486"/>
            <a:ext cx="700936" cy="489284"/>
          </a:xfrm>
          <a:prstGeom prst="triangl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7" name="Isosceles Triangle 16">
            <a:extLst>
              <a:ext uri="{FF2B5EF4-FFF2-40B4-BE49-F238E27FC236}">
                <a16:creationId xmlns:a16="http://schemas.microsoft.com/office/drawing/2014/main" id="{65F3E136-614B-CA47-DDD3-2CBC0B25AEB0}"/>
              </a:ext>
            </a:extLst>
          </p:cNvPr>
          <p:cNvSpPr/>
          <p:nvPr/>
        </p:nvSpPr>
        <p:spPr>
          <a:xfrm>
            <a:off x="9246507" y="2095039"/>
            <a:ext cx="700936" cy="489284"/>
          </a:xfrm>
          <a:prstGeom prst="triangl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54018B00-33FD-04EF-605E-5CBA2FF4D131}"/>
              </a:ext>
            </a:extLst>
          </p:cNvPr>
          <p:cNvSpPr/>
          <p:nvPr/>
        </p:nvSpPr>
        <p:spPr>
          <a:xfrm>
            <a:off x="9504305" y="2616408"/>
            <a:ext cx="443138" cy="481263"/>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48495252"/>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8A2F30-D9B6-AC52-3075-B36A957352C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7B98FFC-0F84-9183-DA43-9CC200186678}"/>
              </a:ext>
            </a:extLst>
          </p:cNvPr>
          <p:cNvSpPr>
            <a:spLocks noGrp="1"/>
          </p:cNvSpPr>
          <p:nvPr>
            <p:ph type="title"/>
          </p:nvPr>
        </p:nvSpPr>
        <p:spPr/>
        <p:txBody>
          <a:bodyPr/>
          <a:lstStyle/>
          <a:p>
            <a:r>
              <a:rPr lang="en-US" dirty="0"/>
              <a:t>Case study – transform nested shapes</a:t>
            </a:r>
          </a:p>
        </p:txBody>
      </p:sp>
      <p:sp>
        <p:nvSpPr>
          <p:cNvPr id="7" name="Content Placeholder 6">
            <a:extLst>
              <a:ext uri="{FF2B5EF4-FFF2-40B4-BE49-F238E27FC236}">
                <a16:creationId xmlns:a16="http://schemas.microsoft.com/office/drawing/2014/main" id="{37B2EBE0-40E6-308B-6262-7A14CBEA5A49}"/>
              </a:ext>
            </a:extLst>
          </p:cNvPr>
          <p:cNvSpPr>
            <a:spLocks noGrp="1"/>
          </p:cNvSpPr>
          <p:nvPr>
            <p:ph idx="13"/>
          </p:nvPr>
        </p:nvSpPr>
        <p:spPr/>
        <p:txBody>
          <a:bodyPr/>
          <a:lstStyle/>
          <a:p>
            <a:r>
              <a:rPr lang="en-US" dirty="0"/>
              <a:t>Shape operations</a:t>
            </a:r>
          </a:p>
          <a:p>
            <a:pPr lvl="1"/>
            <a:r>
              <a:rPr lang="en-US" dirty="0">
                <a:latin typeface="Consolas" panose="020B0609020204030204" pitchFamily="49" charset="0"/>
              </a:rPr>
              <a:t>Rotate</a:t>
            </a:r>
          </a:p>
        </p:txBody>
      </p:sp>
      <p:sp>
        <p:nvSpPr>
          <p:cNvPr id="25" name="Rectangle 24">
            <a:extLst>
              <a:ext uri="{FF2B5EF4-FFF2-40B4-BE49-F238E27FC236}">
                <a16:creationId xmlns:a16="http://schemas.microsoft.com/office/drawing/2014/main" id="{9DEAA351-527B-A976-BE86-7FD846832D26}"/>
              </a:ext>
            </a:extLst>
          </p:cNvPr>
          <p:cNvSpPr/>
          <p:nvPr/>
        </p:nvSpPr>
        <p:spPr>
          <a:xfrm rot="20661128">
            <a:off x="7318902" y="1477108"/>
            <a:ext cx="3181598" cy="348175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720053A8-801D-0E48-B680-507B05CE3B22}"/>
              </a:ext>
            </a:extLst>
          </p:cNvPr>
          <p:cNvSpPr/>
          <p:nvPr/>
        </p:nvSpPr>
        <p:spPr>
          <a:xfrm rot="20661128">
            <a:off x="7476738" y="1785424"/>
            <a:ext cx="1449959" cy="1235242"/>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339AB7C1-700C-FE57-2436-5880CC4A8B83}"/>
              </a:ext>
            </a:extLst>
          </p:cNvPr>
          <p:cNvSpPr/>
          <p:nvPr/>
        </p:nvSpPr>
        <p:spPr>
          <a:xfrm rot="20661128">
            <a:off x="7623601" y="3211949"/>
            <a:ext cx="1155032" cy="1435768"/>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C6E2DA36-801E-FE9B-0D9F-A8B452019C16}"/>
              </a:ext>
            </a:extLst>
          </p:cNvPr>
          <p:cNvSpPr/>
          <p:nvPr/>
        </p:nvSpPr>
        <p:spPr>
          <a:xfrm rot="20661128">
            <a:off x="9084533" y="1938627"/>
            <a:ext cx="1251284" cy="1235242"/>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9" name="Isosceles Triangle 28">
            <a:extLst>
              <a:ext uri="{FF2B5EF4-FFF2-40B4-BE49-F238E27FC236}">
                <a16:creationId xmlns:a16="http://schemas.microsoft.com/office/drawing/2014/main" id="{B0AA573E-E97B-E920-CAFC-6FD9231EB549}"/>
              </a:ext>
            </a:extLst>
          </p:cNvPr>
          <p:cNvSpPr/>
          <p:nvPr/>
        </p:nvSpPr>
        <p:spPr>
          <a:xfrm rot="20661128">
            <a:off x="8877392" y="3284138"/>
            <a:ext cx="1362975" cy="1363579"/>
          </a:xfrm>
          <a:prstGeom prst="triangl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30" name="Isosceles Triangle 29">
            <a:extLst>
              <a:ext uri="{FF2B5EF4-FFF2-40B4-BE49-F238E27FC236}">
                <a16:creationId xmlns:a16="http://schemas.microsoft.com/office/drawing/2014/main" id="{3E0B07B5-5094-500E-4E5C-9CB05E4FC06C}"/>
              </a:ext>
            </a:extLst>
          </p:cNvPr>
          <p:cNvSpPr/>
          <p:nvPr/>
        </p:nvSpPr>
        <p:spPr>
          <a:xfrm rot="20661128">
            <a:off x="7623601" y="1945231"/>
            <a:ext cx="505628" cy="385162"/>
          </a:xfrm>
          <a:prstGeom prst="triangl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31" name="Oval 30">
            <a:extLst>
              <a:ext uri="{FF2B5EF4-FFF2-40B4-BE49-F238E27FC236}">
                <a16:creationId xmlns:a16="http://schemas.microsoft.com/office/drawing/2014/main" id="{D8F19AF1-9B9D-8430-73A7-D1C8E7C007EB}"/>
              </a:ext>
            </a:extLst>
          </p:cNvPr>
          <p:cNvSpPr/>
          <p:nvPr/>
        </p:nvSpPr>
        <p:spPr>
          <a:xfrm rot="20661128">
            <a:off x="8084310" y="2254658"/>
            <a:ext cx="739967" cy="689810"/>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32" name="Isosceles Triangle 31">
            <a:extLst>
              <a:ext uri="{FF2B5EF4-FFF2-40B4-BE49-F238E27FC236}">
                <a16:creationId xmlns:a16="http://schemas.microsoft.com/office/drawing/2014/main" id="{F0734998-012E-8CB0-5121-21E8211C0B30}"/>
              </a:ext>
            </a:extLst>
          </p:cNvPr>
          <p:cNvSpPr/>
          <p:nvPr/>
        </p:nvSpPr>
        <p:spPr>
          <a:xfrm rot="20661128">
            <a:off x="9134669" y="3797486"/>
            <a:ext cx="700936" cy="489284"/>
          </a:xfrm>
          <a:prstGeom prst="triangl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33" name="Isosceles Triangle 32">
            <a:extLst>
              <a:ext uri="{FF2B5EF4-FFF2-40B4-BE49-F238E27FC236}">
                <a16:creationId xmlns:a16="http://schemas.microsoft.com/office/drawing/2014/main" id="{7AE23600-72AA-6DBE-2AEE-BE4BF1915ADA}"/>
              </a:ext>
            </a:extLst>
          </p:cNvPr>
          <p:cNvSpPr/>
          <p:nvPr/>
        </p:nvSpPr>
        <p:spPr>
          <a:xfrm rot="20661128">
            <a:off x="9246507" y="2095039"/>
            <a:ext cx="700936" cy="489284"/>
          </a:xfrm>
          <a:prstGeom prst="triangl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775B2647-56B9-8A9F-5450-2DB0825B0EE4}"/>
              </a:ext>
            </a:extLst>
          </p:cNvPr>
          <p:cNvSpPr/>
          <p:nvPr/>
        </p:nvSpPr>
        <p:spPr>
          <a:xfrm rot="20661128">
            <a:off x="9504305" y="2616408"/>
            <a:ext cx="443138" cy="481263"/>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89275258"/>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A8C0C8-ECD1-4BFF-9D8F-30A22721D7F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6F39A04-C732-F3A4-8424-A4446DED5934}"/>
              </a:ext>
            </a:extLst>
          </p:cNvPr>
          <p:cNvSpPr>
            <a:spLocks noGrp="1"/>
          </p:cNvSpPr>
          <p:nvPr>
            <p:ph type="title"/>
          </p:nvPr>
        </p:nvSpPr>
        <p:spPr/>
        <p:txBody>
          <a:bodyPr/>
          <a:lstStyle/>
          <a:p>
            <a:r>
              <a:rPr lang="en-US" dirty="0"/>
              <a:t>Case study – transform nested shapes</a:t>
            </a:r>
          </a:p>
        </p:txBody>
      </p:sp>
      <p:sp>
        <p:nvSpPr>
          <p:cNvPr id="7" name="Content Placeholder 6">
            <a:extLst>
              <a:ext uri="{FF2B5EF4-FFF2-40B4-BE49-F238E27FC236}">
                <a16:creationId xmlns:a16="http://schemas.microsoft.com/office/drawing/2014/main" id="{17F60F36-8D75-DD3C-7CE0-3823C8D94DDC}"/>
              </a:ext>
            </a:extLst>
          </p:cNvPr>
          <p:cNvSpPr>
            <a:spLocks noGrp="1"/>
          </p:cNvSpPr>
          <p:nvPr>
            <p:ph idx="13"/>
          </p:nvPr>
        </p:nvSpPr>
        <p:spPr/>
        <p:txBody>
          <a:bodyPr/>
          <a:lstStyle/>
          <a:p>
            <a:r>
              <a:rPr lang="en-US" dirty="0"/>
              <a:t>Shape operations</a:t>
            </a:r>
          </a:p>
          <a:p>
            <a:pPr lvl="1"/>
            <a:r>
              <a:rPr lang="en-US" dirty="0">
                <a:latin typeface="Consolas" panose="020B0609020204030204" pitchFamily="49" charset="0"/>
              </a:rPr>
              <a:t>Scale</a:t>
            </a:r>
          </a:p>
          <a:p>
            <a:pPr lvl="1"/>
            <a:r>
              <a:rPr lang="en-US" dirty="0">
                <a:latin typeface="Helvetica" panose="020B0604020202020204"/>
                <a:cs typeface="Helvetica" panose="020B0604020202020204"/>
              </a:rPr>
              <a:t>Translate</a:t>
            </a:r>
          </a:p>
          <a:p>
            <a:pPr lvl="1"/>
            <a:r>
              <a:rPr lang="en-US" dirty="0">
                <a:latin typeface="Helvetica" panose="020B0604020202020204"/>
                <a:cs typeface="Helvetica" panose="020B0604020202020204"/>
              </a:rPr>
              <a:t>… any other operation</a:t>
            </a:r>
          </a:p>
        </p:txBody>
      </p:sp>
      <p:sp>
        <p:nvSpPr>
          <p:cNvPr id="2" name="Rectangle 1">
            <a:extLst>
              <a:ext uri="{FF2B5EF4-FFF2-40B4-BE49-F238E27FC236}">
                <a16:creationId xmlns:a16="http://schemas.microsoft.com/office/drawing/2014/main" id="{F7856D1D-9D5E-1076-1DE6-710A1B6AB0FD}"/>
              </a:ext>
            </a:extLst>
          </p:cNvPr>
          <p:cNvSpPr/>
          <p:nvPr/>
        </p:nvSpPr>
        <p:spPr>
          <a:xfrm>
            <a:off x="7318901" y="867508"/>
            <a:ext cx="4204883" cy="409135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297DC186-1F95-01B3-027D-34B979431070}"/>
              </a:ext>
            </a:extLst>
          </p:cNvPr>
          <p:cNvSpPr/>
          <p:nvPr/>
        </p:nvSpPr>
        <p:spPr>
          <a:xfrm>
            <a:off x="7476738" y="1569153"/>
            <a:ext cx="1916304" cy="1451513"/>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594CD410-E97A-4430-5CF3-93C57A8BB08E}"/>
              </a:ext>
            </a:extLst>
          </p:cNvPr>
          <p:cNvSpPr/>
          <p:nvPr/>
        </p:nvSpPr>
        <p:spPr>
          <a:xfrm>
            <a:off x="7623601" y="2960569"/>
            <a:ext cx="1526520" cy="1687148"/>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EB14417F-F852-99EF-79C7-CDE8C7B8ED77}"/>
              </a:ext>
            </a:extLst>
          </p:cNvPr>
          <p:cNvSpPr/>
          <p:nvPr/>
        </p:nvSpPr>
        <p:spPr>
          <a:xfrm>
            <a:off x="9084533" y="1722356"/>
            <a:ext cx="1653730" cy="1451513"/>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9" name="Isosceles Triangle 18">
            <a:extLst>
              <a:ext uri="{FF2B5EF4-FFF2-40B4-BE49-F238E27FC236}">
                <a16:creationId xmlns:a16="http://schemas.microsoft.com/office/drawing/2014/main" id="{8B3522DD-E4B8-5F3F-95BB-F2710CAFBF0C}"/>
              </a:ext>
            </a:extLst>
          </p:cNvPr>
          <p:cNvSpPr/>
          <p:nvPr/>
        </p:nvSpPr>
        <p:spPr>
          <a:xfrm>
            <a:off x="8877392" y="3045398"/>
            <a:ext cx="1801343" cy="1602320"/>
          </a:xfrm>
          <a:prstGeom prst="triangl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0" name="Isosceles Triangle 19">
            <a:extLst>
              <a:ext uri="{FF2B5EF4-FFF2-40B4-BE49-F238E27FC236}">
                <a16:creationId xmlns:a16="http://schemas.microsoft.com/office/drawing/2014/main" id="{EEDCD401-6291-AF95-71C9-A140B3458036}"/>
              </a:ext>
            </a:extLst>
          </p:cNvPr>
          <p:cNvSpPr/>
          <p:nvPr/>
        </p:nvSpPr>
        <p:spPr>
          <a:xfrm>
            <a:off x="7623600" y="1877795"/>
            <a:ext cx="668251" cy="452598"/>
          </a:xfrm>
          <a:prstGeom prst="triangl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1" name="Oval 20">
            <a:extLst>
              <a:ext uri="{FF2B5EF4-FFF2-40B4-BE49-F238E27FC236}">
                <a16:creationId xmlns:a16="http://schemas.microsoft.com/office/drawing/2014/main" id="{4CE25BDE-1CE2-58E6-DFD3-173A755A0341}"/>
              </a:ext>
            </a:extLst>
          </p:cNvPr>
          <p:cNvSpPr/>
          <p:nvPr/>
        </p:nvSpPr>
        <p:spPr>
          <a:xfrm>
            <a:off x="8084310" y="2133883"/>
            <a:ext cx="977960" cy="81058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2" name="Isosceles Triangle 21">
            <a:extLst>
              <a:ext uri="{FF2B5EF4-FFF2-40B4-BE49-F238E27FC236}">
                <a16:creationId xmlns:a16="http://schemas.microsoft.com/office/drawing/2014/main" id="{67A77122-0377-19DD-5149-9A43C664B630}"/>
              </a:ext>
            </a:extLst>
          </p:cNvPr>
          <p:cNvSpPr/>
          <p:nvPr/>
        </p:nvSpPr>
        <p:spPr>
          <a:xfrm>
            <a:off x="9134668" y="3711820"/>
            <a:ext cx="926375" cy="574950"/>
          </a:xfrm>
          <a:prstGeom prst="triangl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23" name="Isosceles Triangle 22">
            <a:extLst>
              <a:ext uri="{FF2B5EF4-FFF2-40B4-BE49-F238E27FC236}">
                <a16:creationId xmlns:a16="http://schemas.microsoft.com/office/drawing/2014/main" id="{6136A693-8563-5728-8537-23CEDC2815EC}"/>
              </a:ext>
            </a:extLst>
          </p:cNvPr>
          <p:cNvSpPr/>
          <p:nvPr/>
        </p:nvSpPr>
        <p:spPr>
          <a:xfrm>
            <a:off x="9246506" y="2009373"/>
            <a:ext cx="926375" cy="574950"/>
          </a:xfrm>
          <a:prstGeom prst="triangl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6140003D-1A8F-301B-21B6-C5120C602D58}"/>
              </a:ext>
            </a:extLst>
          </p:cNvPr>
          <p:cNvSpPr/>
          <p:nvPr/>
        </p:nvSpPr>
        <p:spPr>
          <a:xfrm>
            <a:off x="9504304" y="2532146"/>
            <a:ext cx="585663" cy="565525"/>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75282649"/>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F18B1A54-279D-2B0A-5EC6-09F1035B7C81}"/>
              </a:ext>
            </a:extLst>
          </p:cNvPr>
          <p:cNvSpPr>
            <a:spLocks noGrp="1"/>
          </p:cNvSpPr>
          <p:nvPr>
            <p:ph idx="1"/>
          </p:nvPr>
        </p:nvSpPr>
        <p:spPr/>
        <p:txBody>
          <a:bodyPr/>
          <a:lstStyle/>
          <a:p>
            <a:r>
              <a:rPr lang="en-US" dirty="0"/>
              <a:t>Visit every shape in the shape object hierarchy and apply a custom operation on each shape visited</a:t>
            </a:r>
          </a:p>
          <a:p>
            <a:r>
              <a:rPr lang="en-US" dirty="0"/>
              <a:t>Keep the operation logic </a:t>
            </a:r>
            <a:r>
              <a:rPr lang="en-US" b="1" dirty="0"/>
              <a:t>in a single class</a:t>
            </a:r>
          </a:p>
          <a:p>
            <a:pPr lvl="1"/>
            <a:r>
              <a:rPr lang="en-US" dirty="0"/>
              <a:t>Operation logic should not be spread across many classes</a:t>
            </a:r>
          </a:p>
          <a:p>
            <a:pPr lvl="1"/>
            <a:r>
              <a:rPr lang="en-US" dirty="0"/>
              <a:t>Translation logic for all shapes should be in a single class</a:t>
            </a:r>
          </a:p>
          <a:p>
            <a:pPr lvl="1"/>
            <a:r>
              <a:rPr lang="en-US" dirty="0"/>
              <a:t>Rotation logic in a single class</a:t>
            </a:r>
          </a:p>
          <a:p>
            <a:pPr lvl="1"/>
            <a:r>
              <a:rPr lang="en-US" dirty="0"/>
              <a:t>And so on…</a:t>
            </a:r>
          </a:p>
        </p:txBody>
      </p:sp>
      <p:sp>
        <p:nvSpPr>
          <p:cNvPr id="5" name="Title 4">
            <a:extLst>
              <a:ext uri="{FF2B5EF4-FFF2-40B4-BE49-F238E27FC236}">
                <a16:creationId xmlns:a16="http://schemas.microsoft.com/office/drawing/2014/main" id="{AC43EADE-D451-B40A-1E59-6A6ED189F8F0}"/>
              </a:ext>
            </a:extLst>
          </p:cNvPr>
          <p:cNvSpPr>
            <a:spLocks noGrp="1"/>
          </p:cNvSpPr>
          <p:nvPr>
            <p:ph type="title"/>
          </p:nvPr>
        </p:nvSpPr>
        <p:spPr/>
        <p:txBody>
          <a:bodyPr/>
          <a:lstStyle/>
          <a:p>
            <a:r>
              <a:rPr lang="en-US" dirty="0"/>
              <a:t>Requirements</a:t>
            </a:r>
          </a:p>
        </p:txBody>
      </p:sp>
    </p:spTree>
    <p:extLst>
      <p:ext uri="{BB962C8B-B14F-4D97-AF65-F5344CB8AC3E}">
        <p14:creationId xmlns:p14="http://schemas.microsoft.com/office/powerpoint/2010/main" val="35096406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03B342-E5CC-0ED5-1A9E-D7B6E787BEFD}"/>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DDE6B621-26A9-37AB-BC8A-518299188860}"/>
              </a:ext>
            </a:extLst>
          </p:cNvPr>
          <p:cNvSpPr>
            <a:spLocks noGrp="1"/>
          </p:cNvSpPr>
          <p:nvPr>
            <p:ph idx="1"/>
          </p:nvPr>
        </p:nvSpPr>
        <p:spPr/>
        <p:txBody>
          <a:bodyPr/>
          <a:lstStyle/>
          <a:p>
            <a:r>
              <a:rPr lang="en-US" dirty="0"/>
              <a:t>abstract class Visitor {</a:t>
            </a:r>
          </a:p>
          <a:p>
            <a:r>
              <a:rPr lang="en-US" dirty="0"/>
              <a:t>	abstract void visit(Circle circle);</a:t>
            </a:r>
          </a:p>
          <a:p>
            <a:r>
              <a:rPr lang="en-US" dirty="0"/>
              <a:t>    abstract void visit(Rectangle rectangle);</a:t>
            </a:r>
          </a:p>
          <a:p>
            <a:endParaRPr lang="en-US" dirty="0"/>
          </a:p>
          <a:p>
            <a:r>
              <a:rPr lang="en-US" dirty="0"/>
              <a:t>    void visit(</a:t>
            </a:r>
            <a:r>
              <a:rPr lang="en-US" dirty="0" err="1"/>
              <a:t>CompoundShape</a:t>
            </a:r>
            <a:r>
              <a:rPr lang="en-US" dirty="0"/>
              <a:t> c) {</a:t>
            </a:r>
          </a:p>
          <a:p>
            <a:r>
              <a:rPr lang="en-US" dirty="0"/>
              <a:t>		for (Shape </a:t>
            </a:r>
            <a:r>
              <a:rPr lang="en-US" dirty="0" err="1"/>
              <a:t>shape</a:t>
            </a:r>
            <a:r>
              <a:rPr lang="en-US" dirty="0"/>
              <a:t>: </a:t>
            </a:r>
            <a:r>
              <a:rPr lang="en-US" dirty="0" err="1"/>
              <a:t>c.getShapeList</a:t>
            </a:r>
            <a:r>
              <a:rPr lang="en-US" dirty="0"/>
              <a:t>()) {</a:t>
            </a:r>
          </a:p>
          <a:p>
            <a:r>
              <a:rPr lang="en-US" dirty="0"/>
              <a:t>			</a:t>
            </a:r>
            <a:r>
              <a:rPr lang="en-US" dirty="0" err="1"/>
              <a:t>shape.</a:t>
            </a:r>
            <a:r>
              <a:rPr lang="en-US" b="1" dirty="0" err="1"/>
              <a:t>accept</a:t>
            </a:r>
            <a:r>
              <a:rPr lang="en-US" dirty="0"/>
              <a:t>(this);</a:t>
            </a:r>
          </a:p>
          <a:p>
            <a:r>
              <a:rPr lang="en-US" dirty="0"/>
              <a:t>		}</a:t>
            </a:r>
          </a:p>
          <a:p>
            <a:r>
              <a:rPr lang="en-US" dirty="0"/>
              <a:t>	}</a:t>
            </a:r>
          </a:p>
          <a:p>
            <a:endParaRPr lang="en-US" dirty="0"/>
          </a:p>
          <a:p>
            <a:r>
              <a:rPr lang="en-US" dirty="0"/>
              <a:t>}</a:t>
            </a:r>
          </a:p>
        </p:txBody>
      </p:sp>
      <p:sp>
        <p:nvSpPr>
          <p:cNvPr id="4" name="Title 3">
            <a:extLst>
              <a:ext uri="{FF2B5EF4-FFF2-40B4-BE49-F238E27FC236}">
                <a16:creationId xmlns:a16="http://schemas.microsoft.com/office/drawing/2014/main" id="{2B6A9B61-F123-2B1C-15FF-536C6EAC4F69}"/>
              </a:ext>
            </a:extLst>
          </p:cNvPr>
          <p:cNvSpPr>
            <a:spLocks noGrp="1"/>
          </p:cNvSpPr>
          <p:nvPr>
            <p:ph type="title"/>
          </p:nvPr>
        </p:nvSpPr>
        <p:spPr/>
        <p:txBody>
          <a:bodyPr/>
          <a:lstStyle/>
          <a:p>
            <a:r>
              <a:rPr lang="en-US" dirty="0"/>
              <a:t>Visitor design pattern</a:t>
            </a:r>
          </a:p>
        </p:txBody>
      </p:sp>
      <p:sp>
        <p:nvSpPr>
          <p:cNvPr id="6" name="Content Placeholder 5">
            <a:extLst>
              <a:ext uri="{FF2B5EF4-FFF2-40B4-BE49-F238E27FC236}">
                <a16:creationId xmlns:a16="http://schemas.microsoft.com/office/drawing/2014/main" id="{53621BF1-9DD5-B205-6CF4-90E1F1ACB3D9}"/>
              </a:ext>
            </a:extLst>
          </p:cNvPr>
          <p:cNvSpPr>
            <a:spLocks noGrp="1"/>
          </p:cNvSpPr>
          <p:nvPr>
            <p:ph idx="13"/>
          </p:nvPr>
        </p:nvSpPr>
        <p:spPr/>
        <p:txBody>
          <a:bodyPr>
            <a:normAutofit fontScale="92500" lnSpcReduction="10000"/>
          </a:bodyPr>
          <a:lstStyle/>
          <a:p>
            <a:r>
              <a:rPr lang="en-US" dirty="0"/>
              <a:t>Encapsulate the operational logic in a “Visitor” class</a:t>
            </a:r>
          </a:p>
          <a:p>
            <a:r>
              <a:rPr lang="en-US" dirty="0"/>
              <a:t>Abstract visitor class provides concrete implementation for the </a:t>
            </a:r>
            <a:r>
              <a:rPr lang="en-US" dirty="0">
                <a:latin typeface="Consolas" panose="020B0609020204030204" pitchFamily="49" charset="0"/>
              </a:rPr>
              <a:t>visit</a:t>
            </a:r>
            <a:r>
              <a:rPr lang="en-US" dirty="0"/>
              <a:t> method for </a:t>
            </a:r>
            <a:r>
              <a:rPr lang="en-US" dirty="0" err="1">
                <a:latin typeface="Consolas" panose="020B0609020204030204" pitchFamily="49" charset="0"/>
                <a:cs typeface="Consolas" panose="020B0609020204030204" pitchFamily="49" charset="0"/>
              </a:rPr>
              <a:t>CompoundShape</a:t>
            </a:r>
            <a:endParaRPr lang="en-US" dirty="0">
              <a:latin typeface="Consolas" panose="020B0609020204030204" pitchFamily="49" charset="0"/>
              <a:cs typeface="Consolas" panose="020B0609020204030204" pitchFamily="49" charset="0"/>
            </a:endParaRPr>
          </a:p>
          <a:p>
            <a:r>
              <a:rPr lang="en-US" dirty="0"/>
              <a:t>Concrete subclasses will override </a:t>
            </a:r>
            <a:r>
              <a:rPr lang="en-US" dirty="0">
                <a:latin typeface="Consolas" panose="020B0609020204030204" pitchFamily="49" charset="0"/>
                <a:cs typeface="Consolas" panose="020B0609020204030204" pitchFamily="49" charset="0"/>
              </a:rPr>
              <a:t>visit</a:t>
            </a:r>
            <a:r>
              <a:rPr lang="en-US" dirty="0"/>
              <a:t> method with translation, scaling, rotation logic</a:t>
            </a:r>
          </a:p>
          <a:p>
            <a:r>
              <a:rPr lang="en-US" dirty="0">
                <a:latin typeface="Consolas" panose="020B0609020204030204" pitchFamily="49" charset="0"/>
                <a:cs typeface="Consolas" panose="020B0609020204030204" pitchFamily="49" charset="0"/>
              </a:rPr>
              <a:t>accept</a:t>
            </a:r>
            <a:r>
              <a:rPr lang="en-US" dirty="0"/>
              <a:t> method is the glue that holds it all together</a:t>
            </a:r>
          </a:p>
        </p:txBody>
      </p:sp>
      <p:sp>
        <p:nvSpPr>
          <p:cNvPr id="2" name="Rectangle 1">
            <a:extLst>
              <a:ext uri="{FF2B5EF4-FFF2-40B4-BE49-F238E27FC236}">
                <a16:creationId xmlns:a16="http://schemas.microsoft.com/office/drawing/2014/main" id="{10EE4D3A-73AF-37AB-3C4F-4A7600490C7C}"/>
              </a:ext>
            </a:extLst>
          </p:cNvPr>
          <p:cNvSpPr/>
          <p:nvPr/>
        </p:nvSpPr>
        <p:spPr>
          <a:xfrm>
            <a:off x="7823199" y="2291644"/>
            <a:ext cx="2596445" cy="349957"/>
          </a:xfrm>
          <a:prstGeom prst="rect">
            <a:avLst/>
          </a:prstGeom>
          <a:noFill/>
          <a:ln w="254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11864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98C1E732-16BB-5FC8-2E59-E48E7427C2CD}"/>
              </a:ext>
            </a:extLst>
          </p:cNvPr>
          <p:cNvSpPr>
            <a:spLocks noGrp="1"/>
          </p:cNvSpPr>
          <p:nvPr>
            <p:ph idx="1"/>
          </p:nvPr>
        </p:nvSpPr>
        <p:spPr/>
        <p:txBody>
          <a:bodyPr/>
          <a:lstStyle/>
          <a:p>
            <a:endParaRPr lang="en-US" dirty="0"/>
          </a:p>
        </p:txBody>
      </p:sp>
      <p:sp>
        <p:nvSpPr>
          <p:cNvPr id="5" name="Title 4">
            <a:extLst>
              <a:ext uri="{FF2B5EF4-FFF2-40B4-BE49-F238E27FC236}">
                <a16:creationId xmlns:a16="http://schemas.microsoft.com/office/drawing/2014/main" id="{DC3E6913-A957-5458-A364-A467B6586D09}"/>
              </a:ext>
            </a:extLst>
          </p:cNvPr>
          <p:cNvSpPr>
            <a:spLocks noGrp="1"/>
          </p:cNvSpPr>
          <p:nvPr>
            <p:ph type="title"/>
          </p:nvPr>
        </p:nvSpPr>
        <p:spPr/>
        <p:txBody>
          <a:bodyPr/>
          <a:lstStyle/>
          <a:p>
            <a:r>
              <a:rPr lang="en-US" dirty="0"/>
              <a:t>Visitor design pattern so far…</a:t>
            </a:r>
          </a:p>
        </p:txBody>
      </p:sp>
      <p:grpSp>
        <p:nvGrpSpPr>
          <p:cNvPr id="12" name="Group 11">
            <a:extLst>
              <a:ext uri="{FF2B5EF4-FFF2-40B4-BE49-F238E27FC236}">
                <a16:creationId xmlns:a16="http://schemas.microsoft.com/office/drawing/2014/main" id="{C2C52998-E30E-FDBF-8EDC-7A01415A8230}"/>
              </a:ext>
            </a:extLst>
          </p:cNvPr>
          <p:cNvGrpSpPr/>
          <p:nvPr/>
        </p:nvGrpSpPr>
        <p:grpSpPr>
          <a:xfrm>
            <a:off x="950024" y="854015"/>
            <a:ext cx="3016334" cy="2946090"/>
            <a:chOff x="902523" y="1710047"/>
            <a:chExt cx="3016334" cy="2946090"/>
          </a:xfrm>
        </p:grpSpPr>
        <p:sp>
          <p:nvSpPr>
            <p:cNvPr id="7" name="Rectangle 6">
              <a:extLst>
                <a:ext uri="{FF2B5EF4-FFF2-40B4-BE49-F238E27FC236}">
                  <a16:creationId xmlns:a16="http://schemas.microsoft.com/office/drawing/2014/main" id="{5EA75D65-37BA-167B-1F1D-FDD72B83A9E6}"/>
                </a:ext>
              </a:extLst>
            </p:cNvPr>
            <p:cNvSpPr/>
            <p:nvPr/>
          </p:nvSpPr>
          <p:spPr>
            <a:xfrm>
              <a:off x="902525" y="1710047"/>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abstract class Visitor</a:t>
              </a:r>
            </a:p>
          </p:txBody>
        </p:sp>
        <p:sp>
          <p:nvSpPr>
            <p:cNvPr id="8" name="Rectangle 7">
              <a:extLst>
                <a:ext uri="{FF2B5EF4-FFF2-40B4-BE49-F238E27FC236}">
                  <a16:creationId xmlns:a16="http://schemas.microsoft.com/office/drawing/2014/main" id="{E56F8803-8020-041A-E267-3A15B6575EF8}"/>
                </a:ext>
              </a:extLst>
            </p:cNvPr>
            <p:cNvSpPr/>
            <p:nvPr/>
          </p:nvSpPr>
          <p:spPr>
            <a:xfrm>
              <a:off x="902524" y="2208810"/>
              <a:ext cx="3016333" cy="3325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visit(Circle c); </a:t>
              </a:r>
            </a:p>
          </p:txBody>
        </p:sp>
        <p:sp>
          <p:nvSpPr>
            <p:cNvPr id="10" name="Rectangle 9">
              <a:extLst>
                <a:ext uri="{FF2B5EF4-FFF2-40B4-BE49-F238E27FC236}">
                  <a16:creationId xmlns:a16="http://schemas.microsoft.com/office/drawing/2014/main" id="{C28BA9B3-4EC6-432B-3B26-F2D148BF7CB4}"/>
                </a:ext>
              </a:extLst>
            </p:cNvPr>
            <p:cNvSpPr/>
            <p:nvPr/>
          </p:nvSpPr>
          <p:spPr>
            <a:xfrm>
              <a:off x="902524" y="2541319"/>
              <a:ext cx="3016333" cy="3325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visit(Rectangle r); </a:t>
              </a:r>
            </a:p>
          </p:txBody>
        </p:sp>
        <p:sp>
          <p:nvSpPr>
            <p:cNvPr id="11" name="Rectangle 10">
              <a:extLst>
                <a:ext uri="{FF2B5EF4-FFF2-40B4-BE49-F238E27FC236}">
                  <a16:creationId xmlns:a16="http://schemas.microsoft.com/office/drawing/2014/main" id="{8508C0D0-CD3A-A91D-F7CB-6ABA9DADEF7B}"/>
                </a:ext>
              </a:extLst>
            </p:cNvPr>
            <p:cNvSpPr/>
            <p:nvPr/>
          </p:nvSpPr>
          <p:spPr>
            <a:xfrm>
              <a:off x="902523" y="2873829"/>
              <a:ext cx="3016333" cy="178230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visit(Compound c)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for (Shape s:   </a:t>
              </a:r>
            </a:p>
            <a:p>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latin typeface="Consolas" panose="020B0609020204030204" pitchFamily="49" charset="0"/>
                  <a:cs typeface="Consolas" panose="020B0609020204030204" pitchFamily="49" charset="0"/>
                </a:rPr>
                <a:t>c.getShapeList</a:t>
              </a:r>
              <a:r>
                <a:rPr lang="en-US" dirty="0">
                  <a:solidFill>
                    <a:schemeClr val="tx1"/>
                  </a:solidFill>
                  <a:latin typeface="Consolas" panose="020B0609020204030204" pitchFamily="49" charset="0"/>
                  <a:cs typeface="Consolas" panose="020B0609020204030204" pitchFamily="49" charset="0"/>
                </a:rPr>
                <a:t>()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latin typeface="Consolas" panose="020B0609020204030204" pitchFamily="49" charset="0"/>
                  <a:cs typeface="Consolas" panose="020B0609020204030204" pitchFamily="49" charset="0"/>
                </a:rPr>
                <a:t>s.accept</a:t>
              </a:r>
              <a:r>
                <a:rPr lang="en-US" dirty="0">
                  <a:solidFill>
                    <a:schemeClr val="tx1"/>
                  </a:solidFill>
                  <a:latin typeface="Consolas" panose="020B0609020204030204" pitchFamily="49" charset="0"/>
                  <a:cs typeface="Consolas" panose="020B0609020204030204" pitchFamily="49" charset="0"/>
                </a:rPr>
                <a:t>(this);</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p>
          </p:txBody>
        </p:sp>
      </p:grpSp>
    </p:spTree>
    <p:extLst>
      <p:ext uri="{BB962C8B-B14F-4D97-AF65-F5344CB8AC3E}">
        <p14:creationId xmlns:p14="http://schemas.microsoft.com/office/powerpoint/2010/main" val="3336861465"/>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4748D68B-519D-ECB9-8307-CB4702203C8C}"/>
              </a:ext>
            </a:extLst>
          </p:cNvPr>
          <p:cNvSpPr>
            <a:spLocks noGrp="1"/>
          </p:cNvSpPr>
          <p:nvPr>
            <p:ph idx="1"/>
          </p:nvPr>
        </p:nvSpPr>
        <p:spPr/>
        <p:txBody>
          <a:bodyPr/>
          <a:lstStyle/>
          <a:p>
            <a:r>
              <a:rPr lang="en-US" dirty="0"/>
              <a:t>abstract class Shape {</a:t>
            </a:r>
          </a:p>
          <a:p>
            <a:r>
              <a:rPr lang="en-US" dirty="0"/>
              <a:t>	abstract void accept(Visitor visitor);</a:t>
            </a:r>
          </a:p>
          <a:p>
            <a:r>
              <a:rPr lang="en-US" dirty="0"/>
              <a:t>}</a:t>
            </a:r>
            <a:br>
              <a:rPr lang="en-US" dirty="0"/>
            </a:br>
            <a:br>
              <a:rPr lang="en-US" dirty="0"/>
            </a:br>
            <a:r>
              <a:rPr lang="en-US" dirty="0"/>
              <a:t>class Circle extends Shape {</a:t>
            </a:r>
          </a:p>
          <a:p>
            <a:r>
              <a:rPr lang="en-US" dirty="0"/>
              <a:t>	/// … fields and getters/setters</a:t>
            </a:r>
          </a:p>
          <a:p>
            <a:r>
              <a:rPr lang="en-US" dirty="0"/>
              <a:t>	void accept(Visitor visitor) {</a:t>
            </a:r>
            <a:br>
              <a:rPr lang="en-US" dirty="0"/>
            </a:br>
            <a:r>
              <a:rPr lang="en-US" dirty="0"/>
              <a:t>		</a:t>
            </a:r>
            <a:r>
              <a:rPr lang="en-US" dirty="0" err="1"/>
              <a:t>visitor.visit</a:t>
            </a:r>
            <a:r>
              <a:rPr lang="en-US" dirty="0"/>
              <a:t>(this);</a:t>
            </a:r>
          </a:p>
          <a:p>
            <a:r>
              <a:rPr lang="en-US" dirty="0"/>
              <a:t>	}</a:t>
            </a:r>
          </a:p>
          <a:p>
            <a:r>
              <a:rPr lang="en-US" dirty="0"/>
              <a:t>}</a:t>
            </a:r>
          </a:p>
          <a:p>
            <a:endParaRPr lang="en-US" dirty="0"/>
          </a:p>
          <a:p>
            <a:r>
              <a:rPr lang="en-US" dirty="0"/>
              <a:t>class Rectangle extends Shape {</a:t>
            </a:r>
          </a:p>
          <a:p>
            <a:r>
              <a:rPr lang="en-US" dirty="0"/>
              <a:t>	/// … </a:t>
            </a:r>
          </a:p>
          <a:p>
            <a:r>
              <a:rPr lang="en-US" dirty="0"/>
              <a:t>	void accept(Visitor visitor) {</a:t>
            </a:r>
            <a:br>
              <a:rPr lang="en-US" dirty="0"/>
            </a:br>
            <a:r>
              <a:rPr lang="en-US" dirty="0"/>
              <a:t>		</a:t>
            </a:r>
            <a:r>
              <a:rPr lang="en-US" dirty="0" err="1"/>
              <a:t>visitor.visit</a:t>
            </a:r>
            <a:r>
              <a:rPr lang="en-US" dirty="0"/>
              <a:t>(this);</a:t>
            </a:r>
          </a:p>
          <a:p>
            <a:r>
              <a:rPr lang="en-US" dirty="0"/>
              <a:t>	}</a:t>
            </a:r>
          </a:p>
          <a:p>
            <a:r>
              <a:rPr lang="en-US" dirty="0"/>
              <a:t>}</a:t>
            </a:r>
          </a:p>
        </p:txBody>
      </p:sp>
      <p:sp>
        <p:nvSpPr>
          <p:cNvPr id="4" name="Title 3">
            <a:extLst>
              <a:ext uri="{FF2B5EF4-FFF2-40B4-BE49-F238E27FC236}">
                <a16:creationId xmlns:a16="http://schemas.microsoft.com/office/drawing/2014/main" id="{C63ECD28-7076-12F4-F5C0-AA1AB1A94B35}"/>
              </a:ext>
            </a:extLst>
          </p:cNvPr>
          <p:cNvSpPr>
            <a:spLocks noGrp="1"/>
          </p:cNvSpPr>
          <p:nvPr>
            <p:ph type="title"/>
          </p:nvPr>
        </p:nvSpPr>
        <p:spPr/>
        <p:txBody>
          <a:bodyPr/>
          <a:lstStyle/>
          <a:p>
            <a:r>
              <a:rPr lang="en-US" dirty="0"/>
              <a:t>Visitor design pattern</a:t>
            </a:r>
          </a:p>
        </p:txBody>
      </p:sp>
      <p:sp>
        <p:nvSpPr>
          <p:cNvPr id="6" name="Content Placeholder 5">
            <a:extLst>
              <a:ext uri="{FF2B5EF4-FFF2-40B4-BE49-F238E27FC236}">
                <a16:creationId xmlns:a16="http://schemas.microsoft.com/office/drawing/2014/main" id="{554E8AD2-22BB-0899-733D-4BEC8DFEBEAC}"/>
              </a:ext>
            </a:extLst>
          </p:cNvPr>
          <p:cNvSpPr>
            <a:spLocks noGrp="1"/>
          </p:cNvSpPr>
          <p:nvPr>
            <p:ph idx="13"/>
          </p:nvPr>
        </p:nvSpPr>
        <p:spPr/>
        <p:txBody>
          <a:bodyPr>
            <a:normAutofit/>
          </a:bodyPr>
          <a:lstStyle/>
          <a:p>
            <a:r>
              <a:rPr lang="en-US" dirty="0"/>
              <a:t>Create abstract </a:t>
            </a:r>
            <a:r>
              <a:rPr lang="en-US" dirty="0">
                <a:latin typeface="Consolas" panose="020B0609020204030204" pitchFamily="49" charset="0"/>
                <a:cs typeface="Consolas" panose="020B0609020204030204" pitchFamily="49" charset="0"/>
              </a:rPr>
              <a:t>accept</a:t>
            </a:r>
            <a:r>
              <a:rPr lang="en-US" dirty="0"/>
              <a:t> method in parent </a:t>
            </a:r>
            <a:r>
              <a:rPr lang="en-US" dirty="0">
                <a:latin typeface="Consolas" panose="020B0609020204030204" pitchFamily="49" charset="0"/>
                <a:cs typeface="Consolas" panose="020B0609020204030204" pitchFamily="49" charset="0"/>
              </a:rPr>
              <a:t>Shape</a:t>
            </a:r>
            <a:r>
              <a:rPr lang="en-US" dirty="0"/>
              <a:t> class and create concrete implementations in subclasses</a:t>
            </a:r>
          </a:p>
          <a:p>
            <a:r>
              <a:rPr lang="en-US" dirty="0"/>
              <a:t>The </a:t>
            </a:r>
            <a:r>
              <a:rPr lang="en-US" dirty="0">
                <a:latin typeface="Consolas" panose="020B0609020204030204" pitchFamily="49" charset="0"/>
              </a:rPr>
              <a:t>accept</a:t>
            </a:r>
            <a:r>
              <a:rPr lang="en-US" dirty="0"/>
              <a:t> method invokes the visitor passed as method argument</a:t>
            </a:r>
          </a:p>
          <a:p>
            <a:pPr lvl="1"/>
            <a:r>
              <a:rPr lang="en-US" dirty="0"/>
              <a:t>And passes the </a:t>
            </a:r>
            <a:r>
              <a:rPr lang="en-US" dirty="0">
                <a:latin typeface="Consolas" panose="020B0609020204030204" pitchFamily="49" charset="0"/>
                <a:cs typeface="Consolas" panose="020B0609020204030204" pitchFamily="49" charset="0"/>
              </a:rPr>
              <a:t>this</a:t>
            </a:r>
            <a:r>
              <a:rPr lang="en-US" dirty="0"/>
              <a:t> reference to it</a:t>
            </a:r>
          </a:p>
          <a:p>
            <a:pPr marL="0" indent="0">
              <a:buNone/>
            </a:pPr>
            <a:endParaRPr lang="en-US" dirty="0"/>
          </a:p>
        </p:txBody>
      </p:sp>
      <p:sp>
        <p:nvSpPr>
          <p:cNvPr id="7" name="Rectangle 6">
            <a:extLst>
              <a:ext uri="{FF2B5EF4-FFF2-40B4-BE49-F238E27FC236}">
                <a16:creationId xmlns:a16="http://schemas.microsoft.com/office/drawing/2014/main" id="{12641047-92A1-784A-16F9-BC0E643D96F7}"/>
              </a:ext>
            </a:extLst>
          </p:cNvPr>
          <p:cNvSpPr/>
          <p:nvPr/>
        </p:nvSpPr>
        <p:spPr>
          <a:xfrm>
            <a:off x="6096000" y="742195"/>
            <a:ext cx="5871110" cy="962526"/>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
        <p:nvSpPr>
          <p:cNvPr id="8" name="Rectangle 7">
            <a:extLst>
              <a:ext uri="{FF2B5EF4-FFF2-40B4-BE49-F238E27FC236}">
                <a16:creationId xmlns:a16="http://schemas.microsoft.com/office/drawing/2014/main" id="{F6B3B14F-27B8-730F-BFF3-0750A65414EE}"/>
              </a:ext>
            </a:extLst>
          </p:cNvPr>
          <p:cNvSpPr/>
          <p:nvPr/>
        </p:nvSpPr>
        <p:spPr>
          <a:xfrm>
            <a:off x="6096000" y="1780921"/>
            <a:ext cx="5871110" cy="3479848"/>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Tree>
    <p:extLst>
      <p:ext uri="{BB962C8B-B14F-4D97-AF65-F5344CB8AC3E}">
        <p14:creationId xmlns:p14="http://schemas.microsoft.com/office/powerpoint/2010/main" val="42131321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DE3506-C4C2-E8C4-2469-B226022D526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EBABB31-AA27-AA84-30A8-58F09852E763}"/>
              </a:ext>
            </a:extLst>
          </p:cNvPr>
          <p:cNvSpPr>
            <a:spLocks noGrp="1"/>
          </p:cNvSpPr>
          <p:nvPr>
            <p:ph type="title"/>
          </p:nvPr>
        </p:nvSpPr>
        <p:spPr/>
        <p:txBody>
          <a:bodyPr/>
          <a:lstStyle/>
          <a:p>
            <a:r>
              <a:rPr lang="en-US" dirty="0"/>
              <a:t>Visitor design pattern so far…</a:t>
            </a:r>
          </a:p>
        </p:txBody>
      </p:sp>
      <p:grpSp>
        <p:nvGrpSpPr>
          <p:cNvPr id="4" name="Group 3">
            <a:extLst>
              <a:ext uri="{FF2B5EF4-FFF2-40B4-BE49-F238E27FC236}">
                <a16:creationId xmlns:a16="http://schemas.microsoft.com/office/drawing/2014/main" id="{694DA7F7-45DB-9382-BC6C-D9BAC7A49481}"/>
              </a:ext>
            </a:extLst>
          </p:cNvPr>
          <p:cNvGrpSpPr/>
          <p:nvPr/>
        </p:nvGrpSpPr>
        <p:grpSpPr>
          <a:xfrm>
            <a:off x="213754" y="829255"/>
            <a:ext cx="3016334" cy="2946090"/>
            <a:chOff x="902523" y="1710047"/>
            <a:chExt cx="3016334" cy="2946090"/>
          </a:xfrm>
        </p:grpSpPr>
        <p:sp>
          <p:nvSpPr>
            <p:cNvPr id="9" name="Rectangle 8">
              <a:extLst>
                <a:ext uri="{FF2B5EF4-FFF2-40B4-BE49-F238E27FC236}">
                  <a16:creationId xmlns:a16="http://schemas.microsoft.com/office/drawing/2014/main" id="{BB769AFF-9799-9E9E-5B12-E90B41CB8B91}"/>
                </a:ext>
              </a:extLst>
            </p:cNvPr>
            <p:cNvSpPr/>
            <p:nvPr/>
          </p:nvSpPr>
          <p:spPr>
            <a:xfrm>
              <a:off x="902525" y="1710047"/>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abstract class Visitor</a:t>
              </a:r>
            </a:p>
          </p:txBody>
        </p:sp>
        <p:sp>
          <p:nvSpPr>
            <p:cNvPr id="12" name="Rectangle 11">
              <a:extLst>
                <a:ext uri="{FF2B5EF4-FFF2-40B4-BE49-F238E27FC236}">
                  <a16:creationId xmlns:a16="http://schemas.microsoft.com/office/drawing/2014/main" id="{F6F3601A-D166-52A8-E59E-89C4B9DDB46C}"/>
                </a:ext>
              </a:extLst>
            </p:cNvPr>
            <p:cNvSpPr/>
            <p:nvPr/>
          </p:nvSpPr>
          <p:spPr>
            <a:xfrm>
              <a:off x="902524" y="2208810"/>
              <a:ext cx="3016333" cy="3325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visit(Circle c); </a:t>
              </a:r>
            </a:p>
          </p:txBody>
        </p:sp>
        <p:sp>
          <p:nvSpPr>
            <p:cNvPr id="13" name="Rectangle 12">
              <a:extLst>
                <a:ext uri="{FF2B5EF4-FFF2-40B4-BE49-F238E27FC236}">
                  <a16:creationId xmlns:a16="http://schemas.microsoft.com/office/drawing/2014/main" id="{CF7E05F0-CB4F-EE2F-DE59-C59A7017E65E}"/>
                </a:ext>
              </a:extLst>
            </p:cNvPr>
            <p:cNvSpPr/>
            <p:nvPr/>
          </p:nvSpPr>
          <p:spPr>
            <a:xfrm>
              <a:off x="902524" y="2541319"/>
              <a:ext cx="3016333" cy="3325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visit(Rectangle r); </a:t>
              </a:r>
            </a:p>
          </p:txBody>
        </p:sp>
        <p:sp>
          <p:nvSpPr>
            <p:cNvPr id="14" name="Rectangle 13">
              <a:extLst>
                <a:ext uri="{FF2B5EF4-FFF2-40B4-BE49-F238E27FC236}">
                  <a16:creationId xmlns:a16="http://schemas.microsoft.com/office/drawing/2014/main" id="{6F39414D-0B1B-774F-1E48-7187AD29167D}"/>
                </a:ext>
              </a:extLst>
            </p:cNvPr>
            <p:cNvSpPr/>
            <p:nvPr/>
          </p:nvSpPr>
          <p:spPr>
            <a:xfrm>
              <a:off x="902523" y="2873829"/>
              <a:ext cx="3016333" cy="178230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visit(Compound c)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for (Shape s:   </a:t>
              </a:r>
            </a:p>
            <a:p>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latin typeface="Consolas" panose="020B0609020204030204" pitchFamily="49" charset="0"/>
                  <a:cs typeface="Consolas" panose="020B0609020204030204" pitchFamily="49" charset="0"/>
                </a:rPr>
                <a:t>c.getShapeList</a:t>
              </a:r>
              <a:r>
                <a:rPr lang="en-US" dirty="0">
                  <a:solidFill>
                    <a:schemeClr val="tx1"/>
                  </a:solidFill>
                  <a:latin typeface="Consolas" panose="020B0609020204030204" pitchFamily="49" charset="0"/>
                  <a:cs typeface="Consolas" panose="020B0609020204030204" pitchFamily="49" charset="0"/>
                </a:rPr>
                <a:t>()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latin typeface="Consolas" panose="020B0609020204030204" pitchFamily="49" charset="0"/>
                  <a:cs typeface="Consolas" panose="020B0609020204030204" pitchFamily="49" charset="0"/>
                </a:rPr>
                <a:t>s.accept</a:t>
              </a:r>
              <a:r>
                <a:rPr lang="en-US" dirty="0">
                  <a:solidFill>
                    <a:schemeClr val="tx1"/>
                  </a:solidFill>
                  <a:latin typeface="Consolas" panose="020B0609020204030204" pitchFamily="49" charset="0"/>
                  <a:cs typeface="Consolas" panose="020B0609020204030204" pitchFamily="49" charset="0"/>
                </a:rPr>
                <a:t>(this);</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p>
          </p:txBody>
        </p:sp>
      </p:grpSp>
      <p:grpSp>
        <p:nvGrpSpPr>
          <p:cNvPr id="16" name="Group 15">
            <a:extLst>
              <a:ext uri="{FF2B5EF4-FFF2-40B4-BE49-F238E27FC236}">
                <a16:creationId xmlns:a16="http://schemas.microsoft.com/office/drawing/2014/main" id="{CB8835E9-9B85-05E3-DB13-06F69832CE5D}"/>
              </a:ext>
            </a:extLst>
          </p:cNvPr>
          <p:cNvGrpSpPr/>
          <p:nvPr/>
        </p:nvGrpSpPr>
        <p:grpSpPr>
          <a:xfrm>
            <a:off x="5005449" y="1281002"/>
            <a:ext cx="3016333" cy="928399"/>
            <a:chOff x="5650674" y="1292287"/>
            <a:chExt cx="3016333" cy="928399"/>
          </a:xfrm>
        </p:grpSpPr>
        <p:sp>
          <p:nvSpPr>
            <p:cNvPr id="2" name="Rectangle 1">
              <a:extLst>
                <a:ext uri="{FF2B5EF4-FFF2-40B4-BE49-F238E27FC236}">
                  <a16:creationId xmlns:a16="http://schemas.microsoft.com/office/drawing/2014/main" id="{29F54B63-52B4-C51D-0EEE-2923A98F42F6}"/>
                </a:ext>
              </a:extLst>
            </p:cNvPr>
            <p:cNvSpPr/>
            <p:nvPr/>
          </p:nvSpPr>
          <p:spPr>
            <a:xfrm>
              <a:off x="5650674" y="1292287"/>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abstract class Shape</a:t>
              </a:r>
            </a:p>
          </p:txBody>
        </p:sp>
        <p:sp>
          <p:nvSpPr>
            <p:cNvPr id="15" name="Rectangle 14">
              <a:extLst>
                <a:ext uri="{FF2B5EF4-FFF2-40B4-BE49-F238E27FC236}">
                  <a16:creationId xmlns:a16="http://schemas.microsoft.com/office/drawing/2014/main" id="{871E345B-C9DB-B935-BB76-D759F790836E}"/>
                </a:ext>
              </a:extLst>
            </p:cNvPr>
            <p:cNvSpPr/>
            <p:nvPr/>
          </p:nvSpPr>
          <p:spPr>
            <a:xfrm>
              <a:off x="5650674" y="1805352"/>
              <a:ext cx="3016333" cy="4153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accept(Visitor v);</a:t>
              </a:r>
            </a:p>
          </p:txBody>
        </p:sp>
      </p:grpSp>
      <p:grpSp>
        <p:nvGrpSpPr>
          <p:cNvPr id="17" name="Group 16">
            <a:extLst>
              <a:ext uri="{FF2B5EF4-FFF2-40B4-BE49-F238E27FC236}">
                <a16:creationId xmlns:a16="http://schemas.microsoft.com/office/drawing/2014/main" id="{BBB0ACB4-54CA-F28A-DA3C-21FD5B11CD5B}"/>
              </a:ext>
            </a:extLst>
          </p:cNvPr>
          <p:cNvGrpSpPr/>
          <p:nvPr/>
        </p:nvGrpSpPr>
        <p:grpSpPr>
          <a:xfrm>
            <a:off x="3455718" y="2593035"/>
            <a:ext cx="2640282" cy="1391431"/>
            <a:chOff x="5650674" y="829255"/>
            <a:chExt cx="3016333" cy="1391431"/>
          </a:xfrm>
        </p:grpSpPr>
        <p:sp>
          <p:nvSpPr>
            <p:cNvPr id="18" name="Rectangle 17">
              <a:extLst>
                <a:ext uri="{FF2B5EF4-FFF2-40B4-BE49-F238E27FC236}">
                  <a16:creationId xmlns:a16="http://schemas.microsoft.com/office/drawing/2014/main" id="{3604FA3E-CC84-DAEA-E549-97B05F018E99}"/>
                </a:ext>
              </a:extLst>
            </p:cNvPr>
            <p:cNvSpPr/>
            <p:nvPr/>
          </p:nvSpPr>
          <p:spPr>
            <a:xfrm>
              <a:off x="5650675" y="829255"/>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class Circle</a:t>
              </a:r>
            </a:p>
          </p:txBody>
        </p:sp>
        <p:sp>
          <p:nvSpPr>
            <p:cNvPr id="19" name="Rectangle 18">
              <a:extLst>
                <a:ext uri="{FF2B5EF4-FFF2-40B4-BE49-F238E27FC236}">
                  <a16:creationId xmlns:a16="http://schemas.microsoft.com/office/drawing/2014/main" id="{B4767447-C522-52C3-4DEC-989453E5B88C}"/>
                </a:ext>
              </a:extLst>
            </p:cNvPr>
            <p:cNvSpPr/>
            <p:nvPr/>
          </p:nvSpPr>
          <p:spPr>
            <a:xfrm>
              <a:off x="5650674" y="1328018"/>
              <a:ext cx="3016333" cy="8926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accept(Visitor v)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latin typeface="Consolas" panose="020B0609020204030204" pitchFamily="49" charset="0"/>
                  <a:cs typeface="Consolas" panose="020B0609020204030204" pitchFamily="49" charset="0"/>
                </a:rPr>
                <a:t>v.visit</a:t>
              </a:r>
              <a:r>
                <a:rPr lang="en-US" dirty="0">
                  <a:solidFill>
                    <a:schemeClr val="tx1"/>
                  </a:solidFill>
                  <a:latin typeface="Consolas" panose="020B0609020204030204" pitchFamily="49" charset="0"/>
                  <a:cs typeface="Consolas" panose="020B0609020204030204" pitchFamily="49" charset="0"/>
                </a:rPr>
                <a:t>(this);</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p>
          </p:txBody>
        </p:sp>
      </p:grpSp>
      <p:grpSp>
        <p:nvGrpSpPr>
          <p:cNvPr id="21" name="Group 20">
            <a:extLst>
              <a:ext uri="{FF2B5EF4-FFF2-40B4-BE49-F238E27FC236}">
                <a16:creationId xmlns:a16="http://schemas.microsoft.com/office/drawing/2014/main" id="{64B8E8A9-051A-1526-4BB2-2877B1D68ABB}"/>
              </a:ext>
            </a:extLst>
          </p:cNvPr>
          <p:cNvGrpSpPr/>
          <p:nvPr/>
        </p:nvGrpSpPr>
        <p:grpSpPr>
          <a:xfrm>
            <a:off x="6350945" y="2593035"/>
            <a:ext cx="2640281" cy="1391431"/>
            <a:chOff x="5650674" y="829255"/>
            <a:chExt cx="3016333" cy="1391431"/>
          </a:xfrm>
        </p:grpSpPr>
        <p:sp>
          <p:nvSpPr>
            <p:cNvPr id="22" name="Rectangle 21">
              <a:extLst>
                <a:ext uri="{FF2B5EF4-FFF2-40B4-BE49-F238E27FC236}">
                  <a16:creationId xmlns:a16="http://schemas.microsoft.com/office/drawing/2014/main" id="{333A7CFC-1B5D-545B-D93E-2BE8DCDBD749}"/>
                </a:ext>
              </a:extLst>
            </p:cNvPr>
            <p:cNvSpPr/>
            <p:nvPr/>
          </p:nvSpPr>
          <p:spPr>
            <a:xfrm>
              <a:off x="5650675" y="829255"/>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class Rectangle</a:t>
              </a:r>
            </a:p>
          </p:txBody>
        </p:sp>
        <p:sp>
          <p:nvSpPr>
            <p:cNvPr id="23" name="Rectangle 22">
              <a:extLst>
                <a:ext uri="{FF2B5EF4-FFF2-40B4-BE49-F238E27FC236}">
                  <a16:creationId xmlns:a16="http://schemas.microsoft.com/office/drawing/2014/main" id="{C5D874AE-9FA6-AEAE-541A-7D69C4F913FD}"/>
                </a:ext>
              </a:extLst>
            </p:cNvPr>
            <p:cNvSpPr/>
            <p:nvPr/>
          </p:nvSpPr>
          <p:spPr>
            <a:xfrm>
              <a:off x="5650674" y="1328018"/>
              <a:ext cx="3016333" cy="8926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accept(Visitor v)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latin typeface="Consolas" panose="020B0609020204030204" pitchFamily="49" charset="0"/>
                  <a:cs typeface="Consolas" panose="020B0609020204030204" pitchFamily="49" charset="0"/>
                </a:rPr>
                <a:t>v.visit</a:t>
              </a:r>
              <a:r>
                <a:rPr lang="en-US" dirty="0">
                  <a:solidFill>
                    <a:schemeClr val="tx1"/>
                  </a:solidFill>
                  <a:latin typeface="Consolas" panose="020B0609020204030204" pitchFamily="49" charset="0"/>
                  <a:cs typeface="Consolas" panose="020B0609020204030204" pitchFamily="49" charset="0"/>
                </a:rPr>
                <a:t>(this);</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p>
          </p:txBody>
        </p:sp>
      </p:grpSp>
      <p:grpSp>
        <p:nvGrpSpPr>
          <p:cNvPr id="24" name="Group 23">
            <a:extLst>
              <a:ext uri="{FF2B5EF4-FFF2-40B4-BE49-F238E27FC236}">
                <a16:creationId xmlns:a16="http://schemas.microsoft.com/office/drawing/2014/main" id="{7A381AD2-9233-56E4-7080-CF90C025A0EC}"/>
              </a:ext>
            </a:extLst>
          </p:cNvPr>
          <p:cNvGrpSpPr/>
          <p:nvPr/>
        </p:nvGrpSpPr>
        <p:grpSpPr>
          <a:xfrm>
            <a:off x="9337965" y="2593035"/>
            <a:ext cx="2640281" cy="1391431"/>
            <a:chOff x="5650674" y="829255"/>
            <a:chExt cx="3016333" cy="1391431"/>
          </a:xfrm>
        </p:grpSpPr>
        <p:sp>
          <p:nvSpPr>
            <p:cNvPr id="25" name="Rectangle 24">
              <a:extLst>
                <a:ext uri="{FF2B5EF4-FFF2-40B4-BE49-F238E27FC236}">
                  <a16:creationId xmlns:a16="http://schemas.microsoft.com/office/drawing/2014/main" id="{CAB9640D-4952-9B51-5109-6BDEDA2FBE38}"/>
                </a:ext>
              </a:extLst>
            </p:cNvPr>
            <p:cNvSpPr/>
            <p:nvPr/>
          </p:nvSpPr>
          <p:spPr>
            <a:xfrm>
              <a:off x="5650675" y="829255"/>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class </a:t>
              </a:r>
              <a:r>
                <a:rPr lang="en-US" dirty="0" err="1">
                  <a:latin typeface="Consolas" panose="020B0609020204030204" pitchFamily="49" charset="0"/>
                  <a:cs typeface="Consolas" panose="020B0609020204030204" pitchFamily="49" charset="0"/>
                </a:rPr>
                <a:t>CompoundShape</a:t>
              </a:r>
              <a:endParaRPr lang="en-US" dirty="0">
                <a:latin typeface="Consolas" panose="020B0609020204030204" pitchFamily="49" charset="0"/>
                <a:cs typeface="Consolas" panose="020B0609020204030204" pitchFamily="49" charset="0"/>
              </a:endParaRPr>
            </a:p>
          </p:txBody>
        </p:sp>
        <p:sp>
          <p:nvSpPr>
            <p:cNvPr id="26" name="Rectangle 25">
              <a:extLst>
                <a:ext uri="{FF2B5EF4-FFF2-40B4-BE49-F238E27FC236}">
                  <a16:creationId xmlns:a16="http://schemas.microsoft.com/office/drawing/2014/main" id="{7556C533-B643-5F22-B3C3-4E5D4B17BCB8}"/>
                </a:ext>
              </a:extLst>
            </p:cNvPr>
            <p:cNvSpPr/>
            <p:nvPr/>
          </p:nvSpPr>
          <p:spPr>
            <a:xfrm>
              <a:off x="5650674" y="1328018"/>
              <a:ext cx="3016333" cy="8926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accept(Visitor v)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latin typeface="Consolas" panose="020B0609020204030204" pitchFamily="49" charset="0"/>
                  <a:cs typeface="Consolas" panose="020B0609020204030204" pitchFamily="49" charset="0"/>
                </a:rPr>
                <a:t>v.visit</a:t>
              </a:r>
              <a:r>
                <a:rPr lang="en-US" dirty="0">
                  <a:solidFill>
                    <a:schemeClr val="tx1"/>
                  </a:solidFill>
                  <a:latin typeface="Consolas" panose="020B0609020204030204" pitchFamily="49" charset="0"/>
                  <a:cs typeface="Consolas" panose="020B0609020204030204" pitchFamily="49" charset="0"/>
                </a:rPr>
                <a:t>(this);</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p>
          </p:txBody>
        </p:sp>
      </p:grpSp>
      <p:cxnSp>
        <p:nvCxnSpPr>
          <p:cNvPr id="28" name="Straight Arrow Connector 27">
            <a:extLst>
              <a:ext uri="{FF2B5EF4-FFF2-40B4-BE49-F238E27FC236}">
                <a16:creationId xmlns:a16="http://schemas.microsoft.com/office/drawing/2014/main" id="{B009BDE5-AFDC-F4D5-BBC6-C75A60A412B1}"/>
              </a:ext>
            </a:extLst>
          </p:cNvPr>
          <p:cNvCxnSpPr>
            <a:cxnSpLocks/>
            <a:stCxn id="15" idx="2"/>
            <a:endCxn id="18" idx="0"/>
          </p:cNvCxnSpPr>
          <p:nvPr/>
        </p:nvCxnSpPr>
        <p:spPr>
          <a:xfrm flipH="1">
            <a:off x="4775860" y="2209401"/>
            <a:ext cx="1737756" cy="3836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 name="Straight Arrow Connector 28">
            <a:extLst>
              <a:ext uri="{FF2B5EF4-FFF2-40B4-BE49-F238E27FC236}">
                <a16:creationId xmlns:a16="http://schemas.microsoft.com/office/drawing/2014/main" id="{7A0E72D9-CB13-005C-AE57-F75A1F768107}"/>
              </a:ext>
            </a:extLst>
          </p:cNvPr>
          <p:cNvCxnSpPr>
            <a:cxnSpLocks/>
            <a:stCxn id="15" idx="2"/>
            <a:endCxn id="22" idx="0"/>
          </p:cNvCxnSpPr>
          <p:nvPr/>
        </p:nvCxnSpPr>
        <p:spPr>
          <a:xfrm>
            <a:off x="6513616" y="2209401"/>
            <a:ext cx="1157470" cy="3836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2" name="Straight Arrow Connector 31">
            <a:extLst>
              <a:ext uri="{FF2B5EF4-FFF2-40B4-BE49-F238E27FC236}">
                <a16:creationId xmlns:a16="http://schemas.microsoft.com/office/drawing/2014/main" id="{175CA73D-7EB3-7A05-E16B-FDA4D238E17B}"/>
              </a:ext>
            </a:extLst>
          </p:cNvPr>
          <p:cNvCxnSpPr>
            <a:cxnSpLocks/>
            <a:stCxn id="15" idx="2"/>
            <a:endCxn id="25" idx="0"/>
          </p:cNvCxnSpPr>
          <p:nvPr/>
        </p:nvCxnSpPr>
        <p:spPr>
          <a:xfrm>
            <a:off x="6513616" y="2209401"/>
            <a:ext cx="4144490" cy="3836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5" name="TextBox 34">
            <a:extLst>
              <a:ext uri="{FF2B5EF4-FFF2-40B4-BE49-F238E27FC236}">
                <a16:creationId xmlns:a16="http://schemas.microsoft.com/office/drawing/2014/main" id="{CA7138F7-B025-2AEE-321B-9DB24C55557C}"/>
              </a:ext>
            </a:extLst>
          </p:cNvPr>
          <p:cNvSpPr txBox="1"/>
          <p:nvPr/>
        </p:nvSpPr>
        <p:spPr>
          <a:xfrm>
            <a:off x="4386738" y="2209401"/>
            <a:ext cx="919995" cy="369332"/>
          </a:xfrm>
          <a:prstGeom prst="rect">
            <a:avLst/>
          </a:prstGeom>
          <a:noFill/>
        </p:spPr>
        <p:txBody>
          <a:bodyPr wrap="none" rtlCol="0">
            <a:spAutoFit/>
          </a:bodyPr>
          <a:lstStyle/>
          <a:p>
            <a:r>
              <a:rPr lang="en-US" dirty="0"/>
              <a:t>extends</a:t>
            </a:r>
          </a:p>
        </p:txBody>
      </p:sp>
      <p:sp>
        <p:nvSpPr>
          <p:cNvPr id="36" name="TextBox 35">
            <a:extLst>
              <a:ext uri="{FF2B5EF4-FFF2-40B4-BE49-F238E27FC236}">
                <a16:creationId xmlns:a16="http://schemas.microsoft.com/office/drawing/2014/main" id="{A6E796D8-8BA6-7E07-5F61-629C5DFBBF6B}"/>
              </a:ext>
            </a:extLst>
          </p:cNvPr>
          <p:cNvSpPr txBox="1"/>
          <p:nvPr/>
        </p:nvSpPr>
        <p:spPr>
          <a:xfrm>
            <a:off x="5926385" y="2245132"/>
            <a:ext cx="919995" cy="369332"/>
          </a:xfrm>
          <a:prstGeom prst="rect">
            <a:avLst/>
          </a:prstGeom>
          <a:noFill/>
        </p:spPr>
        <p:txBody>
          <a:bodyPr wrap="none" rtlCol="0">
            <a:spAutoFit/>
          </a:bodyPr>
          <a:lstStyle/>
          <a:p>
            <a:r>
              <a:rPr lang="en-US" dirty="0"/>
              <a:t>extends</a:t>
            </a:r>
          </a:p>
        </p:txBody>
      </p:sp>
      <p:sp>
        <p:nvSpPr>
          <p:cNvPr id="37" name="TextBox 36">
            <a:extLst>
              <a:ext uri="{FF2B5EF4-FFF2-40B4-BE49-F238E27FC236}">
                <a16:creationId xmlns:a16="http://schemas.microsoft.com/office/drawing/2014/main" id="{20C0075E-7D7D-3F16-D30B-608240A14D4C}"/>
              </a:ext>
            </a:extLst>
          </p:cNvPr>
          <p:cNvSpPr txBox="1"/>
          <p:nvPr/>
        </p:nvSpPr>
        <p:spPr>
          <a:xfrm>
            <a:off x="8857048" y="2102011"/>
            <a:ext cx="919995" cy="369332"/>
          </a:xfrm>
          <a:prstGeom prst="rect">
            <a:avLst/>
          </a:prstGeom>
          <a:noFill/>
        </p:spPr>
        <p:txBody>
          <a:bodyPr wrap="none" rtlCol="0">
            <a:spAutoFit/>
          </a:bodyPr>
          <a:lstStyle/>
          <a:p>
            <a:r>
              <a:rPr lang="en-US" dirty="0"/>
              <a:t>extends</a:t>
            </a:r>
          </a:p>
        </p:txBody>
      </p:sp>
    </p:spTree>
    <p:extLst>
      <p:ext uri="{BB962C8B-B14F-4D97-AF65-F5344CB8AC3E}">
        <p14:creationId xmlns:p14="http://schemas.microsoft.com/office/powerpoint/2010/main" val="9390984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36" grpId="0"/>
      <p:bldP spid="37" grpId="0"/>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D2AEA2-4418-2EA3-CA5D-CE36DAC879A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3E62FA1-9778-3B00-0D89-584628094B4D}"/>
              </a:ext>
            </a:extLst>
          </p:cNvPr>
          <p:cNvSpPr>
            <a:spLocks noGrp="1"/>
          </p:cNvSpPr>
          <p:nvPr>
            <p:ph type="title"/>
          </p:nvPr>
        </p:nvSpPr>
        <p:spPr/>
        <p:txBody>
          <a:bodyPr/>
          <a:lstStyle/>
          <a:p>
            <a:r>
              <a:rPr lang="en-US" dirty="0"/>
              <a:t>Visitor design pattern so far…</a:t>
            </a:r>
          </a:p>
        </p:txBody>
      </p:sp>
      <p:grpSp>
        <p:nvGrpSpPr>
          <p:cNvPr id="4" name="Group 3">
            <a:extLst>
              <a:ext uri="{FF2B5EF4-FFF2-40B4-BE49-F238E27FC236}">
                <a16:creationId xmlns:a16="http://schemas.microsoft.com/office/drawing/2014/main" id="{FE20959B-97AB-0C6D-DE07-F8FE83CEB41B}"/>
              </a:ext>
            </a:extLst>
          </p:cNvPr>
          <p:cNvGrpSpPr/>
          <p:nvPr/>
        </p:nvGrpSpPr>
        <p:grpSpPr>
          <a:xfrm>
            <a:off x="213754" y="829255"/>
            <a:ext cx="3016334" cy="2946090"/>
            <a:chOff x="902523" y="1710047"/>
            <a:chExt cx="3016334" cy="2946090"/>
          </a:xfrm>
        </p:grpSpPr>
        <p:sp>
          <p:nvSpPr>
            <p:cNvPr id="9" name="Rectangle 8">
              <a:extLst>
                <a:ext uri="{FF2B5EF4-FFF2-40B4-BE49-F238E27FC236}">
                  <a16:creationId xmlns:a16="http://schemas.microsoft.com/office/drawing/2014/main" id="{F9F91E86-4664-B010-8B37-C7154CF052B9}"/>
                </a:ext>
              </a:extLst>
            </p:cNvPr>
            <p:cNvSpPr/>
            <p:nvPr/>
          </p:nvSpPr>
          <p:spPr>
            <a:xfrm>
              <a:off x="902525" y="1710047"/>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abstract class Visitor</a:t>
              </a:r>
            </a:p>
          </p:txBody>
        </p:sp>
        <p:sp>
          <p:nvSpPr>
            <p:cNvPr id="12" name="Rectangle 11">
              <a:extLst>
                <a:ext uri="{FF2B5EF4-FFF2-40B4-BE49-F238E27FC236}">
                  <a16:creationId xmlns:a16="http://schemas.microsoft.com/office/drawing/2014/main" id="{D1423F26-3B45-1356-4471-A76174817038}"/>
                </a:ext>
              </a:extLst>
            </p:cNvPr>
            <p:cNvSpPr/>
            <p:nvPr/>
          </p:nvSpPr>
          <p:spPr>
            <a:xfrm>
              <a:off x="902524" y="2208810"/>
              <a:ext cx="3016333" cy="3325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visit(Circle c); </a:t>
              </a:r>
            </a:p>
          </p:txBody>
        </p:sp>
        <p:sp>
          <p:nvSpPr>
            <p:cNvPr id="13" name="Rectangle 12">
              <a:extLst>
                <a:ext uri="{FF2B5EF4-FFF2-40B4-BE49-F238E27FC236}">
                  <a16:creationId xmlns:a16="http://schemas.microsoft.com/office/drawing/2014/main" id="{D19C6415-9DE3-BEBB-591D-77FCA1C6C6C9}"/>
                </a:ext>
              </a:extLst>
            </p:cNvPr>
            <p:cNvSpPr/>
            <p:nvPr/>
          </p:nvSpPr>
          <p:spPr>
            <a:xfrm>
              <a:off x="902524" y="2541319"/>
              <a:ext cx="3016333" cy="3325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visit(Rectangle r); </a:t>
              </a:r>
            </a:p>
          </p:txBody>
        </p:sp>
        <p:sp>
          <p:nvSpPr>
            <p:cNvPr id="14" name="Rectangle 13">
              <a:extLst>
                <a:ext uri="{FF2B5EF4-FFF2-40B4-BE49-F238E27FC236}">
                  <a16:creationId xmlns:a16="http://schemas.microsoft.com/office/drawing/2014/main" id="{A44A4C20-46AA-83F1-6B54-0FA85B003F86}"/>
                </a:ext>
              </a:extLst>
            </p:cNvPr>
            <p:cNvSpPr/>
            <p:nvPr/>
          </p:nvSpPr>
          <p:spPr>
            <a:xfrm>
              <a:off x="902523" y="2873829"/>
              <a:ext cx="3016333" cy="178230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visit(Compound c)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for (Shape s:   </a:t>
              </a:r>
            </a:p>
            <a:p>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latin typeface="Consolas" panose="020B0609020204030204" pitchFamily="49" charset="0"/>
                  <a:cs typeface="Consolas" panose="020B0609020204030204" pitchFamily="49" charset="0"/>
                </a:rPr>
                <a:t>c.getShapeList</a:t>
              </a:r>
              <a:r>
                <a:rPr lang="en-US" dirty="0">
                  <a:solidFill>
                    <a:schemeClr val="tx1"/>
                  </a:solidFill>
                  <a:latin typeface="Consolas" panose="020B0609020204030204" pitchFamily="49" charset="0"/>
                  <a:cs typeface="Consolas" panose="020B0609020204030204" pitchFamily="49" charset="0"/>
                </a:rPr>
                <a:t>()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latin typeface="Consolas" panose="020B0609020204030204" pitchFamily="49" charset="0"/>
                  <a:cs typeface="Consolas" panose="020B0609020204030204" pitchFamily="49" charset="0"/>
                </a:rPr>
                <a:t>s.accept</a:t>
              </a:r>
              <a:r>
                <a:rPr lang="en-US" dirty="0">
                  <a:solidFill>
                    <a:schemeClr val="tx1"/>
                  </a:solidFill>
                  <a:latin typeface="Consolas" panose="020B0609020204030204" pitchFamily="49" charset="0"/>
                  <a:cs typeface="Consolas" panose="020B0609020204030204" pitchFamily="49" charset="0"/>
                </a:rPr>
                <a:t>(this);</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p>
          </p:txBody>
        </p:sp>
      </p:grpSp>
      <p:grpSp>
        <p:nvGrpSpPr>
          <p:cNvPr id="17" name="Group 16">
            <a:extLst>
              <a:ext uri="{FF2B5EF4-FFF2-40B4-BE49-F238E27FC236}">
                <a16:creationId xmlns:a16="http://schemas.microsoft.com/office/drawing/2014/main" id="{98BE08D0-3C90-32FE-31F7-CD0C08D2B6EF}"/>
              </a:ext>
            </a:extLst>
          </p:cNvPr>
          <p:cNvGrpSpPr/>
          <p:nvPr/>
        </p:nvGrpSpPr>
        <p:grpSpPr>
          <a:xfrm>
            <a:off x="3455718" y="2593035"/>
            <a:ext cx="2640282" cy="1391431"/>
            <a:chOff x="5650674" y="829255"/>
            <a:chExt cx="3016333" cy="1391431"/>
          </a:xfrm>
        </p:grpSpPr>
        <p:sp>
          <p:nvSpPr>
            <p:cNvPr id="18" name="Rectangle 17">
              <a:extLst>
                <a:ext uri="{FF2B5EF4-FFF2-40B4-BE49-F238E27FC236}">
                  <a16:creationId xmlns:a16="http://schemas.microsoft.com/office/drawing/2014/main" id="{94C203E2-5F66-16C4-FB1E-BDA1696D7D58}"/>
                </a:ext>
              </a:extLst>
            </p:cNvPr>
            <p:cNvSpPr/>
            <p:nvPr/>
          </p:nvSpPr>
          <p:spPr>
            <a:xfrm>
              <a:off x="5650675" y="829255"/>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class Circle</a:t>
              </a:r>
            </a:p>
          </p:txBody>
        </p:sp>
        <p:sp>
          <p:nvSpPr>
            <p:cNvPr id="19" name="Rectangle 18">
              <a:extLst>
                <a:ext uri="{FF2B5EF4-FFF2-40B4-BE49-F238E27FC236}">
                  <a16:creationId xmlns:a16="http://schemas.microsoft.com/office/drawing/2014/main" id="{9F72309A-308F-F39C-880C-7F67583682C2}"/>
                </a:ext>
              </a:extLst>
            </p:cNvPr>
            <p:cNvSpPr/>
            <p:nvPr/>
          </p:nvSpPr>
          <p:spPr>
            <a:xfrm>
              <a:off x="5650674" y="1328018"/>
              <a:ext cx="3016333" cy="8926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accept(Visitor v)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latin typeface="Consolas" panose="020B0609020204030204" pitchFamily="49" charset="0"/>
                  <a:cs typeface="Consolas" panose="020B0609020204030204" pitchFamily="49" charset="0"/>
                </a:rPr>
                <a:t>v.visit</a:t>
              </a:r>
              <a:r>
                <a:rPr lang="en-US" dirty="0">
                  <a:solidFill>
                    <a:schemeClr val="tx1"/>
                  </a:solidFill>
                  <a:latin typeface="Consolas" panose="020B0609020204030204" pitchFamily="49" charset="0"/>
                  <a:cs typeface="Consolas" panose="020B0609020204030204" pitchFamily="49" charset="0"/>
                </a:rPr>
                <a:t>(this);</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p>
          </p:txBody>
        </p:sp>
      </p:grpSp>
      <p:sp>
        <p:nvSpPr>
          <p:cNvPr id="20" name="TextBox 19">
            <a:extLst>
              <a:ext uri="{FF2B5EF4-FFF2-40B4-BE49-F238E27FC236}">
                <a16:creationId xmlns:a16="http://schemas.microsoft.com/office/drawing/2014/main" id="{ED52C9ED-D22D-AB77-4FF4-2612EDE9A90C}"/>
              </a:ext>
            </a:extLst>
          </p:cNvPr>
          <p:cNvSpPr txBox="1"/>
          <p:nvPr/>
        </p:nvSpPr>
        <p:spPr>
          <a:xfrm>
            <a:off x="255318" y="5132893"/>
            <a:ext cx="11722928" cy="830997"/>
          </a:xfrm>
          <a:prstGeom prst="rect">
            <a:avLst/>
          </a:prstGeom>
          <a:noFill/>
        </p:spPr>
        <p:txBody>
          <a:bodyPr wrap="square" rtlCol="0">
            <a:spAutoFit/>
          </a:bodyPr>
          <a:lstStyle/>
          <a:p>
            <a:pPr algn="ctr"/>
            <a:r>
              <a:rPr lang="en-US" sz="2400" b="1" i="1" dirty="0"/>
              <a:t>Method overloading ensures the correct </a:t>
            </a:r>
            <a:r>
              <a:rPr lang="en-US" sz="2400" b="1" dirty="0">
                <a:latin typeface="Consolas" panose="020B0609020204030204" pitchFamily="49" charset="0"/>
                <a:cs typeface="Consolas" panose="020B0609020204030204" pitchFamily="49" charset="0"/>
              </a:rPr>
              <a:t>visit</a:t>
            </a:r>
            <a:r>
              <a:rPr lang="en-US" sz="2400" b="1" i="1" dirty="0"/>
              <a:t> method is invoked by the </a:t>
            </a:r>
            <a:r>
              <a:rPr lang="en-US" sz="2400" b="1" dirty="0">
                <a:latin typeface="Consolas" panose="020B0609020204030204" pitchFamily="49" charset="0"/>
                <a:cs typeface="Consolas" panose="020B0609020204030204" pitchFamily="49" charset="0"/>
              </a:rPr>
              <a:t>accept</a:t>
            </a:r>
            <a:r>
              <a:rPr lang="en-US" sz="2400" b="1" i="1" dirty="0"/>
              <a:t> method of each </a:t>
            </a:r>
            <a:r>
              <a:rPr lang="en-US" sz="2400" b="1" dirty="0">
                <a:latin typeface="Consolas" panose="020B0609020204030204" pitchFamily="49" charset="0"/>
                <a:cs typeface="Consolas" panose="020B0609020204030204" pitchFamily="49" charset="0"/>
              </a:rPr>
              <a:t>Shape</a:t>
            </a:r>
            <a:r>
              <a:rPr lang="en-US" sz="2400" b="1" i="1" dirty="0"/>
              <a:t> sub-class</a:t>
            </a:r>
          </a:p>
        </p:txBody>
      </p:sp>
      <p:grpSp>
        <p:nvGrpSpPr>
          <p:cNvPr id="21" name="Group 20">
            <a:extLst>
              <a:ext uri="{FF2B5EF4-FFF2-40B4-BE49-F238E27FC236}">
                <a16:creationId xmlns:a16="http://schemas.microsoft.com/office/drawing/2014/main" id="{3402D9F2-CB83-9BEB-6F64-3B7BBC38BADC}"/>
              </a:ext>
            </a:extLst>
          </p:cNvPr>
          <p:cNvGrpSpPr/>
          <p:nvPr/>
        </p:nvGrpSpPr>
        <p:grpSpPr>
          <a:xfrm>
            <a:off x="6350945" y="2593035"/>
            <a:ext cx="2640281" cy="1391431"/>
            <a:chOff x="5650674" y="829255"/>
            <a:chExt cx="3016333" cy="1391431"/>
          </a:xfrm>
        </p:grpSpPr>
        <p:sp>
          <p:nvSpPr>
            <p:cNvPr id="22" name="Rectangle 21">
              <a:extLst>
                <a:ext uri="{FF2B5EF4-FFF2-40B4-BE49-F238E27FC236}">
                  <a16:creationId xmlns:a16="http://schemas.microsoft.com/office/drawing/2014/main" id="{24E110DF-E763-689A-1C8D-5010F6026CF6}"/>
                </a:ext>
              </a:extLst>
            </p:cNvPr>
            <p:cNvSpPr/>
            <p:nvPr/>
          </p:nvSpPr>
          <p:spPr>
            <a:xfrm>
              <a:off x="5650675" y="829255"/>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class Rectangle</a:t>
              </a:r>
            </a:p>
          </p:txBody>
        </p:sp>
        <p:sp>
          <p:nvSpPr>
            <p:cNvPr id="23" name="Rectangle 22">
              <a:extLst>
                <a:ext uri="{FF2B5EF4-FFF2-40B4-BE49-F238E27FC236}">
                  <a16:creationId xmlns:a16="http://schemas.microsoft.com/office/drawing/2014/main" id="{D64C9B2C-7D60-6F78-A6B6-15C381A2AE2F}"/>
                </a:ext>
              </a:extLst>
            </p:cNvPr>
            <p:cNvSpPr/>
            <p:nvPr/>
          </p:nvSpPr>
          <p:spPr>
            <a:xfrm>
              <a:off x="5650674" y="1328018"/>
              <a:ext cx="3016333" cy="8926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accept(Visitor v)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latin typeface="Consolas" panose="020B0609020204030204" pitchFamily="49" charset="0"/>
                  <a:cs typeface="Consolas" panose="020B0609020204030204" pitchFamily="49" charset="0"/>
                </a:rPr>
                <a:t>v.visit</a:t>
              </a:r>
              <a:r>
                <a:rPr lang="en-US" dirty="0">
                  <a:solidFill>
                    <a:schemeClr val="tx1"/>
                  </a:solidFill>
                  <a:latin typeface="Consolas" panose="020B0609020204030204" pitchFamily="49" charset="0"/>
                  <a:cs typeface="Consolas" panose="020B0609020204030204" pitchFamily="49" charset="0"/>
                </a:rPr>
                <a:t>(this);</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p>
          </p:txBody>
        </p:sp>
      </p:grpSp>
      <p:grpSp>
        <p:nvGrpSpPr>
          <p:cNvPr id="24" name="Group 23">
            <a:extLst>
              <a:ext uri="{FF2B5EF4-FFF2-40B4-BE49-F238E27FC236}">
                <a16:creationId xmlns:a16="http://schemas.microsoft.com/office/drawing/2014/main" id="{038E308B-3E99-4B7E-64FB-4BDD46507E62}"/>
              </a:ext>
            </a:extLst>
          </p:cNvPr>
          <p:cNvGrpSpPr/>
          <p:nvPr/>
        </p:nvGrpSpPr>
        <p:grpSpPr>
          <a:xfrm>
            <a:off x="9337965" y="2593035"/>
            <a:ext cx="2640281" cy="1391431"/>
            <a:chOff x="5650674" y="829255"/>
            <a:chExt cx="3016333" cy="1391431"/>
          </a:xfrm>
        </p:grpSpPr>
        <p:sp>
          <p:nvSpPr>
            <p:cNvPr id="25" name="Rectangle 24">
              <a:extLst>
                <a:ext uri="{FF2B5EF4-FFF2-40B4-BE49-F238E27FC236}">
                  <a16:creationId xmlns:a16="http://schemas.microsoft.com/office/drawing/2014/main" id="{630F36AE-0F2F-B85A-7713-A58D80AF7D34}"/>
                </a:ext>
              </a:extLst>
            </p:cNvPr>
            <p:cNvSpPr/>
            <p:nvPr/>
          </p:nvSpPr>
          <p:spPr>
            <a:xfrm>
              <a:off x="5650675" y="829255"/>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class </a:t>
              </a:r>
              <a:r>
                <a:rPr lang="en-US" dirty="0" err="1">
                  <a:latin typeface="Consolas" panose="020B0609020204030204" pitchFamily="49" charset="0"/>
                  <a:cs typeface="Consolas" panose="020B0609020204030204" pitchFamily="49" charset="0"/>
                </a:rPr>
                <a:t>CompoundShape</a:t>
              </a:r>
              <a:endParaRPr lang="en-US" dirty="0">
                <a:latin typeface="Consolas" panose="020B0609020204030204" pitchFamily="49" charset="0"/>
                <a:cs typeface="Consolas" panose="020B0609020204030204" pitchFamily="49" charset="0"/>
              </a:endParaRPr>
            </a:p>
          </p:txBody>
        </p:sp>
        <p:sp>
          <p:nvSpPr>
            <p:cNvPr id="26" name="Rectangle 25">
              <a:extLst>
                <a:ext uri="{FF2B5EF4-FFF2-40B4-BE49-F238E27FC236}">
                  <a16:creationId xmlns:a16="http://schemas.microsoft.com/office/drawing/2014/main" id="{1299A993-7F47-758C-FECC-0D7FF2A244B5}"/>
                </a:ext>
              </a:extLst>
            </p:cNvPr>
            <p:cNvSpPr/>
            <p:nvPr/>
          </p:nvSpPr>
          <p:spPr>
            <a:xfrm>
              <a:off x="5650674" y="1328018"/>
              <a:ext cx="3016333" cy="8926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accept(Visitor v)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latin typeface="Consolas" panose="020B0609020204030204" pitchFamily="49" charset="0"/>
                  <a:cs typeface="Consolas" panose="020B0609020204030204" pitchFamily="49" charset="0"/>
                </a:rPr>
                <a:t>v.visit</a:t>
              </a:r>
              <a:r>
                <a:rPr lang="en-US" dirty="0">
                  <a:solidFill>
                    <a:schemeClr val="tx1"/>
                  </a:solidFill>
                  <a:latin typeface="Consolas" panose="020B0609020204030204" pitchFamily="49" charset="0"/>
                  <a:cs typeface="Consolas" panose="020B0609020204030204" pitchFamily="49" charset="0"/>
                </a:rPr>
                <a:t>(this);</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p>
          </p:txBody>
        </p:sp>
      </p:grpSp>
      <p:cxnSp>
        <p:nvCxnSpPr>
          <p:cNvPr id="28" name="Straight Arrow Connector 27">
            <a:extLst>
              <a:ext uri="{FF2B5EF4-FFF2-40B4-BE49-F238E27FC236}">
                <a16:creationId xmlns:a16="http://schemas.microsoft.com/office/drawing/2014/main" id="{CF4986CC-DCF0-BAF4-A50D-17575325BA2C}"/>
              </a:ext>
            </a:extLst>
          </p:cNvPr>
          <p:cNvCxnSpPr>
            <a:cxnSpLocks/>
            <a:endCxn id="18" idx="0"/>
          </p:cNvCxnSpPr>
          <p:nvPr/>
        </p:nvCxnSpPr>
        <p:spPr>
          <a:xfrm flipH="1">
            <a:off x="4775860" y="2209401"/>
            <a:ext cx="1737756" cy="3836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 name="Straight Arrow Connector 28">
            <a:extLst>
              <a:ext uri="{FF2B5EF4-FFF2-40B4-BE49-F238E27FC236}">
                <a16:creationId xmlns:a16="http://schemas.microsoft.com/office/drawing/2014/main" id="{69805502-BF07-9AF3-670C-1761C1210E1D}"/>
              </a:ext>
            </a:extLst>
          </p:cNvPr>
          <p:cNvCxnSpPr>
            <a:cxnSpLocks/>
            <a:endCxn id="22" idx="0"/>
          </p:cNvCxnSpPr>
          <p:nvPr/>
        </p:nvCxnSpPr>
        <p:spPr>
          <a:xfrm>
            <a:off x="6513616" y="2209401"/>
            <a:ext cx="1157470" cy="3836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2" name="Straight Arrow Connector 31">
            <a:extLst>
              <a:ext uri="{FF2B5EF4-FFF2-40B4-BE49-F238E27FC236}">
                <a16:creationId xmlns:a16="http://schemas.microsoft.com/office/drawing/2014/main" id="{E4EC0531-6EFF-29E6-103B-0224D48C41AC}"/>
              </a:ext>
            </a:extLst>
          </p:cNvPr>
          <p:cNvCxnSpPr>
            <a:cxnSpLocks/>
            <a:endCxn id="25" idx="0"/>
          </p:cNvCxnSpPr>
          <p:nvPr/>
        </p:nvCxnSpPr>
        <p:spPr>
          <a:xfrm>
            <a:off x="6513616" y="2209401"/>
            <a:ext cx="4144490" cy="3836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5" name="TextBox 34">
            <a:extLst>
              <a:ext uri="{FF2B5EF4-FFF2-40B4-BE49-F238E27FC236}">
                <a16:creationId xmlns:a16="http://schemas.microsoft.com/office/drawing/2014/main" id="{8AF10113-3B9B-B688-570B-41B093C01532}"/>
              </a:ext>
            </a:extLst>
          </p:cNvPr>
          <p:cNvSpPr txBox="1"/>
          <p:nvPr/>
        </p:nvSpPr>
        <p:spPr>
          <a:xfrm>
            <a:off x="4386738" y="2209401"/>
            <a:ext cx="919995" cy="369332"/>
          </a:xfrm>
          <a:prstGeom prst="rect">
            <a:avLst/>
          </a:prstGeom>
          <a:noFill/>
        </p:spPr>
        <p:txBody>
          <a:bodyPr wrap="none" rtlCol="0">
            <a:spAutoFit/>
          </a:bodyPr>
          <a:lstStyle/>
          <a:p>
            <a:r>
              <a:rPr lang="en-US" dirty="0"/>
              <a:t>extends</a:t>
            </a:r>
          </a:p>
        </p:txBody>
      </p:sp>
      <p:sp>
        <p:nvSpPr>
          <p:cNvPr id="36" name="TextBox 35">
            <a:extLst>
              <a:ext uri="{FF2B5EF4-FFF2-40B4-BE49-F238E27FC236}">
                <a16:creationId xmlns:a16="http://schemas.microsoft.com/office/drawing/2014/main" id="{7D50337D-3B91-E324-A4E4-E2BB14D7B06D}"/>
              </a:ext>
            </a:extLst>
          </p:cNvPr>
          <p:cNvSpPr txBox="1"/>
          <p:nvPr/>
        </p:nvSpPr>
        <p:spPr>
          <a:xfrm>
            <a:off x="5926385" y="2245132"/>
            <a:ext cx="919995" cy="369332"/>
          </a:xfrm>
          <a:prstGeom prst="rect">
            <a:avLst/>
          </a:prstGeom>
          <a:noFill/>
        </p:spPr>
        <p:txBody>
          <a:bodyPr wrap="none" rtlCol="0">
            <a:spAutoFit/>
          </a:bodyPr>
          <a:lstStyle/>
          <a:p>
            <a:r>
              <a:rPr lang="en-US" dirty="0"/>
              <a:t>extends</a:t>
            </a:r>
          </a:p>
        </p:txBody>
      </p:sp>
      <p:sp>
        <p:nvSpPr>
          <p:cNvPr id="37" name="TextBox 36">
            <a:extLst>
              <a:ext uri="{FF2B5EF4-FFF2-40B4-BE49-F238E27FC236}">
                <a16:creationId xmlns:a16="http://schemas.microsoft.com/office/drawing/2014/main" id="{66C532C9-1C8C-5A67-3919-EC7D1441DBEB}"/>
              </a:ext>
            </a:extLst>
          </p:cNvPr>
          <p:cNvSpPr txBox="1"/>
          <p:nvPr/>
        </p:nvSpPr>
        <p:spPr>
          <a:xfrm>
            <a:off x="8857048" y="2102011"/>
            <a:ext cx="919995" cy="369332"/>
          </a:xfrm>
          <a:prstGeom prst="rect">
            <a:avLst/>
          </a:prstGeom>
          <a:noFill/>
        </p:spPr>
        <p:txBody>
          <a:bodyPr wrap="none" rtlCol="0">
            <a:spAutoFit/>
          </a:bodyPr>
          <a:lstStyle/>
          <a:p>
            <a:r>
              <a:rPr lang="en-US" dirty="0"/>
              <a:t>extends</a:t>
            </a:r>
          </a:p>
        </p:txBody>
      </p:sp>
      <p:cxnSp>
        <p:nvCxnSpPr>
          <p:cNvPr id="7" name="Curved Connector 6">
            <a:extLst>
              <a:ext uri="{FF2B5EF4-FFF2-40B4-BE49-F238E27FC236}">
                <a16:creationId xmlns:a16="http://schemas.microsoft.com/office/drawing/2014/main" id="{295CACD2-E73F-3673-CEA0-8B1D40656603}"/>
              </a:ext>
            </a:extLst>
          </p:cNvPr>
          <p:cNvCxnSpPr>
            <a:stCxn id="19" idx="2"/>
            <a:endCxn id="12" idx="3"/>
          </p:cNvCxnSpPr>
          <p:nvPr/>
        </p:nvCxnSpPr>
        <p:spPr>
          <a:xfrm rot="5400000" flipH="1">
            <a:off x="2757877" y="1966485"/>
            <a:ext cx="2490193" cy="1545771"/>
          </a:xfrm>
          <a:prstGeom prst="curvedConnector4">
            <a:avLst>
              <a:gd name="adj1" fmla="val -9180"/>
              <a:gd name="adj2" fmla="val 92702"/>
            </a:avLst>
          </a:prstGeom>
          <a:ln w="9525">
            <a:solidFill>
              <a:srgbClr val="C00000"/>
            </a:solidFill>
            <a:prstDash val="sysDot"/>
            <a:tailEnd type="triangle"/>
          </a:ln>
        </p:spPr>
        <p:style>
          <a:lnRef idx="1">
            <a:schemeClr val="dk1"/>
          </a:lnRef>
          <a:fillRef idx="0">
            <a:schemeClr val="dk1"/>
          </a:fillRef>
          <a:effectRef idx="0">
            <a:schemeClr val="dk1"/>
          </a:effectRef>
          <a:fontRef idx="minor">
            <a:schemeClr val="tx1"/>
          </a:fontRef>
        </p:style>
      </p:cxnSp>
      <p:cxnSp>
        <p:nvCxnSpPr>
          <p:cNvPr id="8" name="Curved Connector 7">
            <a:extLst>
              <a:ext uri="{FF2B5EF4-FFF2-40B4-BE49-F238E27FC236}">
                <a16:creationId xmlns:a16="http://schemas.microsoft.com/office/drawing/2014/main" id="{3EE11280-0192-4AF2-C53A-A80864116011}"/>
              </a:ext>
            </a:extLst>
          </p:cNvPr>
          <p:cNvCxnSpPr>
            <a:cxnSpLocks/>
            <a:stCxn id="23" idx="2"/>
            <a:endCxn id="13" idx="3"/>
          </p:cNvCxnSpPr>
          <p:nvPr/>
        </p:nvCxnSpPr>
        <p:spPr>
          <a:xfrm rot="5400000" flipH="1">
            <a:off x="4371745" y="685125"/>
            <a:ext cx="2157684" cy="4440998"/>
          </a:xfrm>
          <a:prstGeom prst="curvedConnector4">
            <a:avLst>
              <a:gd name="adj1" fmla="val -10595"/>
              <a:gd name="adj2" fmla="val 64863"/>
            </a:avLst>
          </a:prstGeom>
          <a:ln w="9525">
            <a:solidFill>
              <a:srgbClr val="C00000"/>
            </a:solidFill>
            <a:prstDash val="sysDot"/>
            <a:tailEnd type="triangle"/>
          </a:ln>
        </p:spPr>
        <p:style>
          <a:lnRef idx="1">
            <a:schemeClr val="dk1"/>
          </a:lnRef>
          <a:fillRef idx="0">
            <a:schemeClr val="dk1"/>
          </a:fillRef>
          <a:effectRef idx="0">
            <a:schemeClr val="dk1"/>
          </a:effectRef>
          <a:fontRef idx="minor">
            <a:schemeClr val="tx1"/>
          </a:fontRef>
        </p:style>
      </p:cxnSp>
      <p:cxnSp>
        <p:nvCxnSpPr>
          <p:cNvPr id="27" name="Curved Connector 26">
            <a:extLst>
              <a:ext uri="{FF2B5EF4-FFF2-40B4-BE49-F238E27FC236}">
                <a16:creationId xmlns:a16="http://schemas.microsoft.com/office/drawing/2014/main" id="{AC0F7189-8303-CD0A-2AC3-65779FD706C4}"/>
              </a:ext>
            </a:extLst>
          </p:cNvPr>
          <p:cNvCxnSpPr>
            <a:cxnSpLocks/>
            <a:stCxn id="26" idx="2"/>
            <a:endCxn id="14" idx="2"/>
          </p:cNvCxnSpPr>
          <p:nvPr/>
        </p:nvCxnSpPr>
        <p:spPr>
          <a:xfrm rot="5400000" flipH="1">
            <a:off x="6085453" y="-588186"/>
            <a:ext cx="209121" cy="8936185"/>
          </a:xfrm>
          <a:prstGeom prst="curvedConnector3">
            <a:avLst>
              <a:gd name="adj1" fmla="val -319427"/>
            </a:avLst>
          </a:prstGeom>
          <a:ln w="9525">
            <a:solidFill>
              <a:srgbClr val="C00000"/>
            </a:solidFill>
            <a:prstDash val="sysDot"/>
            <a:tailEnd type="triangle"/>
          </a:ln>
        </p:spPr>
        <p:style>
          <a:lnRef idx="1">
            <a:schemeClr val="dk1"/>
          </a:lnRef>
          <a:fillRef idx="0">
            <a:schemeClr val="dk1"/>
          </a:fillRef>
          <a:effectRef idx="0">
            <a:schemeClr val="dk1"/>
          </a:effectRef>
          <a:fontRef idx="minor">
            <a:schemeClr val="tx1"/>
          </a:fontRef>
        </p:style>
      </p:cxnSp>
      <p:grpSp>
        <p:nvGrpSpPr>
          <p:cNvPr id="48" name="Group 47">
            <a:extLst>
              <a:ext uri="{FF2B5EF4-FFF2-40B4-BE49-F238E27FC236}">
                <a16:creationId xmlns:a16="http://schemas.microsoft.com/office/drawing/2014/main" id="{758357AF-818D-2F03-46A7-A2B70B217596}"/>
              </a:ext>
            </a:extLst>
          </p:cNvPr>
          <p:cNvGrpSpPr/>
          <p:nvPr/>
        </p:nvGrpSpPr>
        <p:grpSpPr>
          <a:xfrm>
            <a:off x="5005449" y="1281002"/>
            <a:ext cx="3016333" cy="928399"/>
            <a:chOff x="5650674" y="1292287"/>
            <a:chExt cx="3016333" cy="928399"/>
          </a:xfrm>
        </p:grpSpPr>
        <p:sp>
          <p:nvSpPr>
            <p:cNvPr id="49" name="Rectangle 48">
              <a:extLst>
                <a:ext uri="{FF2B5EF4-FFF2-40B4-BE49-F238E27FC236}">
                  <a16:creationId xmlns:a16="http://schemas.microsoft.com/office/drawing/2014/main" id="{AFFC7250-0EB1-4780-BEAE-DD4D44DDB535}"/>
                </a:ext>
              </a:extLst>
            </p:cNvPr>
            <p:cNvSpPr/>
            <p:nvPr/>
          </p:nvSpPr>
          <p:spPr>
            <a:xfrm>
              <a:off x="5650674" y="1292287"/>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abstract class Shape</a:t>
              </a:r>
            </a:p>
          </p:txBody>
        </p:sp>
        <p:sp>
          <p:nvSpPr>
            <p:cNvPr id="50" name="Rectangle 49">
              <a:extLst>
                <a:ext uri="{FF2B5EF4-FFF2-40B4-BE49-F238E27FC236}">
                  <a16:creationId xmlns:a16="http://schemas.microsoft.com/office/drawing/2014/main" id="{388B51C0-0973-EC08-7834-A9940FA641E9}"/>
                </a:ext>
              </a:extLst>
            </p:cNvPr>
            <p:cNvSpPr/>
            <p:nvPr/>
          </p:nvSpPr>
          <p:spPr>
            <a:xfrm>
              <a:off x="5650674" y="1805352"/>
              <a:ext cx="3016333" cy="4153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accept(Visitor v);</a:t>
              </a:r>
            </a:p>
          </p:txBody>
        </p:sp>
      </p:grpSp>
    </p:spTree>
    <p:extLst>
      <p:ext uri="{BB962C8B-B14F-4D97-AF65-F5344CB8AC3E}">
        <p14:creationId xmlns:p14="http://schemas.microsoft.com/office/powerpoint/2010/main" val="1500083186"/>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4CBFD1-9B1C-B56E-C5A5-14387B5192C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94E022C-2B0E-C8A1-D797-B47A1E43DADD}"/>
              </a:ext>
            </a:extLst>
          </p:cNvPr>
          <p:cNvSpPr>
            <a:spLocks noGrp="1"/>
          </p:cNvSpPr>
          <p:nvPr>
            <p:ph type="title"/>
          </p:nvPr>
        </p:nvSpPr>
        <p:spPr/>
        <p:txBody>
          <a:bodyPr/>
          <a:lstStyle/>
          <a:p>
            <a:r>
              <a:rPr lang="en-US" dirty="0"/>
              <a:t>Visitor design pattern so far…</a:t>
            </a:r>
          </a:p>
        </p:txBody>
      </p:sp>
      <p:grpSp>
        <p:nvGrpSpPr>
          <p:cNvPr id="4" name="Group 3">
            <a:extLst>
              <a:ext uri="{FF2B5EF4-FFF2-40B4-BE49-F238E27FC236}">
                <a16:creationId xmlns:a16="http://schemas.microsoft.com/office/drawing/2014/main" id="{6453A054-A49E-F659-B9CD-84776CCB3A3A}"/>
              </a:ext>
            </a:extLst>
          </p:cNvPr>
          <p:cNvGrpSpPr/>
          <p:nvPr/>
        </p:nvGrpSpPr>
        <p:grpSpPr>
          <a:xfrm>
            <a:off x="213754" y="829255"/>
            <a:ext cx="3016334" cy="2946090"/>
            <a:chOff x="902523" y="1710047"/>
            <a:chExt cx="3016334" cy="2946090"/>
          </a:xfrm>
        </p:grpSpPr>
        <p:sp>
          <p:nvSpPr>
            <p:cNvPr id="9" name="Rectangle 8">
              <a:extLst>
                <a:ext uri="{FF2B5EF4-FFF2-40B4-BE49-F238E27FC236}">
                  <a16:creationId xmlns:a16="http://schemas.microsoft.com/office/drawing/2014/main" id="{4AA1CD00-5C1A-F49C-25BF-6403E13A4DBD}"/>
                </a:ext>
              </a:extLst>
            </p:cNvPr>
            <p:cNvSpPr/>
            <p:nvPr/>
          </p:nvSpPr>
          <p:spPr>
            <a:xfrm>
              <a:off x="902525" y="1710047"/>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abstract class Visitor</a:t>
              </a:r>
            </a:p>
          </p:txBody>
        </p:sp>
        <p:sp>
          <p:nvSpPr>
            <p:cNvPr id="12" name="Rectangle 11">
              <a:extLst>
                <a:ext uri="{FF2B5EF4-FFF2-40B4-BE49-F238E27FC236}">
                  <a16:creationId xmlns:a16="http://schemas.microsoft.com/office/drawing/2014/main" id="{DEBAC8C3-89EF-1EB8-4684-D147830BEA5D}"/>
                </a:ext>
              </a:extLst>
            </p:cNvPr>
            <p:cNvSpPr/>
            <p:nvPr/>
          </p:nvSpPr>
          <p:spPr>
            <a:xfrm>
              <a:off x="902524" y="2208810"/>
              <a:ext cx="3016333" cy="3325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visit(Circle c); </a:t>
              </a:r>
            </a:p>
          </p:txBody>
        </p:sp>
        <p:sp>
          <p:nvSpPr>
            <p:cNvPr id="13" name="Rectangle 12">
              <a:extLst>
                <a:ext uri="{FF2B5EF4-FFF2-40B4-BE49-F238E27FC236}">
                  <a16:creationId xmlns:a16="http://schemas.microsoft.com/office/drawing/2014/main" id="{E0C11759-DE30-0E16-093B-AAE9529BFFDD}"/>
                </a:ext>
              </a:extLst>
            </p:cNvPr>
            <p:cNvSpPr/>
            <p:nvPr/>
          </p:nvSpPr>
          <p:spPr>
            <a:xfrm>
              <a:off x="902524" y="2541319"/>
              <a:ext cx="3016333" cy="3325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visit(Rectangle r); </a:t>
              </a:r>
            </a:p>
          </p:txBody>
        </p:sp>
        <p:sp>
          <p:nvSpPr>
            <p:cNvPr id="14" name="Rectangle 13">
              <a:extLst>
                <a:ext uri="{FF2B5EF4-FFF2-40B4-BE49-F238E27FC236}">
                  <a16:creationId xmlns:a16="http://schemas.microsoft.com/office/drawing/2014/main" id="{B336FA0C-2A1E-44F1-140D-C249C702FA82}"/>
                </a:ext>
              </a:extLst>
            </p:cNvPr>
            <p:cNvSpPr/>
            <p:nvPr/>
          </p:nvSpPr>
          <p:spPr>
            <a:xfrm>
              <a:off x="902523" y="2873829"/>
              <a:ext cx="3016333" cy="178230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visit(Compound c)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for (Shape s:   </a:t>
              </a:r>
            </a:p>
            <a:p>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latin typeface="Consolas" panose="020B0609020204030204" pitchFamily="49" charset="0"/>
                  <a:cs typeface="Consolas" panose="020B0609020204030204" pitchFamily="49" charset="0"/>
                </a:rPr>
                <a:t>c.getShapeList</a:t>
              </a:r>
              <a:r>
                <a:rPr lang="en-US" dirty="0">
                  <a:solidFill>
                    <a:schemeClr val="tx1"/>
                  </a:solidFill>
                  <a:latin typeface="Consolas" panose="020B0609020204030204" pitchFamily="49" charset="0"/>
                  <a:cs typeface="Consolas" panose="020B0609020204030204" pitchFamily="49" charset="0"/>
                </a:rPr>
                <a:t>()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latin typeface="Consolas" panose="020B0609020204030204" pitchFamily="49" charset="0"/>
                  <a:cs typeface="Consolas" panose="020B0609020204030204" pitchFamily="49" charset="0"/>
                </a:rPr>
                <a:t>s.accept</a:t>
              </a:r>
              <a:r>
                <a:rPr lang="en-US" dirty="0">
                  <a:solidFill>
                    <a:schemeClr val="tx1"/>
                  </a:solidFill>
                  <a:latin typeface="Consolas" panose="020B0609020204030204" pitchFamily="49" charset="0"/>
                  <a:cs typeface="Consolas" panose="020B0609020204030204" pitchFamily="49" charset="0"/>
                </a:rPr>
                <a:t>(this);</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p>
          </p:txBody>
        </p:sp>
      </p:grpSp>
      <p:grpSp>
        <p:nvGrpSpPr>
          <p:cNvPr id="17" name="Group 16">
            <a:extLst>
              <a:ext uri="{FF2B5EF4-FFF2-40B4-BE49-F238E27FC236}">
                <a16:creationId xmlns:a16="http://schemas.microsoft.com/office/drawing/2014/main" id="{58352712-B7FD-B226-53D5-EB5D5B92900F}"/>
              </a:ext>
            </a:extLst>
          </p:cNvPr>
          <p:cNvGrpSpPr/>
          <p:nvPr/>
        </p:nvGrpSpPr>
        <p:grpSpPr>
          <a:xfrm>
            <a:off x="3455718" y="2593035"/>
            <a:ext cx="2640282" cy="1391431"/>
            <a:chOff x="5650674" y="829255"/>
            <a:chExt cx="3016333" cy="1391431"/>
          </a:xfrm>
        </p:grpSpPr>
        <p:sp>
          <p:nvSpPr>
            <p:cNvPr id="18" name="Rectangle 17">
              <a:extLst>
                <a:ext uri="{FF2B5EF4-FFF2-40B4-BE49-F238E27FC236}">
                  <a16:creationId xmlns:a16="http://schemas.microsoft.com/office/drawing/2014/main" id="{0FECB0D2-6EED-3C96-C712-6F7BADBE7FD7}"/>
                </a:ext>
              </a:extLst>
            </p:cNvPr>
            <p:cNvSpPr/>
            <p:nvPr/>
          </p:nvSpPr>
          <p:spPr>
            <a:xfrm>
              <a:off x="5650675" y="829255"/>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class Circle</a:t>
              </a:r>
            </a:p>
          </p:txBody>
        </p:sp>
        <p:sp>
          <p:nvSpPr>
            <p:cNvPr id="19" name="Rectangle 18">
              <a:extLst>
                <a:ext uri="{FF2B5EF4-FFF2-40B4-BE49-F238E27FC236}">
                  <a16:creationId xmlns:a16="http://schemas.microsoft.com/office/drawing/2014/main" id="{90A1F8CA-D8F3-A8DB-CCE1-41BE3A91F505}"/>
                </a:ext>
              </a:extLst>
            </p:cNvPr>
            <p:cNvSpPr/>
            <p:nvPr/>
          </p:nvSpPr>
          <p:spPr>
            <a:xfrm>
              <a:off x="5650674" y="1328018"/>
              <a:ext cx="3016333" cy="8926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accept(Visitor v)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latin typeface="Consolas" panose="020B0609020204030204" pitchFamily="49" charset="0"/>
                  <a:cs typeface="Consolas" panose="020B0609020204030204" pitchFamily="49" charset="0"/>
                </a:rPr>
                <a:t>v.visit</a:t>
              </a:r>
              <a:r>
                <a:rPr lang="en-US" dirty="0">
                  <a:solidFill>
                    <a:schemeClr val="tx1"/>
                  </a:solidFill>
                  <a:latin typeface="Consolas" panose="020B0609020204030204" pitchFamily="49" charset="0"/>
                  <a:cs typeface="Consolas" panose="020B0609020204030204" pitchFamily="49" charset="0"/>
                </a:rPr>
                <a:t>(this);</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p>
          </p:txBody>
        </p:sp>
      </p:grpSp>
      <p:sp>
        <p:nvSpPr>
          <p:cNvPr id="20" name="TextBox 19">
            <a:extLst>
              <a:ext uri="{FF2B5EF4-FFF2-40B4-BE49-F238E27FC236}">
                <a16:creationId xmlns:a16="http://schemas.microsoft.com/office/drawing/2014/main" id="{D9051BA6-AC4B-A02D-8DBC-C259B22F5DDA}"/>
              </a:ext>
            </a:extLst>
          </p:cNvPr>
          <p:cNvSpPr txBox="1"/>
          <p:nvPr/>
        </p:nvSpPr>
        <p:spPr>
          <a:xfrm>
            <a:off x="255318" y="5132893"/>
            <a:ext cx="11722928" cy="830997"/>
          </a:xfrm>
          <a:prstGeom prst="rect">
            <a:avLst/>
          </a:prstGeom>
          <a:noFill/>
        </p:spPr>
        <p:txBody>
          <a:bodyPr wrap="square" rtlCol="0">
            <a:spAutoFit/>
          </a:bodyPr>
          <a:lstStyle/>
          <a:p>
            <a:pPr algn="ctr"/>
            <a:r>
              <a:rPr lang="en-US" sz="2400" b="1" i="1" dirty="0"/>
              <a:t>Method overloading ensures the correct </a:t>
            </a:r>
            <a:r>
              <a:rPr lang="en-US" sz="2400" b="1" dirty="0">
                <a:latin typeface="Consolas" panose="020B0609020204030204" pitchFamily="49" charset="0"/>
                <a:cs typeface="Consolas" panose="020B0609020204030204" pitchFamily="49" charset="0"/>
              </a:rPr>
              <a:t>visit</a:t>
            </a:r>
            <a:r>
              <a:rPr lang="en-US" sz="2400" b="1" i="1" dirty="0"/>
              <a:t> method is invoked by the </a:t>
            </a:r>
            <a:r>
              <a:rPr lang="en-US" sz="2400" b="1" dirty="0">
                <a:latin typeface="Consolas" panose="020B0609020204030204" pitchFamily="49" charset="0"/>
                <a:cs typeface="Consolas" panose="020B0609020204030204" pitchFamily="49" charset="0"/>
              </a:rPr>
              <a:t>accept</a:t>
            </a:r>
            <a:r>
              <a:rPr lang="en-US" sz="2400" b="1" i="1" dirty="0"/>
              <a:t> method of each </a:t>
            </a:r>
            <a:r>
              <a:rPr lang="en-US" sz="2400" b="1" dirty="0">
                <a:latin typeface="Consolas" panose="020B0609020204030204" pitchFamily="49" charset="0"/>
                <a:cs typeface="Consolas" panose="020B0609020204030204" pitchFamily="49" charset="0"/>
              </a:rPr>
              <a:t>Shape</a:t>
            </a:r>
            <a:r>
              <a:rPr lang="en-US" sz="2400" b="1" i="1" dirty="0"/>
              <a:t> sub-class</a:t>
            </a:r>
          </a:p>
        </p:txBody>
      </p:sp>
      <p:grpSp>
        <p:nvGrpSpPr>
          <p:cNvPr id="21" name="Group 20">
            <a:extLst>
              <a:ext uri="{FF2B5EF4-FFF2-40B4-BE49-F238E27FC236}">
                <a16:creationId xmlns:a16="http://schemas.microsoft.com/office/drawing/2014/main" id="{D006E116-B99B-40A4-E1D6-EF5A935EB0F4}"/>
              </a:ext>
            </a:extLst>
          </p:cNvPr>
          <p:cNvGrpSpPr/>
          <p:nvPr/>
        </p:nvGrpSpPr>
        <p:grpSpPr>
          <a:xfrm>
            <a:off x="6350945" y="2593035"/>
            <a:ext cx="2640281" cy="1391431"/>
            <a:chOff x="5650674" y="829255"/>
            <a:chExt cx="3016333" cy="1391431"/>
          </a:xfrm>
        </p:grpSpPr>
        <p:sp>
          <p:nvSpPr>
            <p:cNvPr id="22" name="Rectangle 21">
              <a:extLst>
                <a:ext uri="{FF2B5EF4-FFF2-40B4-BE49-F238E27FC236}">
                  <a16:creationId xmlns:a16="http://schemas.microsoft.com/office/drawing/2014/main" id="{C463A299-D1D5-451F-7477-A8A26C56C936}"/>
                </a:ext>
              </a:extLst>
            </p:cNvPr>
            <p:cNvSpPr/>
            <p:nvPr/>
          </p:nvSpPr>
          <p:spPr>
            <a:xfrm>
              <a:off x="5650675" y="829255"/>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class Rectangle</a:t>
              </a:r>
            </a:p>
          </p:txBody>
        </p:sp>
        <p:sp>
          <p:nvSpPr>
            <p:cNvPr id="23" name="Rectangle 22">
              <a:extLst>
                <a:ext uri="{FF2B5EF4-FFF2-40B4-BE49-F238E27FC236}">
                  <a16:creationId xmlns:a16="http://schemas.microsoft.com/office/drawing/2014/main" id="{E2533FF1-20C5-0878-5014-7741206BD35B}"/>
                </a:ext>
              </a:extLst>
            </p:cNvPr>
            <p:cNvSpPr/>
            <p:nvPr/>
          </p:nvSpPr>
          <p:spPr>
            <a:xfrm>
              <a:off x="5650674" y="1328018"/>
              <a:ext cx="3016333" cy="8926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accept(Visitor v)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latin typeface="Consolas" panose="020B0609020204030204" pitchFamily="49" charset="0"/>
                  <a:cs typeface="Consolas" panose="020B0609020204030204" pitchFamily="49" charset="0"/>
                </a:rPr>
                <a:t>v.visit</a:t>
              </a:r>
              <a:r>
                <a:rPr lang="en-US" dirty="0">
                  <a:solidFill>
                    <a:schemeClr val="tx1"/>
                  </a:solidFill>
                  <a:latin typeface="Consolas" panose="020B0609020204030204" pitchFamily="49" charset="0"/>
                  <a:cs typeface="Consolas" panose="020B0609020204030204" pitchFamily="49" charset="0"/>
                </a:rPr>
                <a:t>(this);</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p>
          </p:txBody>
        </p:sp>
      </p:grpSp>
      <p:grpSp>
        <p:nvGrpSpPr>
          <p:cNvPr id="24" name="Group 23">
            <a:extLst>
              <a:ext uri="{FF2B5EF4-FFF2-40B4-BE49-F238E27FC236}">
                <a16:creationId xmlns:a16="http://schemas.microsoft.com/office/drawing/2014/main" id="{A6ACA22D-0248-034F-168B-90D01EB5E12F}"/>
              </a:ext>
            </a:extLst>
          </p:cNvPr>
          <p:cNvGrpSpPr/>
          <p:nvPr/>
        </p:nvGrpSpPr>
        <p:grpSpPr>
          <a:xfrm>
            <a:off x="9337965" y="2593035"/>
            <a:ext cx="2640281" cy="1391431"/>
            <a:chOff x="5650674" y="829255"/>
            <a:chExt cx="3016333" cy="1391431"/>
          </a:xfrm>
        </p:grpSpPr>
        <p:sp>
          <p:nvSpPr>
            <p:cNvPr id="25" name="Rectangle 24">
              <a:extLst>
                <a:ext uri="{FF2B5EF4-FFF2-40B4-BE49-F238E27FC236}">
                  <a16:creationId xmlns:a16="http://schemas.microsoft.com/office/drawing/2014/main" id="{174E2B91-3877-834A-40AB-E29FD6CB7BAA}"/>
                </a:ext>
              </a:extLst>
            </p:cNvPr>
            <p:cNvSpPr/>
            <p:nvPr/>
          </p:nvSpPr>
          <p:spPr>
            <a:xfrm>
              <a:off x="5650675" y="829255"/>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class </a:t>
              </a:r>
              <a:r>
                <a:rPr lang="en-US" dirty="0" err="1">
                  <a:latin typeface="Consolas" panose="020B0609020204030204" pitchFamily="49" charset="0"/>
                  <a:cs typeface="Consolas" panose="020B0609020204030204" pitchFamily="49" charset="0"/>
                </a:rPr>
                <a:t>CompoundShape</a:t>
              </a:r>
              <a:endParaRPr lang="en-US" dirty="0">
                <a:latin typeface="Consolas" panose="020B0609020204030204" pitchFamily="49" charset="0"/>
                <a:cs typeface="Consolas" panose="020B0609020204030204" pitchFamily="49" charset="0"/>
              </a:endParaRPr>
            </a:p>
          </p:txBody>
        </p:sp>
        <p:sp>
          <p:nvSpPr>
            <p:cNvPr id="26" name="Rectangle 25">
              <a:extLst>
                <a:ext uri="{FF2B5EF4-FFF2-40B4-BE49-F238E27FC236}">
                  <a16:creationId xmlns:a16="http://schemas.microsoft.com/office/drawing/2014/main" id="{B8174B2E-BA93-DB9F-2C9D-7BC65B673A78}"/>
                </a:ext>
              </a:extLst>
            </p:cNvPr>
            <p:cNvSpPr/>
            <p:nvPr/>
          </p:nvSpPr>
          <p:spPr>
            <a:xfrm>
              <a:off x="5650674" y="1328018"/>
              <a:ext cx="3016333" cy="8926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accept(Visitor v)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latin typeface="Consolas" panose="020B0609020204030204" pitchFamily="49" charset="0"/>
                  <a:cs typeface="Consolas" panose="020B0609020204030204" pitchFamily="49" charset="0"/>
                </a:rPr>
                <a:t>v.visit</a:t>
              </a:r>
              <a:r>
                <a:rPr lang="en-US" dirty="0">
                  <a:solidFill>
                    <a:schemeClr val="tx1"/>
                  </a:solidFill>
                  <a:latin typeface="Consolas" panose="020B0609020204030204" pitchFamily="49" charset="0"/>
                  <a:cs typeface="Consolas" panose="020B0609020204030204" pitchFamily="49" charset="0"/>
                </a:rPr>
                <a:t>(this);</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p>
          </p:txBody>
        </p:sp>
      </p:grpSp>
      <p:cxnSp>
        <p:nvCxnSpPr>
          <p:cNvPr id="28" name="Straight Arrow Connector 27">
            <a:extLst>
              <a:ext uri="{FF2B5EF4-FFF2-40B4-BE49-F238E27FC236}">
                <a16:creationId xmlns:a16="http://schemas.microsoft.com/office/drawing/2014/main" id="{253B6692-433F-71B1-BA7A-57861AA61669}"/>
              </a:ext>
            </a:extLst>
          </p:cNvPr>
          <p:cNvCxnSpPr>
            <a:cxnSpLocks/>
            <a:endCxn id="18" idx="0"/>
          </p:cNvCxnSpPr>
          <p:nvPr/>
        </p:nvCxnSpPr>
        <p:spPr>
          <a:xfrm flipH="1">
            <a:off x="4775860" y="2209401"/>
            <a:ext cx="1737756" cy="3836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 name="Straight Arrow Connector 28">
            <a:extLst>
              <a:ext uri="{FF2B5EF4-FFF2-40B4-BE49-F238E27FC236}">
                <a16:creationId xmlns:a16="http://schemas.microsoft.com/office/drawing/2014/main" id="{768286B4-3D53-86AB-47C8-D4C4690AA6CB}"/>
              </a:ext>
            </a:extLst>
          </p:cNvPr>
          <p:cNvCxnSpPr>
            <a:cxnSpLocks/>
            <a:endCxn id="22" idx="0"/>
          </p:cNvCxnSpPr>
          <p:nvPr/>
        </p:nvCxnSpPr>
        <p:spPr>
          <a:xfrm>
            <a:off x="6513616" y="2209401"/>
            <a:ext cx="1157470" cy="3836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2" name="Straight Arrow Connector 31">
            <a:extLst>
              <a:ext uri="{FF2B5EF4-FFF2-40B4-BE49-F238E27FC236}">
                <a16:creationId xmlns:a16="http://schemas.microsoft.com/office/drawing/2014/main" id="{16DA9C01-7C4A-5EF0-5143-588FE3472378}"/>
              </a:ext>
            </a:extLst>
          </p:cNvPr>
          <p:cNvCxnSpPr>
            <a:cxnSpLocks/>
            <a:endCxn id="25" idx="0"/>
          </p:cNvCxnSpPr>
          <p:nvPr/>
        </p:nvCxnSpPr>
        <p:spPr>
          <a:xfrm>
            <a:off x="6513616" y="2209401"/>
            <a:ext cx="4144490" cy="3836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5" name="TextBox 34">
            <a:extLst>
              <a:ext uri="{FF2B5EF4-FFF2-40B4-BE49-F238E27FC236}">
                <a16:creationId xmlns:a16="http://schemas.microsoft.com/office/drawing/2014/main" id="{7B2544B6-BD5F-982B-7046-36A0E1410E25}"/>
              </a:ext>
            </a:extLst>
          </p:cNvPr>
          <p:cNvSpPr txBox="1"/>
          <p:nvPr/>
        </p:nvSpPr>
        <p:spPr>
          <a:xfrm>
            <a:off x="4386738" y="2209401"/>
            <a:ext cx="919995" cy="369332"/>
          </a:xfrm>
          <a:prstGeom prst="rect">
            <a:avLst/>
          </a:prstGeom>
          <a:noFill/>
        </p:spPr>
        <p:txBody>
          <a:bodyPr wrap="none" rtlCol="0">
            <a:spAutoFit/>
          </a:bodyPr>
          <a:lstStyle/>
          <a:p>
            <a:r>
              <a:rPr lang="en-US" dirty="0"/>
              <a:t>extends</a:t>
            </a:r>
          </a:p>
        </p:txBody>
      </p:sp>
      <p:sp>
        <p:nvSpPr>
          <p:cNvPr id="36" name="TextBox 35">
            <a:extLst>
              <a:ext uri="{FF2B5EF4-FFF2-40B4-BE49-F238E27FC236}">
                <a16:creationId xmlns:a16="http://schemas.microsoft.com/office/drawing/2014/main" id="{F5713534-A63F-EA6D-220D-CDE1C5F6C948}"/>
              </a:ext>
            </a:extLst>
          </p:cNvPr>
          <p:cNvSpPr txBox="1"/>
          <p:nvPr/>
        </p:nvSpPr>
        <p:spPr>
          <a:xfrm>
            <a:off x="5926385" y="2245132"/>
            <a:ext cx="919995" cy="369332"/>
          </a:xfrm>
          <a:prstGeom prst="rect">
            <a:avLst/>
          </a:prstGeom>
          <a:noFill/>
        </p:spPr>
        <p:txBody>
          <a:bodyPr wrap="none" rtlCol="0">
            <a:spAutoFit/>
          </a:bodyPr>
          <a:lstStyle/>
          <a:p>
            <a:r>
              <a:rPr lang="en-US" dirty="0"/>
              <a:t>extends</a:t>
            </a:r>
          </a:p>
        </p:txBody>
      </p:sp>
      <p:sp>
        <p:nvSpPr>
          <p:cNvPr id="37" name="TextBox 36">
            <a:extLst>
              <a:ext uri="{FF2B5EF4-FFF2-40B4-BE49-F238E27FC236}">
                <a16:creationId xmlns:a16="http://schemas.microsoft.com/office/drawing/2014/main" id="{3DA49811-6AEB-F145-B2A2-4E1A73DA756B}"/>
              </a:ext>
            </a:extLst>
          </p:cNvPr>
          <p:cNvSpPr txBox="1"/>
          <p:nvPr/>
        </p:nvSpPr>
        <p:spPr>
          <a:xfrm>
            <a:off x="8857048" y="2102011"/>
            <a:ext cx="919995" cy="369332"/>
          </a:xfrm>
          <a:prstGeom prst="rect">
            <a:avLst/>
          </a:prstGeom>
          <a:noFill/>
        </p:spPr>
        <p:txBody>
          <a:bodyPr wrap="none" rtlCol="0">
            <a:spAutoFit/>
          </a:bodyPr>
          <a:lstStyle/>
          <a:p>
            <a:r>
              <a:rPr lang="en-US" dirty="0"/>
              <a:t>extends</a:t>
            </a:r>
          </a:p>
        </p:txBody>
      </p:sp>
      <p:cxnSp>
        <p:nvCxnSpPr>
          <p:cNvPr id="7" name="Curved Connector 6">
            <a:extLst>
              <a:ext uri="{FF2B5EF4-FFF2-40B4-BE49-F238E27FC236}">
                <a16:creationId xmlns:a16="http://schemas.microsoft.com/office/drawing/2014/main" id="{D981F0FD-B28E-E385-78BC-91E837626824}"/>
              </a:ext>
            </a:extLst>
          </p:cNvPr>
          <p:cNvCxnSpPr>
            <a:stCxn id="19" idx="2"/>
            <a:endCxn id="12" idx="3"/>
          </p:cNvCxnSpPr>
          <p:nvPr/>
        </p:nvCxnSpPr>
        <p:spPr>
          <a:xfrm rot="5400000" flipH="1">
            <a:off x="2757877" y="1966485"/>
            <a:ext cx="2490193" cy="1545771"/>
          </a:xfrm>
          <a:prstGeom prst="curvedConnector4">
            <a:avLst>
              <a:gd name="adj1" fmla="val -9180"/>
              <a:gd name="adj2" fmla="val 92702"/>
            </a:avLst>
          </a:prstGeom>
          <a:ln w="9525">
            <a:solidFill>
              <a:srgbClr val="C00000"/>
            </a:solidFill>
            <a:prstDash val="sysDot"/>
            <a:tailEnd type="triangle"/>
          </a:ln>
        </p:spPr>
        <p:style>
          <a:lnRef idx="1">
            <a:schemeClr val="dk1"/>
          </a:lnRef>
          <a:fillRef idx="0">
            <a:schemeClr val="dk1"/>
          </a:fillRef>
          <a:effectRef idx="0">
            <a:schemeClr val="dk1"/>
          </a:effectRef>
          <a:fontRef idx="minor">
            <a:schemeClr val="tx1"/>
          </a:fontRef>
        </p:style>
      </p:cxnSp>
      <p:cxnSp>
        <p:nvCxnSpPr>
          <p:cNvPr id="8" name="Curved Connector 7">
            <a:extLst>
              <a:ext uri="{FF2B5EF4-FFF2-40B4-BE49-F238E27FC236}">
                <a16:creationId xmlns:a16="http://schemas.microsoft.com/office/drawing/2014/main" id="{B17C343C-AA43-28EB-35B0-469C63261836}"/>
              </a:ext>
            </a:extLst>
          </p:cNvPr>
          <p:cNvCxnSpPr>
            <a:cxnSpLocks/>
            <a:stCxn id="23" idx="2"/>
            <a:endCxn id="13" idx="3"/>
          </p:cNvCxnSpPr>
          <p:nvPr/>
        </p:nvCxnSpPr>
        <p:spPr>
          <a:xfrm rot="5400000" flipH="1">
            <a:off x="4371745" y="685125"/>
            <a:ext cx="2157684" cy="4440998"/>
          </a:xfrm>
          <a:prstGeom prst="curvedConnector4">
            <a:avLst>
              <a:gd name="adj1" fmla="val -10595"/>
              <a:gd name="adj2" fmla="val 64863"/>
            </a:avLst>
          </a:prstGeom>
          <a:ln w="9525">
            <a:solidFill>
              <a:srgbClr val="C00000"/>
            </a:solidFill>
            <a:prstDash val="sysDot"/>
            <a:tailEnd type="triangle"/>
          </a:ln>
        </p:spPr>
        <p:style>
          <a:lnRef idx="1">
            <a:schemeClr val="dk1"/>
          </a:lnRef>
          <a:fillRef idx="0">
            <a:schemeClr val="dk1"/>
          </a:fillRef>
          <a:effectRef idx="0">
            <a:schemeClr val="dk1"/>
          </a:effectRef>
          <a:fontRef idx="minor">
            <a:schemeClr val="tx1"/>
          </a:fontRef>
        </p:style>
      </p:cxnSp>
      <p:cxnSp>
        <p:nvCxnSpPr>
          <p:cNvPr id="27" name="Curved Connector 26">
            <a:extLst>
              <a:ext uri="{FF2B5EF4-FFF2-40B4-BE49-F238E27FC236}">
                <a16:creationId xmlns:a16="http://schemas.microsoft.com/office/drawing/2014/main" id="{BE9820E1-5F59-4D41-00D0-3E92C51C1E5A}"/>
              </a:ext>
            </a:extLst>
          </p:cNvPr>
          <p:cNvCxnSpPr>
            <a:cxnSpLocks/>
            <a:stCxn id="26" idx="2"/>
            <a:endCxn id="14" idx="2"/>
          </p:cNvCxnSpPr>
          <p:nvPr/>
        </p:nvCxnSpPr>
        <p:spPr>
          <a:xfrm rot="5400000" flipH="1">
            <a:off x="6085453" y="-588186"/>
            <a:ext cx="209121" cy="8936185"/>
          </a:xfrm>
          <a:prstGeom prst="curvedConnector3">
            <a:avLst>
              <a:gd name="adj1" fmla="val -319427"/>
            </a:avLst>
          </a:prstGeom>
          <a:ln w="9525">
            <a:solidFill>
              <a:srgbClr val="C00000"/>
            </a:solidFill>
            <a:prstDash val="sysDot"/>
            <a:tailEnd type="triangle"/>
          </a:ln>
        </p:spPr>
        <p:style>
          <a:lnRef idx="1">
            <a:schemeClr val="dk1"/>
          </a:lnRef>
          <a:fillRef idx="0">
            <a:schemeClr val="dk1"/>
          </a:fillRef>
          <a:effectRef idx="0">
            <a:schemeClr val="dk1"/>
          </a:effectRef>
          <a:fontRef idx="minor">
            <a:schemeClr val="tx1"/>
          </a:fontRef>
        </p:style>
      </p:cxnSp>
      <p:grpSp>
        <p:nvGrpSpPr>
          <p:cNvPr id="48" name="Group 47">
            <a:extLst>
              <a:ext uri="{FF2B5EF4-FFF2-40B4-BE49-F238E27FC236}">
                <a16:creationId xmlns:a16="http://schemas.microsoft.com/office/drawing/2014/main" id="{E4406947-59F4-DB35-E6B9-C63D4A7DDD42}"/>
              </a:ext>
            </a:extLst>
          </p:cNvPr>
          <p:cNvGrpSpPr/>
          <p:nvPr/>
        </p:nvGrpSpPr>
        <p:grpSpPr>
          <a:xfrm>
            <a:off x="5005449" y="1281002"/>
            <a:ext cx="3016333" cy="928399"/>
            <a:chOff x="5650674" y="1292287"/>
            <a:chExt cx="3016333" cy="928399"/>
          </a:xfrm>
        </p:grpSpPr>
        <p:sp>
          <p:nvSpPr>
            <p:cNvPr id="49" name="Rectangle 48">
              <a:extLst>
                <a:ext uri="{FF2B5EF4-FFF2-40B4-BE49-F238E27FC236}">
                  <a16:creationId xmlns:a16="http://schemas.microsoft.com/office/drawing/2014/main" id="{AA287F37-F887-B206-8F60-8A85BD4FC6F8}"/>
                </a:ext>
              </a:extLst>
            </p:cNvPr>
            <p:cNvSpPr/>
            <p:nvPr/>
          </p:nvSpPr>
          <p:spPr>
            <a:xfrm>
              <a:off x="5650674" y="1292287"/>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abstract class Shape</a:t>
              </a:r>
            </a:p>
          </p:txBody>
        </p:sp>
        <p:sp>
          <p:nvSpPr>
            <p:cNvPr id="50" name="Rectangle 49">
              <a:extLst>
                <a:ext uri="{FF2B5EF4-FFF2-40B4-BE49-F238E27FC236}">
                  <a16:creationId xmlns:a16="http://schemas.microsoft.com/office/drawing/2014/main" id="{960BE4E0-55AF-3321-D90D-4BEC0A4F2F5E}"/>
                </a:ext>
              </a:extLst>
            </p:cNvPr>
            <p:cNvSpPr/>
            <p:nvPr/>
          </p:nvSpPr>
          <p:spPr>
            <a:xfrm>
              <a:off x="5650674" y="1805352"/>
              <a:ext cx="3016333" cy="4153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accept(Visitor v);</a:t>
              </a:r>
            </a:p>
          </p:txBody>
        </p:sp>
      </p:grpSp>
      <p:sp>
        <p:nvSpPr>
          <p:cNvPr id="2" name="Rectangle 1">
            <a:extLst>
              <a:ext uri="{FF2B5EF4-FFF2-40B4-BE49-F238E27FC236}">
                <a16:creationId xmlns:a16="http://schemas.microsoft.com/office/drawing/2014/main" id="{4CE25902-B1D0-58B6-87C9-084DADB9A4B3}"/>
              </a:ext>
            </a:extLst>
          </p:cNvPr>
          <p:cNvSpPr/>
          <p:nvPr/>
        </p:nvSpPr>
        <p:spPr>
          <a:xfrm>
            <a:off x="102530" y="2344075"/>
            <a:ext cx="3261395" cy="1098762"/>
          </a:xfrm>
          <a:prstGeom prst="rect">
            <a:avLst/>
          </a:prstGeom>
          <a:noFill/>
          <a:ln w="4127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Tree>
    <p:extLst>
      <p:ext uri="{BB962C8B-B14F-4D97-AF65-F5344CB8AC3E}">
        <p14:creationId xmlns:p14="http://schemas.microsoft.com/office/powerpoint/2010/main" val="1530702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82339E-95CA-3F17-99C9-DC2C69D0ACE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DA269FD-EE95-33E9-9646-37D28E87C592}"/>
              </a:ext>
            </a:extLst>
          </p:cNvPr>
          <p:cNvSpPr>
            <a:spLocks noGrp="1"/>
          </p:cNvSpPr>
          <p:nvPr>
            <p:ph type="title"/>
          </p:nvPr>
        </p:nvSpPr>
        <p:spPr/>
        <p:txBody>
          <a:bodyPr/>
          <a:lstStyle/>
          <a:p>
            <a:r>
              <a:rPr lang="en-US" dirty="0"/>
              <a:t>Visitor design pattern so far…</a:t>
            </a:r>
          </a:p>
        </p:txBody>
      </p:sp>
      <p:grpSp>
        <p:nvGrpSpPr>
          <p:cNvPr id="4" name="Group 3">
            <a:extLst>
              <a:ext uri="{FF2B5EF4-FFF2-40B4-BE49-F238E27FC236}">
                <a16:creationId xmlns:a16="http://schemas.microsoft.com/office/drawing/2014/main" id="{DF0B6570-6964-ED07-7360-34528B57050F}"/>
              </a:ext>
            </a:extLst>
          </p:cNvPr>
          <p:cNvGrpSpPr/>
          <p:nvPr/>
        </p:nvGrpSpPr>
        <p:grpSpPr>
          <a:xfrm>
            <a:off x="213754" y="829255"/>
            <a:ext cx="3016334" cy="2946090"/>
            <a:chOff x="902523" y="1710047"/>
            <a:chExt cx="3016334" cy="2946090"/>
          </a:xfrm>
        </p:grpSpPr>
        <p:sp>
          <p:nvSpPr>
            <p:cNvPr id="9" name="Rectangle 8">
              <a:extLst>
                <a:ext uri="{FF2B5EF4-FFF2-40B4-BE49-F238E27FC236}">
                  <a16:creationId xmlns:a16="http://schemas.microsoft.com/office/drawing/2014/main" id="{F9A2AC3A-68AE-32BB-8081-9A569473E546}"/>
                </a:ext>
              </a:extLst>
            </p:cNvPr>
            <p:cNvSpPr/>
            <p:nvPr/>
          </p:nvSpPr>
          <p:spPr>
            <a:xfrm>
              <a:off x="902525" y="1710047"/>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abstract class Visitor</a:t>
              </a:r>
            </a:p>
          </p:txBody>
        </p:sp>
        <p:sp>
          <p:nvSpPr>
            <p:cNvPr id="12" name="Rectangle 11">
              <a:extLst>
                <a:ext uri="{FF2B5EF4-FFF2-40B4-BE49-F238E27FC236}">
                  <a16:creationId xmlns:a16="http://schemas.microsoft.com/office/drawing/2014/main" id="{E8D0B888-EB9F-4557-0CBB-648D6E0DDAB4}"/>
                </a:ext>
              </a:extLst>
            </p:cNvPr>
            <p:cNvSpPr/>
            <p:nvPr/>
          </p:nvSpPr>
          <p:spPr>
            <a:xfrm>
              <a:off x="902524" y="2208810"/>
              <a:ext cx="3016333" cy="3325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visit(Circle c); </a:t>
              </a:r>
            </a:p>
          </p:txBody>
        </p:sp>
        <p:sp>
          <p:nvSpPr>
            <p:cNvPr id="13" name="Rectangle 12">
              <a:extLst>
                <a:ext uri="{FF2B5EF4-FFF2-40B4-BE49-F238E27FC236}">
                  <a16:creationId xmlns:a16="http://schemas.microsoft.com/office/drawing/2014/main" id="{2C679B24-B4D8-0AE5-B6E9-25BB9879C0BB}"/>
                </a:ext>
              </a:extLst>
            </p:cNvPr>
            <p:cNvSpPr/>
            <p:nvPr/>
          </p:nvSpPr>
          <p:spPr>
            <a:xfrm>
              <a:off x="902524" y="2541319"/>
              <a:ext cx="3016333" cy="3325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visit(Rectangle r); </a:t>
              </a:r>
            </a:p>
          </p:txBody>
        </p:sp>
        <p:sp>
          <p:nvSpPr>
            <p:cNvPr id="14" name="Rectangle 13">
              <a:extLst>
                <a:ext uri="{FF2B5EF4-FFF2-40B4-BE49-F238E27FC236}">
                  <a16:creationId xmlns:a16="http://schemas.microsoft.com/office/drawing/2014/main" id="{DEEFB13D-E723-AD22-CB3E-997032955EF8}"/>
                </a:ext>
              </a:extLst>
            </p:cNvPr>
            <p:cNvSpPr/>
            <p:nvPr/>
          </p:nvSpPr>
          <p:spPr>
            <a:xfrm>
              <a:off x="902523" y="2873829"/>
              <a:ext cx="3016333" cy="178230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visit(Compound c)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for (Shape s:   </a:t>
              </a:r>
            </a:p>
            <a:p>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latin typeface="Consolas" panose="020B0609020204030204" pitchFamily="49" charset="0"/>
                  <a:cs typeface="Consolas" panose="020B0609020204030204" pitchFamily="49" charset="0"/>
                </a:rPr>
                <a:t>c.getShapeList</a:t>
              </a:r>
              <a:r>
                <a:rPr lang="en-US" dirty="0">
                  <a:solidFill>
                    <a:schemeClr val="tx1"/>
                  </a:solidFill>
                  <a:latin typeface="Consolas" panose="020B0609020204030204" pitchFamily="49" charset="0"/>
                  <a:cs typeface="Consolas" panose="020B0609020204030204" pitchFamily="49" charset="0"/>
                </a:rPr>
                <a:t>()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latin typeface="Consolas" panose="020B0609020204030204" pitchFamily="49" charset="0"/>
                  <a:cs typeface="Consolas" panose="020B0609020204030204" pitchFamily="49" charset="0"/>
                </a:rPr>
                <a:t>s.accept</a:t>
              </a:r>
              <a:r>
                <a:rPr lang="en-US" dirty="0">
                  <a:solidFill>
                    <a:schemeClr val="tx1"/>
                  </a:solidFill>
                  <a:latin typeface="Consolas" panose="020B0609020204030204" pitchFamily="49" charset="0"/>
                  <a:cs typeface="Consolas" panose="020B0609020204030204" pitchFamily="49" charset="0"/>
                </a:rPr>
                <a:t>(this);</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p>
          </p:txBody>
        </p:sp>
      </p:grpSp>
      <p:grpSp>
        <p:nvGrpSpPr>
          <p:cNvPr id="17" name="Group 16">
            <a:extLst>
              <a:ext uri="{FF2B5EF4-FFF2-40B4-BE49-F238E27FC236}">
                <a16:creationId xmlns:a16="http://schemas.microsoft.com/office/drawing/2014/main" id="{B1F65A1C-AB10-E5AA-8C66-B79BD29326F7}"/>
              </a:ext>
            </a:extLst>
          </p:cNvPr>
          <p:cNvGrpSpPr/>
          <p:nvPr/>
        </p:nvGrpSpPr>
        <p:grpSpPr>
          <a:xfrm>
            <a:off x="3455718" y="2593035"/>
            <a:ext cx="2640282" cy="1391431"/>
            <a:chOff x="5650674" y="829255"/>
            <a:chExt cx="3016333" cy="1391431"/>
          </a:xfrm>
        </p:grpSpPr>
        <p:sp>
          <p:nvSpPr>
            <p:cNvPr id="18" name="Rectangle 17">
              <a:extLst>
                <a:ext uri="{FF2B5EF4-FFF2-40B4-BE49-F238E27FC236}">
                  <a16:creationId xmlns:a16="http://schemas.microsoft.com/office/drawing/2014/main" id="{2C97D737-514E-A7CE-DBE3-02D4A9FAA4A2}"/>
                </a:ext>
              </a:extLst>
            </p:cNvPr>
            <p:cNvSpPr/>
            <p:nvPr/>
          </p:nvSpPr>
          <p:spPr>
            <a:xfrm>
              <a:off x="5650675" y="829255"/>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class Circle</a:t>
              </a:r>
            </a:p>
          </p:txBody>
        </p:sp>
        <p:sp>
          <p:nvSpPr>
            <p:cNvPr id="19" name="Rectangle 18">
              <a:extLst>
                <a:ext uri="{FF2B5EF4-FFF2-40B4-BE49-F238E27FC236}">
                  <a16:creationId xmlns:a16="http://schemas.microsoft.com/office/drawing/2014/main" id="{AA29D6B9-EF94-D752-D1BF-C9F2B64EC32D}"/>
                </a:ext>
              </a:extLst>
            </p:cNvPr>
            <p:cNvSpPr/>
            <p:nvPr/>
          </p:nvSpPr>
          <p:spPr>
            <a:xfrm>
              <a:off x="5650674" y="1328018"/>
              <a:ext cx="3016333" cy="8926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accept(Visitor v)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latin typeface="Consolas" panose="020B0609020204030204" pitchFamily="49" charset="0"/>
                  <a:cs typeface="Consolas" panose="020B0609020204030204" pitchFamily="49" charset="0"/>
                </a:rPr>
                <a:t>v.visit</a:t>
              </a:r>
              <a:r>
                <a:rPr lang="en-US" dirty="0">
                  <a:solidFill>
                    <a:schemeClr val="tx1"/>
                  </a:solidFill>
                  <a:latin typeface="Consolas" panose="020B0609020204030204" pitchFamily="49" charset="0"/>
                  <a:cs typeface="Consolas" panose="020B0609020204030204" pitchFamily="49" charset="0"/>
                </a:rPr>
                <a:t>(this);</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p>
          </p:txBody>
        </p:sp>
      </p:grpSp>
      <p:grpSp>
        <p:nvGrpSpPr>
          <p:cNvPr id="21" name="Group 20">
            <a:extLst>
              <a:ext uri="{FF2B5EF4-FFF2-40B4-BE49-F238E27FC236}">
                <a16:creationId xmlns:a16="http://schemas.microsoft.com/office/drawing/2014/main" id="{8121E5B0-26A7-CBF0-5EEA-B43CEBE7DBBC}"/>
              </a:ext>
            </a:extLst>
          </p:cNvPr>
          <p:cNvGrpSpPr/>
          <p:nvPr/>
        </p:nvGrpSpPr>
        <p:grpSpPr>
          <a:xfrm>
            <a:off x="6350945" y="2593035"/>
            <a:ext cx="2640281" cy="1391431"/>
            <a:chOff x="5650674" y="829255"/>
            <a:chExt cx="3016333" cy="1391431"/>
          </a:xfrm>
        </p:grpSpPr>
        <p:sp>
          <p:nvSpPr>
            <p:cNvPr id="22" name="Rectangle 21">
              <a:extLst>
                <a:ext uri="{FF2B5EF4-FFF2-40B4-BE49-F238E27FC236}">
                  <a16:creationId xmlns:a16="http://schemas.microsoft.com/office/drawing/2014/main" id="{03371E51-D5C5-BFB7-D2CF-775F50050E10}"/>
                </a:ext>
              </a:extLst>
            </p:cNvPr>
            <p:cNvSpPr/>
            <p:nvPr/>
          </p:nvSpPr>
          <p:spPr>
            <a:xfrm>
              <a:off x="5650675" y="829255"/>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class Rectangle</a:t>
              </a:r>
            </a:p>
          </p:txBody>
        </p:sp>
        <p:sp>
          <p:nvSpPr>
            <p:cNvPr id="23" name="Rectangle 22">
              <a:extLst>
                <a:ext uri="{FF2B5EF4-FFF2-40B4-BE49-F238E27FC236}">
                  <a16:creationId xmlns:a16="http://schemas.microsoft.com/office/drawing/2014/main" id="{96B5EC8A-85C6-66FB-9F76-E87AF36DA338}"/>
                </a:ext>
              </a:extLst>
            </p:cNvPr>
            <p:cNvSpPr/>
            <p:nvPr/>
          </p:nvSpPr>
          <p:spPr>
            <a:xfrm>
              <a:off x="5650674" y="1328018"/>
              <a:ext cx="3016333" cy="8926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accept(Visitor v)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latin typeface="Consolas" panose="020B0609020204030204" pitchFamily="49" charset="0"/>
                  <a:cs typeface="Consolas" panose="020B0609020204030204" pitchFamily="49" charset="0"/>
                </a:rPr>
                <a:t>v.visit</a:t>
              </a:r>
              <a:r>
                <a:rPr lang="en-US" dirty="0">
                  <a:solidFill>
                    <a:schemeClr val="tx1"/>
                  </a:solidFill>
                  <a:latin typeface="Consolas" panose="020B0609020204030204" pitchFamily="49" charset="0"/>
                  <a:cs typeface="Consolas" panose="020B0609020204030204" pitchFamily="49" charset="0"/>
                </a:rPr>
                <a:t>(this);</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p>
          </p:txBody>
        </p:sp>
      </p:grpSp>
      <p:grpSp>
        <p:nvGrpSpPr>
          <p:cNvPr id="24" name="Group 23">
            <a:extLst>
              <a:ext uri="{FF2B5EF4-FFF2-40B4-BE49-F238E27FC236}">
                <a16:creationId xmlns:a16="http://schemas.microsoft.com/office/drawing/2014/main" id="{CA8EDA2F-0EFC-69CA-E079-F880AA1E3BB1}"/>
              </a:ext>
            </a:extLst>
          </p:cNvPr>
          <p:cNvGrpSpPr/>
          <p:nvPr/>
        </p:nvGrpSpPr>
        <p:grpSpPr>
          <a:xfrm>
            <a:off x="9337965" y="2593035"/>
            <a:ext cx="2640281" cy="1391431"/>
            <a:chOff x="5650674" y="829255"/>
            <a:chExt cx="3016333" cy="1391431"/>
          </a:xfrm>
        </p:grpSpPr>
        <p:sp>
          <p:nvSpPr>
            <p:cNvPr id="25" name="Rectangle 24">
              <a:extLst>
                <a:ext uri="{FF2B5EF4-FFF2-40B4-BE49-F238E27FC236}">
                  <a16:creationId xmlns:a16="http://schemas.microsoft.com/office/drawing/2014/main" id="{1A8E63C3-7955-712A-22EB-09C9FAC300C6}"/>
                </a:ext>
              </a:extLst>
            </p:cNvPr>
            <p:cNvSpPr/>
            <p:nvPr/>
          </p:nvSpPr>
          <p:spPr>
            <a:xfrm>
              <a:off x="5650675" y="829255"/>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class </a:t>
              </a:r>
              <a:r>
                <a:rPr lang="en-US" dirty="0" err="1">
                  <a:latin typeface="Consolas" panose="020B0609020204030204" pitchFamily="49" charset="0"/>
                  <a:cs typeface="Consolas" panose="020B0609020204030204" pitchFamily="49" charset="0"/>
                </a:rPr>
                <a:t>CompoundShape</a:t>
              </a:r>
              <a:endParaRPr lang="en-US" dirty="0">
                <a:latin typeface="Consolas" panose="020B0609020204030204" pitchFamily="49" charset="0"/>
                <a:cs typeface="Consolas" panose="020B0609020204030204" pitchFamily="49" charset="0"/>
              </a:endParaRPr>
            </a:p>
          </p:txBody>
        </p:sp>
        <p:sp>
          <p:nvSpPr>
            <p:cNvPr id="26" name="Rectangle 25">
              <a:extLst>
                <a:ext uri="{FF2B5EF4-FFF2-40B4-BE49-F238E27FC236}">
                  <a16:creationId xmlns:a16="http://schemas.microsoft.com/office/drawing/2014/main" id="{408610BA-7C7F-5261-2F85-E935ED4FAF18}"/>
                </a:ext>
              </a:extLst>
            </p:cNvPr>
            <p:cNvSpPr/>
            <p:nvPr/>
          </p:nvSpPr>
          <p:spPr>
            <a:xfrm>
              <a:off x="5650674" y="1328018"/>
              <a:ext cx="3016333" cy="8926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accept(Visitor v)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latin typeface="Consolas" panose="020B0609020204030204" pitchFamily="49" charset="0"/>
                  <a:cs typeface="Consolas" panose="020B0609020204030204" pitchFamily="49" charset="0"/>
                </a:rPr>
                <a:t>v.visit</a:t>
              </a:r>
              <a:r>
                <a:rPr lang="en-US" dirty="0">
                  <a:solidFill>
                    <a:schemeClr val="tx1"/>
                  </a:solidFill>
                  <a:latin typeface="Consolas" panose="020B0609020204030204" pitchFamily="49" charset="0"/>
                  <a:cs typeface="Consolas" panose="020B0609020204030204" pitchFamily="49" charset="0"/>
                </a:rPr>
                <a:t>(this);</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p>
          </p:txBody>
        </p:sp>
      </p:grpSp>
      <p:cxnSp>
        <p:nvCxnSpPr>
          <p:cNvPr id="28" name="Straight Arrow Connector 27">
            <a:extLst>
              <a:ext uri="{FF2B5EF4-FFF2-40B4-BE49-F238E27FC236}">
                <a16:creationId xmlns:a16="http://schemas.microsoft.com/office/drawing/2014/main" id="{40A669D1-7BC8-479F-4186-9BFE336192A0}"/>
              </a:ext>
            </a:extLst>
          </p:cNvPr>
          <p:cNvCxnSpPr>
            <a:cxnSpLocks/>
            <a:endCxn id="18" idx="0"/>
          </p:cNvCxnSpPr>
          <p:nvPr/>
        </p:nvCxnSpPr>
        <p:spPr>
          <a:xfrm flipH="1">
            <a:off x="4775860" y="2209401"/>
            <a:ext cx="1737756" cy="3836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 name="Straight Arrow Connector 28">
            <a:extLst>
              <a:ext uri="{FF2B5EF4-FFF2-40B4-BE49-F238E27FC236}">
                <a16:creationId xmlns:a16="http://schemas.microsoft.com/office/drawing/2014/main" id="{FCBEA7B4-07EF-B858-A0E8-92B8537FAD69}"/>
              </a:ext>
            </a:extLst>
          </p:cNvPr>
          <p:cNvCxnSpPr>
            <a:cxnSpLocks/>
            <a:endCxn id="22" idx="0"/>
          </p:cNvCxnSpPr>
          <p:nvPr/>
        </p:nvCxnSpPr>
        <p:spPr>
          <a:xfrm>
            <a:off x="6513616" y="2209401"/>
            <a:ext cx="1157470" cy="3836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2" name="Straight Arrow Connector 31">
            <a:extLst>
              <a:ext uri="{FF2B5EF4-FFF2-40B4-BE49-F238E27FC236}">
                <a16:creationId xmlns:a16="http://schemas.microsoft.com/office/drawing/2014/main" id="{7EB130B7-8716-79A9-1CD4-CED47786D686}"/>
              </a:ext>
            </a:extLst>
          </p:cNvPr>
          <p:cNvCxnSpPr>
            <a:cxnSpLocks/>
            <a:endCxn id="25" idx="0"/>
          </p:cNvCxnSpPr>
          <p:nvPr/>
        </p:nvCxnSpPr>
        <p:spPr>
          <a:xfrm>
            <a:off x="6513616" y="2209401"/>
            <a:ext cx="4144490" cy="3836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5" name="TextBox 34">
            <a:extLst>
              <a:ext uri="{FF2B5EF4-FFF2-40B4-BE49-F238E27FC236}">
                <a16:creationId xmlns:a16="http://schemas.microsoft.com/office/drawing/2014/main" id="{EC14F6DC-431B-8D8C-483F-4656DB3D7C95}"/>
              </a:ext>
            </a:extLst>
          </p:cNvPr>
          <p:cNvSpPr txBox="1"/>
          <p:nvPr/>
        </p:nvSpPr>
        <p:spPr>
          <a:xfrm>
            <a:off x="4386738" y="2209401"/>
            <a:ext cx="919995" cy="369332"/>
          </a:xfrm>
          <a:prstGeom prst="rect">
            <a:avLst/>
          </a:prstGeom>
          <a:noFill/>
        </p:spPr>
        <p:txBody>
          <a:bodyPr wrap="none" rtlCol="0">
            <a:spAutoFit/>
          </a:bodyPr>
          <a:lstStyle/>
          <a:p>
            <a:r>
              <a:rPr lang="en-US" dirty="0"/>
              <a:t>extends</a:t>
            </a:r>
          </a:p>
        </p:txBody>
      </p:sp>
      <p:sp>
        <p:nvSpPr>
          <p:cNvPr id="36" name="TextBox 35">
            <a:extLst>
              <a:ext uri="{FF2B5EF4-FFF2-40B4-BE49-F238E27FC236}">
                <a16:creationId xmlns:a16="http://schemas.microsoft.com/office/drawing/2014/main" id="{944A4C7F-991C-3E3E-C7F0-9EAB639D94A6}"/>
              </a:ext>
            </a:extLst>
          </p:cNvPr>
          <p:cNvSpPr txBox="1"/>
          <p:nvPr/>
        </p:nvSpPr>
        <p:spPr>
          <a:xfrm>
            <a:off x="5926385" y="2245132"/>
            <a:ext cx="919995" cy="369332"/>
          </a:xfrm>
          <a:prstGeom prst="rect">
            <a:avLst/>
          </a:prstGeom>
          <a:noFill/>
        </p:spPr>
        <p:txBody>
          <a:bodyPr wrap="none" rtlCol="0">
            <a:spAutoFit/>
          </a:bodyPr>
          <a:lstStyle/>
          <a:p>
            <a:r>
              <a:rPr lang="en-US" dirty="0"/>
              <a:t>extends</a:t>
            </a:r>
          </a:p>
        </p:txBody>
      </p:sp>
      <p:sp>
        <p:nvSpPr>
          <p:cNvPr id="37" name="TextBox 36">
            <a:extLst>
              <a:ext uri="{FF2B5EF4-FFF2-40B4-BE49-F238E27FC236}">
                <a16:creationId xmlns:a16="http://schemas.microsoft.com/office/drawing/2014/main" id="{EA049266-F9A4-07D2-5336-1BBC9564B29F}"/>
              </a:ext>
            </a:extLst>
          </p:cNvPr>
          <p:cNvSpPr txBox="1"/>
          <p:nvPr/>
        </p:nvSpPr>
        <p:spPr>
          <a:xfrm>
            <a:off x="8857048" y="2102011"/>
            <a:ext cx="919995" cy="369332"/>
          </a:xfrm>
          <a:prstGeom prst="rect">
            <a:avLst/>
          </a:prstGeom>
          <a:noFill/>
        </p:spPr>
        <p:txBody>
          <a:bodyPr wrap="none" rtlCol="0">
            <a:spAutoFit/>
          </a:bodyPr>
          <a:lstStyle/>
          <a:p>
            <a:r>
              <a:rPr lang="en-US" dirty="0"/>
              <a:t>extends</a:t>
            </a:r>
          </a:p>
        </p:txBody>
      </p:sp>
      <p:cxnSp>
        <p:nvCxnSpPr>
          <p:cNvPr id="7" name="Curved Connector 6">
            <a:extLst>
              <a:ext uri="{FF2B5EF4-FFF2-40B4-BE49-F238E27FC236}">
                <a16:creationId xmlns:a16="http://schemas.microsoft.com/office/drawing/2014/main" id="{D6631F20-D8D3-A7B0-7163-B5558331ABFA}"/>
              </a:ext>
            </a:extLst>
          </p:cNvPr>
          <p:cNvCxnSpPr>
            <a:stCxn id="19" idx="2"/>
            <a:endCxn id="12" idx="3"/>
          </p:cNvCxnSpPr>
          <p:nvPr/>
        </p:nvCxnSpPr>
        <p:spPr>
          <a:xfrm rot="5400000" flipH="1">
            <a:off x="2757877" y="1966485"/>
            <a:ext cx="2490193" cy="1545771"/>
          </a:xfrm>
          <a:prstGeom prst="curvedConnector4">
            <a:avLst>
              <a:gd name="adj1" fmla="val -9180"/>
              <a:gd name="adj2" fmla="val 92702"/>
            </a:avLst>
          </a:prstGeom>
          <a:ln w="9525">
            <a:solidFill>
              <a:srgbClr val="C00000"/>
            </a:solidFill>
            <a:prstDash val="sysDot"/>
            <a:tailEnd type="triangle"/>
          </a:ln>
        </p:spPr>
        <p:style>
          <a:lnRef idx="1">
            <a:schemeClr val="dk1"/>
          </a:lnRef>
          <a:fillRef idx="0">
            <a:schemeClr val="dk1"/>
          </a:fillRef>
          <a:effectRef idx="0">
            <a:schemeClr val="dk1"/>
          </a:effectRef>
          <a:fontRef idx="minor">
            <a:schemeClr val="tx1"/>
          </a:fontRef>
        </p:style>
      </p:cxnSp>
      <p:cxnSp>
        <p:nvCxnSpPr>
          <p:cNvPr id="8" name="Curved Connector 7">
            <a:extLst>
              <a:ext uri="{FF2B5EF4-FFF2-40B4-BE49-F238E27FC236}">
                <a16:creationId xmlns:a16="http://schemas.microsoft.com/office/drawing/2014/main" id="{2CFDC099-FC88-1EB5-A833-F4C9CBC2D163}"/>
              </a:ext>
            </a:extLst>
          </p:cNvPr>
          <p:cNvCxnSpPr>
            <a:cxnSpLocks/>
            <a:stCxn id="23" idx="2"/>
            <a:endCxn id="13" idx="3"/>
          </p:cNvCxnSpPr>
          <p:nvPr/>
        </p:nvCxnSpPr>
        <p:spPr>
          <a:xfrm rot="5400000" flipH="1">
            <a:off x="4371745" y="685125"/>
            <a:ext cx="2157684" cy="4440998"/>
          </a:xfrm>
          <a:prstGeom prst="curvedConnector4">
            <a:avLst>
              <a:gd name="adj1" fmla="val -10595"/>
              <a:gd name="adj2" fmla="val 64863"/>
            </a:avLst>
          </a:prstGeom>
          <a:ln w="9525">
            <a:solidFill>
              <a:srgbClr val="C00000"/>
            </a:solidFill>
            <a:prstDash val="sysDot"/>
            <a:tailEnd type="triangle"/>
          </a:ln>
        </p:spPr>
        <p:style>
          <a:lnRef idx="1">
            <a:schemeClr val="dk1"/>
          </a:lnRef>
          <a:fillRef idx="0">
            <a:schemeClr val="dk1"/>
          </a:fillRef>
          <a:effectRef idx="0">
            <a:schemeClr val="dk1"/>
          </a:effectRef>
          <a:fontRef idx="minor">
            <a:schemeClr val="tx1"/>
          </a:fontRef>
        </p:style>
      </p:cxnSp>
      <p:cxnSp>
        <p:nvCxnSpPr>
          <p:cNvPr id="27" name="Curved Connector 26">
            <a:extLst>
              <a:ext uri="{FF2B5EF4-FFF2-40B4-BE49-F238E27FC236}">
                <a16:creationId xmlns:a16="http://schemas.microsoft.com/office/drawing/2014/main" id="{27F06166-8481-5723-4AED-BB1D1BC6ED7F}"/>
              </a:ext>
            </a:extLst>
          </p:cNvPr>
          <p:cNvCxnSpPr>
            <a:cxnSpLocks/>
            <a:stCxn id="26" idx="2"/>
            <a:endCxn id="14" idx="2"/>
          </p:cNvCxnSpPr>
          <p:nvPr/>
        </p:nvCxnSpPr>
        <p:spPr>
          <a:xfrm rot="5400000" flipH="1">
            <a:off x="6085453" y="-588186"/>
            <a:ext cx="209121" cy="8936185"/>
          </a:xfrm>
          <a:prstGeom prst="curvedConnector3">
            <a:avLst>
              <a:gd name="adj1" fmla="val -319427"/>
            </a:avLst>
          </a:prstGeom>
          <a:ln w="9525">
            <a:solidFill>
              <a:srgbClr val="C00000"/>
            </a:solidFill>
            <a:prstDash val="sysDot"/>
            <a:tailEnd type="triangle"/>
          </a:ln>
        </p:spPr>
        <p:style>
          <a:lnRef idx="1">
            <a:schemeClr val="dk1"/>
          </a:lnRef>
          <a:fillRef idx="0">
            <a:schemeClr val="dk1"/>
          </a:fillRef>
          <a:effectRef idx="0">
            <a:schemeClr val="dk1"/>
          </a:effectRef>
          <a:fontRef idx="minor">
            <a:schemeClr val="tx1"/>
          </a:fontRef>
        </p:style>
      </p:cxnSp>
      <p:grpSp>
        <p:nvGrpSpPr>
          <p:cNvPr id="48" name="Group 47">
            <a:extLst>
              <a:ext uri="{FF2B5EF4-FFF2-40B4-BE49-F238E27FC236}">
                <a16:creationId xmlns:a16="http://schemas.microsoft.com/office/drawing/2014/main" id="{3DDEF295-564D-1392-E74A-728882D9F548}"/>
              </a:ext>
            </a:extLst>
          </p:cNvPr>
          <p:cNvGrpSpPr/>
          <p:nvPr/>
        </p:nvGrpSpPr>
        <p:grpSpPr>
          <a:xfrm>
            <a:off x="5005449" y="1281002"/>
            <a:ext cx="3016333" cy="928399"/>
            <a:chOff x="5650674" y="1292287"/>
            <a:chExt cx="3016333" cy="928399"/>
          </a:xfrm>
        </p:grpSpPr>
        <p:sp>
          <p:nvSpPr>
            <p:cNvPr id="49" name="Rectangle 48">
              <a:extLst>
                <a:ext uri="{FF2B5EF4-FFF2-40B4-BE49-F238E27FC236}">
                  <a16:creationId xmlns:a16="http://schemas.microsoft.com/office/drawing/2014/main" id="{33D34AF1-954C-B9D9-4E70-91C6CFD0AA47}"/>
                </a:ext>
              </a:extLst>
            </p:cNvPr>
            <p:cNvSpPr/>
            <p:nvPr/>
          </p:nvSpPr>
          <p:spPr>
            <a:xfrm>
              <a:off x="5650674" y="1292287"/>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abstract class Shape</a:t>
              </a:r>
            </a:p>
          </p:txBody>
        </p:sp>
        <p:sp>
          <p:nvSpPr>
            <p:cNvPr id="50" name="Rectangle 49">
              <a:extLst>
                <a:ext uri="{FF2B5EF4-FFF2-40B4-BE49-F238E27FC236}">
                  <a16:creationId xmlns:a16="http://schemas.microsoft.com/office/drawing/2014/main" id="{5F95C139-075E-5D64-74DD-1F1439E88945}"/>
                </a:ext>
              </a:extLst>
            </p:cNvPr>
            <p:cNvSpPr/>
            <p:nvPr/>
          </p:nvSpPr>
          <p:spPr>
            <a:xfrm>
              <a:off x="5650674" y="1805352"/>
              <a:ext cx="3016333" cy="4153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accept(Visitor v);</a:t>
              </a:r>
            </a:p>
          </p:txBody>
        </p:sp>
      </p:grpSp>
      <p:sp>
        <p:nvSpPr>
          <p:cNvPr id="2" name="Rectangle 1">
            <a:extLst>
              <a:ext uri="{FF2B5EF4-FFF2-40B4-BE49-F238E27FC236}">
                <a16:creationId xmlns:a16="http://schemas.microsoft.com/office/drawing/2014/main" id="{CF6C4F4D-B313-4AAF-BD57-98BFFA83F47F}"/>
              </a:ext>
            </a:extLst>
          </p:cNvPr>
          <p:cNvSpPr/>
          <p:nvPr/>
        </p:nvSpPr>
        <p:spPr>
          <a:xfrm>
            <a:off x="629392" y="2861953"/>
            <a:ext cx="2232561" cy="38001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 name="Curved Connector 2">
            <a:extLst>
              <a:ext uri="{FF2B5EF4-FFF2-40B4-BE49-F238E27FC236}">
                <a16:creationId xmlns:a16="http://schemas.microsoft.com/office/drawing/2014/main" id="{02277147-93A0-541B-E48E-C78329A63E59}"/>
              </a:ext>
            </a:extLst>
          </p:cNvPr>
          <p:cNvCxnSpPr>
            <a:cxnSpLocks/>
            <a:endCxn id="16" idx="1"/>
          </p:cNvCxnSpPr>
          <p:nvPr/>
        </p:nvCxnSpPr>
        <p:spPr>
          <a:xfrm>
            <a:off x="2861953" y="3082652"/>
            <a:ext cx="623079" cy="202775"/>
          </a:xfrm>
          <a:prstGeom prst="curvedConnector3">
            <a:avLst>
              <a:gd name="adj1" fmla="val 50000"/>
            </a:avLst>
          </a:prstGeom>
          <a:ln w="9525">
            <a:solidFill>
              <a:srgbClr val="0000FF"/>
            </a:solidFill>
            <a:prstDash val="sysDot"/>
            <a:tailEnd type="triangle"/>
          </a:ln>
        </p:spPr>
        <p:style>
          <a:lnRef idx="1">
            <a:schemeClr val="dk1"/>
          </a:lnRef>
          <a:fillRef idx="0">
            <a:schemeClr val="dk1"/>
          </a:fillRef>
          <a:effectRef idx="0">
            <a:schemeClr val="dk1"/>
          </a:effectRef>
          <a:fontRef idx="minor">
            <a:schemeClr val="tx1"/>
          </a:fontRef>
        </p:style>
      </p:cxnSp>
      <p:cxnSp>
        <p:nvCxnSpPr>
          <p:cNvPr id="11" name="Curved Connector 10">
            <a:extLst>
              <a:ext uri="{FF2B5EF4-FFF2-40B4-BE49-F238E27FC236}">
                <a16:creationId xmlns:a16="http://schemas.microsoft.com/office/drawing/2014/main" id="{A487C7BD-33E7-B978-1399-2A53750A14D5}"/>
              </a:ext>
            </a:extLst>
          </p:cNvPr>
          <p:cNvCxnSpPr>
            <a:cxnSpLocks/>
            <a:stCxn id="2" idx="3"/>
            <a:endCxn id="30" idx="1"/>
          </p:cNvCxnSpPr>
          <p:nvPr/>
        </p:nvCxnSpPr>
        <p:spPr>
          <a:xfrm>
            <a:off x="2861953" y="3051959"/>
            <a:ext cx="3537483" cy="231177"/>
          </a:xfrm>
          <a:prstGeom prst="curvedConnector3">
            <a:avLst>
              <a:gd name="adj1" fmla="val 34558"/>
            </a:avLst>
          </a:prstGeom>
          <a:ln w="9525">
            <a:solidFill>
              <a:srgbClr val="0000FF"/>
            </a:solidFill>
            <a:prstDash val="sysDot"/>
            <a:tailEnd type="triangle"/>
          </a:ln>
        </p:spPr>
        <p:style>
          <a:lnRef idx="1">
            <a:schemeClr val="dk1"/>
          </a:lnRef>
          <a:fillRef idx="0">
            <a:schemeClr val="dk1"/>
          </a:fillRef>
          <a:effectRef idx="0">
            <a:schemeClr val="dk1"/>
          </a:effectRef>
          <a:fontRef idx="minor">
            <a:schemeClr val="tx1"/>
          </a:fontRef>
        </p:style>
      </p:cxnSp>
      <p:sp>
        <p:nvSpPr>
          <p:cNvPr id="16" name="Rectangle 15">
            <a:extLst>
              <a:ext uri="{FF2B5EF4-FFF2-40B4-BE49-F238E27FC236}">
                <a16:creationId xmlns:a16="http://schemas.microsoft.com/office/drawing/2014/main" id="{1F3A7971-515A-DF05-F7CD-4E4102C637D5}"/>
              </a:ext>
            </a:extLst>
          </p:cNvPr>
          <p:cNvSpPr/>
          <p:nvPr/>
        </p:nvSpPr>
        <p:spPr>
          <a:xfrm>
            <a:off x="3485032" y="3095421"/>
            <a:ext cx="2232561" cy="38001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F94B71A5-C062-CAB1-2371-759A70831426}"/>
              </a:ext>
            </a:extLst>
          </p:cNvPr>
          <p:cNvSpPr/>
          <p:nvPr/>
        </p:nvSpPr>
        <p:spPr>
          <a:xfrm>
            <a:off x="6399436" y="3093130"/>
            <a:ext cx="2232561" cy="38001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357B4875-A8FE-7AEF-1CB2-BFC54D0C99F6}"/>
              </a:ext>
            </a:extLst>
          </p:cNvPr>
          <p:cNvSpPr/>
          <p:nvPr/>
        </p:nvSpPr>
        <p:spPr>
          <a:xfrm>
            <a:off x="9367278" y="3099491"/>
            <a:ext cx="2232561" cy="38001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5" name="Curved Connector 44">
            <a:extLst>
              <a:ext uri="{FF2B5EF4-FFF2-40B4-BE49-F238E27FC236}">
                <a16:creationId xmlns:a16="http://schemas.microsoft.com/office/drawing/2014/main" id="{FC7F66A2-6388-0E10-820F-943B6B2243D7}"/>
              </a:ext>
            </a:extLst>
          </p:cNvPr>
          <p:cNvCxnSpPr>
            <a:cxnSpLocks/>
            <a:endCxn id="31" idx="2"/>
          </p:cNvCxnSpPr>
          <p:nvPr/>
        </p:nvCxnSpPr>
        <p:spPr>
          <a:xfrm>
            <a:off x="2910443" y="3099491"/>
            <a:ext cx="7573116" cy="380011"/>
          </a:xfrm>
          <a:prstGeom prst="curvedConnector4">
            <a:avLst>
              <a:gd name="adj1" fmla="val 1389"/>
              <a:gd name="adj2" fmla="val 378905"/>
            </a:avLst>
          </a:prstGeom>
          <a:ln w="9525">
            <a:solidFill>
              <a:srgbClr val="0000FF"/>
            </a:solidFill>
            <a:prstDash val="sysDot"/>
            <a:tailEnd type="triangle"/>
          </a:ln>
        </p:spPr>
        <p:style>
          <a:lnRef idx="1">
            <a:schemeClr val="dk1"/>
          </a:lnRef>
          <a:fillRef idx="0">
            <a:schemeClr val="dk1"/>
          </a:fillRef>
          <a:effectRef idx="0">
            <a:schemeClr val="dk1"/>
          </a:effectRef>
          <a:fontRef idx="minor">
            <a:schemeClr val="tx1"/>
          </a:fontRef>
        </p:style>
      </p:cxnSp>
      <p:sp>
        <p:nvSpPr>
          <p:cNvPr id="54" name="TextBox 53">
            <a:extLst>
              <a:ext uri="{FF2B5EF4-FFF2-40B4-BE49-F238E27FC236}">
                <a16:creationId xmlns:a16="http://schemas.microsoft.com/office/drawing/2014/main" id="{3012797D-652B-5AB5-3FD1-F57472B5AADB}"/>
              </a:ext>
            </a:extLst>
          </p:cNvPr>
          <p:cNvSpPr txBox="1"/>
          <p:nvPr/>
        </p:nvSpPr>
        <p:spPr>
          <a:xfrm>
            <a:off x="0" y="5209643"/>
            <a:ext cx="12251367" cy="461665"/>
          </a:xfrm>
          <a:prstGeom prst="rect">
            <a:avLst/>
          </a:prstGeom>
          <a:noFill/>
        </p:spPr>
        <p:txBody>
          <a:bodyPr wrap="none" rtlCol="0">
            <a:spAutoFit/>
          </a:bodyPr>
          <a:lstStyle/>
          <a:p>
            <a:r>
              <a:rPr lang="en-US" sz="2400" b="1" i="1" dirty="0"/>
              <a:t>Runtime polymorphism ensures the correct accept method is invoked for each Compound shape</a:t>
            </a:r>
          </a:p>
        </p:txBody>
      </p:sp>
    </p:spTree>
    <p:extLst>
      <p:ext uri="{BB962C8B-B14F-4D97-AF65-F5344CB8AC3E}">
        <p14:creationId xmlns:p14="http://schemas.microsoft.com/office/powerpoint/2010/main" val="2849162622"/>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AE8EE6-A45B-D182-53AB-FBD3D125639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8D724C0-9E6F-BF00-ED0A-45D0ED745AC0}"/>
              </a:ext>
            </a:extLst>
          </p:cNvPr>
          <p:cNvSpPr>
            <a:spLocks noGrp="1"/>
          </p:cNvSpPr>
          <p:nvPr>
            <p:ph type="title"/>
          </p:nvPr>
        </p:nvSpPr>
        <p:spPr/>
        <p:txBody>
          <a:bodyPr/>
          <a:lstStyle/>
          <a:p>
            <a:r>
              <a:rPr lang="en-US" dirty="0"/>
              <a:t>Visitor design pattern so far…</a:t>
            </a:r>
          </a:p>
        </p:txBody>
      </p:sp>
      <p:grpSp>
        <p:nvGrpSpPr>
          <p:cNvPr id="4" name="Group 3">
            <a:extLst>
              <a:ext uri="{FF2B5EF4-FFF2-40B4-BE49-F238E27FC236}">
                <a16:creationId xmlns:a16="http://schemas.microsoft.com/office/drawing/2014/main" id="{6140E87B-397E-40E5-6342-7F2DAE2BDFBD}"/>
              </a:ext>
            </a:extLst>
          </p:cNvPr>
          <p:cNvGrpSpPr/>
          <p:nvPr/>
        </p:nvGrpSpPr>
        <p:grpSpPr>
          <a:xfrm>
            <a:off x="213754" y="829255"/>
            <a:ext cx="3016334" cy="2946090"/>
            <a:chOff x="902523" y="1710047"/>
            <a:chExt cx="3016334" cy="2946090"/>
          </a:xfrm>
        </p:grpSpPr>
        <p:sp>
          <p:nvSpPr>
            <p:cNvPr id="9" name="Rectangle 8">
              <a:extLst>
                <a:ext uri="{FF2B5EF4-FFF2-40B4-BE49-F238E27FC236}">
                  <a16:creationId xmlns:a16="http://schemas.microsoft.com/office/drawing/2014/main" id="{394CE1EC-E67F-F853-B181-22EE2ECD77DE}"/>
                </a:ext>
              </a:extLst>
            </p:cNvPr>
            <p:cNvSpPr/>
            <p:nvPr/>
          </p:nvSpPr>
          <p:spPr>
            <a:xfrm>
              <a:off x="902525" y="1710047"/>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abstract class Visitor</a:t>
              </a:r>
            </a:p>
          </p:txBody>
        </p:sp>
        <p:sp>
          <p:nvSpPr>
            <p:cNvPr id="12" name="Rectangle 11">
              <a:extLst>
                <a:ext uri="{FF2B5EF4-FFF2-40B4-BE49-F238E27FC236}">
                  <a16:creationId xmlns:a16="http://schemas.microsoft.com/office/drawing/2014/main" id="{67D42769-A98C-4148-911A-FBE2827B0C0F}"/>
                </a:ext>
              </a:extLst>
            </p:cNvPr>
            <p:cNvSpPr/>
            <p:nvPr/>
          </p:nvSpPr>
          <p:spPr>
            <a:xfrm>
              <a:off x="902524" y="2208810"/>
              <a:ext cx="3016333" cy="3325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visit(Circle c); </a:t>
              </a:r>
            </a:p>
          </p:txBody>
        </p:sp>
        <p:sp>
          <p:nvSpPr>
            <p:cNvPr id="13" name="Rectangle 12">
              <a:extLst>
                <a:ext uri="{FF2B5EF4-FFF2-40B4-BE49-F238E27FC236}">
                  <a16:creationId xmlns:a16="http://schemas.microsoft.com/office/drawing/2014/main" id="{10AE500F-9BAF-6184-C7D6-DEC358B1E4E0}"/>
                </a:ext>
              </a:extLst>
            </p:cNvPr>
            <p:cNvSpPr/>
            <p:nvPr/>
          </p:nvSpPr>
          <p:spPr>
            <a:xfrm>
              <a:off x="902524" y="2541319"/>
              <a:ext cx="3016333" cy="3325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visit(Rectangle r); </a:t>
              </a:r>
            </a:p>
          </p:txBody>
        </p:sp>
        <p:sp>
          <p:nvSpPr>
            <p:cNvPr id="14" name="Rectangle 13">
              <a:extLst>
                <a:ext uri="{FF2B5EF4-FFF2-40B4-BE49-F238E27FC236}">
                  <a16:creationId xmlns:a16="http://schemas.microsoft.com/office/drawing/2014/main" id="{EDFE786D-8908-B4E5-4610-E4953C65BD10}"/>
                </a:ext>
              </a:extLst>
            </p:cNvPr>
            <p:cNvSpPr/>
            <p:nvPr/>
          </p:nvSpPr>
          <p:spPr>
            <a:xfrm>
              <a:off x="902523" y="2873829"/>
              <a:ext cx="3016333" cy="178230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visit(Compound c)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for (Shape s:   </a:t>
              </a:r>
            </a:p>
            <a:p>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latin typeface="Consolas" panose="020B0609020204030204" pitchFamily="49" charset="0"/>
                  <a:cs typeface="Consolas" panose="020B0609020204030204" pitchFamily="49" charset="0"/>
                </a:rPr>
                <a:t>c.getShapeList</a:t>
              </a:r>
              <a:r>
                <a:rPr lang="en-US" dirty="0">
                  <a:solidFill>
                    <a:schemeClr val="tx1"/>
                  </a:solidFill>
                  <a:latin typeface="Consolas" panose="020B0609020204030204" pitchFamily="49" charset="0"/>
                  <a:cs typeface="Consolas" panose="020B0609020204030204" pitchFamily="49" charset="0"/>
                </a:rPr>
                <a:t>()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latin typeface="Consolas" panose="020B0609020204030204" pitchFamily="49" charset="0"/>
                  <a:cs typeface="Consolas" panose="020B0609020204030204" pitchFamily="49" charset="0"/>
                </a:rPr>
                <a:t>s.accept</a:t>
              </a:r>
              <a:r>
                <a:rPr lang="en-US" dirty="0">
                  <a:solidFill>
                    <a:schemeClr val="tx1"/>
                  </a:solidFill>
                  <a:latin typeface="Consolas" panose="020B0609020204030204" pitchFamily="49" charset="0"/>
                  <a:cs typeface="Consolas" panose="020B0609020204030204" pitchFamily="49" charset="0"/>
                </a:rPr>
                <a:t>(this);</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p>
          </p:txBody>
        </p:sp>
      </p:grpSp>
      <p:grpSp>
        <p:nvGrpSpPr>
          <p:cNvPr id="17" name="Group 16">
            <a:extLst>
              <a:ext uri="{FF2B5EF4-FFF2-40B4-BE49-F238E27FC236}">
                <a16:creationId xmlns:a16="http://schemas.microsoft.com/office/drawing/2014/main" id="{F7AC2A60-4F28-D8D2-7CBD-30FDCF73EFB5}"/>
              </a:ext>
            </a:extLst>
          </p:cNvPr>
          <p:cNvGrpSpPr/>
          <p:nvPr/>
        </p:nvGrpSpPr>
        <p:grpSpPr>
          <a:xfrm>
            <a:off x="3455718" y="2593035"/>
            <a:ext cx="2640282" cy="1391431"/>
            <a:chOff x="5650674" y="829255"/>
            <a:chExt cx="3016333" cy="1391431"/>
          </a:xfrm>
        </p:grpSpPr>
        <p:sp>
          <p:nvSpPr>
            <p:cNvPr id="18" name="Rectangle 17">
              <a:extLst>
                <a:ext uri="{FF2B5EF4-FFF2-40B4-BE49-F238E27FC236}">
                  <a16:creationId xmlns:a16="http://schemas.microsoft.com/office/drawing/2014/main" id="{B82CD9F6-1740-A781-3BA1-EFE426429BCF}"/>
                </a:ext>
              </a:extLst>
            </p:cNvPr>
            <p:cNvSpPr/>
            <p:nvPr/>
          </p:nvSpPr>
          <p:spPr>
            <a:xfrm>
              <a:off x="5650675" y="829255"/>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class Circle</a:t>
              </a:r>
            </a:p>
          </p:txBody>
        </p:sp>
        <p:sp>
          <p:nvSpPr>
            <p:cNvPr id="19" name="Rectangle 18">
              <a:extLst>
                <a:ext uri="{FF2B5EF4-FFF2-40B4-BE49-F238E27FC236}">
                  <a16:creationId xmlns:a16="http://schemas.microsoft.com/office/drawing/2014/main" id="{3473A515-6E0E-522F-9EFB-CB4DE23C1E59}"/>
                </a:ext>
              </a:extLst>
            </p:cNvPr>
            <p:cNvSpPr/>
            <p:nvPr/>
          </p:nvSpPr>
          <p:spPr>
            <a:xfrm>
              <a:off x="5650674" y="1328018"/>
              <a:ext cx="3016333" cy="8926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accept(Visitor v)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latin typeface="Consolas" panose="020B0609020204030204" pitchFamily="49" charset="0"/>
                  <a:cs typeface="Consolas" panose="020B0609020204030204" pitchFamily="49" charset="0"/>
                </a:rPr>
                <a:t>v.visit</a:t>
              </a:r>
              <a:r>
                <a:rPr lang="en-US" dirty="0">
                  <a:solidFill>
                    <a:schemeClr val="tx1"/>
                  </a:solidFill>
                  <a:latin typeface="Consolas" panose="020B0609020204030204" pitchFamily="49" charset="0"/>
                  <a:cs typeface="Consolas" panose="020B0609020204030204" pitchFamily="49" charset="0"/>
                </a:rPr>
                <a:t>(this);</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p>
          </p:txBody>
        </p:sp>
      </p:grpSp>
      <p:grpSp>
        <p:nvGrpSpPr>
          <p:cNvPr id="21" name="Group 20">
            <a:extLst>
              <a:ext uri="{FF2B5EF4-FFF2-40B4-BE49-F238E27FC236}">
                <a16:creationId xmlns:a16="http://schemas.microsoft.com/office/drawing/2014/main" id="{5ADCBAFE-3145-912C-4864-588CF9B14B97}"/>
              </a:ext>
            </a:extLst>
          </p:cNvPr>
          <p:cNvGrpSpPr/>
          <p:nvPr/>
        </p:nvGrpSpPr>
        <p:grpSpPr>
          <a:xfrm>
            <a:off x="6350945" y="2593035"/>
            <a:ext cx="2640281" cy="1391431"/>
            <a:chOff x="5650674" y="829255"/>
            <a:chExt cx="3016333" cy="1391431"/>
          </a:xfrm>
        </p:grpSpPr>
        <p:sp>
          <p:nvSpPr>
            <p:cNvPr id="22" name="Rectangle 21">
              <a:extLst>
                <a:ext uri="{FF2B5EF4-FFF2-40B4-BE49-F238E27FC236}">
                  <a16:creationId xmlns:a16="http://schemas.microsoft.com/office/drawing/2014/main" id="{1131AE86-0BBF-6FB6-3BC0-00B3EE06517A}"/>
                </a:ext>
              </a:extLst>
            </p:cNvPr>
            <p:cNvSpPr/>
            <p:nvPr/>
          </p:nvSpPr>
          <p:spPr>
            <a:xfrm>
              <a:off x="5650675" y="829255"/>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class Rectangle</a:t>
              </a:r>
            </a:p>
          </p:txBody>
        </p:sp>
        <p:sp>
          <p:nvSpPr>
            <p:cNvPr id="23" name="Rectangle 22">
              <a:extLst>
                <a:ext uri="{FF2B5EF4-FFF2-40B4-BE49-F238E27FC236}">
                  <a16:creationId xmlns:a16="http://schemas.microsoft.com/office/drawing/2014/main" id="{584ECBD4-9461-4BB1-7F4B-A56474EEAA82}"/>
                </a:ext>
              </a:extLst>
            </p:cNvPr>
            <p:cNvSpPr/>
            <p:nvPr/>
          </p:nvSpPr>
          <p:spPr>
            <a:xfrm>
              <a:off x="5650674" y="1328018"/>
              <a:ext cx="3016333" cy="8926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accept(Visitor v)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latin typeface="Consolas" panose="020B0609020204030204" pitchFamily="49" charset="0"/>
                  <a:cs typeface="Consolas" panose="020B0609020204030204" pitchFamily="49" charset="0"/>
                </a:rPr>
                <a:t>v.visit</a:t>
              </a:r>
              <a:r>
                <a:rPr lang="en-US" dirty="0">
                  <a:solidFill>
                    <a:schemeClr val="tx1"/>
                  </a:solidFill>
                  <a:latin typeface="Consolas" panose="020B0609020204030204" pitchFamily="49" charset="0"/>
                  <a:cs typeface="Consolas" panose="020B0609020204030204" pitchFamily="49" charset="0"/>
                </a:rPr>
                <a:t>(this);</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p>
          </p:txBody>
        </p:sp>
      </p:grpSp>
      <p:grpSp>
        <p:nvGrpSpPr>
          <p:cNvPr id="24" name="Group 23">
            <a:extLst>
              <a:ext uri="{FF2B5EF4-FFF2-40B4-BE49-F238E27FC236}">
                <a16:creationId xmlns:a16="http://schemas.microsoft.com/office/drawing/2014/main" id="{56F8CEEA-97BB-80CC-A99F-AAE0C6C15633}"/>
              </a:ext>
            </a:extLst>
          </p:cNvPr>
          <p:cNvGrpSpPr/>
          <p:nvPr/>
        </p:nvGrpSpPr>
        <p:grpSpPr>
          <a:xfrm>
            <a:off x="9337965" y="2593035"/>
            <a:ext cx="2640281" cy="1391431"/>
            <a:chOff x="5650674" y="829255"/>
            <a:chExt cx="3016333" cy="1391431"/>
          </a:xfrm>
        </p:grpSpPr>
        <p:sp>
          <p:nvSpPr>
            <p:cNvPr id="25" name="Rectangle 24">
              <a:extLst>
                <a:ext uri="{FF2B5EF4-FFF2-40B4-BE49-F238E27FC236}">
                  <a16:creationId xmlns:a16="http://schemas.microsoft.com/office/drawing/2014/main" id="{36FCB564-DB23-F95E-8E46-ED5F50BD6688}"/>
                </a:ext>
              </a:extLst>
            </p:cNvPr>
            <p:cNvSpPr/>
            <p:nvPr/>
          </p:nvSpPr>
          <p:spPr>
            <a:xfrm>
              <a:off x="5650675" y="829255"/>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class </a:t>
              </a:r>
              <a:r>
                <a:rPr lang="en-US" dirty="0" err="1">
                  <a:latin typeface="Consolas" panose="020B0609020204030204" pitchFamily="49" charset="0"/>
                  <a:cs typeface="Consolas" panose="020B0609020204030204" pitchFamily="49" charset="0"/>
                </a:rPr>
                <a:t>CompoundShape</a:t>
              </a:r>
              <a:endParaRPr lang="en-US" dirty="0">
                <a:latin typeface="Consolas" panose="020B0609020204030204" pitchFamily="49" charset="0"/>
                <a:cs typeface="Consolas" panose="020B0609020204030204" pitchFamily="49" charset="0"/>
              </a:endParaRPr>
            </a:p>
          </p:txBody>
        </p:sp>
        <p:sp>
          <p:nvSpPr>
            <p:cNvPr id="26" name="Rectangle 25">
              <a:extLst>
                <a:ext uri="{FF2B5EF4-FFF2-40B4-BE49-F238E27FC236}">
                  <a16:creationId xmlns:a16="http://schemas.microsoft.com/office/drawing/2014/main" id="{385C2DA7-BB81-8847-58B5-CD4FFDA0BAA1}"/>
                </a:ext>
              </a:extLst>
            </p:cNvPr>
            <p:cNvSpPr/>
            <p:nvPr/>
          </p:nvSpPr>
          <p:spPr>
            <a:xfrm>
              <a:off x="5650674" y="1328018"/>
              <a:ext cx="3016333" cy="8926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accept(Visitor v)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latin typeface="Consolas" panose="020B0609020204030204" pitchFamily="49" charset="0"/>
                  <a:cs typeface="Consolas" panose="020B0609020204030204" pitchFamily="49" charset="0"/>
                </a:rPr>
                <a:t>v.visit</a:t>
              </a:r>
              <a:r>
                <a:rPr lang="en-US" dirty="0">
                  <a:solidFill>
                    <a:schemeClr val="tx1"/>
                  </a:solidFill>
                  <a:latin typeface="Consolas" panose="020B0609020204030204" pitchFamily="49" charset="0"/>
                  <a:cs typeface="Consolas" panose="020B0609020204030204" pitchFamily="49" charset="0"/>
                </a:rPr>
                <a:t>(this);</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p>
          </p:txBody>
        </p:sp>
      </p:grpSp>
      <p:cxnSp>
        <p:nvCxnSpPr>
          <p:cNvPr id="28" name="Straight Arrow Connector 27">
            <a:extLst>
              <a:ext uri="{FF2B5EF4-FFF2-40B4-BE49-F238E27FC236}">
                <a16:creationId xmlns:a16="http://schemas.microsoft.com/office/drawing/2014/main" id="{9F0397B0-FD8D-8D72-BE4D-90CC6A97E445}"/>
              </a:ext>
            </a:extLst>
          </p:cNvPr>
          <p:cNvCxnSpPr>
            <a:cxnSpLocks/>
            <a:endCxn id="18" idx="0"/>
          </p:cNvCxnSpPr>
          <p:nvPr/>
        </p:nvCxnSpPr>
        <p:spPr>
          <a:xfrm flipH="1">
            <a:off x="4775860" y="2209401"/>
            <a:ext cx="1737756" cy="3836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 name="Straight Arrow Connector 28">
            <a:extLst>
              <a:ext uri="{FF2B5EF4-FFF2-40B4-BE49-F238E27FC236}">
                <a16:creationId xmlns:a16="http://schemas.microsoft.com/office/drawing/2014/main" id="{14446317-7B4F-212D-B45E-413463B8F89D}"/>
              </a:ext>
            </a:extLst>
          </p:cNvPr>
          <p:cNvCxnSpPr>
            <a:cxnSpLocks/>
            <a:endCxn id="22" idx="0"/>
          </p:cNvCxnSpPr>
          <p:nvPr/>
        </p:nvCxnSpPr>
        <p:spPr>
          <a:xfrm>
            <a:off x="6513616" y="2209401"/>
            <a:ext cx="1157470" cy="3836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2" name="Straight Arrow Connector 31">
            <a:extLst>
              <a:ext uri="{FF2B5EF4-FFF2-40B4-BE49-F238E27FC236}">
                <a16:creationId xmlns:a16="http://schemas.microsoft.com/office/drawing/2014/main" id="{524985D0-DC19-0B03-269C-458DCA1ACD53}"/>
              </a:ext>
            </a:extLst>
          </p:cNvPr>
          <p:cNvCxnSpPr>
            <a:cxnSpLocks/>
            <a:endCxn id="25" idx="0"/>
          </p:cNvCxnSpPr>
          <p:nvPr/>
        </p:nvCxnSpPr>
        <p:spPr>
          <a:xfrm>
            <a:off x="6513616" y="2209401"/>
            <a:ext cx="4144490" cy="3836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5" name="TextBox 34">
            <a:extLst>
              <a:ext uri="{FF2B5EF4-FFF2-40B4-BE49-F238E27FC236}">
                <a16:creationId xmlns:a16="http://schemas.microsoft.com/office/drawing/2014/main" id="{90DEE3BD-16C6-8BCC-FA3D-5BF670BBC4CE}"/>
              </a:ext>
            </a:extLst>
          </p:cNvPr>
          <p:cNvSpPr txBox="1"/>
          <p:nvPr/>
        </p:nvSpPr>
        <p:spPr>
          <a:xfrm>
            <a:off x="4386738" y="2209401"/>
            <a:ext cx="919995" cy="369332"/>
          </a:xfrm>
          <a:prstGeom prst="rect">
            <a:avLst/>
          </a:prstGeom>
          <a:noFill/>
        </p:spPr>
        <p:txBody>
          <a:bodyPr wrap="none" rtlCol="0">
            <a:spAutoFit/>
          </a:bodyPr>
          <a:lstStyle/>
          <a:p>
            <a:r>
              <a:rPr lang="en-US" dirty="0"/>
              <a:t>extends</a:t>
            </a:r>
          </a:p>
        </p:txBody>
      </p:sp>
      <p:sp>
        <p:nvSpPr>
          <p:cNvPr id="36" name="TextBox 35">
            <a:extLst>
              <a:ext uri="{FF2B5EF4-FFF2-40B4-BE49-F238E27FC236}">
                <a16:creationId xmlns:a16="http://schemas.microsoft.com/office/drawing/2014/main" id="{17356056-7EE8-9BD2-4387-3EB3D7844574}"/>
              </a:ext>
            </a:extLst>
          </p:cNvPr>
          <p:cNvSpPr txBox="1"/>
          <p:nvPr/>
        </p:nvSpPr>
        <p:spPr>
          <a:xfrm>
            <a:off x="5926385" y="2245132"/>
            <a:ext cx="919995" cy="369332"/>
          </a:xfrm>
          <a:prstGeom prst="rect">
            <a:avLst/>
          </a:prstGeom>
          <a:noFill/>
        </p:spPr>
        <p:txBody>
          <a:bodyPr wrap="none" rtlCol="0">
            <a:spAutoFit/>
          </a:bodyPr>
          <a:lstStyle/>
          <a:p>
            <a:r>
              <a:rPr lang="en-US" dirty="0"/>
              <a:t>extends</a:t>
            </a:r>
          </a:p>
        </p:txBody>
      </p:sp>
      <p:sp>
        <p:nvSpPr>
          <p:cNvPr id="37" name="TextBox 36">
            <a:extLst>
              <a:ext uri="{FF2B5EF4-FFF2-40B4-BE49-F238E27FC236}">
                <a16:creationId xmlns:a16="http://schemas.microsoft.com/office/drawing/2014/main" id="{56DFD147-860D-942B-7DC4-AB58ED7CF41C}"/>
              </a:ext>
            </a:extLst>
          </p:cNvPr>
          <p:cNvSpPr txBox="1"/>
          <p:nvPr/>
        </p:nvSpPr>
        <p:spPr>
          <a:xfrm>
            <a:off x="8857048" y="2102011"/>
            <a:ext cx="919995" cy="369332"/>
          </a:xfrm>
          <a:prstGeom prst="rect">
            <a:avLst/>
          </a:prstGeom>
          <a:noFill/>
        </p:spPr>
        <p:txBody>
          <a:bodyPr wrap="none" rtlCol="0">
            <a:spAutoFit/>
          </a:bodyPr>
          <a:lstStyle/>
          <a:p>
            <a:r>
              <a:rPr lang="en-US" dirty="0"/>
              <a:t>extends</a:t>
            </a:r>
          </a:p>
        </p:txBody>
      </p:sp>
      <p:cxnSp>
        <p:nvCxnSpPr>
          <p:cNvPr id="7" name="Curved Connector 6">
            <a:extLst>
              <a:ext uri="{FF2B5EF4-FFF2-40B4-BE49-F238E27FC236}">
                <a16:creationId xmlns:a16="http://schemas.microsoft.com/office/drawing/2014/main" id="{E183ED1E-CF3F-D889-1D65-EC90B506BC2E}"/>
              </a:ext>
            </a:extLst>
          </p:cNvPr>
          <p:cNvCxnSpPr>
            <a:stCxn id="19" idx="2"/>
            <a:endCxn id="12" idx="3"/>
          </p:cNvCxnSpPr>
          <p:nvPr/>
        </p:nvCxnSpPr>
        <p:spPr>
          <a:xfrm rot="5400000" flipH="1">
            <a:off x="2757877" y="1966485"/>
            <a:ext cx="2490193" cy="1545771"/>
          </a:xfrm>
          <a:prstGeom prst="curvedConnector4">
            <a:avLst>
              <a:gd name="adj1" fmla="val -9180"/>
              <a:gd name="adj2" fmla="val 92702"/>
            </a:avLst>
          </a:prstGeom>
          <a:ln w="9525">
            <a:solidFill>
              <a:srgbClr val="C00000"/>
            </a:solidFill>
            <a:prstDash val="sysDot"/>
            <a:tailEnd type="triangle"/>
          </a:ln>
        </p:spPr>
        <p:style>
          <a:lnRef idx="1">
            <a:schemeClr val="dk1"/>
          </a:lnRef>
          <a:fillRef idx="0">
            <a:schemeClr val="dk1"/>
          </a:fillRef>
          <a:effectRef idx="0">
            <a:schemeClr val="dk1"/>
          </a:effectRef>
          <a:fontRef idx="minor">
            <a:schemeClr val="tx1"/>
          </a:fontRef>
        </p:style>
      </p:cxnSp>
      <p:cxnSp>
        <p:nvCxnSpPr>
          <p:cNvPr id="8" name="Curved Connector 7">
            <a:extLst>
              <a:ext uri="{FF2B5EF4-FFF2-40B4-BE49-F238E27FC236}">
                <a16:creationId xmlns:a16="http://schemas.microsoft.com/office/drawing/2014/main" id="{8CCE848F-1EED-5869-63CD-C88FFA5AAB2A}"/>
              </a:ext>
            </a:extLst>
          </p:cNvPr>
          <p:cNvCxnSpPr>
            <a:cxnSpLocks/>
            <a:stCxn id="23" idx="2"/>
            <a:endCxn id="13" idx="3"/>
          </p:cNvCxnSpPr>
          <p:nvPr/>
        </p:nvCxnSpPr>
        <p:spPr>
          <a:xfrm rot="5400000" flipH="1">
            <a:off x="4371745" y="685125"/>
            <a:ext cx="2157684" cy="4440998"/>
          </a:xfrm>
          <a:prstGeom prst="curvedConnector4">
            <a:avLst>
              <a:gd name="adj1" fmla="val -10595"/>
              <a:gd name="adj2" fmla="val 64863"/>
            </a:avLst>
          </a:prstGeom>
          <a:ln w="9525">
            <a:solidFill>
              <a:srgbClr val="C00000"/>
            </a:solidFill>
            <a:prstDash val="sysDot"/>
            <a:tailEnd type="triangle"/>
          </a:ln>
        </p:spPr>
        <p:style>
          <a:lnRef idx="1">
            <a:schemeClr val="dk1"/>
          </a:lnRef>
          <a:fillRef idx="0">
            <a:schemeClr val="dk1"/>
          </a:fillRef>
          <a:effectRef idx="0">
            <a:schemeClr val="dk1"/>
          </a:effectRef>
          <a:fontRef idx="minor">
            <a:schemeClr val="tx1"/>
          </a:fontRef>
        </p:style>
      </p:cxnSp>
      <p:cxnSp>
        <p:nvCxnSpPr>
          <p:cNvPr id="27" name="Curved Connector 26">
            <a:extLst>
              <a:ext uri="{FF2B5EF4-FFF2-40B4-BE49-F238E27FC236}">
                <a16:creationId xmlns:a16="http://schemas.microsoft.com/office/drawing/2014/main" id="{D78404D5-0BF6-6D2A-3F1E-FA8C6D1B029D}"/>
              </a:ext>
            </a:extLst>
          </p:cNvPr>
          <p:cNvCxnSpPr>
            <a:cxnSpLocks/>
            <a:stCxn id="26" idx="2"/>
            <a:endCxn id="14" idx="2"/>
          </p:cNvCxnSpPr>
          <p:nvPr/>
        </p:nvCxnSpPr>
        <p:spPr>
          <a:xfrm rot="5400000" flipH="1">
            <a:off x="6085453" y="-588186"/>
            <a:ext cx="209121" cy="8936185"/>
          </a:xfrm>
          <a:prstGeom prst="curvedConnector3">
            <a:avLst>
              <a:gd name="adj1" fmla="val -319427"/>
            </a:avLst>
          </a:prstGeom>
          <a:ln w="9525">
            <a:solidFill>
              <a:srgbClr val="C00000"/>
            </a:solidFill>
            <a:prstDash val="sysDot"/>
            <a:tailEnd type="triangle"/>
          </a:ln>
        </p:spPr>
        <p:style>
          <a:lnRef idx="1">
            <a:schemeClr val="dk1"/>
          </a:lnRef>
          <a:fillRef idx="0">
            <a:schemeClr val="dk1"/>
          </a:fillRef>
          <a:effectRef idx="0">
            <a:schemeClr val="dk1"/>
          </a:effectRef>
          <a:fontRef idx="minor">
            <a:schemeClr val="tx1"/>
          </a:fontRef>
        </p:style>
      </p:cxnSp>
      <p:grpSp>
        <p:nvGrpSpPr>
          <p:cNvPr id="48" name="Group 47">
            <a:extLst>
              <a:ext uri="{FF2B5EF4-FFF2-40B4-BE49-F238E27FC236}">
                <a16:creationId xmlns:a16="http://schemas.microsoft.com/office/drawing/2014/main" id="{7AA0711F-D5E4-42D0-8A72-BE0ABE55BA79}"/>
              </a:ext>
            </a:extLst>
          </p:cNvPr>
          <p:cNvGrpSpPr/>
          <p:nvPr/>
        </p:nvGrpSpPr>
        <p:grpSpPr>
          <a:xfrm>
            <a:off x="5005449" y="1281002"/>
            <a:ext cx="3016333" cy="928399"/>
            <a:chOff x="5650674" y="1292287"/>
            <a:chExt cx="3016333" cy="928399"/>
          </a:xfrm>
        </p:grpSpPr>
        <p:sp>
          <p:nvSpPr>
            <p:cNvPr id="49" name="Rectangle 48">
              <a:extLst>
                <a:ext uri="{FF2B5EF4-FFF2-40B4-BE49-F238E27FC236}">
                  <a16:creationId xmlns:a16="http://schemas.microsoft.com/office/drawing/2014/main" id="{D79F4A1E-F35C-67D4-0DC5-40A5E09E51ED}"/>
                </a:ext>
              </a:extLst>
            </p:cNvPr>
            <p:cNvSpPr/>
            <p:nvPr/>
          </p:nvSpPr>
          <p:spPr>
            <a:xfrm>
              <a:off x="5650674" y="1292287"/>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abstract class Shape</a:t>
              </a:r>
            </a:p>
          </p:txBody>
        </p:sp>
        <p:sp>
          <p:nvSpPr>
            <p:cNvPr id="50" name="Rectangle 49">
              <a:extLst>
                <a:ext uri="{FF2B5EF4-FFF2-40B4-BE49-F238E27FC236}">
                  <a16:creationId xmlns:a16="http://schemas.microsoft.com/office/drawing/2014/main" id="{972B641B-611B-5AE0-1377-35CE7166BEEE}"/>
                </a:ext>
              </a:extLst>
            </p:cNvPr>
            <p:cNvSpPr/>
            <p:nvPr/>
          </p:nvSpPr>
          <p:spPr>
            <a:xfrm>
              <a:off x="5650674" y="1805352"/>
              <a:ext cx="3016333" cy="4153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accept(Visitor v);</a:t>
              </a:r>
            </a:p>
          </p:txBody>
        </p:sp>
      </p:grpSp>
      <p:sp>
        <p:nvSpPr>
          <p:cNvPr id="2" name="Rectangle 1">
            <a:extLst>
              <a:ext uri="{FF2B5EF4-FFF2-40B4-BE49-F238E27FC236}">
                <a16:creationId xmlns:a16="http://schemas.microsoft.com/office/drawing/2014/main" id="{88E456E0-1F9F-5E02-9E5A-B270406CA3C2}"/>
              </a:ext>
            </a:extLst>
          </p:cNvPr>
          <p:cNvSpPr/>
          <p:nvPr/>
        </p:nvSpPr>
        <p:spPr>
          <a:xfrm>
            <a:off x="629392" y="2861953"/>
            <a:ext cx="2232561" cy="38001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 name="Curved Connector 2">
            <a:extLst>
              <a:ext uri="{FF2B5EF4-FFF2-40B4-BE49-F238E27FC236}">
                <a16:creationId xmlns:a16="http://schemas.microsoft.com/office/drawing/2014/main" id="{71E144D8-F6C9-4CE1-3E24-78074F66AC30}"/>
              </a:ext>
            </a:extLst>
          </p:cNvPr>
          <p:cNvCxnSpPr>
            <a:cxnSpLocks/>
            <a:endCxn id="16" idx="1"/>
          </p:cNvCxnSpPr>
          <p:nvPr/>
        </p:nvCxnSpPr>
        <p:spPr>
          <a:xfrm>
            <a:off x="2861953" y="3082652"/>
            <a:ext cx="623079" cy="202775"/>
          </a:xfrm>
          <a:prstGeom prst="curvedConnector3">
            <a:avLst>
              <a:gd name="adj1" fmla="val 50000"/>
            </a:avLst>
          </a:prstGeom>
          <a:ln w="9525">
            <a:solidFill>
              <a:srgbClr val="0000FF"/>
            </a:solidFill>
            <a:prstDash val="sysDot"/>
            <a:tailEnd type="triangle"/>
          </a:ln>
        </p:spPr>
        <p:style>
          <a:lnRef idx="1">
            <a:schemeClr val="dk1"/>
          </a:lnRef>
          <a:fillRef idx="0">
            <a:schemeClr val="dk1"/>
          </a:fillRef>
          <a:effectRef idx="0">
            <a:schemeClr val="dk1"/>
          </a:effectRef>
          <a:fontRef idx="minor">
            <a:schemeClr val="tx1"/>
          </a:fontRef>
        </p:style>
      </p:cxnSp>
      <p:cxnSp>
        <p:nvCxnSpPr>
          <p:cNvPr id="11" name="Curved Connector 10">
            <a:extLst>
              <a:ext uri="{FF2B5EF4-FFF2-40B4-BE49-F238E27FC236}">
                <a16:creationId xmlns:a16="http://schemas.microsoft.com/office/drawing/2014/main" id="{3A61B321-E700-35E5-29C5-B00A4705E150}"/>
              </a:ext>
            </a:extLst>
          </p:cNvPr>
          <p:cNvCxnSpPr>
            <a:cxnSpLocks/>
            <a:stCxn id="2" idx="3"/>
            <a:endCxn id="30" idx="1"/>
          </p:cNvCxnSpPr>
          <p:nvPr/>
        </p:nvCxnSpPr>
        <p:spPr>
          <a:xfrm>
            <a:off x="2861953" y="3051959"/>
            <a:ext cx="3537483" cy="231177"/>
          </a:xfrm>
          <a:prstGeom prst="curvedConnector3">
            <a:avLst>
              <a:gd name="adj1" fmla="val 34558"/>
            </a:avLst>
          </a:prstGeom>
          <a:ln w="9525">
            <a:solidFill>
              <a:srgbClr val="0000FF"/>
            </a:solidFill>
            <a:prstDash val="sysDot"/>
            <a:tailEnd type="triangle"/>
          </a:ln>
        </p:spPr>
        <p:style>
          <a:lnRef idx="1">
            <a:schemeClr val="dk1"/>
          </a:lnRef>
          <a:fillRef idx="0">
            <a:schemeClr val="dk1"/>
          </a:fillRef>
          <a:effectRef idx="0">
            <a:schemeClr val="dk1"/>
          </a:effectRef>
          <a:fontRef idx="minor">
            <a:schemeClr val="tx1"/>
          </a:fontRef>
        </p:style>
      </p:cxnSp>
      <p:sp>
        <p:nvSpPr>
          <p:cNvPr id="16" name="Rectangle 15">
            <a:extLst>
              <a:ext uri="{FF2B5EF4-FFF2-40B4-BE49-F238E27FC236}">
                <a16:creationId xmlns:a16="http://schemas.microsoft.com/office/drawing/2014/main" id="{AE86FC71-9763-3489-A201-E0F796AF7850}"/>
              </a:ext>
            </a:extLst>
          </p:cNvPr>
          <p:cNvSpPr/>
          <p:nvPr/>
        </p:nvSpPr>
        <p:spPr>
          <a:xfrm>
            <a:off x="3485032" y="3095421"/>
            <a:ext cx="2232561" cy="38001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6E3B6C3B-FF48-3695-5AD3-9090671712B1}"/>
              </a:ext>
            </a:extLst>
          </p:cNvPr>
          <p:cNvSpPr/>
          <p:nvPr/>
        </p:nvSpPr>
        <p:spPr>
          <a:xfrm>
            <a:off x="6399436" y="3093130"/>
            <a:ext cx="2232561" cy="38001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0E9A2726-A295-5A62-320F-96E1E86DF741}"/>
              </a:ext>
            </a:extLst>
          </p:cNvPr>
          <p:cNvSpPr/>
          <p:nvPr/>
        </p:nvSpPr>
        <p:spPr>
          <a:xfrm>
            <a:off x="9367278" y="3099491"/>
            <a:ext cx="2232561" cy="38001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5" name="Curved Connector 44">
            <a:extLst>
              <a:ext uri="{FF2B5EF4-FFF2-40B4-BE49-F238E27FC236}">
                <a16:creationId xmlns:a16="http://schemas.microsoft.com/office/drawing/2014/main" id="{5205253C-1506-8E44-AD16-B1720BD03546}"/>
              </a:ext>
            </a:extLst>
          </p:cNvPr>
          <p:cNvCxnSpPr>
            <a:cxnSpLocks/>
            <a:endCxn id="31" idx="2"/>
          </p:cNvCxnSpPr>
          <p:nvPr/>
        </p:nvCxnSpPr>
        <p:spPr>
          <a:xfrm>
            <a:off x="2910443" y="3099491"/>
            <a:ext cx="7573116" cy="380011"/>
          </a:xfrm>
          <a:prstGeom prst="curvedConnector4">
            <a:avLst>
              <a:gd name="adj1" fmla="val 1389"/>
              <a:gd name="adj2" fmla="val 375780"/>
            </a:avLst>
          </a:prstGeom>
          <a:ln w="9525">
            <a:solidFill>
              <a:srgbClr val="0000FF"/>
            </a:solidFill>
            <a:prstDash val="sysDot"/>
            <a:tailEnd type="triangle"/>
          </a:ln>
        </p:spPr>
        <p:style>
          <a:lnRef idx="1">
            <a:schemeClr val="dk1"/>
          </a:lnRef>
          <a:fillRef idx="0">
            <a:schemeClr val="dk1"/>
          </a:fillRef>
          <a:effectRef idx="0">
            <a:schemeClr val="dk1"/>
          </a:effectRef>
          <a:fontRef idx="minor">
            <a:schemeClr val="tx1"/>
          </a:fontRef>
        </p:style>
      </p:cxnSp>
      <p:sp>
        <p:nvSpPr>
          <p:cNvPr id="54" name="TextBox 53">
            <a:extLst>
              <a:ext uri="{FF2B5EF4-FFF2-40B4-BE49-F238E27FC236}">
                <a16:creationId xmlns:a16="http://schemas.microsoft.com/office/drawing/2014/main" id="{3CD85ECE-7CA8-A340-2F79-64DECBD04494}"/>
              </a:ext>
            </a:extLst>
          </p:cNvPr>
          <p:cNvSpPr txBox="1"/>
          <p:nvPr/>
        </p:nvSpPr>
        <p:spPr>
          <a:xfrm>
            <a:off x="2244798" y="5210438"/>
            <a:ext cx="7890430" cy="461665"/>
          </a:xfrm>
          <a:prstGeom prst="rect">
            <a:avLst/>
          </a:prstGeom>
          <a:noFill/>
        </p:spPr>
        <p:txBody>
          <a:bodyPr wrap="none" rtlCol="0">
            <a:spAutoFit/>
          </a:bodyPr>
          <a:lstStyle/>
          <a:p>
            <a:r>
              <a:rPr lang="en-US" sz="2400" b="1" i="1" dirty="0"/>
              <a:t>What would happen if there were nested </a:t>
            </a:r>
            <a:r>
              <a:rPr lang="en-US" sz="2400" b="1" i="1" dirty="0" err="1"/>
              <a:t>CompoundShapes</a:t>
            </a:r>
            <a:r>
              <a:rPr lang="en-US" sz="2400" b="1" i="1" dirty="0"/>
              <a:t>?</a:t>
            </a:r>
          </a:p>
        </p:txBody>
      </p:sp>
    </p:spTree>
    <p:extLst>
      <p:ext uri="{BB962C8B-B14F-4D97-AF65-F5344CB8AC3E}">
        <p14:creationId xmlns:p14="http://schemas.microsoft.com/office/powerpoint/2010/main" val="1007197634"/>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17F391-9105-71A2-85E9-70999727D339}"/>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7F6E47FA-FD4B-2B3A-F901-306DAA3F3AC3}"/>
              </a:ext>
            </a:extLst>
          </p:cNvPr>
          <p:cNvSpPr>
            <a:spLocks noGrp="1"/>
          </p:cNvSpPr>
          <p:nvPr>
            <p:ph idx="1"/>
          </p:nvPr>
        </p:nvSpPr>
        <p:spPr/>
        <p:txBody>
          <a:bodyPr>
            <a:normAutofit/>
          </a:bodyPr>
          <a:lstStyle/>
          <a:p>
            <a:r>
              <a:rPr lang="en-US" dirty="0"/>
              <a:t>class </a:t>
            </a:r>
            <a:r>
              <a:rPr lang="en-US" dirty="0" err="1"/>
              <a:t>TranslationVisitor</a:t>
            </a:r>
            <a:r>
              <a:rPr lang="en-US" dirty="0"/>
              <a:t> extends Visitor {</a:t>
            </a:r>
          </a:p>
          <a:p>
            <a:r>
              <a:rPr lang="en-US" dirty="0"/>
              <a:t>    </a:t>
            </a:r>
            <a:br>
              <a:rPr lang="en-US" dirty="0"/>
            </a:br>
            <a:r>
              <a:rPr lang="en-US" dirty="0"/>
              <a:t>    	int </a:t>
            </a:r>
            <a:r>
              <a:rPr lang="en-US" dirty="0" err="1"/>
              <a:t>x_off</a:t>
            </a:r>
            <a:r>
              <a:rPr lang="en-US" dirty="0"/>
              <a:t>; int </a:t>
            </a:r>
            <a:r>
              <a:rPr lang="en-US" dirty="0" err="1"/>
              <a:t>y_off</a:t>
            </a:r>
            <a:r>
              <a:rPr lang="en-US" dirty="0"/>
              <a:t>;</a:t>
            </a:r>
            <a:br>
              <a:rPr lang="en-US" dirty="0"/>
            </a:br>
            <a:r>
              <a:rPr lang="en-US" dirty="0"/>
              <a:t>	</a:t>
            </a:r>
            <a:r>
              <a:rPr lang="en-US" dirty="0" err="1"/>
              <a:t>TranslationVisitor</a:t>
            </a:r>
            <a:r>
              <a:rPr lang="en-US" dirty="0"/>
              <a:t>(int x, int y) {</a:t>
            </a:r>
          </a:p>
          <a:p>
            <a:r>
              <a:rPr lang="en-US" dirty="0"/>
              <a:t>		</a:t>
            </a:r>
            <a:r>
              <a:rPr lang="en-US" dirty="0" err="1"/>
              <a:t>this.x_off</a:t>
            </a:r>
            <a:r>
              <a:rPr lang="en-US" dirty="0"/>
              <a:t> = x; </a:t>
            </a:r>
            <a:r>
              <a:rPr lang="en-US" dirty="0" err="1"/>
              <a:t>this.y_off</a:t>
            </a:r>
            <a:r>
              <a:rPr lang="en-US" dirty="0"/>
              <a:t> = y;</a:t>
            </a:r>
          </a:p>
          <a:p>
            <a:r>
              <a:rPr lang="en-US" dirty="0"/>
              <a:t>	}</a:t>
            </a:r>
          </a:p>
          <a:p>
            <a:r>
              <a:rPr lang="en-US" dirty="0"/>
              <a:t>    	@Override</a:t>
            </a:r>
          </a:p>
          <a:p>
            <a:r>
              <a:rPr lang="en-US" dirty="0"/>
              <a:t>    	public void visit(Circle c) {</a:t>
            </a:r>
            <a:br>
              <a:rPr lang="en-US" dirty="0"/>
            </a:br>
            <a:r>
              <a:rPr lang="en-US" dirty="0"/>
              <a:t>        </a:t>
            </a:r>
            <a:r>
              <a:rPr lang="en-US" dirty="0" err="1"/>
              <a:t>c.setRadius</a:t>
            </a:r>
            <a:r>
              <a:rPr lang="en-US" dirty="0"/>
              <a:t>(</a:t>
            </a:r>
            <a:r>
              <a:rPr lang="en-US" dirty="0" err="1"/>
              <a:t>c.getRadius</a:t>
            </a:r>
            <a:r>
              <a:rPr lang="en-US" dirty="0"/>
              <a:t>().</a:t>
            </a:r>
            <a:r>
              <a:rPr lang="en-US" dirty="0" err="1"/>
              <a:t>getX</a:t>
            </a:r>
            <a:r>
              <a:rPr lang="en-US" dirty="0"/>
              <a:t>() + </a:t>
            </a:r>
            <a:r>
              <a:rPr lang="en-US" dirty="0" err="1"/>
              <a:t>x_off</a:t>
            </a:r>
            <a:r>
              <a:rPr lang="en-US" dirty="0"/>
              <a:t>,</a:t>
            </a:r>
            <a:br>
              <a:rPr lang="en-US" dirty="0"/>
            </a:br>
            <a:r>
              <a:rPr lang="en-US" dirty="0"/>
              <a:t>                </a:t>
            </a:r>
            <a:r>
              <a:rPr lang="en-US" dirty="0" err="1"/>
              <a:t>c.getRadius</a:t>
            </a:r>
            <a:r>
              <a:rPr lang="en-US" dirty="0"/>
              <a:t>().</a:t>
            </a:r>
            <a:r>
              <a:rPr lang="en-US" dirty="0" err="1"/>
              <a:t>getY</a:t>
            </a:r>
            <a:r>
              <a:rPr lang="en-US" dirty="0"/>
              <a:t>() + </a:t>
            </a:r>
            <a:r>
              <a:rPr lang="en-US" dirty="0" err="1"/>
              <a:t>y_off</a:t>
            </a:r>
            <a:r>
              <a:rPr lang="en-US" dirty="0"/>
              <a:t>);</a:t>
            </a:r>
          </a:p>
          <a:p>
            <a:r>
              <a:rPr lang="en-US" dirty="0"/>
              <a:t>    }</a:t>
            </a:r>
          </a:p>
          <a:p>
            <a:endParaRPr lang="en-US" dirty="0"/>
          </a:p>
          <a:p>
            <a:r>
              <a:rPr lang="en-US" dirty="0"/>
              <a:t>    	@Override</a:t>
            </a:r>
          </a:p>
          <a:p>
            <a:r>
              <a:rPr lang="en-US" dirty="0"/>
              <a:t>    	public void visit(Rectangle rectangle) {</a:t>
            </a:r>
          </a:p>
          <a:p>
            <a:r>
              <a:rPr lang="en-US" dirty="0"/>
              <a:t>		</a:t>
            </a:r>
            <a:r>
              <a:rPr lang="en-US" b="1" dirty="0"/>
              <a:t>// translate 4 points</a:t>
            </a:r>
          </a:p>
          <a:p>
            <a:r>
              <a:rPr lang="en-US" dirty="0"/>
              <a:t>    	}</a:t>
            </a:r>
          </a:p>
          <a:p>
            <a:endParaRPr lang="en-US" dirty="0"/>
          </a:p>
          <a:p>
            <a:r>
              <a:rPr lang="en-US" dirty="0"/>
              <a:t>    	// No need to override visit for </a:t>
            </a:r>
            <a:r>
              <a:rPr lang="en-US" dirty="0" err="1"/>
              <a:t>CompoundShape</a:t>
            </a:r>
            <a:endParaRPr lang="en-US" dirty="0"/>
          </a:p>
          <a:p>
            <a:r>
              <a:rPr lang="en-US" dirty="0"/>
              <a:t>}</a:t>
            </a:r>
          </a:p>
        </p:txBody>
      </p:sp>
      <p:sp>
        <p:nvSpPr>
          <p:cNvPr id="4" name="Title 3">
            <a:extLst>
              <a:ext uri="{FF2B5EF4-FFF2-40B4-BE49-F238E27FC236}">
                <a16:creationId xmlns:a16="http://schemas.microsoft.com/office/drawing/2014/main" id="{910A8D81-258B-7564-5EB0-B89AD67595C0}"/>
              </a:ext>
            </a:extLst>
          </p:cNvPr>
          <p:cNvSpPr>
            <a:spLocks noGrp="1"/>
          </p:cNvSpPr>
          <p:nvPr>
            <p:ph type="title"/>
          </p:nvPr>
        </p:nvSpPr>
        <p:spPr/>
        <p:txBody>
          <a:bodyPr/>
          <a:lstStyle/>
          <a:p>
            <a:r>
              <a:rPr lang="en-US" dirty="0"/>
              <a:t>Visitor design pattern</a:t>
            </a:r>
          </a:p>
        </p:txBody>
      </p:sp>
      <p:sp>
        <p:nvSpPr>
          <p:cNvPr id="6" name="Content Placeholder 5">
            <a:extLst>
              <a:ext uri="{FF2B5EF4-FFF2-40B4-BE49-F238E27FC236}">
                <a16:creationId xmlns:a16="http://schemas.microsoft.com/office/drawing/2014/main" id="{E3A3FF57-75AB-0F0A-4522-D3E3F94106D4}"/>
              </a:ext>
            </a:extLst>
          </p:cNvPr>
          <p:cNvSpPr>
            <a:spLocks noGrp="1"/>
          </p:cNvSpPr>
          <p:nvPr>
            <p:ph idx="13"/>
          </p:nvPr>
        </p:nvSpPr>
        <p:spPr/>
        <p:txBody>
          <a:bodyPr>
            <a:normAutofit/>
          </a:bodyPr>
          <a:lstStyle/>
          <a:p>
            <a:r>
              <a:rPr lang="en-US" dirty="0"/>
              <a:t>Concrete visitor subclasses implement the particular visitor logic</a:t>
            </a:r>
          </a:p>
          <a:p>
            <a:r>
              <a:rPr lang="en-US" dirty="0"/>
              <a:t>The operation logic is encapsulated in its own visitor class</a:t>
            </a:r>
            <a:endParaRPr lang="en-US" b="1" i="1" dirty="0"/>
          </a:p>
          <a:p>
            <a:pPr marL="0" indent="0">
              <a:buNone/>
            </a:pPr>
            <a:endParaRPr lang="en-US" dirty="0"/>
          </a:p>
        </p:txBody>
      </p:sp>
    </p:spTree>
    <p:extLst>
      <p:ext uri="{BB962C8B-B14F-4D97-AF65-F5344CB8AC3E}">
        <p14:creationId xmlns:p14="http://schemas.microsoft.com/office/powerpoint/2010/main" val="3717407597"/>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101180-F5E0-4C23-6A5F-71B2A817E13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EF9264E-ACE1-7386-429F-5B0F1746D777}"/>
              </a:ext>
            </a:extLst>
          </p:cNvPr>
          <p:cNvSpPr>
            <a:spLocks noGrp="1"/>
          </p:cNvSpPr>
          <p:nvPr>
            <p:ph type="title"/>
          </p:nvPr>
        </p:nvSpPr>
        <p:spPr/>
        <p:txBody>
          <a:bodyPr/>
          <a:lstStyle/>
          <a:p>
            <a:r>
              <a:rPr lang="en-US" dirty="0"/>
              <a:t>Visitor design pattern so far…</a:t>
            </a:r>
          </a:p>
        </p:txBody>
      </p:sp>
      <p:grpSp>
        <p:nvGrpSpPr>
          <p:cNvPr id="4" name="Group 3">
            <a:extLst>
              <a:ext uri="{FF2B5EF4-FFF2-40B4-BE49-F238E27FC236}">
                <a16:creationId xmlns:a16="http://schemas.microsoft.com/office/drawing/2014/main" id="{3731E5C2-9912-269F-BA03-811CCF25D6E1}"/>
              </a:ext>
            </a:extLst>
          </p:cNvPr>
          <p:cNvGrpSpPr/>
          <p:nvPr/>
        </p:nvGrpSpPr>
        <p:grpSpPr>
          <a:xfrm>
            <a:off x="213754" y="829255"/>
            <a:ext cx="3016334" cy="2946090"/>
            <a:chOff x="902523" y="1710047"/>
            <a:chExt cx="3016334" cy="2946090"/>
          </a:xfrm>
        </p:grpSpPr>
        <p:sp>
          <p:nvSpPr>
            <p:cNvPr id="9" name="Rectangle 8">
              <a:extLst>
                <a:ext uri="{FF2B5EF4-FFF2-40B4-BE49-F238E27FC236}">
                  <a16:creationId xmlns:a16="http://schemas.microsoft.com/office/drawing/2014/main" id="{62409E16-59AD-8A60-B133-D9AFAEA3CD3D}"/>
                </a:ext>
              </a:extLst>
            </p:cNvPr>
            <p:cNvSpPr/>
            <p:nvPr/>
          </p:nvSpPr>
          <p:spPr>
            <a:xfrm>
              <a:off x="902525" y="1710047"/>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abstract class Visitor</a:t>
              </a:r>
            </a:p>
          </p:txBody>
        </p:sp>
        <p:sp>
          <p:nvSpPr>
            <p:cNvPr id="12" name="Rectangle 11">
              <a:extLst>
                <a:ext uri="{FF2B5EF4-FFF2-40B4-BE49-F238E27FC236}">
                  <a16:creationId xmlns:a16="http://schemas.microsoft.com/office/drawing/2014/main" id="{240C48B4-6801-5AC7-B5B4-5C1A962E543D}"/>
                </a:ext>
              </a:extLst>
            </p:cNvPr>
            <p:cNvSpPr/>
            <p:nvPr/>
          </p:nvSpPr>
          <p:spPr>
            <a:xfrm>
              <a:off x="902524" y="2208810"/>
              <a:ext cx="3016333" cy="3325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visit(Circle c); </a:t>
              </a:r>
            </a:p>
          </p:txBody>
        </p:sp>
        <p:sp>
          <p:nvSpPr>
            <p:cNvPr id="13" name="Rectangle 12">
              <a:extLst>
                <a:ext uri="{FF2B5EF4-FFF2-40B4-BE49-F238E27FC236}">
                  <a16:creationId xmlns:a16="http://schemas.microsoft.com/office/drawing/2014/main" id="{02033CC1-B0E4-A640-3BBC-1735BCF9471E}"/>
                </a:ext>
              </a:extLst>
            </p:cNvPr>
            <p:cNvSpPr/>
            <p:nvPr/>
          </p:nvSpPr>
          <p:spPr>
            <a:xfrm>
              <a:off x="902524" y="2541319"/>
              <a:ext cx="3016333" cy="3325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visit(Rectangle r); </a:t>
              </a:r>
            </a:p>
          </p:txBody>
        </p:sp>
        <p:sp>
          <p:nvSpPr>
            <p:cNvPr id="14" name="Rectangle 13">
              <a:extLst>
                <a:ext uri="{FF2B5EF4-FFF2-40B4-BE49-F238E27FC236}">
                  <a16:creationId xmlns:a16="http://schemas.microsoft.com/office/drawing/2014/main" id="{1128E53E-7E4C-809B-4F90-3242E469A8C8}"/>
                </a:ext>
              </a:extLst>
            </p:cNvPr>
            <p:cNvSpPr/>
            <p:nvPr/>
          </p:nvSpPr>
          <p:spPr>
            <a:xfrm>
              <a:off x="902523" y="2873829"/>
              <a:ext cx="3016333" cy="178230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visit(Compound c)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for (Shape s:   </a:t>
              </a:r>
            </a:p>
            <a:p>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latin typeface="Consolas" panose="020B0609020204030204" pitchFamily="49" charset="0"/>
                  <a:cs typeface="Consolas" panose="020B0609020204030204" pitchFamily="49" charset="0"/>
                </a:rPr>
                <a:t>c.getShapeList</a:t>
              </a:r>
              <a:r>
                <a:rPr lang="en-US" dirty="0">
                  <a:solidFill>
                    <a:schemeClr val="tx1"/>
                  </a:solidFill>
                  <a:latin typeface="Consolas" panose="020B0609020204030204" pitchFamily="49" charset="0"/>
                  <a:cs typeface="Consolas" panose="020B0609020204030204" pitchFamily="49" charset="0"/>
                </a:rPr>
                <a:t>()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latin typeface="Consolas" panose="020B0609020204030204" pitchFamily="49" charset="0"/>
                  <a:cs typeface="Consolas" panose="020B0609020204030204" pitchFamily="49" charset="0"/>
                </a:rPr>
                <a:t>s.accept</a:t>
              </a:r>
              <a:r>
                <a:rPr lang="en-US" dirty="0">
                  <a:solidFill>
                    <a:schemeClr val="tx1"/>
                  </a:solidFill>
                  <a:latin typeface="Consolas" panose="020B0609020204030204" pitchFamily="49" charset="0"/>
                  <a:cs typeface="Consolas" panose="020B0609020204030204" pitchFamily="49" charset="0"/>
                </a:rPr>
                <a:t>(this);</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p>
          </p:txBody>
        </p:sp>
      </p:grpSp>
      <p:grpSp>
        <p:nvGrpSpPr>
          <p:cNvPr id="17" name="Group 16">
            <a:extLst>
              <a:ext uri="{FF2B5EF4-FFF2-40B4-BE49-F238E27FC236}">
                <a16:creationId xmlns:a16="http://schemas.microsoft.com/office/drawing/2014/main" id="{B91E0A4C-BC8F-23DE-E6A8-14703AA0D6B6}"/>
              </a:ext>
            </a:extLst>
          </p:cNvPr>
          <p:cNvGrpSpPr/>
          <p:nvPr/>
        </p:nvGrpSpPr>
        <p:grpSpPr>
          <a:xfrm>
            <a:off x="3455718" y="2593035"/>
            <a:ext cx="2640282" cy="1391431"/>
            <a:chOff x="5650674" y="829255"/>
            <a:chExt cx="3016333" cy="1391431"/>
          </a:xfrm>
        </p:grpSpPr>
        <p:sp>
          <p:nvSpPr>
            <p:cNvPr id="18" name="Rectangle 17">
              <a:extLst>
                <a:ext uri="{FF2B5EF4-FFF2-40B4-BE49-F238E27FC236}">
                  <a16:creationId xmlns:a16="http://schemas.microsoft.com/office/drawing/2014/main" id="{DB38B938-59D0-AC4D-EB9C-4E2CBA471EA5}"/>
                </a:ext>
              </a:extLst>
            </p:cNvPr>
            <p:cNvSpPr/>
            <p:nvPr/>
          </p:nvSpPr>
          <p:spPr>
            <a:xfrm>
              <a:off x="5650675" y="829255"/>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class Circle</a:t>
              </a:r>
            </a:p>
          </p:txBody>
        </p:sp>
        <p:sp>
          <p:nvSpPr>
            <p:cNvPr id="19" name="Rectangle 18">
              <a:extLst>
                <a:ext uri="{FF2B5EF4-FFF2-40B4-BE49-F238E27FC236}">
                  <a16:creationId xmlns:a16="http://schemas.microsoft.com/office/drawing/2014/main" id="{9F250EF3-D71C-FF10-4C9D-BEB43C30C369}"/>
                </a:ext>
              </a:extLst>
            </p:cNvPr>
            <p:cNvSpPr/>
            <p:nvPr/>
          </p:nvSpPr>
          <p:spPr>
            <a:xfrm>
              <a:off x="5650674" y="1328018"/>
              <a:ext cx="3016333" cy="8926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accept(Visitor v)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latin typeface="Consolas" panose="020B0609020204030204" pitchFamily="49" charset="0"/>
                  <a:cs typeface="Consolas" panose="020B0609020204030204" pitchFamily="49" charset="0"/>
                </a:rPr>
                <a:t>v.visit</a:t>
              </a:r>
              <a:r>
                <a:rPr lang="en-US" dirty="0">
                  <a:solidFill>
                    <a:schemeClr val="tx1"/>
                  </a:solidFill>
                  <a:latin typeface="Consolas" panose="020B0609020204030204" pitchFamily="49" charset="0"/>
                  <a:cs typeface="Consolas" panose="020B0609020204030204" pitchFamily="49" charset="0"/>
                </a:rPr>
                <a:t>(this);</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p>
          </p:txBody>
        </p:sp>
      </p:grpSp>
      <p:grpSp>
        <p:nvGrpSpPr>
          <p:cNvPr id="21" name="Group 20">
            <a:extLst>
              <a:ext uri="{FF2B5EF4-FFF2-40B4-BE49-F238E27FC236}">
                <a16:creationId xmlns:a16="http://schemas.microsoft.com/office/drawing/2014/main" id="{DF03A64E-1F65-8FDE-D83A-3716AD925C79}"/>
              </a:ext>
            </a:extLst>
          </p:cNvPr>
          <p:cNvGrpSpPr/>
          <p:nvPr/>
        </p:nvGrpSpPr>
        <p:grpSpPr>
          <a:xfrm>
            <a:off x="6350945" y="2593035"/>
            <a:ext cx="2640281" cy="1391431"/>
            <a:chOff x="5650674" y="829255"/>
            <a:chExt cx="3016333" cy="1391431"/>
          </a:xfrm>
        </p:grpSpPr>
        <p:sp>
          <p:nvSpPr>
            <p:cNvPr id="22" name="Rectangle 21">
              <a:extLst>
                <a:ext uri="{FF2B5EF4-FFF2-40B4-BE49-F238E27FC236}">
                  <a16:creationId xmlns:a16="http://schemas.microsoft.com/office/drawing/2014/main" id="{41A77828-ECEC-0F42-6456-D81C677A5BA6}"/>
                </a:ext>
              </a:extLst>
            </p:cNvPr>
            <p:cNvSpPr/>
            <p:nvPr/>
          </p:nvSpPr>
          <p:spPr>
            <a:xfrm>
              <a:off x="5650675" y="829255"/>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class Rectangle</a:t>
              </a:r>
            </a:p>
          </p:txBody>
        </p:sp>
        <p:sp>
          <p:nvSpPr>
            <p:cNvPr id="23" name="Rectangle 22">
              <a:extLst>
                <a:ext uri="{FF2B5EF4-FFF2-40B4-BE49-F238E27FC236}">
                  <a16:creationId xmlns:a16="http://schemas.microsoft.com/office/drawing/2014/main" id="{68E5BCBD-A1A1-137E-95B6-4A0BED231479}"/>
                </a:ext>
              </a:extLst>
            </p:cNvPr>
            <p:cNvSpPr/>
            <p:nvPr/>
          </p:nvSpPr>
          <p:spPr>
            <a:xfrm>
              <a:off x="5650674" y="1328018"/>
              <a:ext cx="3016333" cy="8926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accept(Visitor v)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latin typeface="Consolas" panose="020B0609020204030204" pitchFamily="49" charset="0"/>
                  <a:cs typeface="Consolas" panose="020B0609020204030204" pitchFamily="49" charset="0"/>
                </a:rPr>
                <a:t>v.visit</a:t>
              </a:r>
              <a:r>
                <a:rPr lang="en-US" dirty="0">
                  <a:solidFill>
                    <a:schemeClr val="tx1"/>
                  </a:solidFill>
                  <a:latin typeface="Consolas" panose="020B0609020204030204" pitchFamily="49" charset="0"/>
                  <a:cs typeface="Consolas" panose="020B0609020204030204" pitchFamily="49" charset="0"/>
                </a:rPr>
                <a:t>(this);</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p>
          </p:txBody>
        </p:sp>
      </p:grpSp>
      <p:grpSp>
        <p:nvGrpSpPr>
          <p:cNvPr id="24" name="Group 23">
            <a:extLst>
              <a:ext uri="{FF2B5EF4-FFF2-40B4-BE49-F238E27FC236}">
                <a16:creationId xmlns:a16="http://schemas.microsoft.com/office/drawing/2014/main" id="{0458C7F5-F70E-DC8F-8E3E-22AC1BDB25F7}"/>
              </a:ext>
            </a:extLst>
          </p:cNvPr>
          <p:cNvGrpSpPr/>
          <p:nvPr/>
        </p:nvGrpSpPr>
        <p:grpSpPr>
          <a:xfrm>
            <a:off x="9337965" y="2593035"/>
            <a:ext cx="2640281" cy="1391431"/>
            <a:chOff x="5650674" y="829255"/>
            <a:chExt cx="3016333" cy="1391431"/>
          </a:xfrm>
        </p:grpSpPr>
        <p:sp>
          <p:nvSpPr>
            <p:cNvPr id="25" name="Rectangle 24">
              <a:extLst>
                <a:ext uri="{FF2B5EF4-FFF2-40B4-BE49-F238E27FC236}">
                  <a16:creationId xmlns:a16="http://schemas.microsoft.com/office/drawing/2014/main" id="{68242771-5F63-DF9C-836B-A8D2B75FE899}"/>
                </a:ext>
              </a:extLst>
            </p:cNvPr>
            <p:cNvSpPr/>
            <p:nvPr/>
          </p:nvSpPr>
          <p:spPr>
            <a:xfrm>
              <a:off x="5650675" y="829255"/>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class </a:t>
              </a:r>
              <a:r>
                <a:rPr lang="en-US" dirty="0" err="1">
                  <a:latin typeface="Consolas" panose="020B0609020204030204" pitchFamily="49" charset="0"/>
                  <a:cs typeface="Consolas" panose="020B0609020204030204" pitchFamily="49" charset="0"/>
                </a:rPr>
                <a:t>CompoundShape</a:t>
              </a:r>
              <a:endParaRPr lang="en-US" dirty="0">
                <a:latin typeface="Consolas" panose="020B0609020204030204" pitchFamily="49" charset="0"/>
                <a:cs typeface="Consolas" panose="020B0609020204030204" pitchFamily="49" charset="0"/>
              </a:endParaRPr>
            </a:p>
          </p:txBody>
        </p:sp>
        <p:sp>
          <p:nvSpPr>
            <p:cNvPr id="26" name="Rectangle 25">
              <a:extLst>
                <a:ext uri="{FF2B5EF4-FFF2-40B4-BE49-F238E27FC236}">
                  <a16:creationId xmlns:a16="http://schemas.microsoft.com/office/drawing/2014/main" id="{39AA3BC5-B80F-912A-2584-106999920FF3}"/>
                </a:ext>
              </a:extLst>
            </p:cNvPr>
            <p:cNvSpPr/>
            <p:nvPr/>
          </p:nvSpPr>
          <p:spPr>
            <a:xfrm>
              <a:off x="5650674" y="1328018"/>
              <a:ext cx="3016333" cy="8926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accept(Visitor v)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latin typeface="Consolas" panose="020B0609020204030204" pitchFamily="49" charset="0"/>
                  <a:cs typeface="Consolas" panose="020B0609020204030204" pitchFamily="49" charset="0"/>
                </a:rPr>
                <a:t>v.visit</a:t>
              </a:r>
              <a:r>
                <a:rPr lang="en-US" dirty="0">
                  <a:solidFill>
                    <a:schemeClr val="tx1"/>
                  </a:solidFill>
                  <a:latin typeface="Consolas" panose="020B0609020204030204" pitchFamily="49" charset="0"/>
                  <a:cs typeface="Consolas" panose="020B0609020204030204" pitchFamily="49" charset="0"/>
                </a:rPr>
                <a:t>(this);</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p>
          </p:txBody>
        </p:sp>
      </p:grpSp>
      <p:cxnSp>
        <p:nvCxnSpPr>
          <p:cNvPr id="28" name="Straight Arrow Connector 27">
            <a:extLst>
              <a:ext uri="{FF2B5EF4-FFF2-40B4-BE49-F238E27FC236}">
                <a16:creationId xmlns:a16="http://schemas.microsoft.com/office/drawing/2014/main" id="{BC7D8B47-8372-CEE5-C925-F81B3736DFD1}"/>
              </a:ext>
            </a:extLst>
          </p:cNvPr>
          <p:cNvCxnSpPr>
            <a:cxnSpLocks/>
            <a:endCxn id="18" idx="0"/>
          </p:cNvCxnSpPr>
          <p:nvPr/>
        </p:nvCxnSpPr>
        <p:spPr>
          <a:xfrm flipH="1">
            <a:off x="4775860" y="2209401"/>
            <a:ext cx="1737756" cy="3836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 name="Straight Arrow Connector 28">
            <a:extLst>
              <a:ext uri="{FF2B5EF4-FFF2-40B4-BE49-F238E27FC236}">
                <a16:creationId xmlns:a16="http://schemas.microsoft.com/office/drawing/2014/main" id="{54608EF5-0B0C-49A0-A7DF-C1B5334CBCC8}"/>
              </a:ext>
            </a:extLst>
          </p:cNvPr>
          <p:cNvCxnSpPr>
            <a:cxnSpLocks/>
            <a:endCxn id="22" idx="0"/>
          </p:cNvCxnSpPr>
          <p:nvPr/>
        </p:nvCxnSpPr>
        <p:spPr>
          <a:xfrm>
            <a:off x="6513616" y="2209401"/>
            <a:ext cx="1157470" cy="3836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2" name="Straight Arrow Connector 31">
            <a:extLst>
              <a:ext uri="{FF2B5EF4-FFF2-40B4-BE49-F238E27FC236}">
                <a16:creationId xmlns:a16="http://schemas.microsoft.com/office/drawing/2014/main" id="{A7449A8F-367C-F930-4600-7D688B9C66EB}"/>
              </a:ext>
            </a:extLst>
          </p:cNvPr>
          <p:cNvCxnSpPr>
            <a:cxnSpLocks/>
            <a:endCxn id="25" idx="0"/>
          </p:cNvCxnSpPr>
          <p:nvPr/>
        </p:nvCxnSpPr>
        <p:spPr>
          <a:xfrm>
            <a:off x="6513616" y="2209401"/>
            <a:ext cx="4144490" cy="3836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5" name="TextBox 34">
            <a:extLst>
              <a:ext uri="{FF2B5EF4-FFF2-40B4-BE49-F238E27FC236}">
                <a16:creationId xmlns:a16="http://schemas.microsoft.com/office/drawing/2014/main" id="{58B56C47-3E56-9293-5118-ACDB4F58AB9C}"/>
              </a:ext>
            </a:extLst>
          </p:cNvPr>
          <p:cNvSpPr txBox="1"/>
          <p:nvPr/>
        </p:nvSpPr>
        <p:spPr>
          <a:xfrm>
            <a:off x="4386738" y="2209401"/>
            <a:ext cx="919995" cy="369332"/>
          </a:xfrm>
          <a:prstGeom prst="rect">
            <a:avLst/>
          </a:prstGeom>
          <a:noFill/>
        </p:spPr>
        <p:txBody>
          <a:bodyPr wrap="none" rtlCol="0">
            <a:spAutoFit/>
          </a:bodyPr>
          <a:lstStyle/>
          <a:p>
            <a:r>
              <a:rPr lang="en-US" dirty="0"/>
              <a:t>extends</a:t>
            </a:r>
          </a:p>
        </p:txBody>
      </p:sp>
      <p:sp>
        <p:nvSpPr>
          <p:cNvPr id="36" name="TextBox 35">
            <a:extLst>
              <a:ext uri="{FF2B5EF4-FFF2-40B4-BE49-F238E27FC236}">
                <a16:creationId xmlns:a16="http://schemas.microsoft.com/office/drawing/2014/main" id="{F8EDACD3-F9B9-6275-0BB1-FEAC29A14E14}"/>
              </a:ext>
            </a:extLst>
          </p:cNvPr>
          <p:cNvSpPr txBox="1"/>
          <p:nvPr/>
        </p:nvSpPr>
        <p:spPr>
          <a:xfrm>
            <a:off x="5926385" y="2245132"/>
            <a:ext cx="919995" cy="369332"/>
          </a:xfrm>
          <a:prstGeom prst="rect">
            <a:avLst/>
          </a:prstGeom>
          <a:noFill/>
        </p:spPr>
        <p:txBody>
          <a:bodyPr wrap="none" rtlCol="0">
            <a:spAutoFit/>
          </a:bodyPr>
          <a:lstStyle/>
          <a:p>
            <a:r>
              <a:rPr lang="en-US" dirty="0"/>
              <a:t>extends</a:t>
            </a:r>
          </a:p>
        </p:txBody>
      </p:sp>
      <p:sp>
        <p:nvSpPr>
          <p:cNvPr id="37" name="TextBox 36">
            <a:extLst>
              <a:ext uri="{FF2B5EF4-FFF2-40B4-BE49-F238E27FC236}">
                <a16:creationId xmlns:a16="http://schemas.microsoft.com/office/drawing/2014/main" id="{EB14DB51-34F5-B1C0-F2B6-0EF9C1FC033D}"/>
              </a:ext>
            </a:extLst>
          </p:cNvPr>
          <p:cNvSpPr txBox="1"/>
          <p:nvPr/>
        </p:nvSpPr>
        <p:spPr>
          <a:xfrm>
            <a:off x="8857048" y="2102011"/>
            <a:ext cx="919995" cy="369332"/>
          </a:xfrm>
          <a:prstGeom prst="rect">
            <a:avLst/>
          </a:prstGeom>
          <a:noFill/>
        </p:spPr>
        <p:txBody>
          <a:bodyPr wrap="none" rtlCol="0">
            <a:spAutoFit/>
          </a:bodyPr>
          <a:lstStyle/>
          <a:p>
            <a:r>
              <a:rPr lang="en-US" dirty="0"/>
              <a:t>extends</a:t>
            </a:r>
          </a:p>
        </p:txBody>
      </p:sp>
      <p:cxnSp>
        <p:nvCxnSpPr>
          <p:cNvPr id="7" name="Curved Connector 6">
            <a:extLst>
              <a:ext uri="{FF2B5EF4-FFF2-40B4-BE49-F238E27FC236}">
                <a16:creationId xmlns:a16="http://schemas.microsoft.com/office/drawing/2014/main" id="{DD3CA1E7-B82B-0770-2264-B3350FA14E40}"/>
              </a:ext>
            </a:extLst>
          </p:cNvPr>
          <p:cNvCxnSpPr>
            <a:cxnSpLocks/>
            <a:stCxn id="19" idx="2"/>
            <a:endCxn id="10" idx="3"/>
          </p:cNvCxnSpPr>
          <p:nvPr/>
        </p:nvCxnSpPr>
        <p:spPr>
          <a:xfrm rot="5400000">
            <a:off x="3420857" y="3805572"/>
            <a:ext cx="1176108" cy="1533896"/>
          </a:xfrm>
          <a:prstGeom prst="curvedConnector2">
            <a:avLst/>
          </a:prstGeom>
          <a:ln w="9525">
            <a:solidFill>
              <a:srgbClr val="C00000"/>
            </a:solidFill>
            <a:prstDash val="sysDot"/>
            <a:tailEnd type="triangle"/>
          </a:ln>
        </p:spPr>
        <p:style>
          <a:lnRef idx="1">
            <a:schemeClr val="dk1"/>
          </a:lnRef>
          <a:fillRef idx="0">
            <a:schemeClr val="dk1"/>
          </a:fillRef>
          <a:effectRef idx="0">
            <a:schemeClr val="dk1"/>
          </a:effectRef>
          <a:fontRef idx="minor">
            <a:schemeClr val="tx1"/>
          </a:fontRef>
        </p:style>
      </p:cxnSp>
      <p:cxnSp>
        <p:nvCxnSpPr>
          <p:cNvPr id="8" name="Curved Connector 7">
            <a:extLst>
              <a:ext uri="{FF2B5EF4-FFF2-40B4-BE49-F238E27FC236}">
                <a16:creationId xmlns:a16="http://schemas.microsoft.com/office/drawing/2014/main" id="{D2FBCE86-BA5D-5B24-EBB8-DB42874B8E86}"/>
              </a:ext>
            </a:extLst>
          </p:cNvPr>
          <p:cNvCxnSpPr>
            <a:cxnSpLocks/>
            <a:stCxn id="23" idx="2"/>
            <a:endCxn id="15" idx="3"/>
          </p:cNvCxnSpPr>
          <p:nvPr/>
        </p:nvCxnSpPr>
        <p:spPr>
          <a:xfrm rot="5400000">
            <a:off x="4699115" y="2527315"/>
            <a:ext cx="1514820" cy="4429123"/>
          </a:xfrm>
          <a:prstGeom prst="curvedConnector2">
            <a:avLst/>
          </a:prstGeom>
          <a:ln w="9525">
            <a:solidFill>
              <a:srgbClr val="C00000"/>
            </a:solidFill>
            <a:prstDash val="sysDot"/>
            <a:tailEnd type="triangle"/>
          </a:ln>
        </p:spPr>
        <p:style>
          <a:lnRef idx="1">
            <a:schemeClr val="dk1"/>
          </a:lnRef>
          <a:fillRef idx="0">
            <a:schemeClr val="dk1"/>
          </a:fillRef>
          <a:effectRef idx="0">
            <a:schemeClr val="dk1"/>
          </a:effectRef>
          <a:fontRef idx="minor">
            <a:schemeClr val="tx1"/>
          </a:fontRef>
        </p:style>
      </p:cxnSp>
      <p:cxnSp>
        <p:nvCxnSpPr>
          <p:cNvPr id="27" name="Curved Connector 26">
            <a:extLst>
              <a:ext uri="{FF2B5EF4-FFF2-40B4-BE49-F238E27FC236}">
                <a16:creationId xmlns:a16="http://schemas.microsoft.com/office/drawing/2014/main" id="{DB00CE0A-75DC-DCA7-53D6-AA3C45C90F66}"/>
              </a:ext>
            </a:extLst>
          </p:cNvPr>
          <p:cNvCxnSpPr>
            <a:cxnSpLocks/>
            <a:stCxn id="26" idx="2"/>
            <a:endCxn id="14" idx="2"/>
          </p:cNvCxnSpPr>
          <p:nvPr/>
        </p:nvCxnSpPr>
        <p:spPr>
          <a:xfrm rot="5400000" flipH="1">
            <a:off x="6085453" y="-588186"/>
            <a:ext cx="209121" cy="8936185"/>
          </a:xfrm>
          <a:prstGeom prst="curvedConnector3">
            <a:avLst>
              <a:gd name="adj1" fmla="val -319427"/>
            </a:avLst>
          </a:prstGeom>
          <a:ln w="9525">
            <a:solidFill>
              <a:srgbClr val="C00000"/>
            </a:solidFill>
            <a:prstDash val="sysDot"/>
            <a:tailEnd type="triangle"/>
          </a:ln>
        </p:spPr>
        <p:style>
          <a:lnRef idx="1">
            <a:schemeClr val="dk1"/>
          </a:lnRef>
          <a:fillRef idx="0">
            <a:schemeClr val="dk1"/>
          </a:fillRef>
          <a:effectRef idx="0">
            <a:schemeClr val="dk1"/>
          </a:effectRef>
          <a:fontRef idx="minor">
            <a:schemeClr val="tx1"/>
          </a:fontRef>
        </p:style>
      </p:cxnSp>
      <p:grpSp>
        <p:nvGrpSpPr>
          <p:cNvPr id="48" name="Group 47">
            <a:extLst>
              <a:ext uri="{FF2B5EF4-FFF2-40B4-BE49-F238E27FC236}">
                <a16:creationId xmlns:a16="http://schemas.microsoft.com/office/drawing/2014/main" id="{8AC1F2A4-B1F2-9DFA-F8F0-99A86FDBDB4B}"/>
              </a:ext>
            </a:extLst>
          </p:cNvPr>
          <p:cNvGrpSpPr/>
          <p:nvPr/>
        </p:nvGrpSpPr>
        <p:grpSpPr>
          <a:xfrm>
            <a:off x="5005449" y="1281002"/>
            <a:ext cx="3016333" cy="928399"/>
            <a:chOff x="5650674" y="1292287"/>
            <a:chExt cx="3016333" cy="928399"/>
          </a:xfrm>
        </p:grpSpPr>
        <p:sp>
          <p:nvSpPr>
            <p:cNvPr id="49" name="Rectangle 48">
              <a:extLst>
                <a:ext uri="{FF2B5EF4-FFF2-40B4-BE49-F238E27FC236}">
                  <a16:creationId xmlns:a16="http://schemas.microsoft.com/office/drawing/2014/main" id="{DB2EDB85-3CF6-8690-AE17-3AB218B201FD}"/>
                </a:ext>
              </a:extLst>
            </p:cNvPr>
            <p:cNvSpPr/>
            <p:nvPr/>
          </p:nvSpPr>
          <p:spPr>
            <a:xfrm>
              <a:off x="5650674" y="1292287"/>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abstract class Shape</a:t>
              </a:r>
            </a:p>
          </p:txBody>
        </p:sp>
        <p:sp>
          <p:nvSpPr>
            <p:cNvPr id="50" name="Rectangle 49">
              <a:extLst>
                <a:ext uri="{FF2B5EF4-FFF2-40B4-BE49-F238E27FC236}">
                  <a16:creationId xmlns:a16="http://schemas.microsoft.com/office/drawing/2014/main" id="{D154BF1C-0599-D200-72AC-35CF9D017EB2}"/>
                </a:ext>
              </a:extLst>
            </p:cNvPr>
            <p:cNvSpPr/>
            <p:nvPr/>
          </p:nvSpPr>
          <p:spPr>
            <a:xfrm>
              <a:off x="5650674" y="1805352"/>
              <a:ext cx="3016333" cy="4153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accept(Visitor v);</a:t>
              </a:r>
            </a:p>
          </p:txBody>
        </p:sp>
      </p:grpSp>
      <p:sp>
        <p:nvSpPr>
          <p:cNvPr id="2" name="Rectangle 1">
            <a:extLst>
              <a:ext uri="{FF2B5EF4-FFF2-40B4-BE49-F238E27FC236}">
                <a16:creationId xmlns:a16="http://schemas.microsoft.com/office/drawing/2014/main" id="{83023CC3-E2DF-0D76-E0AF-3F873E40325C}"/>
              </a:ext>
            </a:extLst>
          </p:cNvPr>
          <p:cNvSpPr/>
          <p:nvPr/>
        </p:nvSpPr>
        <p:spPr>
          <a:xfrm>
            <a:off x="629392" y="2861953"/>
            <a:ext cx="2232561" cy="38001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 name="Curved Connector 2">
            <a:extLst>
              <a:ext uri="{FF2B5EF4-FFF2-40B4-BE49-F238E27FC236}">
                <a16:creationId xmlns:a16="http://schemas.microsoft.com/office/drawing/2014/main" id="{F2132566-13C8-0BC4-ECF1-A25CA0F2A8C6}"/>
              </a:ext>
            </a:extLst>
          </p:cNvPr>
          <p:cNvCxnSpPr>
            <a:cxnSpLocks/>
            <a:endCxn id="16" idx="1"/>
          </p:cNvCxnSpPr>
          <p:nvPr/>
        </p:nvCxnSpPr>
        <p:spPr>
          <a:xfrm>
            <a:off x="2861953" y="3082652"/>
            <a:ext cx="623079" cy="202775"/>
          </a:xfrm>
          <a:prstGeom prst="curvedConnector3">
            <a:avLst>
              <a:gd name="adj1" fmla="val 50000"/>
            </a:avLst>
          </a:prstGeom>
          <a:ln w="9525">
            <a:solidFill>
              <a:srgbClr val="0000FF"/>
            </a:solidFill>
            <a:prstDash val="sysDot"/>
            <a:tailEnd type="triangle"/>
          </a:ln>
        </p:spPr>
        <p:style>
          <a:lnRef idx="1">
            <a:schemeClr val="dk1"/>
          </a:lnRef>
          <a:fillRef idx="0">
            <a:schemeClr val="dk1"/>
          </a:fillRef>
          <a:effectRef idx="0">
            <a:schemeClr val="dk1"/>
          </a:effectRef>
          <a:fontRef idx="minor">
            <a:schemeClr val="tx1"/>
          </a:fontRef>
        </p:style>
      </p:cxnSp>
      <p:cxnSp>
        <p:nvCxnSpPr>
          <p:cNvPr id="11" name="Curved Connector 10">
            <a:extLst>
              <a:ext uri="{FF2B5EF4-FFF2-40B4-BE49-F238E27FC236}">
                <a16:creationId xmlns:a16="http://schemas.microsoft.com/office/drawing/2014/main" id="{B8C64843-B71A-67E3-4AAC-854528075619}"/>
              </a:ext>
            </a:extLst>
          </p:cNvPr>
          <p:cNvCxnSpPr>
            <a:cxnSpLocks/>
            <a:stCxn id="2" idx="3"/>
            <a:endCxn id="30" idx="1"/>
          </p:cNvCxnSpPr>
          <p:nvPr/>
        </p:nvCxnSpPr>
        <p:spPr>
          <a:xfrm>
            <a:off x="2861953" y="3051959"/>
            <a:ext cx="3537483" cy="231177"/>
          </a:xfrm>
          <a:prstGeom prst="curvedConnector3">
            <a:avLst>
              <a:gd name="adj1" fmla="val 34558"/>
            </a:avLst>
          </a:prstGeom>
          <a:ln w="9525">
            <a:solidFill>
              <a:srgbClr val="0000FF"/>
            </a:solidFill>
            <a:prstDash val="sysDot"/>
            <a:tailEnd type="triangle"/>
          </a:ln>
        </p:spPr>
        <p:style>
          <a:lnRef idx="1">
            <a:schemeClr val="dk1"/>
          </a:lnRef>
          <a:fillRef idx="0">
            <a:schemeClr val="dk1"/>
          </a:fillRef>
          <a:effectRef idx="0">
            <a:schemeClr val="dk1"/>
          </a:effectRef>
          <a:fontRef idx="minor">
            <a:schemeClr val="tx1"/>
          </a:fontRef>
        </p:style>
      </p:cxnSp>
      <p:sp>
        <p:nvSpPr>
          <p:cNvPr id="16" name="Rectangle 15">
            <a:extLst>
              <a:ext uri="{FF2B5EF4-FFF2-40B4-BE49-F238E27FC236}">
                <a16:creationId xmlns:a16="http://schemas.microsoft.com/office/drawing/2014/main" id="{71026A27-63BD-A275-392F-F33DF0DCF80C}"/>
              </a:ext>
            </a:extLst>
          </p:cNvPr>
          <p:cNvSpPr/>
          <p:nvPr/>
        </p:nvSpPr>
        <p:spPr>
          <a:xfrm>
            <a:off x="3485032" y="3095421"/>
            <a:ext cx="2232561" cy="38001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57C19908-68C2-519E-7B3E-9F9BC77323B8}"/>
              </a:ext>
            </a:extLst>
          </p:cNvPr>
          <p:cNvSpPr/>
          <p:nvPr/>
        </p:nvSpPr>
        <p:spPr>
          <a:xfrm>
            <a:off x="6399436" y="3093130"/>
            <a:ext cx="2232561" cy="38001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64CAACEB-8409-10C7-B3B6-D7AE360BA579}"/>
              </a:ext>
            </a:extLst>
          </p:cNvPr>
          <p:cNvSpPr/>
          <p:nvPr/>
        </p:nvSpPr>
        <p:spPr>
          <a:xfrm>
            <a:off x="9367278" y="3099491"/>
            <a:ext cx="2232561" cy="38001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5" name="Curved Connector 44">
            <a:extLst>
              <a:ext uri="{FF2B5EF4-FFF2-40B4-BE49-F238E27FC236}">
                <a16:creationId xmlns:a16="http://schemas.microsoft.com/office/drawing/2014/main" id="{5D887B73-7CC6-E555-AC08-7E10EFC5A9FD}"/>
              </a:ext>
            </a:extLst>
          </p:cNvPr>
          <p:cNvCxnSpPr>
            <a:cxnSpLocks/>
            <a:endCxn id="31" idx="2"/>
          </p:cNvCxnSpPr>
          <p:nvPr/>
        </p:nvCxnSpPr>
        <p:spPr>
          <a:xfrm>
            <a:off x="2910443" y="3099491"/>
            <a:ext cx="7573116" cy="380011"/>
          </a:xfrm>
          <a:prstGeom prst="curvedConnector4">
            <a:avLst>
              <a:gd name="adj1" fmla="val 1389"/>
              <a:gd name="adj2" fmla="val 478905"/>
            </a:avLst>
          </a:prstGeom>
          <a:ln w="9525">
            <a:solidFill>
              <a:srgbClr val="0000FF"/>
            </a:solidFill>
            <a:prstDash val="sysDot"/>
            <a:tailEnd type="triangle"/>
          </a:ln>
        </p:spPr>
        <p:style>
          <a:lnRef idx="1">
            <a:schemeClr val="dk1"/>
          </a:lnRef>
          <a:fillRef idx="0">
            <a:schemeClr val="dk1"/>
          </a:fillRef>
          <a:effectRef idx="0">
            <a:schemeClr val="dk1"/>
          </a:effectRef>
          <a:fontRef idx="minor">
            <a:schemeClr val="tx1"/>
          </a:fontRef>
        </p:style>
      </p:cxnSp>
      <p:sp>
        <p:nvSpPr>
          <p:cNvPr id="6" name="Rectangle 5">
            <a:extLst>
              <a:ext uri="{FF2B5EF4-FFF2-40B4-BE49-F238E27FC236}">
                <a16:creationId xmlns:a16="http://schemas.microsoft.com/office/drawing/2014/main" id="{8C5B7C37-0DF2-8239-20AC-57C8FF1B08C6}"/>
              </a:ext>
            </a:extLst>
          </p:cNvPr>
          <p:cNvSpPr/>
          <p:nvPr/>
        </p:nvSpPr>
        <p:spPr>
          <a:xfrm>
            <a:off x="225630" y="4495556"/>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class </a:t>
            </a:r>
            <a:r>
              <a:rPr lang="en-US" dirty="0" err="1">
                <a:latin typeface="Consolas" panose="020B0609020204030204" pitchFamily="49" charset="0"/>
                <a:cs typeface="Consolas" panose="020B0609020204030204" pitchFamily="49" charset="0"/>
              </a:rPr>
              <a:t>TranslationVisitor</a:t>
            </a:r>
            <a:endParaRPr lang="en-US" dirty="0">
              <a:latin typeface="Consolas" panose="020B0609020204030204" pitchFamily="49" charset="0"/>
              <a:cs typeface="Consolas" panose="020B0609020204030204" pitchFamily="49" charset="0"/>
            </a:endParaRPr>
          </a:p>
        </p:txBody>
      </p:sp>
      <p:sp>
        <p:nvSpPr>
          <p:cNvPr id="10" name="Rectangle 9">
            <a:extLst>
              <a:ext uri="{FF2B5EF4-FFF2-40B4-BE49-F238E27FC236}">
                <a16:creationId xmlns:a16="http://schemas.microsoft.com/office/drawing/2014/main" id="{936E7E1E-5EFF-2F82-44F9-2DA7103C5D22}"/>
              </a:ext>
            </a:extLst>
          </p:cNvPr>
          <p:cNvSpPr/>
          <p:nvPr/>
        </p:nvSpPr>
        <p:spPr>
          <a:xfrm>
            <a:off x="225630" y="4994319"/>
            <a:ext cx="3016333" cy="3325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latin typeface="Consolas" panose="020B0609020204030204" pitchFamily="49" charset="0"/>
                <a:cs typeface="Consolas" panose="020B0609020204030204" pitchFamily="49" charset="0"/>
              </a:rPr>
              <a:t>visit(Circle c) { //..}</a:t>
            </a:r>
          </a:p>
        </p:txBody>
      </p:sp>
      <p:sp>
        <p:nvSpPr>
          <p:cNvPr id="15" name="Rectangle 14">
            <a:extLst>
              <a:ext uri="{FF2B5EF4-FFF2-40B4-BE49-F238E27FC236}">
                <a16:creationId xmlns:a16="http://schemas.microsoft.com/office/drawing/2014/main" id="{012E6F49-F763-E3ED-6E28-3622CEC1DF38}"/>
              </a:ext>
            </a:extLst>
          </p:cNvPr>
          <p:cNvSpPr/>
          <p:nvPr/>
        </p:nvSpPr>
        <p:spPr>
          <a:xfrm>
            <a:off x="225630" y="5333031"/>
            <a:ext cx="3016333" cy="3325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latin typeface="Consolas" panose="020B0609020204030204" pitchFamily="49" charset="0"/>
                <a:cs typeface="Consolas" panose="020B0609020204030204" pitchFamily="49" charset="0"/>
              </a:rPr>
              <a:t>visit(Rectangle r) { //..}</a:t>
            </a:r>
          </a:p>
        </p:txBody>
      </p:sp>
      <p:cxnSp>
        <p:nvCxnSpPr>
          <p:cNvPr id="34" name="Straight Arrow Connector 33">
            <a:extLst>
              <a:ext uri="{FF2B5EF4-FFF2-40B4-BE49-F238E27FC236}">
                <a16:creationId xmlns:a16="http://schemas.microsoft.com/office/drawing/2014/main" id="{E151178F-282E-B2E9-A734-8B87B7FB7C8D}"/>
              </a:ext>
            </a:extLst>
          </p:cNvPr>
          <p:cNvCxnSpPr>
            <a:cxnSpLocks/>
            <a:stCxn id="14" idx="2"/>
            <a:endCxn id="6" idx="0"/>
          </p:cNvCxnSpPr>
          <p:nvPr/>
        </p:nvCxnSpPr>
        <p:spPr>
          <a:xfrm>
            <a:off x="1721921" y="3775345"/>
            <a:ext cx="11875" cy="72021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7" name="TextBox 46">
            <a:extLst>
              <a:ext uri="{FF2B5EF4-FFF2-40B4-BE49-F238E27FC236}">
                <a16:creationId xmlns:a16="http://schemas.microsoft.com/office/drawing/2014/main" id="{F6BEB2F1-26F9-9F83-3315-903091BC4E5C}"/>
              </a:ext>
            </a:extLst>
          </p:cNvPr>
          <p:cNvSpPr txBox="1"/>
          <p:nvPr/>
        </p:nvSpPr>
        <p:spPr>
          <a:xfrm>
            <a:off x="746882" y="3978381"/>
            <a:ext cx="919995" cy="369332"/>
          </a:xfrm>
          <a:prstGeom prst="rect">
            <a:avLst/>
          </a:prstGeom>
          <a:noFill/>
        </p:spPr>
        <p:txBody>
          <a:bodyPr wrap="none" rtlCol="0">
            <a:spAutoFit/>
          </a:bodyPr>
          <a:lstStyle/>
          <a:p>
            <a:r>
              <a:rPr lang="en-US" dirty="0"/>
              <a:t>extends</a:t>
            </a:r>
          </a:p>
        </p:txBody>
      </p:sp>
    </p:spTree>
    <p:extLst>
      <p:ext uri="{BB962C8B-B14F-4D97-AF65-F5344CB8AC3E}">
        <p14:creationId xmlns:p14="http://schemas.microsoft.com/office/powerpoint/2010/main" val="2073715944"/>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A6348F-2B06-C390-E6EF-5CF7861E536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583C533-D3C7-A6C8-D278-DB60B1123091}"/>
              </a:ext>
            </a:extLst>
          </p:cNvPr>
          <p:cNvSpPr>
            <a:spLocks noGrp="1"/>
          </p:cNvSpPr>
          <p:nvPr>
            <p:ph type="title"/>
          </p:nvPr>
        </p:nvSpPr>
        <p:spPr/>
        <p:txBody>
          <a:bodyPr/>
          <a:lstStyle/>
          <a:p>
            <a:r>
              <a:rPr lang="en-US" dirty="0"/>
              <a:t>Example</a:t>
            </a:r>
          </a:p>
        </p:txBody>
      </p:sp>
      <p:grpSp>
        <p:nvGrpSpPr>
          <p:cNvPr id="4" name="Group 3">
            <a:extLst>
              <a:ext uri="{FF2B5EF4-FFF2-40B4-BE49-F238E27FC236}">
                <a16:creationId xmlns:a16="http://schemas.microsoft.com/office/drawing/2014/main" id="{F7182379-1EBB-0663-A31A-EB4937AE7827}"/>
              </a:ext>
            </a:extLst>
          </p:cNvPr>
          <p:cNvGrpSpPr/>
          <p:nvPr/>
        </p:nvGrpSpPr>
        <p:grpSpPr>
          <a:xfrm>
            <a:off x="213754" y="829255"/>
            <a:ext cx="3016334" cy="2946090"/>
            <a:chOff x="902523" y="1710047"/>
            <a:chExt cx="3016334" cy="2946090"/>
          </a:xfrm>
        </p:grpSpPr>
        <p:sp>
          <p:nvSpPr>
            <p:cNvPr id="9" name="Rectangle 8">
              <a:extLst>
                <a:ext uri="{FF2B5EF4-FFF2-40B4-BE49-F238E27FC236}">
                  <a16:creationId xmlns:a16="http://schemas.microsoft.com/office/drawing/2014/main" id="{D355FDBF-5F7F-D57F-FB56-6FBB1410DDF6}"/>
                </a:ext>
              </a:extLst>
            </p:cNvPr>
            <p:cNvSpPr/>
            <p:nvPr/>
          </p:nvSpPr>
          <p:spPr>
            <a:xfrm>
              <a:off x="902525" y="1710047"/>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abstract class Visitor</a:t>
              </a:r>
            </a:p>
          </p:txBody>
        </p:sp>
        <p:sp>
          <p:nvSpPr>
            <p:cNvPr id="12" name="Rectangle 11">
              <a:extLst>
                <a:ext uri="{FF2B5EF4-FFF2-40B4-BE49-F238E27FC236}">
                  <a16:creationId xmlns:a16="http://schemas.microsoft.com/office/drawing/2014/main" id="{937EE7AB-9BE6-2123-2A17-162FF47F1243}"/>
                </a:ext>
              </a:extLst>
            </p:cNvPr>
            <p:cNvSpPr/>
            <p:nvPr/>
          </p:nvSpPr>
          <p:spPr>
            <a:xfrm>
              <a:off x="902524" y="2208810"/>
              <a:ext cx="3016333" cy="3325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visit(Circle c); </a:t>
              </a:r>
            </a:p>
          </p:txBody>
        </p:sp>
        <p:sp>
          <p:nvSpPr>
            <p:cNvPr id="13" name="Rectangle 12">
              <a:extLst>
                <a:ext uri="{FF2B5EF4-FFF2-40B4-BE49-F238E27FC236}">
                  <a16:creationId xmlns:a16="http://schemas.microsoft.com/office/drawing/2014/main" id="{29AE5AC4-F56F-B4B6-7CB9-B86AFAEC7180}"/>
                </a:ext>
              </a:extLst>
            </p:cNvPr>
            <p:cNvSpPr/>
            <p:nvPr/>
          </p:nvSpPr>
          <p:spPr>
            <a:xfrm>
              <a:off x="902524" y="2541319"/>
              <a:ext cx="3016333" cy="3325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visit(Rectangle r); </a:t>
              </a:r>
            </a:p>
          </p:txBody>
        </p:sp>
        <p:sp>
          <p:nvSpPr>
            <p:cNvPr id="14" name="Rectangle 13">
              <a:extLst>
                <a:ext uri="{FF2B5EF4-FFF2-40B4-BE49-F238E27FC236}">
                  <a16:creationId xmlns:a16="http://schemas.microsoft.com/office/drawing/2014/main" id="{04AEF531-E276-1731-1BC2-163A71E48F30}"/>
                </a:ext>
              </a:extLst>
            </p:cNvPr>
            <p:cNvSpPr/>
            <p:nvPr/>
          </p:nvSpPr>
          <p:spPr>
            <a:xfrm>
              <a:off x="902523" y="2873829"/>
              <a:ext cx="3016333" cy="178230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visit(Compound c)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for (Shape s:   </a:t>
              </a:r>
            </a:p>
            <a:p>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latin typeface="Consolas" panose="020B0609020204030204" pitchFamily="49" charset="0"/>
                  <a:cs typeface="Consolas" panose="020B0609020204030204" pitchFamily="49" charset="0"/>
                </a:rPr>
                <a:t>c.getShapeList</a:t>
              </a:r>
              <a:r>
                <a:rPr lang="en-US" dirty="0">
                  <a:solidFill>
                    <a:schemeClr val="tx1"/>
                  </a:solidFill>
                  <a:latin typeface="Consolas" panose="020B0609020204030204" pitchFamily="49" charset="0"/>
                  <a:cs typeface="Consolas" panose="020B0609020204030204" pitchFamily="49" charset="0"/>
                </a:rPr>
                <a:t>()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latin typeface="Consolas" panose="020B0609020204030204" pitchFamily="49" charset="0"/>
                  <a:cs typeface="Consolas" panose="020B0609020204030204" pitchFamily="49" charset="0"/>
                </a:rPr>
                <a:t>s.accept</a:t>
              </a:r>
              <a:r>
                <a:rPr lang="en-US" dirty="0">
                  <a:solidFill>
                    <a:schemeClr val="tx1"/>
                  </a:solidFill>
                  <a:latin typeface="Consolas" panose="020B0609020204030204" pitchFamily="49" charset="0"/>
                  <a:cs typeface="Consolas" panose="020B0609020204030204" pitchFamily="49" charset="0"/>
                </a:rPr>
                <a:t>(this);</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p>
          </p:txBody>
        </p:sp>
      </p:grpSp>
      <p:grpSp>
        <p:nvGrpSpPr>
          <p:cNvPr id="17" name="Group 16">
            <a:extLst>
              <a:ext uri="{FF2B5EF4-FFF2-40B4-BE49-F238E27FC236}">
                <a16:creationId xmlns:a16="http://schemas.microsoft.com/office/drawing/2014/main" id="{F6559BCF-1FDE-9F8C-F47A-F61297154452}"/>
              </a:ext>
            </a:extLst>
          </p:cNvPr>
          <p:cNvGrpSpPr/>
          <p:nvPr/>
        </p:nvGrpSpPr>
        <p:grpSpPr>
          <a:xfrm>
            <a:off x="3455718" y="2593035"/>
            <a:ext cx="2640282" cy="1391431"/>
            <a:chOff x="5650674" y="829255"/>
            <a:chExt cx="3016333" cy="1391431"/>
          </a:xfrm>
        </p:grpSpPr>
        <p:sp>
          <p:nvSpPr>
            <p:cNvPr id="18" name="Rectangle 17">
              <a:extLst>
                <a:ext uri="{FF2B5EF4-FFF2-40B4-BE49-F238E27FC236}">
                  <a16:creationId xmlns:a16="http://schemas.microsoft.com/office/drawing/2014/main" id="{AF538A1B-5A31-D9C2-125A-40F86780A6E3}"/>
                </a:ext>
              </a:extLst>
            </p:cNvPr>
            <p:cNvSpPr/>
            <p:nvPr/>
          </p:nvSpPr>
          <p:spPr>
            <a:xfrm>
              <a:off x="5650675" y="829255"/>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class Circle</a:t>
              </a:r>
            </a:p>
          </p:txBody>
        </p:sp>
        <p:sp>
          <p:nvSpPr>
            <p:cNvPr id="19" name="Rectangle 18">
              <a:extLst>
                <a:ext uri="{FF2B5EF4-FFF2-40B4-BE49-F238E27FC236}">
                  <a16:creationId xmlns:a16="http://schemas.microsoft.com/office/drawing/2014/main" id="{468DD152-DD23-98FD-2A1F-9E269D7B9B45}"/>
                </a:ext>
              </a:extLst>
            </p:cNvPr>
            <p:cNvSpPr/>
            <p:nvPr/>
          </p:nvSpPr>
          <p:spPr>
            <a:xfrm>
              <a:off x="5650674" y="1328018"/>
              <a:ext cx="3016333" cy="8926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accept(Visitor v)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latin typeface="Consolas" panose="020B0609020204030204" pitchFamily="49" charset="0"/>
                  <a:cs typeface="Consolas" panose="020B0609020204030204" pitchFamily="49" charset="0"/>
                </a:rPr>
                <a:t>v.visit</a:t>
              </a:r>
              <a:r>
                <a:rPr lang="en-US" dirty="0">
                  <a:solidFill>
                    <a:schemeClr val="tx1"/>
                  </a:solidFill>
                  <a:latin typeface="Consolas" panose="020B0609020204030204" pitchFamily="49" charset="0"/>
                  <a:cs typeface="Consolas" panose="020B0609020204030204" pitchFamily="49" charset="0"/>
                </a:rPr>
                <a:t>(this);</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p>
          </p:txBody>
        </p:sp>
      </p:grpSp>
      <p:grpSp>
        <p:nvGrpSpPr>
          <p:cNvPr id="21" name="Group 20">
            <a:extLst>
              <a:ext uri="{FF2B5EF4-FFF2-40B4-BE49-F238E27FC236}">
                <a16:creationId xmlns:a16="http://schemas.microsoft.com/office/drawing/2014/main" id="{B6861F66-4DC9-6E43-9BCD-E39C4D1444C1}"/>
              </a:ext>
            </a:extLst>
          </p:cNvPr>
          <p:cNvGrpSpPr/>
          <p:nvPr/>
        </p:nvGrpSpPr>
        <p:grpSpPr>
          <a:xfrm>
            <a:off x="6350945" y="2593035"/>
            <a:ext cx="2640281" cy="1391431"/>
            <a:chOff x="5650674" y="829255"/>
            <a:chExt cx="3016333" cy="1391431"/>
          </a:xfrm>
        </p:grpSpPr>
        <p:sp>
          <p:nvSpPr>
            <p:cNvPr id="22" name="Rectangle 21">
              <a:extLst>
                <a:ext uri="{FF2B5EF4-FFF2-40B4-BE49-F238E27FC236}">
                  <a16:creationId xmlns:a16="http://schemas.microsoft.com/office/drawing/2014/main" id="{3A403A4B-4D8A-4742-75B9-583BB7586DCB}"/>
                </a:ext>
              </a:extLst>
            </p:cNvPr>
            <p:cNvSpPr/>
            <p:nvPr/>
          </p:nvSpPr>
          <p:spPr>
            <a:xfrm>
              <a:off x="5650675" y="829255"/>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class Rectangle</a:t>
              </a:r>
            </a:p>
          </p:txBody>
        </p:sp>
        <p:sp>
          <p:nvSpPr>
            <p:cNvPr id="23" name="Rectangle 22">
              <a:extLst>
                <a:ext uri="{FF2B5EF4-FFF2-40B4-BE49-F238E27FC236}">
                  <a16:creationId xmlns:a16="http://schemas.microsoft.com/office/drawing/2014/main" id="{03BC2EFF-C168-FFBF-AEAC-6454062CE8E7}"/>
                </a:ext>
              </a:extLst>
            </p:cNvPr>
            <p:cNvSpPr/>
            <p:nvPr/>
          </p:nvSpPr>
          <p:spPr>
            <a:xfrm>
              <a:off x="5650674" y="1328018"/>
              <a:ext cx="3016333" cy="8926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accept(Visitor v)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latin typeface="Consolas" panose="020B0609020204030204" pitchFamily="49" charset="0"/>
                  <a:cs typeface="Consolas" panose="020B0609020204030204" pitchFamily="49" charset="0"/>
                </a:rPr>
                <a:t>v.visit</a:t>
              </a:r>
              <a:r>
                <a:rPr lang="en-US" dirty="0">
                  <a:solidFill>
                    <a:schemeClr val="tx1"/>
                  </a:solidFill>
                  <a:latin typeface="Consolas" panose="020B0609020204030204" pitchFamily="49" charset="0"/>
                  <a:cs typeface="Consolas" panose="020B0609020204030204" pitchFamily="49" charset="0"/>
                </a:rPr>
                <a:t>(this);</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p>
          </p:txBody>
        </p:sp>
      </p:grpSp>
      <p:grpSp>
        <p:nvGrpSpPr>
          <p:cNvPr id="24" name="Group 23">
            <a:extLst>
              <a:ext uri="{FF2B5EF4-FFF2-40B4-BE49-F238E27FC236}">
                <a16:creationId xmlns:a16="http://schemas.microsoft.com/office/drawing/2014/main" id="{576E8DAD-3F8E-00CE-3018-8F2B3455021D}"/>
              </a:ext>
            </a:extLst>
          </p:cNvPr>
          <p:cNvGrpSpPr/>
          <p:nvPr/>
        </p:nvGrpSpPr>
        <p:grpSpPr>
          <a:xfrm>
            <a:off x="9337965" y="2593035"/>
            <a:ext cx="2640281" cy="1391431"/>
            <a:chOff x="5650674" y="829255"/>
            <a:chExt cx="3016333" cy="1391431"/>
          </a:xfrm>
        </p:grpSpPr>
        <p:sp>
          <p:nvSpPr>
            <p:cNvPr id="25" name="Rectangle 24">
              <a:extLst>
                <a:ext uri="{FF2B5EF4-FFF2-40B4-BE49-F238E27FC236}">
                  <a16:creationId xmlns:a16="http://schemas.microsoft.com/office/drawing/2014/main" id="{AAC5B2E5-B1B0-03BD-E320-D0611A4874CF}"/>
                </a:ext>
              </a:extLst>
            </p:cNvPr>
            <p:cNvSpPr/>
            <p:nvPr/>
          </p:nvSpPr>
          <p:spPr>
            <a:xfrm>
              <a:off x="5650675" y="829255"/>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class </a:t>
              </a:r>
              <a:r>
                <a:rPr lang="en-US" dirty="0" err="1">
                  <a:latin typeface="Consolas" panose="020B0609020204030204" pitchFamily="49" charset="0"/>
                  <a:cs typeface="Consolas" panose="020B0609020204030204" pitchFamily="49" charset="0"/>
                </a:rPr>
                <a:t>CompoundShape</a:t>
              </a:r>
              <a:endParaRPr lang="en-US" dirty="0">
                <a:latin typeface="Consolas" panose="020B0609020204030204" pitchFamily="49" charset="0"/>
                <a:cs typeface="Consolas" panose="020B0609020204030204" pitchFamily="49" charset="0"/>
              </a:endParaRPr>
            </a:p>
          </p:txBody>
        </p:sp>
        <p:sp>
          <p:nvSpPr>
            <p:cNvPr id="26" name="Rectangle 25">
              <a:extLst>
                <a:ext uri="{FF2B5EF4-FFF2-40B4-BE49-F238E27FC236}">
                  <a16:creationId xmlns:a16="http://schemas.microsoft.com/office/drawing/2014/main" id="{03E02464-5F37-1B5B-5F70-DD150FA7B16A}"/>
                </a:ext>
              </a:extLst>
            </p:cNvPr>
            <p:cNvSpPr/>
            <p:nvPr/>
          </p:nvSpPr>
          <p:spPr>
            <a:xfrm>
              <a:off x="5650674" y="1328018"/>
              <a:ext cx="3016333" cy="8926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accept(Visitor v)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latin typeface="Consolas" panose="020B0609020204030204" pitchFamily="49" charset="0"/>
                  <a:cs typeface="Consolas" panose="020B0609020204030204" pitchFamily="49" charset="0"/>
                </a:rPr>
                <a:t>v.visit</a:t>
              </a:r>
              <a:r>
                <a:rPr lang="en-US" dirty="0">
                  <a:solidFill>
                    <a:schemeClr val="tx1"/>
                  </a:solidFill>
                  <a:latin typeface="Consolas" panose="020B0609020204030204" pitchFamily="49" charset="0"/>
                  <a:cs typeface="Consolas" panose="020B0609020204030204" pitchFamily="49" charset="0"/>
                </a:rPr>
                <a:t>(this);</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p>
          </p:txBody>
        </p:sp>
      </p:grpSp>
      <p:cxnSp>
        <p:nvCxnSpPr>
          <p:cNvPr id="28" name="Straight Arrow Connector 27">
            <a:extLst>
              <a:ext uri="{FF2B5EF4-FFF2-40B4-BE49-F238E27FC236}">
                <a16:creationId xmlns:a16="http://schemas.microsoft.com/office/drawing/2014/main" id="{4C6F1CAC-CE33-1DF1-1098-E8E89B4F4987}"/>
              </a:ext>
            </a:extLst>
          </p:cNvPr>
          <p:cNvCxnSpPr>
            <a:cxnSpLocks/>
            <a:endCxn id="18" idx="0"/>
          </p:cNvCxnSpPr>
          <p:nvPr/>
        </p:nvCxnSpPr>
        <p:spPr>
          <a:xfrm flipH="1">
            <a:off x="4775860" y="2209401"/>
            <a:ext cx="1737756" cy="3836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 name="Straight Arrow Connector 28">
            <a:extLst>
              <a:ext uri="{FF2B5EF4-FFF2-40B4-BE49-F238E27FC236}">
                <a16:creationId xmlns:a16="http://schemas.microsoft.com/office/drawing/2014/main" id="{5A670764-CEA2-3E8E-8B4D-765957263294}"/>
              </a:ext>
            </a:extLst>
          </p:cNvPr>
          <p:cNvCxnSpPr>
            <a:cxnSpLocks/>
            <a:endCxn id="22" idx="0"/>
          </p:cNvCxnSpPr>
          <p:nvPr/>
        </p:nvCxnSpPr>
        <p:spPr>
          <a:xfrm>
            <a:off x="6513616" y="2209401"/>
            <a:ext cx="1157470" cy="3836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2" name="Straight Arrow Connector 31">
            <a:extLst>
              <a:ext uri="{FF2B5EF4-FFF2-40B4-BE49-F238E27FC236}">
                <a16:creationId xmlns:a16="http://schemas.microsoft.com/office/drawing/2014/main" id="{93292EEB-AEEB-51B7-46B7-A018E4FC24C0}"/>
              </a:ext>
            </a:extLst>
          </p:cNvPr>
          <p:cNvCxnSpPr>
            <a:cxnSpLocks/>
            <a:endCxn id="25" idx="0"/>
          </p:cNvCxnSpPr>
          <p:nvPr/>
        </p:nvCxnSpPr>
        <p:spPr>
          <a:xfrm>
            <a:off x="6513616" y="2209401"/>
            <a:ext cx="4144490" cy="3836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5" name="TextBox 34">
            <a:extLst>
              <a:ext uri="{FF2B5EF4-FFF2-40B4-BE49-F238E27FC236}">
                <a16:creationId xmlns:a16="http://schemas.microsoft.com/office/drawing/2014/main" id="{A22B05C0-6B19-BB81-5A6F-E7D3F442F32D}"/>
              </a:ext>
            </a:extLst>
          </p:cNvPr>
          <p:cNvSpPr txBox="1"/>
          <p:nvPr/>
        </p:nvSpPr>
        <p:spPr>
          <a:xfrm>
            <a:off x="4386738" y="2209401"/>
            <a:ext cx="919995" cy="369332"/>
          </a:xfrm>
          <a:prstGeom prst="rect">
            <a:avLst/>
          </a:prstGeom>
          <a:noFill/>
        </p:spPr>
        <p:txBody>
          <a:bodyPr wrap="none" rtlCol="0">
            <a:spAutoFit/>
          </a:bodyPr>
          <a:lstStyle/>
          <a:p>
            <a:r>
              <a:rPr lang="en-US" dirty="0"/>
              <a:t>extends</a:t>
            </a:r>
          </a:p>
        </p:txBody>
      </p:sp>
      <p:sp>
        <p:nvSpPr>
          <p:cNvPr id="36" name="TextBox 35">
            <a:extLst>
              <a:ext uri="{FF2B5EF4-FFF2-40B4-BE49-F238E27FC236}">
                <a16:creationId xmlns:a16="http://schemas.microsoft.com/office/drawing/2014/main" id="{BF498C95-EB56-FA43-FE48-990BD18B4A14}"/>
              </a:ext>
            </a:extLst>
          </p:cNvPr>
          <p:cNvSpPr txBox="1"/>
          <p:nvPr/>
        </p:nvSpPr>
        <p:spPr>
          <a:xfrm>
            <a:off x="5926385" y="2245132"/>
            <a:ext cx="919995" cy="369332"/>
          </a:xfrm>
          <a:prstGeom prst="rect">
            <a:avLst/>
          </a:prstGeom>
          <a:noFill/>
        </p:spPr>
        <p:txBody>
          <a:bodyPr wrap="none" rtlCol="0">
            <a:spAutoFit/>
          </a:bodyPr>
          <a:lstStyle/>
          <a:p>
            <a:r>
              <a:rPr lang="en-US" dirty="0"/>
              <a:t>extends</a:t>
            </a:r>
          </a:p>
        </p:txBody>
      </p:sp>
      <p:sp>
        <p:nvSpPr>
          <p:cNvPr id="37" name="TextBox 36">
            <a:extLst>
              <a:ext uri="{FF2B5EF4-FFF2-40B4-BE49-F238E27FC236}">
                <a16:creationId xmlns:a16="http://schemas.microsoft.com/office/drawing/2014/main" id="{2FEF8371-84B0-37A3-EDED-E6EE896B1E4A}"/>
              </a:ext>
            </a:extLst>
          </p:cNvPr>
          <p:cNvSpPr txBox="1"/>
          <p:nvPr/>
        </p:nvSpPr>
        <p:spPr>
          <a:xfrm>
            <a:off x="8857048" y="2102011"/>
            <a:ext cx="919995" cy="369332"/>
          </a:xfrm>
          <a:prstGeom prst="rect">
            <a:avLst/>
          </a:prstGeom>
          <a:noFill/>
        </p:spPr>
        <p:txBody>
          <a:bodyPr wrap="none" rtlCol="0">
            <a:spAutoFit/>
          </a:bodyPr>
          <a:lstStyle/>
          <a:p>
            <a:r>
              <a:rPr lang="en-US" dirty="0"/>
              <a:t>extends</a:t>
            </a:r>
          </a:p>
        </p:txBody>
      </p:sp>
      <p:grpSp>
        <p:nvGrpSpPr>
          <p:cNvPr id="48" name="Group 47">
            <a:extLst>
              <a:ext uri="{FF2B5EF4-FFF2-40B4-BE49-F238E27FC236}">
                <a16:creationId xmlns:a16="http://schemas.microsoft.com/office/drawing/2014/main" id="{BD1B5EE1-08A6-5AD7-9E48-382AB7D4A4E1}"/>
              </a:ext>
            </a:extLst>
          </p:cNvPr>
          <p:cNvGrpSpPr/>
          <p:nvPr/>
        </p:nvGrpSpPr>
        <p:grpSpPr>
          <a:xfrm>
            <a:off x="5005449" y="1281002"/>
            <a:ext cx="3016333" cy="928399"/>
            <a:chOff x="5650674" y="1292287"/>
            <a:chExt cx="3016333" cy="928399"/>
          </a:xfrm>
        </p:grpSpPr>
        <p:sp>
          <p:nvSpPr>
            <p:cNvPr id="49" name="Rectangle 48">
              <a:extLst>
                <a:ext uri="{FF2B5EF4-FFF2-40B4-BE49-F238E27FC236}">
                  <a16:creationId xmlns:a16="http://schemas.microsoft.com/office/drawing/2014/main" id="{C33A80B1-CA80-DF2F-6546-4E870203EF95}"/>
                </a:ext>
              </a:extLst>
            </p:cNvPr>
            <p:cNvSpPr/>
            <p:nvPr/>
          </p:nvSpPr>
          <p:spPr>
            <a:xfrm>
              <a:off x="5650674" y="1292287"/>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abstract class Shape</a:t>
              </a:r>
            </a:p>
          </p:txBody>
        </p:sp>
        <p:sp>
          <p:nvSpPr>
            <p:cNvPr id="50" name="Rectangle 49">
              <a:extLst>
                <a:ext uri="{FF2B5EF4-FFF2-40B4-BE49-F238E27FC236}">
                  <a16:creationId xmlns:a16="http://schemas.microsoft.com/office/drawing/2014/main" id="{BC34508D-851C-F71C-411D-5C259AEB0BCB}"/>
                </a:ext>
              </a:extLst>
            </p:cNvPr>
            <p:cNvSpPr/>
            <p:nvPr/>
          </p:nvSpPr>
          <p:spPr>
            <a:xfrm>
              <a:off x="5650674" y="1805352"/>
              <a:ext cx="3016333" cy="4153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accept(Visitor v);</a:t>
              </a:r>
            </a:p>
          </p:txBody>
        </p:sp>
      </p:grpSp>
      <p:sp>
        <p:nvSpPr>
          <p:cNvPr id="2" name="Rectangle 1">
            <a:extLst>
              <a:ext uri="{FF2B5EF4-FFF2-40B4-BE49-F238E27FC236}">
                <a16:creationId xmlns:a16="http://schemas.microsoft.com/office/drawing/2014/main" id="{68091DC7-AF9F-0638-DF0B-D807652E98A3}"/>
              </a:ext>
            </a:extLst>
          </p:cNvPr>
          <p:cNvSpPr/>
          <p:nvPr/>
        </p:nvSpPr>
        <p:spPr>
          <a:xfrm>
            <a:off x="629392" y="2861953"/>
            <a:ext cx="2232561" cy="38001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57B5C55-59D9-1EA4-D302-A77FFF38767C}"/>
              </a:ext>
            </a:extLst>
          </p:cNvPr>
          <p:cNvSpPr/>
          <p:nvPr/>
        </p:nvSpPr>
        <p:spPr>
          <a:xfrm>
            <a:off x="3485032" y="3095421"/>
            <a:ext cx="2232561" cy="38001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B28A2421-3AB8-FB32-FFCC-3EB5DD44D7D9}"/>
              </a:ext>
            </a:extLst>
          </p:cNvPr>
          <p:cNvSpPr/>
          <p:nvPr/>
        </p:nvSpPr>
        <p:spPr>
          <a:xfrm>
            <a:off x="6399436" y="3093130"/>
            <a:ext cx="2232561" cy="38001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CE33D924-40AB-05B0-3495-7D7C396A7AA0}"/>
              </a:ext>
            </a:extLst>
          </p:cNvPr>
          <p:cNvSpPr/>
          <p:nvPr/>
        </p:nvSpPr>
        <p:spPr>
          <a:xfrm>
            <a:off x="9367278" y="3099491"/>
            <a:ext cx="2232561" cy="38001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F47BA699-860E-7F57-7675-08A0626D74F8}"/>
              </a:ext>
            </a:extLst>
          </p:cNvPr>
          <p:cNvSpPr/>
          <p:nvPr/>
        </p:nvSpPr>
        <p:spPr>
          <a:xfrm>
            <a:off x="237506" y="4508313"/>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class </a:t>
            </a:r>
            <a:r>
              <a:rPr lang="en-US" dirty="0" err="1">
                <a:latin typeface="Consolas" panose="020B0609020204030204" pitchFamily="49" charset="0"/>
                <a:cs typeface="Consolas" panose="020B0609020204030204" pitchFamily="49" charset="0"/>
              </a:rPr>
              <a:t>TranslationVisitor</a:t>
            </a:r>
            <a:endParaRPr lang="en-US" dirty="0">
              <a:latin typeface="Consolas" panose="020B0609020204030204" pitchFamily="49" charset="0"/>
              <a:cs typeface="Consolas" panose="020B0609020204030204" pitchFamily="49" charset="0"/>
            </a:endParaRPr>
          </a:p>
        </p:txBody>
      </p:sp>
      <p:sp>
        <p:nvSpPr>
          <p:cNvPr id="10" name="Rectangle 9">
            <a:extLst>
              <a:ext uri="{FF2B5EF4-FFF2-40B4-BE49-F238E27FC236}">
                <a16:creationId xmlns:a16="http://schemas.microsoft.com/office/drawing/2014/main" id="{8FA00FC7-12A1-6A52-C7F4-9F48B01485CF}"/>
              </a:ext>
            </a:extLst>
          </p:cNvPr>
          <p:cNvSpPr/>
          <p:nvPr/>
        </p:nvSpPr>
        <p:spPr>
          <a:xfrm>
            <a:off x="237506" y="5000522"/>
            <a:ext cx="3016333" cy="3325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latin typeface="Consolas" panose="020B0609020204030204" pitchFamily="49" charset="0"/>
                <a:cs typeface="Consolas" panose="020B0609020204030204" pitchFamily="49" charset="0"/>
              </a:rPr>
              <a:t>visit(Circle c) { //..}</a:t>
            </a:r>
          </a:p>
        </p:txBody>
      </p:sp>
      <p:sp>
        <p:nvSpPr>
          <p:cNvPr id="15" name="Rectangle 14">
            <a:extLst>
              <a:ext uri="{FF2B5EF4-FFF2-40B4-BE49-F238E27FC236}">
                <a16:creationId xmlns:a16="http://schemas.microsoft.com/office/drawing/2014/main" id="{A3CC7892-2FD8-28EA-3963-D6BB52C8648E}"/>
              </a:ext>
            </a:extLst>
          </p:cNvPr>
          <p:cNvSpPr/>
          <p:nvPr/>
        </p:nvSpPr>
        <p:spPr>
          <a:xfrm>
            <a:off x="225630" y="5333031"/>
            <a:ext cx="3016333" cy="3325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latin typeface="Consolas" panose="020B0609020204030204" pitchFamily="49" charset="0"/>
                <a:cs typeface="Consolas" panose="020B0609020204030204" pitchFamily="49" charset="0"/>
              </a:rPr>
              <a:t>visit(Rectangle r) { //..}</a:t>
            </a:r>
          </a:p>
        </p:txBody>
      </p:sp>
      <p:cxnSp>
        <p:nvCxnSpPr>
          <p:cNvPr id="34" name="Straight Arrow Connector 33">
            <a:extLst>
              <a:ext uri="{FF2B5EF4-FFF2-40B4-BE49-F238E27FC236}">
                <a16:creationId xmlns:a16="http://schemas.microsoft.com/office/drawing/2014/main" id="{21AE6062-57DD-6DFC-43E1-4CE0F89013FE}"/>
              </a:ext>
            </a:extLst>
          </p:cNvPr>
          <p:cNvCxnSpPr>
            <a:cxnSpLocks/>
          </p:cNvCxnSpPr>
          <p:nvPr/>
        </p:nvCxnSpPr>
        <p:spPr>
          <a:xfrm>
            <a:off x="1721921" y="3775345"/>
            <a:ext cx="11875" cy="72021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8" name="TextBox 37">
            <a:extLst>
              <a:ext uri="{FF2B5EF4-FFF2-40B4-BE49-F238E27FC236}">
                <a16:creationId xmlns:a16="http://schemas.microsoft.com/office/drawing/2014/main" id="{39DC979D-C8DE-9164-F11F-6C3972942461}"/>
              </a:ext>
            </a:extLst>
          </p:cNvPr>
          <p:cNvSpPr txBox="1"/>
          <p:nvPr/>
        </p:nvSpPr>
        <p:spPr>
          <a:xfrm>
            <a:off x="746882" y="3978381"/>
            <a:ext cx="919995" cy="369332"/>
          </a:xfrm>
          <a:prstGeom prst="rect">
            <a:avLst/>
          </a:prstGeom>
          <a:noFill/>
        </p:spPr>
        <p:txBody>
          <a:bodyPr wrap="none" rtlCol="0">
            <a:spAutoFit/>
          </a:bodyPr>
          <a:lstStyle/>
          <a:p>
            <a:r>
              <a:rPr lang="en-US" dirty="0"/>
              <a:t>extends</a:t>
            </a:r>
          </a:p>
        </p:txBody>
      </p:sp>
      <p:sp>
        <p:nvSpPr>
          <p:cNvPr id="7" name="TextBox 6">
            <a:extLst>
              <a:ext uri="{FF2B5EF4-FFF2-40B4-BE49-F238E27FC236}">
                <a16:creationId xmlns:a16="http://schemas.microsoft.com/office/drawing/2014/main" id="{B8A44F6F-D7C0-E929-E45A-9707211828E0}"/>
              </a:ext>
            </a:extLst>
          </p:cNvPr>
          <p:cNvSpPr txBox="1"/>
          <p:nvPr/>
        </p:nvSpPr>
        <p:spPr>
          <a:xfrm>
            <a:off x="8184451" y="19227"/>
            <a:ext cx="4144490" cy="2246769"/>
          </a:xfrm>
          <a:prstGeom prst="rect">
            <a:avLst/>
          </a:prstGeom>
          <a:noFill/>
        </p:spPr>
        <p:txBody>
          <a:bodyPr wrap="square">
            <a:spAutoFit/>
          </a:bodyPr>
          <a:lstStyle/>
          <a:p>
            <a:r>
              <a:rPr lang="en-US" sz="1400" dirty="0">
                <a:latin typeface="Consolas" panose="020B0609020204030204" pitchFamily="49" charset="0"/>
                <a:cs typeface="Consolas" panose="020B0609020204030204" pitchFamily="49" charset="0"/>
              </a:rPr>
              <a:t>main() {</a:t>
            </a:r>
            <a:br>
              <a:rPr lang="en-US" sz="1400" dirty="0">
                <a:latin typeface="Consolas" panose="020B0609020204030204" pitchFamily="49" charset="0"/>
                <a:cs typeface="Consolas" panose="020B0609020204030204" pitchFamily="49" charset="0"/>
              </a:rPr>
            </a:br>
            <a:r>
              <a:rPr lang="en-US" sz="1400" dirty="0">
                <a:latin typeface="Consolas" panose="020B0609020204030204" pitchFamily="49" charset="0"/>
                <a:cs typeface="Consolas" panose="020B0609020204030204" pitchFamily="49" charset="0"/>
              </a:rPr>
              <a:t>  Rectangle r = new …; </a:t>
            </a:r>
          </a:p>
          <a:p>
            <a:r>
              <a:rPr lang="en-US" sz="1400" dirty="0">
                <a:latin typeface="Consolas" panose="020B0609020204030204" pitchFamily="49" charset="0"/>
                <a:cs typeface="Consolas" panose="020B0609020204030204" pitchFamily="49" charset="0"/>
              </a:rPr>
              <a:t>  Circle c = new …;</a:t>
            </a:r>
          </a:p>
          <a:p>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CompoundShape</a:t>
            </a:r>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cShape</a:t>
            </a:r>
            <a:r>
              <a:rPr lang="en-US" sz="1400" dirty="0">
                <a:latin typeface="Consolas" panose="020B0609020204030204" pitchFamily="49" charset="0"/>
                <a:cs typeface="Consolas" panose="020B0609020204030204" pitchFamily="49" charset="0"/>
              </a:rPr>
              <a:t> = new ...;</a:t>
            </a:r>
          </a:p>
          <a:p>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cShape.setShapeList</a:t>
            </a:r>
            <a:r>
              <a:rPr lang="en-US" sz="1400" dirty="0">
                <a:latin typeface="Consolas" panose="020B0609020204030204" pitchFamily="49" charset="0"/>
                <a:cs typeface="Consolas" panose="020B0609020204030204" pitchFamily="49" charset="0"/>
              </a:rPr>
              <a:t>(new </a:t>
            </a:r>
            <a:r>
              <a:rPr lang="en-US" sz="1400" dirty="0" err="1">
                <a:latin typeface="Consolas" panose="020B0609020204030204" pitchFamily="49" charset="0"/>
                <a:cs typeface="Consolas" panose="020B0609020204030204" pitchFamily="49" charset="0"/>
              </a:rPr>
              <a:t>ArrayList</a:t>
            </a:r>
            <a:r>
              <a:rPr lang="en-US" sz="1400" dirty="0">
                <a:latin typeface="Consolas" panose="020B0609020204030204" pitchFamily="49" charset="0"/>
                <a:cs typeface="Consolas" panose="020B0609020204030204" pitchFamily="49" charset="0"/>
              </a:rPr>
              <a:t>(r, c));</a:t>
            </a:r>
          </a:p>
          <a:p>
            <a:r>
              <a:rPr lang="en-US" sz="1400" dirty="0">
                <a:latin typeface="Consolas" panose="020B0609020204030204" pitchFamily="49" charset="0"/>
                <a:cs typeface="Consolas" panose="020B0609020204030204" pitchFamily="49" charset="0"/>
              </a:rPr>
              <a:t>  Visitor </a:t>
            </a:r>
            <a:r>
              <a:rPr lang="en-US" sz="1400" dirty="0" err="1">
                <a:latin typeface="Consolas" panose="020B0609020204030204" pitchFamily="49" charset="0"/>
                <a:cs typeface="Consolas" panose="020B0609020204030204" pitchFamily="49" charset="0"/>
              </a:rPr>
              <a:t>transVisitor</a:t>
            </a:r>
            <a:r>
              <a:rPr lang="en-US" sz="1400" dirty="0">
                <a:latin typeface="Consolas" panose="020B0609020204030204" pitchFamily="49" charset="0"/>
                <a:cs typeface="Consolas" panose="020B0609020204030204" pitchFamily="49" charset="0"/>
              </a:rPr>
              <a:t> = new </a:t>
            </a:r>
            <a:r>
              <a:rPr lang="en-US" sz="1400" dirty="0" err="1">
                <a:latin typeface="Consolas" panose="020B0609020204030204" pitchFamily="49" charset="0"/>
                <a:cs typeface="Consolas" panose="020B0609020204030204" pitchFamily="49" charset="0"/>
              </a:rPr>
              <a:t>TranslationVisitor</a:t>
            </a:r>
            <a:r>
              <a:rPr lang="en-US" sz="1400" dirty="0">
                <a:latin typeface="Consolas" panose="020B0609020204030204" pitchFamily="49" charset="0"/>
                <a:cs typeface="Consolas" panose="020B0609020204030204" pitchFamily="49" charset="0"/>
              </a:rPr>
              <a:t>();</a:t>
            </a:r>
          </a:p>
          <a:p>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cShape.accept</a:t>
            </a:r>
            <a:r>
              <a:rPr lang="en-US" sz="1400" dirty="0">
                <a:latin typeface="Consolas" panose="020B0609020204030204" pitchFamily="49" charset="0"/>
                <a:cs typeface="Consolas" panose="020B0609020204030204" pitchFamily="49" charset="0"/>
              </a:rPr>
              <a:t>(</a:t>
            </a:r>
            <a:r>
              <a:rPr lang="en-US" sz="1400" dirty="0" err="1">
                <a:latin typeface="Consolas" panose="020B0609020204030204" pitchFamily="49" charset="0"/>
                <a:cs typeface="Consolas" panose="020B0609020204030204" pitchFamily="49" charset="0"/>
              </a:rPr>
              <a:t>transVisitor</a:t>
            </a:r>
            <a:r>
              <a:rPr lang="en-US" sz="1400" dirty="0">
                <a:latin typeface="Consolas" panose="020B0609020204030204" pitchFamily="49" charset="0"/>
                <a:cs typeface="Consolas" panose="020B0609020204030204" pitchFamily="49" charset="0"/>
              </a:rPr>
              <a:t>);</a:t>
            </a:r>
            <a:br>
              <a:rPr lang="en-US" sz="1400" dirty="0">
                <a:latin typeface="Consolas" panose="020B0609020204030204" pitchFamily="49" charset="0"/>
                <a:cs typeface="Consolas" panose="020B0609020204030204" pitchFamily="49" charset="0"/>
              </a:rPr>
            </a:br>
            <a:r>
              <a:rPr lang="en-US" sz="1400" dirty="0">
                <a:latin typeface="Consolas" panose="020B0609020204030204" pitchFamily="49" charset="0"/>
                <a:cs typeface="Consolas" panose="020B0609020204030204" pitchFamily="49" charset="0"/>
              </a:rPr>
              <a:t>}</a:t>
            </a:r>
          </a:p>
        </p:txBody>
      </p:sp>
      <p:sp>
        <p:nvSpPr>
          <p:cNvPr id="8" name="Rectangle 7">
            <a:extLst>
              <a:ext uri="{FF2B5EF4-FFF2-40B4-BE49-F238E27FC236}">
                <a16:creationId xmlns:a16="http://schemas.microsoft.com/office/drawing/2014/main" id="{8A4132BA-512A-6D4F-607E-6791C65DB425}"/>
              </a:ext>
            </a:extLst>
          </p:cNvPr>
          <p:cNvSpPr/>
          <p:nvPr/>
        </p:nvSpPr>
        <p:spPr>
          <a:xfrm>
            <a:off x="8193972" y="1712531"/>
            <a:ext cx="3936672" cy="498763"/>
          </a:xfrm>
          <a:prstGeom prst="rect">
            <a:avLst/>
          </a:prstGeom>
          <a:noFill/>
          <a:ln w="4127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Tree>
    <p:extLst>
      <p:ext uri="{BB962C8B-B14F-4D97-AF65-F5344CB8AC3E}">
        <p14:creationId xmlns:p14="http://schemas.microsoft.com/office/powerpoint/2010/main" val="3713263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19216D-C4D4-4082-4B7C-4D85A4557F1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8D0B29F-91EC-943F-1B1A-63B30079EAD4}"/>
              </a:ext>
            </a:extLst>
          </p:cNvPr>
          <p:cNvSpPr>
            <a:spLocks noGrp="1"/>
          </p:cNvSpPr>
          <p:nvPr>
            <p:ph type="title"/>
          </p:nvPr>
        </p:nvSpPr>
        <p:spPr/>
        <p:txBody>
          <a:bodyPr/>
          <a:lstStyle/>
          <a:p>
            <a:r>
              <a:rPr lang="en-US" dirty="0"/>
              <a:t>Example</a:t>
            </a:r>
          </a:p>
        </p:txBody>
      </p:sp>
      <p:grpSp>
        <p:nvGrpSpPr>
          <p:cNvPr id="4" name="Group 3">
            <a:extLst>
              <a:ext uri="{FF2B5EF4-FFF2-40B4-BE49-F238E27FC236}">
                <a16:creationId xmlns:a16="http://schemas.microsoft.com/office/drawing/2014/main" id="{10CE3DD7-2DCE-28E6-E978-4B8016C8F13F}"/>
              </a:ext>
            </a:extLst>
          </p:cNvPr>
          <p:cNvGrpSpPr/>
          <p:nvPr/>
        </p:nvGrpSpPr>
        <p:grpSpPr>
          <a:xfrm>
            <a:off x="213754" y="829255"/>
            <a:ext cx="3016334" cy="2946090"/>
            <a:chOff x="902523" y="1710047"/>
            <a:chExt cx="3016334" cy="2946090"/>
          </a:xfrm>
        </p:grpSpPr>
        <p:sp>
          <p:nvSpPr>
            <p:cNvPr id="9" name="Rectangle 8">
              <a:extLst>
                <a:ext uri="{FF2B5EF4-FFF2-40B4-BE49-F238E27FC236}">
                  <a16:creationId xmlns:a16="http://schemas.microsoft.com/office/drawing/2014/main" id="{08148C9F-BB76-6161-7E28-706B43AC8E2E}"/>
                </a:ext>
              </a:extLst>
            </p:cNvPr>
            <p:cNvSpPr/>
            <p:nvPr/>
          </p:nvSpPr>
          <p:spPr>
            <a:xfrm>
              <a:off x="902525" y="1710047"/>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abstract class Visitor</a:t>
              </a:r>
            </a:p>
          </p:txBody>
        </p:sp>
        <p:sp>
          <p:nvSpPr>
            <p:cNvPr id="12" name="Rectangle 11">
              <a:extLst>
                <a:ext uri="{FF2B5EF4-FFF2-40B4-BE49-F238E27FC236}">
                  <a16:creationId xmlns:a16="http://schemas.microsoft.com/office/drawing/2014/main" id="{F7ACDFBB-C1E4-4B10-2A3C-51D247AAF2D1}"/>
                </a:ext>
              </a:extLst>
            </p:cNvPr>
            <p:cNvSpPr/>
            <p:nvPr/>
          </p:nvSpPr>
          <p:spPr>
            <a:xfrm>
              <a:off x="902524" y="2208810"/>
              <a:ext cx="3016333" cy="3325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visit(Circle c); </a:t>
              </a:r>
            </a:p>
          </p:txBody>
        </p:sp>
        <p:sp>
          <p:nvSpPr>
            <p:cNvPr id="13" name="Rectangle 12">
              <a:extLst>
                <a:ext uri="{FF2B5EF4-FFF2-40B4-BE49-F238E27FC236}">
                  <a16:creationId xmlns:a16="http://schemas.microsoft.com/office/drawing/2014/main" id="{D8B53BC0-C44F-C97F-0A1C-CEA4876E8A29}"/>
                </a:ext>
              </a:extLst>
            </p:cNvPr>
            <p:cNvSpPr/>
            <p:nvPr/>
          </p:nvSpPr>
          <p:spPr>
            <a:xfrm>
              <a:off x="902524" y="2541319"/>
              <a:ext cx="3016333" cy="3325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visit(Rectangle r); </a:t>
              </a:r>
            </a:p>
          </p:txBody>
        </p:sp>
        <p:sp>
          <p:nvSpPr>
            <p:cNvPr id="14" name="Rectangle 13">
              <a:extLst>
                <a:ext uri="{FF2B5EF4-FFF2-40B4-BE49-F238E27FC236}">
                  <a16:creationId xmlns:a16="http://schemas.microsoft.com/office/drawing/2014/main" id="{C82AA7FB-2860-97AF-4309-658CB91192E3}"/>
                </a:ext>
              </a:extLst>
            </p:cNvPr>
            <p:cNvSpPr/>
            <p:nvPr/>
          </p:nvSpPr>
          <p:spPr>
            <a:xfrm>
              <a:off x="902523" y="2873829"/>
              <a:ext cx="3016333" cy="178230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visit(Compound c)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for (Shape s:   </a:t>
              </a:r>
            </a:p>
            <a:p>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latin typeface="Consolas" panose="020B0609020204030204" pitchFamily="49" charset="0"/>
                  <a:cs typeface="Consolas" panose="020B0609020204030204" pitchFamily="49" charset="0"/>
                </a:rPr>
                <a:t>c.getShapeList</a:t>
              </a:r>
              <a:r>
                <a:rPr lang="en-US" dirty="0">
                  <a:solidFill>
                    <a:schemeClr val="tx1"/>
                  </a:solidFill>
                  <a:latin typeface="Consolas" panose="020B0609020204030204" pitchFamily="49" charset="0"/>
                  <a:cs typeface="Consolas" panose="020B0609020204030204" pitchFamily="49" charset="0"/>
                </a:rPr>
                <a:t>()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latin typeface="Consolas" panose="020B0609020204030204" pitchFamily="49" charset="0"/>
                  <a:cs typeface="Consolas" panose="020B0609020204030204" pitchFamily="49" charset="0"/>
                </a:rPr>
                <a:t>s.accept</a:t>
              </a:r>
              <a:r>
                <a:rPr lang="en-US" dirty="0">
                  <a:solidFill>
                    <a:schemeClr val="tx1"/>
                  </a:solidFill>
                  <a:latin typeface="Consolas" panose="020B0609020204030204" pitchFamily="49" charset="0"/>
                  <a:cs typeface="Consolas" panose="020B0609020204030204" pitchFamily="49" charset="0"/>
                </a:rPr>
                <a:t>(this);</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p>
          </p:txBody>
        </p:sp>
      </p:grpSp>
      <p:grpSp>
        <p:nvGrpSpPr>
          <p:cNvPr id="17" name="Group 16">
            <a:extLst>
              <a:ext uri="{FF2B5EF4-FFF2-40B4-BE49-F238E27FC236}">
                <a16:creationId xmlns:a16="http://schemas.microsoft.com/office/drawing/2014/main" id="{8B53F4D7-A00A-89C2-99EA-5AB473AB13E9}"/>
              </a:ext>
            </a:extLst>
          </p:cNvPr>
          <p:cNvGrpSpPr/>
          <p:nvPr/>
        </p:nvGrpSpPr>
        <p:grpSpPr>
          <a:xfrm>
            <a:off x="3455718" y="2593035"/>
            <a:ext cx="2640282" cy="1391431"/>
            <a:chOff x="5650674" y="829255"/>
            <a:chExt cx="3016333" cy="1391431"/>
          </a:xfrm>
        </p:grpSpPr>
        <p:sp>
          <p:nvSpPr>
            <p:cNvPr id="18" name="Rectangle 17">
              <a:extLst>
                <a:ext uri="{FF2B5EF4-FFF2-40B4-BE49-F238E27FC236}">
                  <a16:creationId xmlns:a16="http://schemas.microsoft.com/office/drawing/2014/main" id="{7754386B-0012-8E60-5CB7-F2A6250EC00D}"/>
                </a:ext>
              </a:extLst>
            </p:cNvPr>
            <p:cNvSpPr/>
            <p:nvPr/>
          </p:nvSpPr>
          <p:spPr>
            <a:xfrm>
              <a:off x="5650675" y="829255"/>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class Circle</a:t>
              </a:r>
            </a:p>
          </p:txBody>
        </p:sp>
        <p:sp>
          <p:nvSpPr>
            <p:cNvPr id="19" name="Rectangle 18">
              <a:extLst>
                <a:ext uri="{FF2B5EF4-FFF2-40B4-BE49-F238E27FC236}">
                  <a16:creationId xmlns:a16="http://schemas.microsoft.com/office/drawing/2014/main" id="{0C81EE8B-AA4A-7A83-64B5-04449DFB54C5}"/>
                </a:ext>
              </a:extLst>
            </p:cNvPr>
            <p:cNvSpPr/>
            <p:nvPr/>
          </p:nvSpPr>
          <p:spPr>
            <a:xfrm>
              <a:off x="5650674" y="1328018"/>
              <a:ext cx="3016333" cy="8926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accept(Visitor v)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latin typeface="Consolas" panose="020B0609020204030204" pitchFamily="49" charset="0"/>
                  <a:cs typeface="Consolas" panose="020B0609020204030204" pitchFamily="49" charset="0"/>
                </a:rPr>
                <a:t>v.visit</a:t>
              </a:r>
              <a:r>
                <a:rPr lang="en-US" dirty="0">
                  <a:solidFill>
                    <a:schemeClr val="tx1"/>
                  </a:solidFill>
                  <a:latin typeface="Consolas" panose="020B0609020204030204" pitchFamily="49" charset="0"/>
                  <a:cs typeface="Consolas" panose="020B0609020204030204" pitchFamily="49" charset="0"/>
                </a:rPr>
                <a:t>(this);</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p>
          </p:txBody>
        </p:sp>
      </p:grpSp>
      <p:grpSp>
        <p:nvGrpSpPr>
          <p:cNvPr id="21" name="Group 20">
            <a:extLst>
              <a:ext uri="{FF2B5EF4-FFF2-40B4-BE49-F238E27FC236}">
                <a16:creationId xmlns:a16="http://schemas.microsoft.com/office/drawing/2014/main" id="{0A23E88D-E8A3-E51E-47CA-10543E1B76F3}"/>
              </a:ext>
            </a:extLst>
          </p:cNvPr>
          <p:cNvGrpSpPr/>
          <p:nvPr/>
        </p:nvGrpSpPr>
        <p:grpSpPr>
          <a:xfrm>
            <a:off x="6350945" y="2593035"/>
            <a:ext cx="2640281" cy="1391431"/>
            <a:chOff x="5650674" y="829255"/>
            <a:chExt cx="3016333" cy="1391431"/>
          </a:xfrm>
        </p:grpSpPr>
        <p:sp>
          <p:nvSpPr>
            <p:cNvPr id="22" name="Rectangle 21">
              <a:extLst>
                <a:ext uri="{FF2B5EF4-FFF2-40B4-BE49-F238E27FC236}">
                  <a16:creationId xmlns:a16="http://schemas.microsoft.com/office/drawing/2014/main" id="{33219162-32D1-9F32-FC88-F3A5909E33C8}"/>
                </a:ext>
              </a:extLst>
            </p:cNvPr>
            <p:cNvSpPr/>
            <p:nvPr/>
          </p:nvSpPr>
          <p:spPr>
            <a:xfrm>
              <a:off x="5650675" y="829255"/>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class Rectangle</a:t>
              </a:r>
            </a:p>
          </p:txBody>
        </p:sp>
        <p:sp>
          <p:nvSpPr>
            <p:cNvPr id="23" name="Rectangle 22">
              <a:extLst>
                <a:ext uri="{FF2B5EF4-FFF2-40B4-BE49-F238E27FC236}">
                  <a16:creationId xmlns:a16="http://schemas.microsoft.com/office/drawing/2014/main" id="{47A71638-E3F8-93CC-3B58-BE81FD9F7FE0}"/>
                </a:ext>
              </a:extLst>
            </p:cNvPr>
            <p:cNvSpPr/>
            <p:nvPr/>
          </p:nvSpPr>
          <p:spPr>
            <a:xfrm>
              <a:off x="5650674" y="1328018"/>
              <a:ext cx="3016333" cy="8926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accept(Visitor v)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latin typeface="Consolas" panose="020B0609020204030204" pitchFamily="49" charset="0"/>
                  <a:cs typeface="Consolas" panose="020B0609020204030204" pitchFamily="49" charset="0"/>
                </a:rPr>
                <a:t>v.visit</a:t>
              </a:r>
              <a:r>
                <a:rPr lang="en-US" dirty="0">
                  <a:solidFill>
                    <a:schemeClr val="tx1"/>
                  </a:solidFill>
                  <a:latin typeface="Consolas" panose="020B0609020204030204" pitchFamily="49" charset="0"/>
                  <a:cs typeface="Consolas" panose="020B0609020204030204" pitchFamily="49" charset="0"/>
                </a:rPr>
                <a:t>(this);</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p>
          </p:txBody>
        </p:sp>
      </p:grpSp>
      <p:grpSp>
        <p:nvGrpSpPr>
          <p:cNvPr id="24" name="Group 23">
            <a:extLst>
              <a:ext uri="{FF2B5EF4-FFF2-40B4-BE49-F238E27FC236}">
                <a16:creationId xmlns:a16="http://schemas.microsoft.com/office/drawing/2014/main" id="{8FCD5177-AA89-034D-1061-DB20B6304E18}"/>
              </a:ext>
            </a:extLst>
          </p:cNvPr>
          <p:cNvGrpSpPr/>
          <p:nvPr/>
        </p:nvGrpSpPr>
        <p:grpSpPr>
          <a:xfrm>
            <a:off x="9337965" y="2593035"/>
            <a:ext cx="2640281" cy="1391431"/>
            <a:chOff x="5650674" y="829255"/>
            <a:chExt cx="3016333" cy="1391431"/>
          </a:xfrm>
        </p:grpSpPr>
        <p:sp>
          <p:nvSpPr>
            <p:cNvPr id="25" name="Rectangle 24">
              <a:extLst>
                <a:ext uri="{FF2B5EF4-FFF2-40B4-BE49-F238E27FC236}">
                  <a16:creationId xmlns:a16="http://schemas.microsoft.com/office/drawing/2014/main" id="{EA9C9579-E554-CDD9-BD58-3D070D9DA07D}"/>
                </a:ext>
              </a:extLst>
            </p:cNvPr>
            <p:cNvSpPr/>
            <p:nvPr/>
          </p:nvSpPr>
          <p:spPr>
            <a:xfrm>
              <a:off x="5650675" y="829255"/>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class </a:t>
              </a:r>
              <a:r>
                <a:rPr lang="en-US" dirty="0" err="1">
                  <a:latin typeface="Consolas" panose="020B0609020204030204" pitchFamily="49" charset="0"/>
                  <a:cs typeface="Consolas" panose="020B0609020204030204" pitchFamily="49" charset="0"/>
                </a:rPr>
                <a:t>CompoundShape</a:t>
              </a:r>
              <a:endParaRPr lang="en-US" dirty="0">
                <a:latin typeface="Consolas" panose="020B0609020204030204" pitchFamily="49" charset="0"/>
                <a:cs typeface="Consolas" panose="020B0609020204030204" pitchFamily="49" charset="0"/>
              </a:endParaRPr>
            </a:p>
          </p:txBody>
        </p:sp>
        <p:sp>
          <p:nvSpPr>
            <p:cNvPr id="26" name="Rectangle 25">
              <a:extLst>
                <a:ext uri="{FF2B5EF4-FFF2-40B4-BE49-F238E27FC236}">
                  <a16:creationId xmlns:a16="http://schemas.microsoft.com/office/drawing/2014/main" id="{5C40E749-5EFB-4DE2-6FCC-8A106EB3EA6A}"/>
                </a:ext>
              </a:extLst>
            </p:cNvPr>
            <p:cNvSpPr/>
            <p:nvPr/>
          </p:nvSpPr>
          <p:spPr>
            <a:xfrm>
              <a:off x="5650674" y="1328018"/>
              <a:ext cx="3016333" cy="8926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accept(Visitor v)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highlight>
                    <a:srgbClr val="FFFF00"/>
                  </a:highlight>
                  <a:latin typeface="Consolas" panose="020B0609020204030204" pitchFamily="49" charset="0"/>
                  <a:cs typeface="Consolas" panose="020B0609020204030204" pitchFamily="49" charset="0"/>
                </a:rPr>
                <a:t>v.visit</a:t>
              </a:r>
              <a:r>
                <a:rPr lang="en-US" dirty="0">
                  <a:solidFill>
                    <a:schemeClr val="tx1"/>
                  </a:solidFill>
                  <a:highlight>
                    <a:srgbClr val="FFFF00"/>
                  </a:highlight>
                  <a:latin typeface="Consolas" panose="020B0609020204030204" pitchFamily="49" charset="0"/>
                  <a:cs typeface="Consolas" panose="020B0609020204030204" pitchFamily="49" charset="0"/>
                </a:rPr>
                <a:t>(this);</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p>
          </p:txBody>
        </p:sp>
      </p:grpSp>
      <p:cxnSp>
        <p:nvCxnSpPr>
          <p:cNvPr id="28" name="Straight Arrow Connector 27">
            <a:extLst>
              <a:ext uri="{FF2B5EF4-FFF2-40B4-BE49-F238E27FC236}">
                <a16:creationId xmlns:a16="http://schemas.microsoft.com/office/drawing/2014/main" id="{4E0ECAC9-06A4-3C6E-9ECC-F480D41428A1}"/>
              </a:ext>
            </a:extLst>
          </p:cNvPr>
          <p:cNvCxnSpPr>
            <a:cxnSpLocks/>
            <a:endCxn id="18" idx="0"/>
          </p:cNvCxnSpPr>
          <p:nvPr/>
        </p:nvCxnSpPr>
        <p:spPr>
          <a:xfrm flipH="1">
            <a:off x="4775860" y="2209401"/>
            <a:ext cx="1737756" cy="3836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 name="Straight Arrow Connector 28">
            <a:extLst>
              <a:ext uri="{FF2B5EF4-FFF2-40B4-BE49-F238E27FC236}">
                <a16:creationId xmlns:a16="http://schemas.microsoft.com/office/drawing/2014/main" id="{3E4712B0-BF6A-F682-C5C8-49E03EA81A09}"/>
              </a:ext>
            </a:extLst>
          </p:cNvPr>
          <p:cNvCxnSpPr>
            <a:cxnSpLocks/>
            <a:endCxn id="22" idx="0"/>
          </p:cNvCxnSpPr>
          <p:nvPr/>
        </p:nvCxnSpPr>
        <p:spPr>
          <a:xfrm>
            <a:off x="6513616" y="2209401"/>
            <a:ext cx="1157470" cy="3836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2" name="Straight Arrow Connector 31">
            <a:extLst>
              <a:ext uri="{FF2B5EF4-FFF2-40B4-BE49-F238E27FC236}">
                <a16:creationId xmlns:a16="http://schemas.microsoft.com/office/drawing/2014/main" id="{830FCB75-1751-0F08-9F48-C1B1592925CA}"/>
              </a:ext>
            </a:extLst>
          </p:cNvPr>
          <p:cNvCxnSpPr>
            <a:cxnSpLocks/>
            <a:endCxn id="25" idx="0"/>
          </p:cNvCxnSpPr>
          <p:nvPr/>
        </p:nvCxnSpPr>
        <p:spPr>
          <a:xfrm>
            <a:off x="6513616" y="2209401"/>
            <a:ext cx="4144490" cy="3836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5" name="TextBox 34">
            <a:extLst>
              <a:ext uri="{FF2B5EF4-FFF2-40B4-BE49-F238E27FC236}">
                <a16:creationId xmlns:a16="http://schemas.microsoft.com/office/drawing/2014/main" id="{9DF18953-8F3F-AD7D-7DE5-3D09DA152D84}"/>
              </a:ext>
            </a:extLst>
          </p:cNvPr>
          <p:cNvSpPr txBox="1"/>
          <p:nvPr/>
        </p:nvSpPr>
        <p:spPr>
          <a:xfrm>
            <a:off x="4386738" y="2209401"/>
            <a:ext cx="919995" cy="369332"/>
          </a:xfrm>
          <a:prstGeom prst="rect">
            <a:avLst/>
          </a:prstGeom>
          <a:noFill/>
        </p:spPr>
        <p:txBody>
          <a:bodyPr wrap="none" rtlCol="0">
            <a:spAutoFit/>
          </a:bodyPr>
          <a:lstStyle/>
          <a:p>
            <a:r>
              <a:rPr lang="en-US" dirty="0"/>
              <a:t>extends</a:t>
            </a:r>
          </a:p>
        </p:txBody>
      </p:sp>
      <p:sp>
        <p:nvSpPr>
          <p:cNvPr id="36" name="TextBox 35">
            <a:extLst>
              <a:ext uri="{FF2B5EF4-FFF2-40B4-BE49-F238E27FC236}">
                <a16:creationId xmlns:a16="http://schemas.microsoft.com/office/drawing/2014/main" id="{ABD09C74-B8D8-0139-67F0-BD32DC8E169A}"/>
              </a:ext>
            </a:extLst>
          </p:cNvPr>
          <p:cNvSpPr txBox="1"/>
          <p:nvPr/>
        </p:nvSpPr>
        <p:spPr>
          <a:xfrm>
            <a:off x="5926385" y="2245132"/>
            <a:ext cx="919995" cy="369332"/>
          </a:xfrm>
          <a:prstGeom prst="rect">
            <a:avLst/>
          </a:prstGeom>
          <a:noFill/>
        </p:spPr>
        <p:txBody>
          <a:bodyPr wrap="none" rtlCol="0">
            <a:spAutoFit/>
          </a:bodyPr>
          <a:lstStyle/>
          <a:p>
            <a:r>
              <a:rPr lang="en-US" dirty="0"/>
              <a:t>extends</a:t>
            </a:r>
          </a:p>
        </p:txBody>
      </p:sp>
      <p:sp>
        <p:nvSpPr>
          <p:cNvPr id="37" name="TextBox 36">
            <a:extLst>
              <a:ext uri="{FF2B5EF4-FFF2-40B4-BE49-F238E27FC236}">
                <a16:creationId xmlns:a16="http://schemas.microsoft.com/office/drawing/2014/main" id="{5727DB17-D39B-6C4F-1D4B-FC7F93BDD91C}"/>
              </a:ext>
            </a:extLst>
          </p:cNvPr>
          <p:cNvSpPr txBox="1"/>
          <p:nvPr/>
        </p:nvSpPr>
        <p:spPr>
          <a:xfrm>
            <a:off x="8857048" y="2102011"/>
            <a:ext cx="919995" cy="369332"/>
          </a:xfrm>
          <a:prstGeom prst="rect">
            <a:avLst/>
          </a:prstGeom>
          <a:noFill/>
        </p:spPr>
        <p:txBody>
          <a:bodyPr wrap="none" rtlCol="0">
            <a:spAutoFit/>
          </a:bodyPr>
          <a:lstStyle/>
          <a:p>
            <a:r>
              <a:rPr lang="en-US" dirty="0"/>
              <a:t>extends</a:t>
            </a:r>
          </a:p>
        </p:txBody>
      </p:sp>
      <p:grpSp>
        <p:nvGrpSpPr>
          <p:cNvPr id="48" name="Group 47">
            <a:extLst>
              <a:ext uri="{FF2B5EF4-FFF2-40B4-BE49-F238E27FC236}">
                <a16:creationId xmlns:a16="http://schemas.microsoft.com/office/drawing/2014/main" id="{C93DE7C7-6ABE-C743-9777-4BDA28171FAE}"/>
              </a:ext>
            </a:extLst>
          </p:cNvPr>
          <p:cNvGrpSpPr/>
          <p:nvPr/>
        </p:nvGrpSpPr>
        <p:grpSpPr>
          <a:xfrm>
            <a:off x="5005449" y="1281002"/>
            <a:ext cx="3016333" cy="928399"/>
            <a:chOff x="5650674" y="1292287"/>
            <a:chExt cx="3016333" cy="928399"/>
          </a:xfrm>
        </p:grpSpPr>
        <p:sp>
          <p:nvSpPr>
            <p:cNvPr id="49" name="Rectangle 48">
              <a:extLst>
                <a:ext uri="{FF2B5EF4-FFF2-40B4-BE49-F238E27FC236}">
                  <a16:creationId xmlns:a16="http://schemas.microsoft.com/office/drawing/2014/main" id="{A8E16A54-7239-B8AC-56CE-94D17EE62EC0}"/>
                </a:ext>
              </a:extLst>
            </p:cNvPr>
            <p:cNvSpPr/>
            <p:nvPr/>
          </p:nvSpPr>
          <p:spPr>
            <a:xfrm>
              <a:off x="5650674" y="1292287"/>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abstract class Shape</a:t>
              </a:r>
            </a:p>
          </p:txBody>
        </p:sp>
        <p:sp>
          <p:nvSpPr>
            <p:cNvPr id="50" name="Rectangle 49">
              <a:extLst>
                <a:ext uri="{FF2B5EF4-FFF2-40B4-BE49-F238E27FC236}">
                  <a16:creationId xmlns:a16="http://schemas.microsoft.com/office/drawing/2014/main" id="{4DA2C932-F094-C561-8BD2-0CAC3EE0D8D1}"/>
                </a:ext>
              </a:extLst>
            </p:cNvPr>
            <p:cNvSpPr/>
            <p:nvPr/>
          </p:nvSpPr>
          <p:spPr>
            <a:xfrm>
              <a:off x="5650674" y="1805352"/>
              <a:ext cx="3016333" cy="4153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accept(Visitor v);</a:t>
              </a:r>
            </a:p>
          </p:txBody>
        </p:sp>
      </p:grpSp>
      <p:sp>
        <p:nvSpPr>
          <p:cNvPr id="2" name="Rectangle 1">
            <a:extLst>
              <a:ext uri="{FF2B5EF4-FFF2-40B4-BE49-F238E27FC236}">
                <a16:creationId xmlns:a16="http://schemas.microsoft.com/office/drawing/2014/main" id="{3FB8C9A4-D202-20F2-4188-10A01634D99B}"/>
              </a:ext>
            </a:extLst>
          </p:cNvPr>
          <p:cNvSpPr/>
          <p:nvPr/>
        </p:nvSpPr>
        <p:spPr>
          <a:xfrm>
            <a:off x="629392" y="2861953"/>
            <a:ext cx="2232561" cy="38001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9CF833E3-5F57-B2BB-9D79-1C16CF5ED796}"/>
              </a:ext>
            </a:extLst>
          </p:cNvPr>
          <p:cNvSpPr/>
          <p:nvPr/>
        </p:nvSpPr>
        <p:spPr>
          <a:xfrm>
            <a:off x="3485032" y="3095421"/>
            <a:ext cx="2232561" cy="38001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5589C026-B4BC-5608-1329-77C27E4C0984}"/>
              </a:ext>
            </a:extLst>
          </p:cNvPr>
          <p:cNvSpPr/>
          <p:nvPr/>
        </p:nvSpPr>
        <p:spPr>
          <a:xfrm>
            <a:off x="6399436" y="3093130"/>
            <a:ext cx="2232561" cy="38001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47753FAD-813A-F748-9551-F8A46EF90690}"/>
              </a:ext>
            </a:extLst>
          </p:cNvPr>
          <p:cNvSpPr/>
          <p:nvPr/>
        </p:nvSpPr>
        <p:spPr>
          <a:xfrm>
            <a:off x="9367278" y="3099491"/>
            <a:ext cx="2232561" cy="38001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C11F7C1A-6E35-3E52-D0C1-5110EB0B6A67}"/>
              </a:ext>
            </a:extLst>
          </p:cNvPr>
          <p:cNvSpPr/>
          <p:nvPr/>
        </p:nvSpPr>
        <p:spPr>
          <a:xfrm>
            <a:off x="237506" y="4508313"/>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class </a:t>
            </a:r>
            <a:r>
              <a:rPr lang="en-US" dirty="0" err="1">
                <a:latin typeface="Consolas" panose="020B0609020204030204" pitchFamily="49" charset="0"/>
                <a:cs typeface="Consolas" panose="020B0609020204030204" pitchFamily="49" charset="0"/>
              </a:rPr>
              <a:t>TranslationVisitor</a:t>
            </a:r>
            <a:endParaRPr lang="en-US" dirty="0">
              <a:latin typeface="Consolas" panose="020B0609020204030204" pitchFamily="49" charset="0"/>
              <a:cs typeface="Consolas" panose="020B0609020204030204" pitchFamily="49" charset="0"/>
            </a:endParaRPr>
          </a:p>
        </p:txBody>
      </p:sp>
      <p:sp>
        <p:nvSpPr>
          <p:cNvPr id="10" name="Rectangle 9">
            <a:extLst>
              <a:ext uri="{FF2B5EF4-FFF2-40B4-BE49-F238E27FC236}">
                <a16:creationId xmlns:a16="http://schemas.microsoft.com/office/drawing/2014/main" id="{134E5AA7-398A-B697-E7C4-20987DCF7A13}"/>
              </a:ext>
            </a:extLst>
          </p:cNvPr>
          <p:cNvSpPr/>
          <p:nvPr/>
        </p:nvSpPr>
        <p:spPr>
          <a:xfrm>
            <a:off x="237506" y="5000522"/>
            <a:ext cx="3016333" cy="3325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latin typeface="Consolas" panose="020B0609020204030204" pitchFamily="49" charset="0"/>
                <a:cs typeface="Consolas" panose="020B0609020204030204" pitchFamily="49" charset="0"/>
              </a:rPr>
              <a:t>visit(Circle c) { //..}</a:t>
            </a:r>
          </a:p>
        </p:txBody>
      </p:sp>
      <p:sp>
        <p:nvSpPr>
          <p:cNvPr id="15" name="Rectangle 14">
            <a:extLst>
              <a:ext uri="{FF2B5EF4-FFF2-40B4-BE49-F238E27FC236}">
                <a16:creationId xmlns:a16="http://schemas.microsoft.com/office/drawing/2014/main" id="{D21D51AD-DCBB-3917-B614-9547882E112F}"/>
              </a:ext>
            </a:extLst>
          </p:cNvPr>
          <p:cNvSpPr/>
          <p:nvPr/>
        </p:nvSpPr>
        <p:spPr>
          <a:xfrm>
            <a:off x="225630" y="5333031"/>
            <a:ext cx="3016333" cy="3325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latin typeface="Consolas" panose="020B0609020204030204" pitchFamily="49" charset="0"/>
                <a:cs typeface="Consolas" panose="020B0609020204030204" pitchFamily="49" charset="0"/>
              </a:rPr>
              <a:t>visit(Rectangle r) { //..}</a:t>
            </a:r>
          </a:p>
        </p:txBody>
      </p:sp>
      <p:cxnSp>
        <p:nvCxnSpPr>
          <p:cNvPr id="34" name="Straight Arrow Connector 33">
            <a:extLst>
              <a:ext uri="{FF2B5EF4-FFF2-40B4-BE49-F238E27FC236}">
                <a16:creationId xmlns:a16="http://schemas.microsoft.com/office/drawing/2014/main" id="{7999C48B-9549-454B-51C3-8DABBD76E5CC}"/>
              </a:ext>
            </a:extLst>
          </p:cNvPr>
          <p:cNvCxnSpPr>
            <a:cxnSpLocks/>
          </p:cNvCxnSpPr>
          <p:nvPr/>
        </p:nvCxnSpPr>
        <p:spPr>
          <a:xfrm>
            <a:off x="1721921" y="3775345"/>
            <a:ext cx="11875" cy="72021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8" name="TextBox 37">
            <a:extLst>
              <a:ext uri="{FF2B5EF4-FFF2-40B4-BE49-F238E27FC236}">
                <a16:creationId xmlns:a16="http://schemas.microsoft.com/office/drawing/2014/main" id="{C4062BD7-CB49-6657-FF1A-B999CFF6BF71}"/>
              </a:ext>
            </a:extLst>
          </p:cNvPr>
          <p:cNvSpPr txBox="1"/>
          <p:nvPr/>
        </p:nvSpPr>
        <p:spPr>
          <a:xfrm>
            <a:off x="746882" y="3978381"/>
            <a:ext cx="919995" cy="369332"/>
          </a:xfrm>
          <a:prstGeom prst="rect">
            <a:avLst/>
          </a:prstGeom>
          <a:noFill/>
        </p:spPr>
        <p:txBody>
          <a:bodyPr wrap="none" rtlCol="0">
            <a:spAutoFit/>
          </a:bodyPr>
          <a:lstStyle/>
          <a:p>
            <a:r>
              <a:rPr lang="en-US" dirty="0"/>
              <a:t>extends</a:t>
            </a:r>
          </a:p>
        </p:txBody>
      </p:sp>
      <p:sp>
        <p:nvSpPr>
          <p:cNvPr id="7" name="TextBox 6">
            <a:extLst>
              <a:ext uri="{FF2B5EF4-FFF2-40B4-BE49-F238E27FC236}">
                <a16:creationId xmlns:a16="http://schemas.microsoft.com/office/drawing/2014/main" id="{58E9F9D8-5A98-28E9-5367-860E9E7E3E13}"/>
              </a:ext>
            </a:extLst>
          </p:cNvPr>
          <p:cNvSpPr txBox="1"/>
          <p:nvPr/>
        </p:nvSpPr>
        <p:spPr>
          <a:xfrm>
            <a:off x="8184451" y="19227"/>
            <a:ext cx="4144490" cy="2246769"/>
          </a:xfrm>
          <a:prstGeom prst="rect">
            <a:avLst/>
          </a:prstGeom>
          <a:noFill/>
        </p:spPr>
        <p:txBody>
          <a:bodyPr wrap="square">
            <a:spAutoFit/>
          </a:bodyPr>
          <a:lstStyle/>
          <a:p>
            <a:r>
              <a:rPr lang="en-US" sz="1400" dirty="0">
                <a:latin typeface="Consolas" panose="020B0609020204030204" pitchFamily="49" charset="0"/>
                <a:cs typeface="Consolas" panose="020B0609020204030204" pitchFamily="49" charset="0"/>
              </a:rPr>
              <a:t>main() {</a:t>
            </a:r>
            <a:br>
              <a:rPr lang="en-US" sz="1400" dirty="0">
                <a:latin typeface="Consolas" panose="020B0609020204030204" pitchFamily="49" charset="0"/>
                <a:cs typeface="Consolas" panose="020B0609020204030204" pitchFamily="49" charset="0"/>
              </a:rPr>
            </a:br>
            <a:r>
              <a:rPr lang="en-US" sz="1400" dirty="0">
                <a:latin typeface="Consolas" panose="020B0609020204030204" pitchFamily="49" charset="0"/>
                <a:cs typeface="Consolas" panose="020B0609020204030204" pitchFamily="49" charset="0"/>
              </a:rPr>
              <a:t>  Rectangle r = new …; </a:t>
            </a:r>
          </a:p>
          <a:p>
            <a:r>
              <a:rPr lang="en-US" sz="1400" dirty="0">
                <a:latin typeface="Consolas" panose="020B0609020204030204" pitchFamily="49" charset="0"/>
                <a:cs typeface="Consolas" panose="020B0609020204030204" pitchFamily="49" charset="0"/>
              </a:rPr>
              <a:t>  Circle c = new …;</a:t>
            </a:r>
          </a:p>
          <a:p>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CompoundShape</a:t>
            </a:r>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cShape</a:t>
            </a:r>
            <a:r>
              <a:rPr lang="en-US" sz="1400" dirty="0">
                <a:latin typeface="Consolas" panose="020B0609020204030204" pitchFamily="49" charset="0"/>
                <a:cs typeface="Consolas" panose="020B0609020204030204" pitchFamily="49" charset="0"/>
              </a:rPr>
              <a:t> = new ...;</a:t>
            </a:r>
          </a:p>
          <a:p>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cShape.setShapeList</a:t>
            </a:r>
            <a:r>
              <a:rPr lang="en-US" sz="1400" dirty="0">
                <a:latin typeface="Consolas" panose="020B0609020204030204" pitchFamily="49" charset="0"/>
                <a:cs typeface="Consolas" panose="020B0609020204030204" pitchFamily="49" charset="0"/>
              </a:rPr>
              <a:t>(new </a:t>
            </a:r>
            <a:r>
              <a:rPr lang="en-US" sz="1400" dirty="0" err="1">
                <a:latin typeface="Consolas" panose="020B0609020204030204" pitchFamily="49" charset="0"/>
                <a:cs typeface="Consolas" panose="020B0609020204030204" pitchFamily="49" charset="0"/>
              </a:rPr>
              <a:t>ArrayList</a:t>
            </a:r>
            <a:r>
              <a:rPr lang="en-US" sz="1400" dirty="0">
                <a:latin typeface="Consolas" panose="020B0609020204030204" pitchFamily="49" charset="0"/>
                <a:cs typeface="Consolas" panose="020B0609020204030204" pitchFamily="49" charset="0"/>
              </a:rPr>
              <a:t>(r, c));</a:t>
            </a:r>
          </a:p>
          <a:p>
            <a:r>
              <a:rPr lang="en-US" sz="1400" dirty="0">
                <a:latin typeface="Consolas" panose="020B0609020204030204" pitchFamily="49" charset="0"/>
                <a:cs typeface="Consolas" panose="020B0609020204030204" pitchFamily="49" charset="0"/>
              </a:rPr>
              <a:t>  Visitor </a:t>
            </a:r>
            <a:r>
              <a:rPr lang="en-US" sz="1400" dirty="0" err="1">
                <a:latin typeface="Consolas" panose="020B0609020204030204" pitchFamily="49" charset="0"/>
                <a:cs typeface="Consolas" panose="020B0609020204030204" pitchFamily="49" charset="0"/>
              </a:rPr>
              <a:t>transVisitor</a:t>
            </a:r>
            <a:r>
              <a:rPr lang="en-US" sz="1400" dirty="0">
                <a:latin typeface="Consolas" panose="020B0609020204030204" pitchFamily="49" charset="0"/>
                <a:cs typeface="Consolas" panose="020B0609020204030204" pitchFamily="49" charset="0"/>
              </a:rPr>
              <a:t> = new </a:t>
            </a:r>
            <a:r>
              <a:rPr lang="en-US" sz="1400" dirty="0" err="1">
                <a:latin typeface="Consolas" panose="020B0609020204030204" pitchFamily="49" charset="0"/>
                <a:cs typeface="Consolas" panose="020B0609020204030204" pitchFamily="49" charset="0"/>
              </a:rPr>
              <a:t>TranslationVisitor</a:t>
            </a:r>
            <a:r>
              <a:rPr lang="en-US" sz="1400" dirty="0">
                <a:latin typeface="Consolas" panose="020B0609020204030204" pitchFamily="49" charset="0"/>
                <a:cs typeface="Consolas" panose="020B0609020204030204" pitchFamily="49" charset="0"/>
              </a:rPr>
              <a:t>();</a:t>
            </a:r>
          </a:p>
          <a:p>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cShape.accept</a:t>
            </a:r>
            <a:r>
              <a:rPr lang="en-US" sz="1400" dirty="0">
                <a:latin typeface="Consolas" panose="020B0609020204030204" pitchFamily="49" charset="0"/>
                <a:cs typeface="Consolas" panose="020B0609020204030204" pitchFamily="49" charset="0"/>
              </a:rPr>
              <a:t>(</a:t>
            </a:r>
            <a:r>
              <a:rPr lang="en-US" sz="1400" dirty="0" err="1">
                <a:latin typeface="Consolas" panose="020B0609020204030204" pitchFamily="49" charset="0"/>
                <a:cs typeface="Consolas" panose="020B0609020204030204" pitchFamily="49" charset="0"/>
              </a:rPr>
              <a:t>transVisitor</a:t>
            </a:r>
            <a:r>
              <a:rPr lang="en-US" sz="1400" dirty="0">
                <a:latin typeface="Consolas" panose="020B0609020204030204" pitchFamily="49" charset="0"/>
                <a:cs typeface="Consolas" panose="020B0609020204030204" pitchFamily="49" charset="0"/>
              </a:rPr>
              <a:t>);</a:t>
            </a:r>
            <a:br>
              <a:rPr lang="en-US" sz="1400" dirty="0">
                <a:latin typeface="Consolas" panose="020B0609020204030204" pitchFamily="49" charset="0"/>
                <a:cs typeface="Consolas" panose="020B0609020204030204" pitchFamily="49" charset="0"/>
              </a:rPr>
            </a:br>
            <a:r>
              <a:rPr lang="en-US" sz="1400" dirty="0">
                <a:latin typeface="Consolas" panose="020B0609020204030204" pitchFamily="49" charset="0"/>
                <a:cs typeface="Consolas" panose="020B0609020204030204" pitchFamily="49" charset="0"/>
              </a:rPr>
              <a:t>}</a:t>
            </a:r>
          </a:p>
        </p:txBody>
      </p:sp>
    </p:spTree>
    <p:extLst>
      <p:ext uri="{BB962C8B-B14F-4D97-AF65-F5344CB8AC3E}">
        <p14:creationId xmlns:p14="http://schemas.microsoft.com/office/powerpoint/2010/main" val="3178092034"/>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BD63CA-B10D-F669-DD64-051F7D2300B9}"/>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0A62254-9DC3-7D60-C1BD-1893EDC06F6F}"/>
              </a:ext>
            </a:extLst>
          </p:cNvPr>
          <p:cNvSpPr>
            <a:spLocks noGrp="1"/>
          </p:cNvSpPr>
          <p:nvPr>
            <p:ph type="title"/>
          </p:nvPr>
        </p:nvSpPr>
        <p:spPr/>
        <p:txBody>
          <a:bodyPr/>
          <a:lstStyle/>
          <a:p>
            <a:r>
              <a:rPr lang="en-US" dirty="0"/>
              <a:t>Example</a:t>
            </a:r>
          </a:p>
        </p:txBody>
      </p:sp>
      <p:grpSp>
        <p:nvGrpSpPr>
          <p:cNvPr id="4" name="Group 3">
            <a:extLst>
              <a:ext uri="{FF2B5EF4-FFF2-40B4-BE49-F238E27FC236}">
                <a16:creationId xmlns:a16="http://schemas.microsoft.com/office/drawing/2014/main" id="{28E96D98-A3F0-0B5D-6C4F-C3BB8F1BE54F}"/>
              </a:ext>
            </a:extLst>
          </p:cNvPr>
          <p:cNvGrpSpPr/>
          <p:nvPr/>
        </p:nvGrpSpPr>
        <p:grpSpPr>
          <a:xfrm>
            <a:off x="213754" y="829255"/>
            <a:ext cx="3016334" cy="2946090"/>
            <a:chOff x="902523" y="1710047"/>
            <a:chExt cx="3016334" cy="2946090"/>
          </a:xfrm>
        </p:grpSpPr>
        <p:sp>
          <p:nvSpPr>
            <p:cNvPr id="9" name="Rectangle 8">
              <a:extLst>
                <a:ext uri="{FF2B5EF4-FFF2-40B4-BE49-F238E27FC236}">
                  <a16:creationId xmlns:a16="http://schemas.microsoft.com/office/drawing/2014/main" id="{B2E277D6-B213-1F6C-094C-525BE3494A4D}"/>
                </a:ext>
              </a:extLst>
            </p:cNvPr>
            <p:cNvSpPr/>
            <p:nvPr/>
          </p:nvSpPr>
          <p:spPr>
            <a:xfrm>
              <a:off x="902525" y="1710047"/>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abstract class Visitor</a:t>
              </a:r>
            </a:p>
          </p:txBody>
        </p:sp>
        <p:sp>
          <p:nvSpPr>
            <p:cNvPr id="12" name="Rectangle 11">
              <a:extLst>
                <a:ext uri="{FF2B5EF4-FFF2-40B4-BE49-F238E27FC236}">
                  <a16:creationId xmlns:a16="http://schemas.microsoft.com/office/drawing/2014/main" id="{C63E6A30-BB19-9A36-A507-CE2A615F5FA6}"/>
                </a:ext>
              </a:extLst>
            </p:cNvPr>
            <p:cNvSpPr/>
            <p:nvPr/>
          </p:nvSpPr>
          <p:spPr>
            <a:xfrm>
              <a:off x="902524" y="2208810"/>
              <a:ext cx="3016333" cy="3325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visit(Circle c); </a:t>
              </a:r>
            </a:p>
          </p:txBody>
        </p:sp>
        <p:sp>
          <p:nvSpPr>
            <p:cNvPr id="13" name="Rectangle 12">
              <a:extLst>
                <a:ext uri="{FF2B5EF4-FFF2-40B4-BE49-F238E27FC236}">
                  <a16:creationId xmlns:a16="http://schemas.microsoft.com/office/drawing/2014/main" id="{0A627B53-DDE1-7A35-698A-F7BFD376A6F3}"/>
                </a:ext>
              </a:extLst>
            </p:cNvPr>
            <p:cNvSpPr/>
            <p:nvPr/>
          </p:nvSpPr>
          <p:spPr>
            <a:xfrm>
              <a:off x="902524" y="2541319"/>
              <a:ext cx="3016333" cy="3325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visit(Rectangle r); </a:t>
              </a:r>
            </a:p>
          </p:txBody>
        </p:sp>
        <p:sp>
          <p:nvSpPr>
            <p:cNvPr id="14" name="Rectangle 13">
              <a:extLst>
                <a:ext uri="{FF2B5EF4-FFF2-40B4-BE49-F238E27FC236}">
                  <a16:creationId xmlns:a16="http://schemas.microsoft.com/office/drawing/2014/main" id="{2555819D-540F-55D2-0C96-4C5DA674A013}"/>
                </a:ext>
              </a:extLst>
            </p:cNvPr>
            <p:cNvSpPr/>
            <p:nvPr/>
          </p:nvSpPr>
          <p:spPr>
            <a:xfrm>
              <a:off x="902523" y="2873829"/>
              <a:ext cx="3016333" cy="178230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highlight>
                    <a:srgbClr val="FFFF00"/>
                  </a:highlight>
                  <a:latin typeface="Consolas" panose="020B0609020204030204" pitchFamily="49" charset="0"/>
                  <a:cs typeface="Consolas" panose="020B0609020204030204" pitchFamily="49" charset="0"/>
                </a:rPr>
                <a:t>visit(Compound c) {</a:t>
              </a:r>
              <a:br>
                <a:rPr lang="en-US" dirty="0">
                  <a:solidFill>
                    <a:schemeClr val="tx1"/>
                  </a:solidFill>
                  <a:highlight>
                    <a:srgbClr val="FFFF00"/>
                  </a:highlight>
                  <a:latin typeface="Consolas" panose="020B0609020204030204" pitchFamily="49" charset="0"/>
                  <a:cs typeface="Consolas" panose="020B0609020204030204" pitchFamily="49" charset="0"/>
                </a:rPr>
              </a:br>
              <a:r>
                <a:rPr lang="en-US" dirty="0">
                  <a:solidFill>
                    <a:schemeClr val="tx1"/>
                  </a:solidFill>
                  <a:highlight>
                    <a:srgbClr val="FFFF00"/>
                  </a:highlight>
                  <a:latin typeface="Consolas" panose="020B0609020204030204" pitchFamily="49" charset="0"/>
                  <a:cs typeface="Consolas" panose="020B0609020204030204" pitchFamily="49" charset="0"/>
                </a:rPr>
                <a:t>  for (Shape s:   </a:t>
              </a:r>
            </a:p>
            <a:p>
              <a:r>
                <a:rPr lang="en-US" dirty="0">
                  <a:solidFill>
                    <a:schemeClr val="tx1"/>
                  </a:solidFill>
                  <a:highlight>
                    <a:srgbClr val="FFFF00"/>
                  </a:highlight>
                  <a:latin typeface="Consolas" panose="020B0609020204030204" pitchFamily="49" charset="0"/>
                  <a:cs typeface="Consolas" panose="020B0609020204030204" pitchFamily="49" charset="0"/>
                </a:rPr>
                <a:t>   </a:t>
              </a:r>
              <a:r>
                <a:rPr lang="en-US" dirty="0" err="1">
                  <a:solidFill>
                    <a:schemeClr val="tx1"/>
                  </a:solidFill>
                  <a:highlight>
                    <a:srgbClr val="FFFF00"/>
                  </a:highlight>
                  <a:latin typeface="Consolas" panose="020B0609020204030204" pitchFamily="49" charset="0"/>
                  <a:cs typeface="Consolas" panose="020B0609020204030204" pitchFamily="49" charset="0"/>
                </a:rPr>
                <a:t>c.getShapeList</a:t>
              </a:r>
              <a:r>
                <a:rPr lang="en-US" dirty="0">
                  <a:solidFill>
                    <a:schemeClr val="tx1"/>
                  </a:solidFill>
                  <a:highlight>
                    <a:srgbClr val="FFFF00"/>
                  </a:highlight>
                  <a:latin typeface="Consolas" panose="020B0609020204030204" pitchFamily="49" charset="0"/>
                  <a:cs typeface="Consolas" panose="020B0609020204030204" pitchFamily="49" charset="0"/>
                </a:rPr>
                <a:t>() {</a:t>
              </a:r>
              <a:br>
                <a:rPr lang="en-US" dirty="0">
                  <a:solidFill>
                    <a:schemeClr val="tx1"/>
                  </a:solidFill>
                  <a:highlight>
                    <a:srgbClr val="FFFF00"/>
                  </a:highlight>
                  <a:latin typeface="Consolas" panose="020B0609020204030204" pitchFamily="49" charset="0"/>
                  <a:cs typeface="Consolas" panose="020B0609020204030204" pitchFamily="49" charset="0"/>
                </a:rPr>
              </a:br>
              <a:r>
                <a:rPr lang="en-US" dirty="0">
                  <a:solidFill>
                    <a:schemeClr val="tx1"/>
                  </a:solidFill>
                  <a:highlight>
                    <a:srgbClr val="FFFF00"/>
                  </a:highlight>
                  <a:latin typeface="Consolas" panose="020B0609020204030204" pitchFamily="49" charset="0"/>
                  <a:cs typeface="Consolas" panose="020B0609020204030204" pitchFamily="49" charset="0"/>
                </a:rPr>
                <a:t>    </a:t>
              </a:r>
              <a:r>
                <a:rPr lang="en-US" dirty="0" err="1">
                  <a:solidFill>
                    <a:schemeClr val="tx1"/>
                  </a:solidFill>
                  <a:highlight>
                    <a:srgbClr val="FFFF00"/>
                  </a:highlight>
                  <a:latin typeface="Consolas" panose="020B0609020204030204" pitchFamily="49" charset="0"/>
                  <a:cs typeface="Consolas" panose="020B0609020204030204" pitchFamily="49" charset="0"/>
                </a:rPr>
                <a:t>s.accept</a:t>
              </a:r>
              <a:r>
                <a:rPr lang="en-US" dirty="0">
                  <a:solidFill>
                    <a:schemeClr val="tx1"/>
                  </a:solidFill>
                  <a:highlight>
                    <a:srgbClr val="FFFF00"/>
                  </a:highlight>
                  <a:latin typeface="Consolas" panose="020B0609020204030204" pitchFamily="49" charset="0"/>
                  <a:cs typeface="Consolas" panose="020B0609020204030204" pitchFamily="49" charset="0"/>
                </a:rPr>
                <a:t>(this);</a:t>
              </a:r>
              <a:br>
                <a:rPr lang="en-US" dirty="0">
                  <a:solidFill>
                    <a:schemeClr val="tx1"/>
                  </a:solidFill>
                  <a:highlight>
                    <a:srgbClr val="FFFF00"/>
                  </a:highlight>
                  <a:latin typeface="Consolas" panose="020B0609020204030204" pitchFamily="49" charset="0"/>
                  <a:cs typeface="Consolas" panose="020B0609020204030204" pitchFamily="49" charset="0"/>
                </a:rPr>
              </a:br>
              <a:r>
                <a:rPr lang="en-US" dirty="0">
                  <a:solidFill>
                    <a:schemeClr val="tx1"/>
                  </a:solidFill>
                  <a:highlight>
                    <a:srgbClr val="FFFF00"/>
                  </a:highlight>
                  <a:latin typeface="Consolas" panose="020B0609020204030204" pitchFamily="49" charset="0"/>
                  <a:cs typeface="Consolas" panose="020B0609020204030204" pitchFamily="49" charset="0"/>
                </a:rPr>
                <a:t>  }</a:t>
              </a:r>
              <a:br>
                <a:rPr lang="en-US" dirty="0">
                  <a:solidFill>
                    <a:schemeClr val="tx1"/>
                  </a:solidFill>
                  <a:highlight>
                    <a:srgbClr val="FFFF00"/>
                  </a:highlight>
                  <a:latin typeface="Consolas" panose="020B0609020204030204" pitchFamily="49" charset="0"/>
                  <a:cs typeface="Consolas" panose="020B0609020204030204" pitchFamily="49" charset="0"/>
                </a:rPr>
              </a:br>
              <a:r>
                <a:rPr lang="en-US" dirty="0">
                  <a:solidFill>
                    <a:schemeClr val="tx1"/>
                  </a:solidFill>
                  <a:highlight>
                    <a:srgbClr val="FFFF00"/>
                  </a:highlight>
                  <a:latin typeface="Consolas" panose="020B0609020204030204" pitchFamily="49" charset="0"/>
                  <a:cs typeface="Consolas" panose="020B0609020204030204" pitchFamily="49" charset="0"/>
                </a:rPr>
                <a:t>}</a:t>
              </a:r>
              <a:r>
                <a:rPr lang="en-US" dirty="0">
                  <a:solidFill>
                    <a:schemeClr val="tx1"/>
                  </a:solidFill>
                  <a:latin typeface="Consolas" panose="020B0609020204030204" pitchFamily="49" charset="0"/>
                  <a:cs typeface="Consolas" panose="020B0609020204030204" pitchFamily="49" charset="0"/>
                </a:rPr>
                <a:t> </a:t>
              </a:r>
            </a:p>
          </p:txBody>
        </p:sp>
      </p:grpSp>
      <p:grpSp>
        <p:nvGrpSpPr>
          <p:cNvPr id="17" name="Group 16">
            <a:extLst>
              <a:ext uri="{FF2B5EF4-FFF2-40B4-BE49-F238E27FC236}">
                <a16:creationId xmlns:a16="http://schemas.microsoft.com/office/drawing/2014/main" id="{11F30DDD-881A-2CAB-1B20-81160F779C8E}"/>
              </a:ext>
            </a:extLst>
          </p:cNvPr>
          <p:cNvGrpSpPr/>
          <p:nvPr/>
        </p:nvGrpSpPr>
        <p:grpSpPr>
          <a:xfrm>
            <a:off x="3455718" y="2593035"/>
            <a:ext cx="2640282" cy="1391431"/>
            <a:chOff x="5650674" y="829255"/>
            <a:chExt cx="3016333" cy="1391431"/>
          </a:xfrm>
        </p:grpSpPr>
        <p:sp>
          <p:nvSpPr>
            <p:cNvPr id="18" name="Rectangle 17">
              <a:extLst>
                <a:ext uri="{FF2B5EF4-FFF2-40B4-BE49-F238E27FC236}">
                  <a16:creationId xmlns:a16="http://schemas.microsoft.com/office/drawing/2014/main" id="{7529DB35-56E6-CC2A-3A94-6849FF90903E}"/>
                </a:ext>
              </a:extLst>
            </p:cNvPr>
            <p:cNvSpPr/>
            <p:nvPr/>
          </p:nvSpPr>
          <p:spPr>
            <a:xfrm>
              <a:off x="5650675" y="829255"/>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class Circle</a:t>
              </a:r>
            </a:p>
          </p:txBody>
        </p:sp>
        <p:sp>
          <p:nvSpPr>
            <p:cNvPr id="19" name="Rectangle 18">
              <a:extLst>
                <a:ext uri="{FF2B5EF4-FFF2-40B4-BE49-F238E27FC236}">
                  <a16:creationId xmlns:a16="http://schemas.microsoft.com/office/drawing/2014/main" id="{B4F57825-4221-7D53-A940-EDD64C5B9375}"/>
                </a:ext>
              </a:extLst>
            </p:cNvPr>
            <p:cNvSpPr/>
            <p:nvPr/>
          </p:nvSpPr>
          <p:spPr>
            <a:xfrm>
              <a:off x="5650674" y="1328018"/>
              <a:ext cx="3016333" cy="8926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accept(Visitor v)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latin typeface="Consolas" panose="020B0609020204030204" pitchFamily="49" charset="0"/>
                  <a:cs typeface="Consolas" panose="020B0609020204030204" pitchFamily="49" charset="0"/>
                </a:rPr>
                <a:t>v.visit</a:t>
              </a:r>
              <a:r>
                <a:rPr lang="en-US" dirty="0">
                  <a:solidFill>
                    <a:schemeClr val="tx1"/>
                  </a:solidFill>
                  <a:latin typeface="Consolas" panose="020B0609020204030204" pitchFamily="49" charset="0"/>
                  <a:cs typeface="Consolas" panose="020B0609020204030204" pitchFamily="49" charset="0"/>
                </a:rPr>
                <a:t>(this);</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p>
          </p:txBody>
        </p:sp>
      </p:grpSp>
      <p:grpSp>
        <p:nvGrpSpPr>
          <p:cNvPr id="21" name="Group 20">
            <a:extLst>
              <a:ext uri="{FF2B5EF4-FFF2-40B4-BE49-F238E27FC236}">
                <a16:creationId xmlns:a16="http://schemas.microsoft.com/office/drawing/2014/main" id="{1F5F20A0-C2C4-A828-C21B-E19A15D3A150}"/>
              </a:ext>
            </a:extLst>
          </p:cNvPr>
          <p:cNvGrpSpPr/>
          <p:nvPr/>
        </p:nvGrpSpPr>
        <p:grpSpPr>
          <a:xfrm>
            <a:off x="6350945" y="2593035"/>
            <a:ext cx="2640281" cy="1391431"/>
            <a:chOff x="5650674" y="829255"/>
            <a:chExt cx="3016333" cy="1391431"/>
          </a:xfrm>
        </p:grpSpPr>
        <p:sp>
          <p:nvSpPr>
            <p:cNvPr id="22" name="Rectangle 21">
              <a:extLst>
                <a:ext uri="{FF2B5EF4-FFF2-40B4-BE49-F238E27FC236}">
                  <a16:creationId xmlns:a16="http://schemas.microsoft.com/office/drawing/2014/main" id="{4DD1A964-FDBD-78DF-83AC-4A75D00EF36E}"/>
                </a:ext>
              </a:extLst>
            </p:cNvPr>
            <p:cNvSpPr/>
            <p:nvPr/>
          </p:nvSpPr>
          <p:spPr>
            <a:xfrm>
              <a:off x="5650675" y="829255"/>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class Rectangle</a:t>
              </a:r>
            </a:p>
          </p:txBody>
        </p:sp>
        <p:sp>
          <p:nvSpPr>
            <p:cNvPr id="23" name="Rectangle 22">
              <a:extLst>
                <a:ext uri="{FF2B5EF4-FFF2-40B4-BE49-F238E27FC236}">
                  <a16:creationId xmlns:a16="http://schemas.microsoft.com/office/drawing/2014/main" id="{EC3660F5-0A13-0A4E-7879-D1CCB3A829C8}"/>
                </a:ext>
              </a:extLst>
            </p:cNvPr>
            <p:cNvSpPr/>
            <p:nvPr/>
          </p:nvSpPr>
          <p:spPr>
            <a:xfrm>
              <a:off x="5650674" y="1328018"/>
              <a:ext cx="3016333" cy="8926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accept(Visitor v)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latin typeface="Consolas" panose="020B0609020204030204" pitchFamily="49" charset="0"/>
                  <a:cs typeface="Consolas" panose="020B0609020204030204" pitchFamily="49" charset="0"/>
                </a:rPr>
                <a:t>v.visit</a:t>
              </a:r>
              <a:r>
                <a:rPr lang="en-US" dirty="0">
                  <a:solidFill>
                    <a:schemeClr val="tx1"/>
                  </a:solidFill>
                  <a:latin typeface="Consolas" panose="020B0609020204030204" pitchFamily="49" charset="0"/>
                  <a:cs typeface="Consolas" panose="020B0609020204030204" pitchFamily="49" charset="0"/>
                </a:rPr>
                <a:t>(this);</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p>
          </p:txBody>
        </p:sp>
      </p:grpSp>
      <p:grpSp>
        <p:nvGrpSpPr>
          <p:cNvPr id="24" name="Group 23">
            <a:extLst>
              <a:ext uri="{FF2B5EF4-FFF2-40B4-BE49-F238E27FC236}">
                <a16:creationId xmlns:a16="http://schemas.microsoft.com/office/drawing/2014/main" id="{A93B19A6-A209-4C81-E429-4B166CEC743F}"/>
              </a:ext>
            </a:extLst>
          </p:cNvPr>
          <p:cNvGrpSpPr/>
          <p:nvPr/>
        </p:nvGrpSpPr>
        <p:grpSpPr>
          <a:xfrm>
            <a:off x="9337965" y="2593035"/>
            <a:ext cx="2640281" cy="1391431"/>
            <a:chOff x="5650674" y="829255"/>
            <a:chExt cx="3016333" cy="1391431"/>
          </a:xfrm>
        </p:grpSpPr>
        <p:sp>
          <p:nvSpPr>
            <p:cNvPr id="25" name="Rectangle 24">
              <a:extLst>
                <a:ext uri="{FF2B5EF4-FFF2-40B4-BE49-F238E27FC236}">
                  <a16:creationId xmlns:a16="http://schemas.microsoft.com/office/drawing/2014/main" id="{E84223B4-6808-0622-5441-F7A5F3BEBFE2}"/>
                </a:ext>
              </a:extLst>
            </p:cNvPr>
            <p:cNvSpPr/>
            <p:nvPr/>
          </p:nvSpPr>
          <p:spPr>
            <a:xfrm>
              <a:off x="5650675" y="829255"/>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class </a:t>
              </a:r>
              <a:r>
                <a:rPr lang="en-US" dirty="0" err="1">
                  <a:latin typeface="Consolas" panose="020B0609020204030204" pitchFamily="49" charset="0"/>
                  <a:cs typeface="Consolas" panose="020B0609020204030204" pitchFamily="49" charset="0"/>
                </a:rPr>
                <a:t>CompoundShape</a:t>
              </a:r>
              <a:endParaRPr lang="en-US" dirty="0">
                <a:latin typeface="Consolas" panose="020B0609020204030204" pitchFamily="49" charset="0"/>
                <a:cs typeface="Consolas" panose="020B0609020204030204" pitchFamily="49" charset="0"/>
              </a:endParaRPr>
            </a:p>
          </p:txBody>
        </p:sp>
        <p:sp>
          <p:nvSpPr>
            <p:cNvPr id="26" name="Rectangle 25">
              <a:extLst>
                <a:ext uri="{FF2B5EF4-FFF2-40B4-BE49-F238E27FC236}">
                  <a16:creationId xmlns:a16="http://schemas.microsoft.com/office/drawing/2014/main" id="{D6B75A30-C10D-E2E9-FFD4-71CE6CF463F7}"/>
                </a:ext>
              </a:extLst>
            </p:cNvPr>
            <p:cNvSpPr/>
            <p:nvPr/>
          </p:nvSpPr>
          <p:spPr>
            <a:xfrm>
              <a:off x="5650674" y="1328018"/>
              <a:ext cx="3016333" cy="8926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accept(Visitor v)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latin typeface="Consolas" panose="020B0609020204030204" pitchFamily="49" charset="0"/>
                  <a:cs typeface="Consolas" panose="020B0609020204030204" pitchFamily="49" charset="0"/>
                </a:rPr>
                <a:t>v.visit</a:t>
              </a:r>
              <a:r>
                <a:rPr lang="en-US" dirty="0">
                  <a:solidFill>
                    <a:schemeClr val="tx1"/>
                  </a:solidFill>
                  <a:latin typeface="Consolas" panose="020B0609020204030204" pitchFamily="49" charset="0"/>
                  <a:cs typeface="Consolas" panose="020B0609020204030204" pitchFamily="49" charset="0"/>
                </a:rPr>
                <a:t>(this);</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p>
          </p:txBody>
        </p:sp>
      </p:grpSp>
      <p:cxnSp>
        <p:nvCxnSpPr>
          <p:cNvPr id="28" name="Straight Arrow Connector 27">
            <a:extLst>
              <a:ext uri="{FF2B5EF4-FFF2-40B4-BE49-F238E27FC236}">
                <a16:creationId xmlns:a16="http://schemas.microsoft.com/office/drawing/2014/main" id="{CFBF82DF-2DA7-C7EF-E310-5747ADA0EC63}"/>
              </a:ext>
            </a:extLst>
          </p:cNvPr>
          <p:cNvCxnSpPr>
            <a:cxnSpLocks/>
            <a:endCxn id="18" idx="0"/>
          </p:cNvCxnSpPr>
          <p:nvPr/>
        </p:nvCxnSpPr>
        <p:spPr>
          <a:xfrm flipH="1">
            <a:off x="4775860" y="2209401"/>
            <a:ext cx="1737756" cy="3836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 name="Straight Arrow Connector 28">
            <a:extLst>
              <a:ext uri="{FF2B5EF4-FFF2-40B4-BE49-F238E27FC236}">
                <a16:creationId xmlns:a16="http://schemas.microsoft.com/office/drawing/2014/main" id="{C59B279F-BE0A-7E75-E697-543964A14128}"/>
              </a:ext>
            </a:extLst>
          </p:cNvPr>
          <p:cNvCxnSpPr>
            <a:cxnSpLocks/>
            <a:endCxn id="22" idx="0"/>
          </p:cNvCxnSpPr>
          <p:nvPr/>
        </p:nvCxnSpPr>
        <p:spPr>
          <a:xfrm>
            <a:off x="6513616" y="2209401"/>
            <a:ext cx="1157470" cy="3836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2" name="Straight Arrow Connector 31">
            <a:extLst>
              <a:ext uri="{FF2B5EF4-FFF2-40B4-BE49-F238E27FC236}">
                <a16:creationId xmlns:a16="http://schemas.microsoft.com/office/drawing/2014/main" id="{9D185838-2ABF-CA6C-7A66-1C2DC617B30A}"/>
              </a:ext>
            </a:extLst>
          </p:cNvPr>
          <p:cNvCxnSpPr>
            <a:cxnSpLocks/>
            <a:endCxn id="25" idx="0"/>
          </p:cNvCxnSpPr>
          <p:nvPr/>
        </p:nvCxnSpPr>
        <p:spPr>
          <a:xfrm>
            <a:off x="6513616" y="2209401"/>
            <a:ext cx="4144490" cy="3836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5" name="TextBox 34">
            <a:extLst>
              <a:ext uri="{FF2B5EF4-FFF2-40B4-BE49-F238E27FC236}">
                <a16:creationId xmlns:a16="http://schemas.microsoft.com/office/drawing/2014/main" id="{C35698ED-BA6C-7F7E-BB69-E149D03D0B66}"/>
              </a:ext>
            </a:extLst>
          </p:cNvPr>
          <p:cNvSpPr txBox="1"/>
          <p:nvPr/>
        </p:nvSpPr>
        <p:spPr>
          <a:xfrm>
            <a:off x="4386738" y="2209401"/>
            <a:ext cx="919995" cy="369332"/>
          </a:xfrm>
          <a:prstGeom prst="rect">
            <a:avLst/>
          </a:prstGeom>
          <a:noFill/>
        </p:spPr>
        <p:txBody>
          <a:bodyPr wrap="none" rtlCol="0">
            <a:spAutoFit/>
          </a:bodyPr>
          <a:lstStyle/>
          <a:p>
            <a:r>
              <a:rPr lang="en-US" dirty="0"/>
              <a:t>extends</a:t>
            </a:r>
          </a:p>
        </p:txBody>
      </p:sp>
      <p:sp>
        <p:nvSpPr>
          <p:cNvPr id="36" name="TextBox 35">
            <a:extLst>
              <a:ext uri="{FF2B5EF4-FFF2-40B4-BE49-F238E27FC236}">
                <a16:creationId xmlns:a16="http://schemas.microsoft.com/office/drawing/2014/main" id="{42D5FA06-67CC-2B3D-C6AB-D03ADD136EC6}"/>
              </a:ext>
            </a:extLst>
          </p:cNvPr>
          <p:cNvSpPr txBox="1"/>
          <p:nvPr/>
        </p:nvSpPr>
        <p:spPr>
          <a:xfrm>
            <a:off x="5926385" y="2245132"/>
            <a:ext cx="919995" cy="369332"/>
          </a:xfrm>
          <a:prstGeom prst="rect">
            <a:avLst/>
          </a:prstGeom>
          <a:noFill/>
        </p:spPr>
        <p:txBody>
          <a:bodyPr wrap="none" rtlCol="0">
            <a:spAutoFit/>
          </a:bodyPr>
          <a:lstStyle/>
          <a:p>
            <a:r>
              <a:rPr lang="en-US" dirty="0"/>
              <a:t>extends</a:t>
            </a:r>
          </a:p>
        </p:txBody>
      </p:sp>
      <p:sp>
        <p:nvSpPr>
          <p:cNvPr id="37" name="TextBox 36">
            <a:extLst>
              <a:ext uri="{FF2B5EF4-FFF2-40B4-BE49-F238E27FC236}">
                <a16:creationId xmlns:a16="http://schemas.microsoft.com/office/drawing/2014/main" id="{2649021D-1B2F-A3D8-D6E1-A39C33722A8C}"/>
              </a:ext>
            </a:extLst>
          </p:cNvPr>
          <p:cNvSpPr txBox="1"/>
          <p:nvPr/>
        </p:nvSpPr>
        <p:spPr>
          <a:xfrm>
            <a:off x="8857048" y="2102011"/>
            <a:ext cx="919995" cy="369332"/>
          </a:xfrm>
          <a:prstGeom prst="rect">
            <a:avLst/>
          </a:prstGeom>
          <a:noFill/>
        </p:spPr>
        <p:txBody>
          <a:bodyPr wrap="none" rtlCol="0">
            <a:spAutoFit/>
          </a:bodyPr>
          <a:lstStyle/>
          <a:p>
            <a:r>
              <a:rPr lang="en-US" dirty="0"/>
              <a:t>extends</a:t>
            </a:r>
          </a:p>
        </p:txBody>
      </p:sp>
      <p:grpSp>
        <p:nvGrpSpPr>
          <p:cNvPr id="48" name="Group 47">
            <a:extLst>
              <a:ext uri="{FF2B5EF4-FFF2-40B4-BE49-F238E27FC236}">
                <a16:creationId xmlns:a16="http://schemas.microsoft.com/office/drawing/2014/main" id="{C85AD74D-2C72-481A-B1AD-543E704E4FE6}"/>
              </a:ext>
            </a:extLst>
          </p:cNvPr>
          <p:cNvGrpSpPr/>
          <p:nvPr/>
        </p:nvGrpSpPr>
        <p:grpSpPr>
          <a:xfrm>
            <a:off x="5005449" y="1281002"/>
            <a:ext cx="3016333" cy="928399"/>
            <a:chOff x="5650674" y="1292287"/>
            <a:chExt cx="3016333" cy="928399"/>
          </a:xfrm>
        </p:grpSpPr>
        <p:sp>
          <p:nvSpPr>
            <p:cNvPr id="49" name="Rectangle 48">
              <a:extLst>
                <a:ext uri="{FF2B5EF4-FFF2-40B4-BE49-F238E27FC236}">
                  <a16:creationId xmlns:a16="http://schemas.microsoft.com/office/drawing/2014/main" id="{F7491DD6-31C7-FBC2-7861-123CF07D8917}"/>
                </a:ext>
              </a:extLst>
            </p:cNvPr>
            <p:cNvSpPr/>
            <p:nvPr/>
          </p:nvSpPr>
          <p:spPr>
            <a:xfrm>
              <a:off x="5650674" y="1292287"/>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abstract class Shape</a:t>
              </a:r>
            </a:p>
          </p:txBody>
        </p:sp>
        <p:sp>
          <p:nvSpPr>
            <p:cNvPr id="50" name="Rectangle 49">
              <a:extLst>
                <a:ext uri="{FF2B5EF4-FFF2-40B4-BE49-F238E27FC236}">
                  <a16:creationId xmlns:a16="http://schemas.microsoft.com/office/drawing/2014/main" id="{1714F128-5FD9-B063-EF08-AC07CC4E83A8}"/>
                </a:ext>
              </a:extLst>
            </p:cNvPr>
            <p:cNvSpPr/>
            <p:nvPr/>
          </p:nvSpPr>
          <p:spPr>
            <a:xfrm>
              <a:off x="5650674" y="1805352"/>
              <a:ext cx="3016333" cy="4153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accept(Visitor v);</a:t>
              </a:r>
            </a:p>
          </p:txBody>
        </p:sp>
      </p:grpSp>
      <p:sp>
        <p:nvSpPr>
          <p:cNvPr id="2" name="Rectangle 1">
            <a:extLst>
              <a:ext uri="{FF2B5EF4-FFF2-40B4-BE49-F238E27FC236}">
                <a16:creationId xmlns:a16="http://schemas.microsoft.com/office/drawing/2014/main" id="{8AFB6DC5-8740-B8BE-714D-B9A5CE387266}"/>
              </a:ext>
            </a:extLst>
          </p:cNvPr>
          <p:cNvSpPr/>
          <p:nvPr/>
        </p:nvSpPr>
        <p:spPr>
          <a:xfrm>
            <a:off x="629392" y="2861953"/>
            <a:ext cx="2232561" cy="38001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BD5DA2CD-8166-1D1F-61C7-7064F2EEA3BF}"/>
              </a:ext>
            </a:extLst>
          </p:cNvPr>
          <p:cNvSpPr/>
          <p:nvPr/>
        </p:nvSpPr>
        <p:spPr>
          <a:xfrm>
            <a:off x="3485032" y="3095421"/>
            <a:ext cx="2232561" cy="38001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190B8826-CF8D-3A22-3E1D-AA9116FEA30E}"/>
              </a:ext>
            </a:extLst>
          </p:cNvPr>
          <p:cNvSpPr/>
          <p:nvPr/>
        </p:nvSpPr>
        <p:spPr>
          <a:xfrm>
            <a:off x="6399436" y="3093130"/>
            <a:ext cx="2232561" cy="38001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C3247898-E491-2411-58CB-59B895A72AC2}"/>
              </a:ext>
            </a:extLst>
          </p:cNvPr>
          <p:cNvSpPr/>
          <p:nvPr/>
        </p:nvSpPr>
        <p:spPr>
          <a:xfrm>
            <a:off x="9367278" y="3099491"/>
            <a:ext cx="2232561" cy="38001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BED2DCE3-A2FE-BA91-3AA7-02FC67258D2D}"/>
              </a:ext>
            </a:extLst>
          </p:cNvPr>
          <p:cNvSpPr/>
          <p:nvPr/>
        </p:nvSpPr>
        <p:spPr>
          <a:xfrm>
            <a:off x="237506" y="4508313"/>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class </a:t>
            </a:r>
            <a:r>
              <a:rPr lang="en-US" dirty="0" err="1">
                <a:latin typeface="Consolas" panose="020B0609020204030204" pitchFamily="49" charset="0"/>
                <a:cs typeface="Consolas" panose="020B0609020204030204" pitchFamily="49" charset="0"/>
              </a:rPr>
              <a:t>TranslationVisitor</a:t>
            </a:r>
            <a:endParaRPr lang="en-US" dirty="0">
              <a:latin typeface="Consolas" panose="020B0609020204030204" pitchFamily="49" charset="0"/>
              <a:cs typeface="Consolas" panose="020B0609020204030204" pitchFamily="49" charset="0"/>
            </a:endParaRPr>
          </a:p>
        </p:txBody>
      </p:sp>
      <p:sp>
        <p:nvSpPr>
          <p:cNvPr id="10" name="Rectangle 9">
            <a:extLst>
              <a:ext uri="{FF2B5EF4-FFF2-40B4-BE49-F238E27FC236}">
                <a16:creationId xmlns:a16="http://schemas.microsoft.com/office/drawing/2014/main" id="{B098ABBD-54B6-9BCD-F101-D1A016D1F7A9}"/>
              </a:ext>
            </a:extLst>
          </p:cNvPr>
          <p:cNvSpPr/>
          <p:nvPr/>
        </p:nvSpPr>
        <p:spPr>
          <a:xfrm>
            <a:off x="237506" y="5000522"/>
            <a:ext cx="3016333" cy="3325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latin typeface="Consolas" panose="020B0609020204030204" pitchFamily="49" charset="0"/>
                <a:cs typeface="Consolas" panose="020B0609020204030204" pitchFamily="49" charset="0"/>
              </a:rPr>
              <a:t>visit(Circle c) { //..}</a:t>
            </a:r>
          </a:p>
        </p:txBody>
      </p:sp>
      <p:sp>
        <p:nvSpPr>
          <p:cNvPr id="15" name="Rectangle 14">
            <a:extLst>
              <a:ext uri="{FF2B5EF4-FFF2-40B4-BE49-F238E27FC236}">
                <a16:creationId xmlns:a16="http://schemas.microsoft.com/office/drawing/2014/main" id="{135DCF6C-2469-FF73-394B-10DA8AB2BDE6}"/>
              </a:ext>
            </a:extLst>
          </p:cNvPr>
          <p:cNvSpPr/>
          <p:nvPr/>
        </p:nvSpPr>
        <p:spPr>
          <a:xfrm>
            <a:off x="225630" y="5333031"/>
            <a:ext cx="3016333" cy="3325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latin typeface="Consolas" panose="020B0609020204030204" pitchFamily="49" charset="0"/>
                <a:cs typeface="Consolas" panose="020B0609020204030204" pitchFamily="49" charset="0"/>
              </a:rPr>
              <a:t>visit(Rectangle r) { //..}</a:t>
            </a:r>
          </a:p>
        </p:txBody>
      </p:sp>
      <p:cxnSp>
        <p:nvCxnSpPr>
          <p:cNvPr id="34" name="Straight Arrow Connector 33">
            <a:extLst>
              <a:ext uri="{FF2B5EF4-FFF2-40B4-BE49-F238E27FC236}">
                <a16:creationId xmlns:a16="http://schemas.microsoft.com/office/drawing/2014/main" id="{88DC4F2B-52F8-7EFA-3D76-AC1B6E1FF37E}"/>
              </a:ext>
            </a:extLst>
          </p:cNvPr>
          <p:cNvCxnSpPr>
            <a:cxnSpLocks/>
          </p:cNvCxnSpPr>
          <p:nvPr/>
        </p:nvCxnSpPr>
        <p:spPr>
          <a:xfrm>
            <a:off x="1721921" y="3775345"/>
            <a:ext cx="11875" cy="72021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8" name="TextBox 37">
            <a:extLst>
              <a:ext uri="{FF2B5EF4-FFF2-40B4-BE49-F238E27FC236}">
                <a16:creationId xmlns:a16="http://schemas.microsoft.com/office/drawing/2014/main" id="{20E230B2-C767-7F2F-1501-F057DEF75454}"/>
              </a:ext>
            </a:extLst>
          </p:cNvPr>
          <p:cNvSpPr txBox="1"/>
          <p:nvPr/>
        </p:nvSpPr>
        <p:spPr>
          <a:xfrm>
            <a:off x="746882" y="3978381"/>
            <a:ext cx="919995" cy="369332"/>
          </a:xfrm>
          <a:prstGeom prst="rect">
            <a:avLst/>
          </a:prstGeom>
          <a:noFill/>
        </p:spPr>
        <p:txBody>
          <a:bodyPr wrap="none" rtlCol="0">
            <a:spAutoFit/>
          </a:bodyPr>
          <a:lstStyle/>
          <a:p>
            <a:r>
              <a:rPr lang="en-US" dirty="0"/>
              <a:t>extends</a:t>
            </a:r>
          </a:p>
        </p:txBody>
      </p:sp>
      <p:sp>
        <p:nvSpPr>
          <p:cNvPr id="7" name="TextBox 6">
            <a:extLst>
              <a:ext uri="{FF2B5EF4-FFF2-40B4-BE49-F238E27FC236}">
                <a16:creationId xmlns:a16="http://schemas.microsoft.com/office/drawing/2014/main" id="{81CAE373-D0CF-31EE-8F00-19CE8E59A308}"/>
              </a:ext>
            </a:extLst>
          </p:cNvPr>
          <p:cNvSpPr txBox="1"/>
          <p:nvPr/>
        </p:nvSpPr>
        <p:spPr>
          <a:xfrm>
            <a:off x="8184451" y="19227"/>
            <a:ext cx="4144490" cy="2246769"/>
          </a:xfrm>
          <a:prstGeom prst="rect">
            <a:avLst/>
          </a:prstGeom>
          <a:noFill/>
        </p:spPr>
        <p:txBody>
          <a:bodyPr wrap="square">
            <a:spAutoFit/>
          </a:bodyPr>
          <a:lstStyle/>
          <a:p>
            <a:r>
              <a:rPr lang="en-US" sz="1400" dirty="0">
                <a:latin typeface="Consolas" panose="020B0609020204030204" pitchFamily="49" charset="0"/>
                <a:cs typeface="Consolas" panose="020B0609020204030204" pitchFamily="49" charset="0"/>
              </a:rPr>
              <a:t>main() {</a:t>
            </a:r>
            <a:br>
              <a:rPr lang="en-US" sz="1400" dirty="0">
                <a:latin typeface="Consolas" panose="020B0609020204030204" pitchFamily="49" charset="0"/>
                <a:cs typeface="Consolas" panose="020B0609020204030204" pitchFamily="49" charset="0"/>
              </a:rPr>
            </a:br>
            <a:r>
              <a:rPr lang="en-US" sz="1400" dirty="0">
                <a:latin typeface="Consolas" panose="020B0609020204030204" pitchFamily="49" charset="0"/>
                <a:cs typeface="Consolas" panose="020B0609020204030204" pitchFamily="49" charset="0"/>
              </a:rPr>
              <a:t>  Rectangle r = new …; </a:t>
            </a:r>
          </a:p>
          <a:p>
            <a:r>
              <a:rPr lang="en-US" sz="1400" dirty="0">
                <a:latin typeface="Consolas" panose="020B0609020204030204" pitchFamily="49" charset="0"/>
                <a:cs typeface="Consolas" panose="020B0609020204030204" pitchFamily="49" charset="0"/>
              </a:rPr>
              <a:t>  Circle c = new …;</a:t>
            </a:r>
          </a:p>
          <a:p>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CompoundShape</a:t>
            </a:r>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cShape</a:t>
            </a:r>
            <a:r>
              <a:rPr lang="en-US" sz="1400" dirty="0">
                <a:latin typeface="Consolas" panose="020B0609020204030204" pitchFamily="49" charset="0"/>
                <a:cs typeface="Consolas" panose="020B0609020204030204" pitchFamily="49" charset="0"/>
              </a:rPr>
              <a:t> = new ...;</a:t>
            </a:r>
          </a:p>
          <a:p>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cShape.setShapeList</a:t>
            </a:r>
            <a:r>
              <a:rPr lang="en-US" sz="1400" dirty="0">
                <a:latin typeface="Consolas" panose="020B0609020204030204" pitchFamily="49" charset="0"/>
                <a:cs typeface="Consolas" panose="020B0609020204030204" pitchFamily="49" charset="0"/>
              </a:rPr>
              <a:t>(new </a:t>
            </a:r>
            <a:r>
              <a:rPr lang="en-US" sz="1400" dirty="0" err="1">
                <a:latin typeface="Consolas" panose="020B0609020204030204" pitchFamily="49" charset="0"/>
                <a:cs typeface="Consolas" panose="020B0609020204030204" pitchFamily="49" charset="0"/>
              </a:rPr>
              <a:t>ArrayList</a:t>
            </a:r>
            <a:r>
              <a:rPr lang="en-US" sz="1400" dirty="0">
                <a:latin typeface="Consolas" panose="020B0609020204030204" pitchFamily="49" charset="0"/>
                <a:cs typeface="Consolas" panose="020B0609020204030204" pitchFamily="49" charset="0"/>
              </a:rPr>
              <a:t>(r, c));</a:t>
            </a:r>
          </a:p>
          <a:p>
            <a:r>
              <a:rPr lang="en-US" sz="1400" dirty="0">
                <a:latin typeface="Consolas" panose="020B0609020204030204" pitchFamily="49" charset="0"/>
                <a:cs typeface="Consolas" panose="020B0609020204030204" pitchFamily="49" charset="0"/>
              </a:rPr>
              <a:t>  Visitor </a:t>
            </a:r>
            <a:r>
              <a:rPr lang="en-US" sz="1400" dirty="0" err="1">
                <a:latin typeface="Consolas" panose="020B0609020204030204" pitchFamily="49" charset="0"/>
                <a:cs typeface="Consolas" panose="020B0609020204030204" pitchFamily="49" charset="0"/>
              </a:rPr>
              <a:t>transVisitor</a:t>
            </a:r>
            <a:r>
              <a:rPr lang="en-US" sz="1400" dirty="0">
                <a:latin typeface="Consolas" panose="020B0609020204030204" pitchFamily="49" charset="0"/>
                <a:cs typeface="Consolas" panose="020B0609020204030204" pitchFamily="49" charset="0"/>
              </a:rPr>
              <a:t> = new </a:t>
            </a:r>
            <a:r>
              <a:rPr lang="en-US" sz="1400" dirty="0" err="1">
                <a:latin typeface="Consolas" panose="020B0609020204030204" pitchFamily="49" charset="0"/>
                <a:cs typeface="Consolas" panose="020B0609020204030204" pitchFamily="49" charset="0"/>
              </a:rPr>
              <a:t>TranslationVisitor</a:t>
            </a:r>
            <a:r>
              <a:rPr lang="en-US" sz="1400" dirty="0">
                <a:latin typeface="Consolas" panose="020B0609020204030204" pitchFamily="49" charset="0"/>
                <a:cs typeface="Consolas" panose="020B0609020204030204" pitchFamily="49" charset="0"/>
              </a:rPr>
              <a:t>();</a:t>
            </a:r>
          </a:p>
          <a:p>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cShape.accept</a:t>
            </a:r>
            <a:r>
              <a:rPr lang="en-US" sz="1400" dirty="0">
                <a:latin typeface="Consolas" panose="020B0609020204030204" pitchFamily="49" charset="0"/>
                <a:cs typeface="Consolas" panose="020B0609020204030204" pitchFamily="49" charset="0"/>
              </a:rPr>
              <a:t>(</a:t>
            </a:r>
            <a:r>
              <a:rPr lang="en-US" sz="1400" dirty="0" err="1">
                <a:latin typeface="Consolas" panose="020B0609020204030204" pitchFamily="49" charset="0"/>
                <a:cs typeface="Consolas" panose="020B0609020204030204" pitchFamily="49" charset="0"/>
              </a:rPr>
              <a:t>transVisitor</a:t>
            </a:r>
            <a:r>
              <a:rPr lang="en-US" sz="1400" dirty="0">
                <a:latin typeface="Consolas" panose="020B0609020204030204" pitchFamily="49" charset="0"/>
                <a:cs typeface="Consolas" panose="020B0609020204030204" pitchFamily="49" charset="0"/>
              </a:rPr>
              <a:t>);</a:t>
            </a:r>
            <a:br>
              <a:rPr lang="en-US" sz="1400" dirty="0">
                <a:latin typeface="Consolas" panose="020B0609020204030204" pitchFamily="49" charset="0"/>
                <a:cs typeface="Consolas" panose="020B0609020204030204" pitchFamily="49" charset="0"/>
              </a:rPr>
            </a:br>
            <a:r>
              <a:rPr lang="en-US" sz="1400" dirty="0">
                <a:latin typeface="Consolas" panose="020B0609020204030204" pitchFamily="49" charset="0"/>
                <a:cs typeface="Consolas" panose="020B0609020204030204" pitchFamily="49" charset="0"/>
              </a:rPr>
              <a:t>}</a:t>
            </a:r>
          </a:p>
        </p:txBody>
      </p:sp>
    </p:spTree>
    <p:extLst>
      <p:ext uri="{BB962C8B-B14F-4D97-AF65-F5344CB8AC3E}">
        <p14:creationId xmlns:p14="http://schemas.microsoft.com/office/powerpoint/2010/main" val="2697213394"/>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E71572-40B6-A3E7-2B1B-229A9AD2631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D196307-9A7C-049F-C9A2-43B7B7A69623}"/>
              </a:ext>
            </a:extLst>
          </p:cNvPr>
          <p:cNvSpPr>
            <a:spLocks noGrp="1"/>
          </p:cNvSpPr>
          <p:nvPr>
            <p:ph type="title"/>
          </p:nvPr>
        </p:nvSpPr>
        <p:spPr/>
        <p:txBody>
          <a:bodyPr/>
          <a:lstStyle/>
          <a:p>
            <a:r>
              <a:rPr lang="en-US" dirty="0"/>
              <a:t>Example</a:t>
            </a:r>
          </a:p>
        </p:txBody>
      </p:sp>
      <p:grpSp>
        <p:nvGrpSpPr>
          <p:cNvPr id="4" name="Group 3">
            <a:extLst>
              <a:ext uri="{FF2B5EF4-FFF2-40B4-BE49-F238E27FC236}">
                <a16:creationId xmlns:a16="http://schemas.microsoft.com/office/drawing/2014/main" id="{FDC047D8-A001-E76A-071D-9351A02E2D15}"/>
              </a:ext>
            </a:extLst>
          </p:cNvPr>
          <p:cNvGrpSpPr/>
          <p:nvPr/>
        </p:nvGrpSpPr>
        <p:grpSpPr>
          <a:xfrm>
            <a:off x="213754" y="829255"/>
            <a:ext cx="3016334" cy="2946090"/>
            <a:chOff x="902523" y="1710047"/>
            <a:chExt cx="3016334" cy="2946090"/>
          </a:xfrm>
        </p:grpSpPr>
        <p:sp>
          <p:nvSpPr>
            <p:cNvPr id="9" name="Rectangle 8">
              <a:extLst>
                <a:ext uri="{FF2B5EF4-FFF2-40B4-BE49-F238E27FC236}">
                  <a16:creationId xmlns:a16="http://schemas.microsoft.com/office/drawing/2014/main" id="{D6E3CA65-B53C-64E4-B473-8F4264BE9F1C}"/>
                </a:ext>
              </a:extLst>
            </p:cNvPr>
            <p:cNvSpPr/>
            <p:nvPr/>
          </p:nvSpPr>
          <p:spPr>
            <a:xfrm>
              <a:off x="902525" y="1710047"/>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abstract class Visitor</a:t>
              </a:r>
            </a:p>
          </p:txBody>
        </p:sp>
        <p:sp>
          <p:nvSpPr>
            <p:cNvPr id="12" name="Rectangle 11">
              <a:extLst>
                <a:ext uri="{FF2B5EF4-FFF2-40B4-BE49-F238E27FC236}">
                  <a16:creationId xmlns:a16="http://schemas.microsoft.com/office/drawing/2014/main" id="{08871E62-43A5-2F07-23FB-66EB5205ED1C}"/>
                </a:ext>
              </a:extLst>
            </p:cNvPr>
            <p:cNvSpPr/>
            <p:nvPr/>
          </p:nvSpPr>
          <p:spPr>
            <a:xfrm>
              <a:off x="902524" y="2208810"/>
              <a:ext cx="3016333" cy="3325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visit(Circle c); </a:t>
              </a:r>
            </a:p>
          </p:txBody>
        </p:sp>
        <p:sp>
          <p:nvSpPr>
            <p:cNvPr id="13" name="Rectangle 12">
              <a:extLst>
                <a:ext uri="{FF2B5EF4-FFF2-40B4-BE49-F238E27FC236}">
                  <a16:creationId xmlns:a16="http://schemas.microsoft.com/office/drawing/2014/main" id="{F76888CE-8955-D1FE-5CB5-F7CD7C8D770A}"/>
                </a:ext>
              </a:extLst>
            </p:cNvPr>
            <p:cNvSpPr/>
            <p:nvPr/>
          </p:nvSpPr>
          <p:spPr>
            <a:xfrm>
              <a:off x="902524" y="2541319"/>
              <a:ext cx="3016333" cy="3325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visit(Rectangle r); </a:t>
              </a:r>
            </a:p>
          </p:txBody>
        </p:sp>
        <p:sp>
          <p:nvSpPr>
            <p:cNvPr id="14" name="Rectangle 13">
              <a:extLst>
                <a:ext uri="{FF2B5EF4-FFF2-40B4-BE49-F238E27FC236}">
                  <a16:creationId xmlns:a16="http://schemas.microsoft.com/office/drawing/2014/main" id="{258116B1-7F40-BE09-B5EB-50E324BEE29C}"/>
                </a:ext>
              </a:extLst>
            </p:cNvPr>
            <p:cNvSpPr/>
            <p:nvPr/>
          </p:nvSpPr>
          <p:spPr>
            <a:xfrm>
              <a:off x="902523" y="2873829"/>
              <a:ext cx="3016333" cy="178230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visit(Compound c)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for (Shape s:   </a:t>
              </a:r>
            </a:p>
            <a:p>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latin typeface="Consolas" panose="020B0609020204030204" pitchFamily="49" charset="0"/>
                  <a:cs typeface="Consolas" panose="020B0609020204030204" pitchFamily="49" charset="0"/>
                </a:rPr>
                <a:t>c.getShapeList</a:t>
              </a:r>
              <a:r>
                <a:rPr lang="en-US" dirty="0">
                  <a:solidFill>
                    <a:schemeClr val="tx1"/>
                  </a:solidFill>
                  <a:latin typeface="Consolas" panose="020B0609020204030204" pitchFamily="49" charset="0"/>
                  <a:cs typeface="Consolas" panose="020B0609020204030204" pitchFamily="49" charset="0"/>
                </a:rPr>
                <a:t>()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highlight>
                    <a:srgbClr val="FFFF00"/>
                  </a:highlight>
                  <a:latin typeface="Consolas" panose="020B0609020204030204" pitchFamily="49" charset="0"/>
                  <a:cs typeface="Consolas" panose="020B0609020204030204" pitchFamily="49" charset="0"/>
                </a:rPr>
                <a:t>s.accept</a:t>
              </a:r>
              <a:r>
                <a:rPr lang="en-US" dirty="0">
                  <a:solidFill>
                    <a:schemeClr val="tx1"/>
                  </a:solidFill>
                  <a:highlight>
                    <a:srgbClr val="FFFF00"/>
                  </a:highlight>
                  <a:latin typeface="Consolas" panose="020B0609020204030204" pitchFamily="49" charset="0"/>
                  <a:cs typeface="Consolas" panose="020B0609020204030204" pitchFamily="49" charset="0"/>
                </a:rPr>
                <a:t>(this);</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p>
          </p:txBody>
        </p:sp>
      </p:grpSp>
      <p:grpSp>
        <p:nvGrpSpPr>
          <p:cNvPr id="17" name="Group 16">
            <a:extLst>
              <a:ext uri="{FF2B5EF4-FFF2-40B4-BE49-F238E27FC236}">
                <a16:creationId xmlns:a16="http://schemas.microsoft.com/office/drawing/2014/main" id="{25E0EFEE-D038-1E9C-2C3B-6E285D354B82}"/>
              </a:ext>
            </a:extLst>
          </p:cNvPr>
          <p:cNvGrpSpPr/>
          <p:nvPr/>
        </p:nvGrpSpPr>
        <p:grpSpPr>
          <a:xfrm>
            <a:off x="3455718" y="2593035"/>
            <a:ext cx="2640282" cy="1391431"/>
            <a:chOff x="5650674" y="829255"/>
            <a:chExt cx="3016333" cy="1391431"/>
          </a:xfrm>
        </p:grpSpPr>
        <p:sp>
          <p:nvSpPr>
            <p:cNvPr id="18" name="Rectangle 17">
              <a:extLst>
                <a:ext uri="{FF2B5EF4-FFF2-40B4-BE49-F238E27FC236}">
                  <a16:creationId xmlns:a16="http://schemas.microsoft.com/office/drawing/2014/main" id="{9696A781-6305-CAC0-0191-516195F4529C}"/>
                </a:ext>
              </a:extLst>
            </p:cNvPr>
            <p:cNvSpPr/>
            <p:nvPr/>
          </p:nvSpPr>
          <p:spPr>
            <a:xfrm>
              <a:off x="5650675" y="829255"/>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class Circle</a:t>
              </a:r>
            </a:p>
          </p:txBody>
        </p:sp>
        <p:sp>
          <p:nvSpPr>
            <p:cNvPr id="19" name="Rectangle 18">
              <a:extLst>
                <a:ext uri="{FF2B5EF4-FFF2-40B4-BE49-F238E27FC236}">
                  <a16:creationId xmlns:a16="http://schemas.microsoft.com/office/drawing/2014/main" id="{8AC61611-26A5-90BB-7A2D-CE2A5242BFB9}"/>
                </a:ext>
              </a:extLst>
            </p:cNvPr>
            <p:cNvSpPr/>
            <p:nvPr/>
          </p:nvSpPr>
          <p:spPr>
            <a:xfrm>
              <a:off x="5650674" y="1328018"/>
              <a:ext cx="3016333" cy="8926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accept(Visitor v)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latin typeface="Consolas" panose="020B0609020204030204" pitchFamily="49" charset="0"/>
                  <a:cs typeface="Consolas" panose="020B0609020204030204" pitchFamily="49" charset="0"/>
                </a:rPr>
                <a:t>v.visit</a:t>
              </a:r>
              <a:r>
                <a:rPr lang="en-US" dirty="0">
                  <a:solidFill>
                    <a:schemeClr val="tx1"/>
                  </a:solidFill>
                  <a:latin typeface="Consolas" panose="020B0609020204030204" pitchFamily="49" charset="0"/>
                  <a:cs typeface="Consolas" panose="020B0609020204030204" pitchFamily="49" charset="0"/>
                </a:rPr>
                <a:t>(this);</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p>
          </p:txBody>
        </p:sp>
      </p:grpSp>
      <p:grpSp>
        <p:nvGrpSpPr>
          <p:cNvPr id="21" name="Group 20">
            <a:extLst>
              <a:ext uri="{FF2B5EF4-FFF2-40B4-BE49-F238E27FC236}">
                <a16:creationId xmlns:a16="http://schemas.microsoft.com/office/drawing/2014/main" id="{9ADBD17C-35DB-90B0-761E-F6F9D40B1BA1}"/>
              </a:ext>
            </a:extLst>
          </p:cNvPr>
          <p:cNvGrpSpPr/>
          <p:nvPr/>
        </p:nvGrpSpPr>
        <p:grpSpPr>
          <a:xfrm>
            <a:off x="6350945" y="2593035"/>
            <a:ext cx="2640281" cy="1391431"/>
            <a:chOff x="5650674" y="829255"/>
            <a:chExt cx="3016333" cy="1391431"/>
          </a:xfrm>
        </p:grpSpPr>
        <p:sp>
          <p:nvSpPr>
            <p:cNvPr id="22" name="Rectangle 21">
              <a:extLst>
                <a:ext uri="{FF2B5EF4-FFF2-40B4-BE49-F238E27FC236}">
                  <a16:creationId xmlns:a16="http://schemas.microsoft.com/office/drawing/2014/main" id="{127B8BE9-A5AC-ECB3-388D-9457F575FEE8}"/>
                </a:ext>
              </a:extLst>
            </p:cNvPr>
            <p:cNvSpPr/>
            <p:nvPr/>
          </p:nvSpPr>
          <p:spPr>
            <a:xfrm>
              <a:off x="5650675" y="829255"/>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class Rectangle</a:t>
              </a:r>
            </a:p>
          </p:txBody>
        </p:sp>
        <p:sp>
          <p:nvSpPr>
            <p:cNvPr id="23" name="Rectangle 22">
              <a:extLst>
                <a:ext uri="{FF2B5EF4-FFF2-40B4-BE49-F238E27FC236}">
                  <a16:creationId xmlns:a16="http://schemas.microsoft.com/office/drawing/2014/main" id="{09B3C626-FA12-26DB-48C2-448CF7C48771}"/>
                </a:ext>
              </a:extLst>
            </p:cNvPr>
            <p:cNvSpPr/>
            <p:nvPr/>
          </p:nvSpPr>
          <p:spPr>
            <a:xfrm>
              <a:off x="5650674" y="1328018"/>
              <a:ext cx="3016333" cy="8926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highlight>
                    <a:srgbClr val="FFFF00"/>
                  </a:highlight>
                  <a:latin typeface="Consolas" panose="020B0609020204030204" pitchFamily="49" charset="0"/>
                  <a:cs typeface="Consolas" panose="020B0609020204030204" pitchFamily="49" charset="0"/>
                </a:rPr>
                <a:t>accept(Visitor v) {</a:t>
              </a:r>
              <a:br>
                <a:rPr lang="en-US" dirty="0">
                  <a:solidFill>
                    <a:schemeClr val="tx1"/>
                  </a:solidFill>
                  <a:highlight>
                    <a:srgbClr val="FFFF00"/>
                  </a:highlight>
                  <a:latin typeface="Consolas" panose="020B0609020204030204" pitchFamily="49" charset="0"/>
                  <a:cs typeface="Consolas" panose="020B0609020204030204" pitchFamily="49" charset="0"/>
                </a:rPr>
              </a:br>
              <a:r>
                <a:rPr lang="en-US" dirty="0">
                  <a:solidFill>
                    <a:schemeClr val="tx1"/>
                  </a:solidFill>
                  <a:highlight>
                    <a:srgbClr val="FFFF00"/>
                  </a:highlight>
                  <a:latin typeface="Consolas" panose="020B0609020204030204" pitchFamily="49" charset="0"/>
                  <a:cs typeface="Consolas" panose="020B0609020204030204" pitchFamily="49" charset="0"/>
                </a:rPr>
                <a:t>  </a:t>
              </a:r>
              <a:r>
                <a:rPr lang="en-US" dirty="0" err="1">
                  <a:solidFill>
                    <a:schemeClr val="tx1"/>
                  </a:solidFill>
                  <a:highlight>
                    <a:srgbClr val="FFFF00"/>
                  </a:highlight>
                  <a:latin typeface="Consolas" panose="020B0609020204030204" pitchFamily="49" charset="0"/>
                  <a:cs typeface="Consolas" panose="020B0609020204030204" pitchFamily="49" charset="0"/>
                </a:rPr>
                <a:t>v.visit</a:t>
              </a:r>
              <a:r>
                <a:rPr lang="en-US" dirty="0">
                  <a:solidFill>
                    <a:schemeClr val="tx1"/>
                  </a:solidFill>
                  <a:highlight>
                    <a:srgbClr val="FFFF00"/>
                  </a:highlight>
                  <a:latin typeface="Consolas" panose="020B0609020204030204" pitchFamily="49" charset="0"/>
                  <a:cs typeface="Consolas" panose="020B0609020204030204" pitchFamily="49" charset="0"/>
                </a:rPr>
                <a:t>(this);</a:t>
              </a:r>
              <a:br>
                <a:rPr lang="en-US" dirty="0">
                  <a:solidFill>
                    <a:schemeClr val="tx1"/>
                  </a:solidFill>
                  <a:highlight>
                    <a:srgbClr val="FFFF00"/>
                  </a:highlight>
                  <a:latin typeface="Consolas" panose="020B0609020204030204" pitchFamily="49" charset="0"/>
                  <a:cs typeface="Consolas" panose="020B0609020204030204" pitchFamily="49" charset="0"/>
                </a:rPr>
              </a:br>
              <a:r>
                <a:rPr lang="en-US" dirty="0">
                  <a:solidFill>
                    <a:schemeClr val="tx1"/>
                  </a:solidFill>
                  <a:highlight>
                    <a:srgbClr val="FFFF00"/>
                  </a:highlight>
                  <a:latin typeface="Consolas" panose="020B0609020204030204" pitchFamily="49" charset="0"/>
                  <a:cs typeface="Consolas" panose="020B0609020204030204" pitchFamily="49" charset="0"/>
                </a:rPr>
                <a:t>}</a:t>
              </a:r>
              <a:r>
                <a:rPr lang="en-US" dirty="0">
                  <a:solidFill>
                    <a:schemeClr val="tx1"/>
                  </a:solidFill>
                  <a:latin typeface="Consolas" panose="020B0609020204030204" pitchFamily="49" charset="0"/>
                  <a:cs typeface="Consolas" panose="020B0609020204030204" pitchFamily="49" charset="0"/>
                </a:rPr>
                <a:t> </a:t>
              </a:r>
            </a:p>
          </p:txBody>
        </p:sp>
      </p:grpSp>
      <p:grpSp>
        <p:nvGrpSpPr>
          <p:cNvPr id="24" name="Group 23">
            <a:extLst>
              <a:ext uri="{FF2B5EF4-FFF2-40B4-BE49-F238E27FC236}">
                <a16:creationId xmlns:a16="http://schemas.microsoft.com/office/drawing/2014/main" id="{464FEB03-7F8A-8AA1-849C-7AC917034D75}"/>
              </a:ext>
            </a:extLst>
          </p:cNvPr>
          <p:cNvGrpSpPr/>
          <p:nvPr/>
        </p:nvGrpSpPr>
        <p:grpSpPr>
          <a:xfrm>
            <a:off x="9337965" y="2593035"/>
            <a:ext cx="2640281" cy="1391431"/>
            <a:chOff x="5650674" y="829255"/>
            <a:chExt cx="3016333" cy="1391431"/>
          </a:xfrm>
        </p:grpSpPr>
        <p:sp>
          <p:nvSpPr>
            <p:cNvPr id="25" name="Rectangle 24">
              <a:extLst>
                <a:ext uri="{FF2B5EF4-FFF2-40B4-BE49-F238E27FC236}">
                  <a16:creationId xmlns:a16="http://schemas.microsoft.com/office/drawing/2014/main" id="{F5B9781A-2475-9ED3-E614-4297E95C9FC8}"/>
                </a:ext>
              </a:extLst>
            </p:cNvPr>
            <p:cNvSpPr/>
            <p:nvPr/>
          </p:nvSpPr>
          <p:spPr>
            <a:xfrm>
              <a:off x="5650675" y="829255"/>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class </a:t>
              </a:r>
              <a:r>
                <a:rPr lang="en-US" dirty="0" err="1">
                  <a:latin typeface="Consolas" panose="020B0609020204030204" pitchFamily="49" charset="0"/>
                  <a:cs typeface="Consolas" panose="020B0609020204030204" pitchFamily="49" charset="0"/>
                </a:rPr>
                <a:t>CompoundShape</a:t>
              </a:r>
              <a:endParaRPr lang="en-US" dirty="0">
                <a:latin typeface="Consolas" panose="020B0609020204030204" pitchFamily="49" charset="0"/>
                <a:cs typeface="Consolas" panose="020B0609020204030204" pitchFamily="49" charset="0"/>
              </a:endParaRPr>
            </a:p>
          </p:txBody>
        </p:sp>
        <p:sp>
          <p:nvSpPr>
            <p:cNvPr id="26" name="Rectangle 25">
              <a:extLst>
                <a:ext uri="{FF2B5EF4-FFF2-40B4-BE49-F238E27FC236}">
                  <a16:creationId xmlns:a16="http://schemas.microsoft.com/office/drawing/2014/main" id="{1270575D-F06F-A668-6FFA-8D4F3F7BD63F}"/>
                </a:ext>
              </a:extLst>
            </p:cNvPr>
            <p:cNvSpPr/>
            <p:nvPr/>
          </p:nvSpPr>
          <p:spPr>
            <a:xfrm>
              <a:off x="5650674" y="1328018"/>
              <a:ext cx="3016333" cy="8926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accept(Visitor v)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latin typeface="Consolas" panose="020B0609020204030204" pitchFamily="49" charset="0"/>
                  <a:cs typeface="Consolas" panose="020B0609020204030204" pitchFamily="49" charset="0"/>
                </a:rPr>
                <a:t>v.visit</a:t>
              </a:r>
              <a:r>
                <a:rPr lang="en-US" dirty="0">
                  <a:solidFill>
                    <a:schemeClr val="tx1"/>
                  </a:solidFill>
                  <a:latin typeface="Consolas" panose="020B0609020204030204" pitchFamily="49" charset="0"/>
                  <a:cs typeface="Consolas" panose="020B0609020204030204" pitchFamily="49" charset="0"/>
                </a:rPr>
                <a:t>(this);</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p>
          </p:txBody>
        </p:sp>
      </p:grpSp>
      <p:cxnSp>
        <p:nvCxnSpPr>
          <p:cNvPr id="28" name="Straight Arrow Connector 27">
            <a:extLst>
              <a:ext uri="{FF2B5EF4-FFF2-40B4-BE49-F238E27FC236}">
                <a16:creationId xmlns:a16="http://schemas.microsoft.com/office/drawing/2014/main" id="{3D8057D7-3F1E-7EC5-B749-9310C827A39B}"/>
              </a:ext>
            </a:extLst>
          </p:cNvPr>
          <p:cNvCxnSpPr>
            <a:cxnSpLocks/>
            <a:endCxn id="18" idx="0"/>
          </p:cNvCxnSpPr>
          <p:nvPr/>
        </p:nvCxnSpPr>
        <p:spPr>
          <a:xfrm flipH="1">
            <a:off x="4775860" y="2209401"/>
            <a:ext cx="1737756" cy="3836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 name="Straight Arrow Connector 28">
            <a:extLst>
              <a:ext uri="{FF2B5EF4-FFF2-40B4-BE49-F238E27FC236}">
                <a16:creationId xmlns:a16="http://schemas.microsoft.com/office/drawing/2014/main" id="{5358F8A3-17BD-9B0F-6ABE-E3D08357E900}"/>
              </a:ext>
            </a:extLst>
          </p:cNvPr>
          <p:cNvCxnSpPr>
            <a:cxnSpLocks/>
            <a:endCxn id="22" idx="0"/>
          </p:cNvCxnSpPr>
          <p:nvPr/>
        </p:nvCxnSpPr>
        <p:spPr>
          <a:xfrm>
            <a:off x="6513616" y="2209401"/>
            <a:ext cx="1157470" cy="3836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2" name="Straight Arrow Connector 31">
            <a:extLst>
              <a:ext uri="{FF2B5EF4-FFF2-40B4-BE49-F238E27FC236}">
                <a16:creationId xmlns:a16="http://schemas.microsoft.com/office/drawing/2014/main" id="{EC276CCD-A2E1-DAC8-FD41-796AC44D9511}"/>
              </a:ext>
            </a:extLst>
          </p:cNvPr>
          <p:cNvCxnSpPr>
            <a:cxnSpLocks/>
            <a:endCxn id="25" idx="0"/>
          </p:cNvCxnSpPr>
          <p:nvPr/>
        </p:nvCxnSpPr>
        <p:spPr>
          <a:xfrm>
            <a:off x="6513616" y="2209401"/>
            <a:ext cx="4144490" cy="3836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5" name="TextBox 34">
            <a:extLst>
              <a:ext uri="{FF2B5EF4-FFF2-40B4-BE49-F238E27FC236}">
                <a16:creationId xmlns:a16="http://schemas.microsoft.com/office/drawing/2014/main" id="{0A581B47-8829-8623-CE2E-473636688945}"/>
              </a:ext>
            </a:extLst>
          </p:cNvPr>
          <p:cNvSpPr txBox="1"/>
          <p:nvPr/>
        </p:nvSpPr>
        <p:spPr>
          <a:xfrm>
            <a:off x="4386738" y="2209401"/>
            <a:ext cx="919995" cy="369332"/>
          </a:xfrm>
          <a:prstGeom prst="rect">
            <a:avLst/>
          </a:prstGeom>
          <a:noFill/>
        </p:spPr>
        <p:txBody>
          <a:bodyPr wrap="none" rtlCol="0">
            <a:spAutoFit/>
          </a:bodyPr>
          <a:lstStyle/>
          <a:p>
            <a:r>
              <a:rPr lang="en-US" dirty="0"/>
              <a:t>extends</a:t>
            </a:r>
          </a:p>
        </p:txBody>
      </p:sp>
      <p:sp>
        <p:nvSpPr>
          <p:cNvPr id="36" name="TextBox 35">
            <a:extLst>
              <a:ext uri="{FF2B5EF4-FFF2-40B4-BE49-F238E27FC236}">
                <a16:creationId xmlns:a16="http://schemas.microsoft.com/office/drawing/2014/main" id="{E0C28492-F3B2-55CB-59F8-629A57CDA4C0}"/>
              </a:ext>
            </a:extLst>
          </p:cNvPr>
          <p:cNvSpPr txBox="1"/>
          <p:nvPr/>
        </p:nvSpPr>
        <p:spPr>
          <a:xfrm>
            <a:off x="5926385" y="2245132"/>
            <a:ext cx="919995" cy="369332"/>
          </a:xfrm>
          <a:prstGeom prst="rect">
            <a:avLst/>
          </a:prstGeom>
          <a:noFill/>
        </p:spPr>
        <p:txBody>
          <a:bodyPr wrap="none" rtlCol="0">
            <a:spAutoFit/>
          </a:bodyPr>
          <a:lstStyle/>
          <a:p>
            <a:r>
              <a:rPr lang="en-US" dirty="0"/>
              <a:t>extends</a:t>
            </a:r>
          </a:p>
        </p:txBody>
      </p:sp>
      <p:sp>
        <p:nvSpPr>
          <p:cNvPr id="37" name="TextBox 36">
            <a:extLst>
              <a:ext uri="{FF2B5EF4-FFF2-40B4-BE49-F238E27FC236}">
                <a16:creationId xmlns:a16="http://schemas.microsoft.com/office/drawing/2014/main" id="{35775EF5-CC49-AE1B-E638-D5137A2488CF}"/>
              </a:ext>
            </a:extLst>
          </p:cNvPr>
          <p:cNvSpPr txBox="1"/>
          <p:nvPr/>
        </p:nvSpPr>
        <p:spPr>
          <a:xfrm>
            <a:off x="8857048" y="2102011"/>
            <a:ext cx="919995" cy="369332"/>
          </a:xfrm>
          <a:prstGeom prst="rect">
            <a:avLst/>
          </a:prstGeom>
          <a:noFill/>
        </p:spPr>
        <p:txBody>
          <a:bodyPr wrap="none" rtlCol="0">
            <a:spAutoFit/>
          </a:bodyPr>
          <a:lstStyle/>
          <a:p>
            <a:r>
              <a:rPr lang="en-US" dirty="0"/>
              <a:t>extends</a:t>
            </a:r>
          </a:p>
        </p:txBody>
      </p:sp>
      <p:grpSp>
        <p:nvGrpSpPr>
          <p:cNvPr id="48" name="Group 47">
            <a:extLst>
              <a:ext uri="{FF2B5EF4-FFF2-40B4-BE49-F238E27FC236}">
                <a16:creationId xmlns:a16="http://schemas.microsoft.com/office/drawing/2014/main" id="{67584F34-9540-BDFA-DDC9-DDCA73F6A57A}"/>
              </a:ext>
            </a:extLst>
          </p:cNvPr>
          <p:cNvGrpSpPr/>
          <p:nvPr/>
        </p:nvGrpSpPr>
        <p:grpSpPr>
          <a:xfrm>
            <a:off x="5005449" y="1281002"/>
            <a:ext cx="3016333" cy="928399"/>
            <a:chOff x="5650674" y="1292287"/>
            <a:chExt cx="3016333" cy="928399"/>
          </a:xfrm>
        </p:grpSpPr>
        <p:sp>
          <p:nvSpPr>
            <p:cNvPr id="49" name="Rectangle 48">
              <a:extLst>
                <a:ext uri="{FF2B5EF4-FFF2-40B4-BE49-F238E27FC236}">
                  <a16:creationId xmlns:a16="http://schemas.microsoft.com/office/drawing/2014/main" id="{7BC9F84C-8D26-CF04-A375-04C6A56A9DCE}"/>
                </a:ext>
              </a:extLst>
            </p:cNvPr>
            <p:cNvSpPr/>
            <p:nvPr/>
          </p:nvSpPr>
          <p:spPr>
            <a:xfrm>
              <a:off x="5650674" y="1292287"/>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abstract class Shape</a:t>
              </a:r>
            </a:p>
          </p:txBody>
        </p:sp>
        <p:sp>
          <p:nvSpPr>
            <p:cNvPr id="50" name="Rectangle 49">
              <a:extLst>
                <a:ext uri="{FF2B5EF4-FFF2-40B4-BE49-F238E27FC236}">
                  <a16:creationId xmlns:a16="http://schemas.microsoft.com/office/drawing/2014/main" id="{70D15F23-BFFF-58F3-CDB3-BC9BABC1C2D1}"/>
                </a:ext>
              </a:extLst>
            </p:cNvPr>
            <p:cNvSpPr/>
            <p:nvPr/>
          </p:nvSpPr>
          <p:spPr>
            <a:xfrm>
              <a:off x="5650674" y="1805352"/>
              <a:ext cx="3016333" cy="4153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accept(Visitor v);</a:t>
              </a:r>
            </a:p>
          </p:txBody>
        </p:sp>
      </p:grpSp>
      <p:sp>
        <p:nvSpPr>
          <p:cNvPr id="2" name="Rectangle 1">
            <a:extLst>
              <a:ext uri="{FF2B5EF4-FFF2-40B4-BE49-F238E27FC236}">
                <a16:creationId xmlns:a16="http://schemas.microsoft.com/office/drawing/2014/main" id="{3615FF33-C791-6C92-8443-CC5B5F3C9541}"/>
              </a:ext>
            </a:extLst>
          </p:cNvPr>
          <p:cNvSpPr/>
          <p:nvPr/>
        </p:nvSpPr>
        <p:spPr>
          <a:xfrm>
            <a:off x="629392" y="2861953"/>
            <a:ext cx="2232561" cy="38001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E5679F0C-FC42-EEC7-C06D-4641F8E929FF}"/>
              </a:ext>
            </a:extLst>
          </p:cNvPr>
          <p:cNvSpPr/>
          <p:nvPr/>
        </p:nvSpPr>
        <p:spPr>
          <a:xfrm>
            <a:off x="3485032" y="3095421"/>
            <a:ext cx="2232561" cy="38001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B90A5F01-42B0-AD84-2614-57019DBEAECE}"/>
              </a:ext>
            </a:extLst>
          </p:cNvPr>
          <p:cNvSpPr/>
          <p:nvPr/>
        </p:nvSpPr>
        <p:spPr>
          <a:xfrm>
            <a:off x="6399436" y="3093130"/>
            <a:ext cx="2232561" cy="38001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8B78ACE4-5FEE-A07C-9621-762BA1FF0668}"/>
              </a:ext>
            </a:extLst>
          </p:cNvPr>
          <p:cNvSpPr/>
          <p:nvPr/>
        </p:nvSpPr>
        <p:spPr>
          <a:xfrm>
            <a:off x="9367278" y="3099491"/>
            <a:ext cx="2232561" cy="38001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7784BD61-6C77-AA4A-A1F1-3C873E91D947}"/>
              </a:ext>
            </a:extLst>
          </p:cNvPr>
          <p:cNvSpPr/>
          <p:nvPr/>
        </p:nvSpPr>
        <p:spPr>
          <a:xfrm>
            <a:off x="237506" y="4508313"/>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class </a:t>
            </a:r>
            <a:r>
              <a:rPr lang="en-US" dirty="0" err="1">
                <a:latin typeface="Consolas" panose="020B0609020204030204" pitchFamily="49" charset="0"/>
                <a:cs typeface="Consolas" panose="020B0609020204030204" pitchFamily="49" charset="0"/>
              </a:rPr>
              <a:t>TranslationVisitor</a:t>
            </a:r>
            <a:endParaRPr lang="en-US" dirty="0">
              <a:latin typeface="Consolas" panose="020B0609020204030204" pitchFamily="49" charset="0"/>
              <a:cs typeface="Consolas" panose="020B0609020204030204" pitchFamily="49" charset="0"/>
            </a:endParaRPr>
          </a:p>
        </p:txBody>
      </p:sp>
      <p:sp>
        <p:nvSpPr>
          <p:cNvPr id="10" name="Rectangle 9">
            <a:extLst>
              <a:ext uri="{FF2B5EF4-FFF2-40B4-BE49-F238E27FC236}">
                <a16:creationId xmlns:a16="http://schemas.microsoft.com/office/drawing/2014/main" id="{9B63182B-E09E-2CBF-AF64-4D6B28FBE690}"/>
              </a:ext>
            </a:extLst>
          </p:cNvPr>
          <p:cNvSpPr/>
          <p:nvPr/>
        </p:nvSpPr>
        <p:spPr>
          <a:xfrm>
            <a:off x="237506" y="5000522"/>
            <a:ext cx="3016333" cy="3325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latin typeface="Consolas" panose="020B0609020204030204" pitchFamily="49" charset="0"/>
                <a:cs typeface="Consolas" panose="020B0609020204030204" pitchFamily="49" charset="0"/>
              </a:rPr>
              <a:t>visit(Circle c) { //..}</a:t>
            </a:r>
          </a:p>
        </p:txBody>
      </p:sp>
      <p:sp>
        <p:nvSpPr>
          <p:cNvPr id="15" name="Rectangle 14">
            <a:extLst>
              <a:ext uri="{FF2B5EF4-FFF2-40B4-BE49-F238E27FC236}">
                <a16:creationId xmlns:a16="http://schemas.microsoft.com/office/drawing/2014/main" id="{88BB8473-E912-E359-133D-FC3B19FCC4BD}"/>
              </a:ext>
            </a:extLst>
          </p:cNvPr>
          <p:cNvSpPr/>
          <p:nvPr/>
        </p:nvSpPr>
        <p:spPr>
          <a:xfrm>
            <a:off x="225630" y="5333031"/>
            <a:ext cx="3016333" cy="3325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latin typeface="Consolas" panose="020B0609020204030204" pitchFamily="49" charset="0"/>
                <a:cs typeface="Consolas" panose="020B0609020204030204" pitchFamily="49" charset="0"/>
              </a:rPr>
              <a:t>visit(Rectangle r) { //..}</a:t>
            </a:r>
          </a:p>
        </p:txBody>
      </p:sp>
      <p:cxnSp>
        <p:nvCxnSpPr>
          <p:cNvPr id="34" name="Straight Arrow Connector 33">
            <a:extLst>
              <a:ext uri="{FF2B5EF4-FFF2-40B4-BE49-F238E27FC236}">
                <a16:creationId xmlns:a16="http://schemas.microsoft.com/office/drawing/2014/main" id="{5D0CEA28-585F-6EE0-37B7-67C6F7CFC6A6}"/>
              </a:ext>
            </a:extLst>
          </p:cNvPr>
          <p:cNvCxnSpPr>
            <a:cxnSpLocks/>
          </p:cNvCxnSpPr>
          <p:nvPr/>
        </p:nvCxnSpPr>
        <p:spPr>
          <a:xfrm>
            <a:off x="1721921" y="3775345"/>
            <a:ext cx="11875" cy="72021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8" name="TextBox 37">
            <a:extLst>
              <a:ext uri="{FF2B5EF4-FFF2-40B4-BE49-F238E27FC236}">
                <a16:creationId xmlns:a16="http://schemas.microsoft.com/office/drawing/2014/main" id="{FDDFFA76-61B6-7D3D-653F-84FA0D9D2405}"/>
              </a:ext>
            </a:extLst>
          </p:cNvPr>
          <p:cNvSpPr txBox="1"/>
          <p:nvPr/>
        </p:nvSpPr>
        <p:spPr>
          <a:xfrm>
            <a:off x="746882" y="3978381"/>
            <a:ext cx="919995" cy="369332"/>
          </a:xfrm>
          <a:prstGeom prst="rect">
            <a:avLst/>
          </a:prstGeom>
          <a:noFill/>
        </p:spPr>
        <p:txBody>
          <a:bodyPr wrap="none" rtlCol="0">
            <a:spAutoFit/>
          </a:bodyPr>
          <a:lstStyle/>
          <a:p>
            <a:r>
              <a:rPr lang="en-US" dirty="0"/>
              <a:t>extends</a:t>
            </a:r>
          </a:p>
        </p:txBody>
      </p:sp>
      <p:sp>
        <p:nvSpPr>
          <p:cNvPr id="7" name="TextBox 6">
            <a:extLst>
              <a:ext uri="{FF2B5EF4-FFF2-40B4-BE49-F238E27FC236}">
                <a16:creationId xmlns:a16="http://schemas.microsoft.com/office/drawing/2014/main" id="{E1FEC3F3-AF81-9549-F421-D44C2FDF23F4}"/>
              </a:ext>
            </a:extLst>
          </p:cNvPr>
          <p:cNvSpPr txBox="1"/>
          <p:nvPr/>
        </p:nvSpPr>
        <p:spPr>
          <a:xfrm>
            <a:off x="8184451" y="19227"/>
            <a:ext cx="4144490" cy="2246769"/>
          </a:xfrm>
          <a:prstGeom prst="rect">
            <a:avLst/>
          </a:prstGeom>
          <a:noFill/>
        </p:spPr>
        <p:txBody>
          <a:bodyPr wrap="square">
            <a:spAutoFit/>
          </a:bodyPr>
          <a:lstStyle/>
          <a:p>
            <a:r>
              <a:rPr lang="en-US" sz="1400" dirty="0">
                <a:latin typeface="Consolas" panose="020B0609020204030204" pitchFamily="49" charset="0"/>
                <a:cs typeface="Consolas" panose="020B0609020204030204" pitchFamily="49" charset="0"/>
              </a:rPr>
              <a:t>main() {</a:t>
            </a:r>
            <a:br>
              <a:rPr lang="en-US" sz="1400" dirty="0">
                <a:latin typeface="Consolas" panose="020B0609020204030204" pitchFamily="49" charset="0"/>
                <a:cs typeface="Consolas" panose="020B0609020204030204" pitchFamily="49" charset="0"/>
              </a:rPr>
            </a:br>
            <a:r>
              <a:rPr lang="en-US" sz="1400" dirty="0">
                <a:latin typeface="Consolas" panose="020B0609020204030204" pitchFamily="49" charset="0"/>
                <a:cs typeface="Consolas" panose="020B0609020204030204" pitchFamily="49" charset="0"/>
              </a:rPr>
              <a:t>  Rectangle r = new …; </a:t>
            </a:r>
          </a:p>
          <a:p>
            <a:r>
              <a:rPr lang="en-US" sz="1400" dirty="0">
                <a:latin typeface="Consolas" panose="020B0609020204030204" pitchFamily="49" charset="0"/>
                <a:cs typeface="Consolas" panose="020B0609020204030204" pitchFamily="49" charset="0"/>
              </a:rPr>
              <a:t>  Circle c = new …;</a:t>
            </a:r>
          </a:p>
          <a:p>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CompoundShape</a:t>
            </a:r>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cShape</a:t>
            </a:r>
            <a:r>
              <a:rPr lang="en-US" sz="1400" dirty="0">
                <a:latin typeface="Consolas" panose="020B0609020204030204" pitchFamily="49" charset="0"/>
                <a:cs typeface="Consolas" panose="020B0609020204030204" pitchFamily="49" charset="0"/>
              </a:rPr>
              <a:t> = new ...;</a:t>
            </a:r>
          </a:p>
          <a:p>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cShape.setShapeList</a:t>
            </a:r>
            <a:r>
              <a:rPr lang="en-US" sz="1400" dirty="0">
                <a:latin typeface="Consolas" panose="020B0609020204030204" pitchFamily="49" charset="0"/>
                <a:cs typeface="Consolas" panose="020B0609020204030204" pitchFamily="49" charset="0"/>
              </a:rPr>
              <a:t>(new </a:t>
            </a:r>
            <a:r>
              <a:rPr lang="en-US" sz="1400" dirty="0" err="1">
                <a:latin typeface="Consolas" panose="020B0609020204030204" pitchFamily="49" charset="0"/>
                <a:cs typeface="Consolas" panose="020B0609020204030204" pitchFamily="49" charset="0"/>
              </a:rPr>
              <a:t>ArrayList</a:t>
            </a:r>
            <a:r>
              <a:rPr lang="en-US" sz="1400" dirty="0">
                <a:latin typeface="Consolas" panose="020B0609020204030204" pitchFamily="49" charset="0"/>
                <a:cs typeface="Consolas" panose="020B0609020204030204" pitchFamily="49" charset="0"/>
              </a:rPr>
              <a:t>(r, c));</a:t>
            </a:r>
          </a:p>
          <a:p>
            <a:r>
              <a:rPr lang="en-US" sz="1400" dirty="0">
                <a:latin typeface="Consolas" panose="020B0609020204030204" pitchFamily="49" charset="0"/>
                <a:cs typeface="Consolas" panose="020B0609020204030204" pitchFamily="49" charset="0"/>
              </a:rPr>
              <a:t>  Visitor </a:t>
            </a:r>
            <a:r>
              <a:rPr lang="en-US" sz="1400" dirty="0" err="1">
                <a:latin typeface="Consolas" panose="020B0609020204030204" pitchFamily="49" charset="0"/>
                <a:cs typeface="Consolas" panose="020B0609020204030204" pitchFamily="49" charset="0"/>
              </a:rPr>
              <a:t>transVisitor</a:t>
            </a:r>
            <a:r>
              <a:rPr lang="en-US" sz="1400" dirty="0">
                <a:latin typeface="Consolas" panose="020B0609020204030204" pitchFamily="49" charset="0"/>
                <a:cs typeface="Consolas" panose="020B0609020204030204" pitchFamily="49" charset="0"/>
              </a:rPr>
              <a:t> = new </a:t>
            </a:r>
            <a:r>
              <a:rPr lang="en-US" sz="1400" dirty="0" err="1">
                <a:latin typeface="Consolas" panose="020B0609020204030204" pitchFamily="49" charset="0"/>
                <a:cs typeface="Consolas" panose="020B0609020204030204" pitchFamily="49" charset="0"/>
              </a:rPr>
              <a:t>TranslationVisitor</a:t>
            </a:r>
            <a:r>
              <a:rPr lang="en-US" sz="1400" dirty="0">
                <a:latin typeface="Consolas" panose="020B0609020204030204" pitchFamily="49" charset="0"/>
                <a:cs typeface="Consolas" panose="020B0609020204030204" pitchFamily="49" charset="0"/>
              </a:rPr>
              <a:t>();</a:t>
            </a:r>
          </a:p>
          <a:p>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cShape.accept</a:t>
            </a:r>
            <a:r>
              <a:rPr lang="en-US" sz="1400" dirty="0">
                <a:latin typeface="Consolas" panose="020B0609020204030204" pitchFamily="49" charset="0"/>
                <a:cs typeface="Consolas" panose="020B0609020204030204" pitchFamily="49" charset="0"/>
              </a:rPr>
              <a:t>(</a:t>
            </a:r>
            <a:r>
              <a:rPr lang="en-US" sz="1400" dirty="0" err="1">
                <a:latin typeface="Consolas" panose="020B0609020204030204" pitchFamily="49" charset="0"/>
                <a:cs typeface="Consolas" panose="020B0609020204030204" pitchFamily="49" charset="0"/>
              </a:rPr>
              <a:t>transVisitor</a:t>
            </a:r>
            <a:r>
              <a:rPr lang="en-US" sz="1400" dirty="0">
                <a:latin typeface="Consolas" panose="020B0609020204030204" pitchFamily="49" charset="0"/>
                <a:cs typeface="Consolas" panose="020B0609020204030204" pitchFamily="49" charset="0"/>
              </a:rPr>
              <a:t>);</a:t>
            </a:r>
            <a:br>
              <a:rPr lang="en-US" sz="1400" dirty="0">
                <a:latin typeface="Consolas" panose="020B0609020204030204" pitchFamily="49" charset="0"/>
                <a:cs typeface="Consolas" panose="020B0609020204030204" pitchFamily="49" charset="0"/>
              </a:rPr>
            </a:br>
            <a:r>
              <a:rPr lang="en-US" sz="1400" dirty="0">
                <a:latin typeface="Consolas" panose="020B0609020204030204" pitchFamily="49" charset="0"/>
                <a:cs typeface="Consolas" panose="020B0609020204030204" pitchFamily="49" charset="0"/>
              </a:rPr>
              <a:t>}</a:t>
            </a:r>
          </a:p>
        </p:txBody>
      </p:sp>
    </p:spTree>
    <p:extLst>
      <p:ext uri="{BB962C8B-B14F-4D97-AF65-F5344CB8AC3E}">
        <p14:creationId xmlns:p14="http://schemas.microsoft.com/office/powerpoint/2010/main" val="1877567086"/>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763265-ED1F-1B15-0FD8-39C5A4CDEC6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EA9F2C7-3C50-1FE6-3BF8-F1209D775BFF}"/>
              </a:ext>
            </a:extLst>
          </p:cNvPr>
          <p:cNvSpPr>
            <a:spLocks noGrp="1"/>
          </p:cNvSpPr>
          <p:nvPr>
            <p:ph type="title"/>
          </p:nvPr>
        </p:nvSpPr>
        <p:spPr/>
        <p:txBody>
          <a:bodyPr/>
          <a:lstStyle/>
          <a:p>
            <a:r>
              <a:rPr lang="en-US" dirty="0"/>
              <a:t>Example</a:t>
            </a:r>
          </a:p>
        </p:txBody>
      </p:sp>
      <p:grpSp>
        <p:nvGrpSpPr>
          <p:cNvPr id="4" name="Group 3">
            <a:extLst>
              <a:ext uri="{FF2B5EF4-FFF2-40B4-BE49-F238E27FC236}">
                <a16:creationId xmlns:a16="http://schemas.microsoft.com/office/drawing/2014/main" id="{3052F595-2D25-0C74-175E-3F63AF794C9B}"/>
              </a:ext>
            </a:extLst>
          </p:cNvPr>
          <p:cNvGrpSpPr/>
          <p:nvPr/>
        </p:nvGrpSpPr>
        <p:grpSpPr>
          <a:xfrm>
            <a:off x="213754" y="829255"/>
            <a:ext cx="3016334" cy="2946090"/>
            <a:chOff x="902523" y="1710047"/>
            <a:chExt cx="3016334" cy="2946090"/>
          </a:xfrm>
        </p:grpSpPr>
        <p:sp>
          <p:nvSpPr>
            <p:cNvPr id="9" name="Rectangle 8">
              <a:extLst>
                <a:ext uri="{FF2B5EF4-FFF2-40B4-BE49-F238E27FC236}">
                  <a16:creationId xmlns:a16="http://schemas.microsoft.com/office/drawing/2014/main" id="{55707026-66EE-E2F0-12F3-0F65FA7EF379}"/>
                </a:ext>
              </a:extLst>
            </p:cNvPr>
            <p:cNvSpPr/>
            <p:nvPr/>
          </p:nvSpPr>
          <p:spPr>
            <a:xfrm>
              <a:off x="902525" y="1710047"/>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abstract class Visitor</a:t>
              </a:r>
            </a:p>
          </p:txBody>
        </p:sp>
        <p:sp>
          <p:nvSpPr>
            <p:cNvPr id="12" name="Rectangle 11">
              <a:extLst>
                <a:ext uri="{FF2B5EF4-FFF2-40B4-BE49-F238E27FC236}">
                  <a16:creationId xmlns:a16="http://schemas.microsoft.com/office/drawing/2014/main" id="{EC366E9C-246F-0B6B-8F4A-6EBA7BFA883F}"/>
                </a:ext>
              </a:extLst>
            </p:cNvPr>
            <p:cNvSpPr/>
            <p:nvPr/>
          </p:nvSpPr>
          <p:spPr>
            <a:xfrm>
              <a:off x="902524" y="2208810"/>
              <a:ext cx="3016333" cy="3325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visit(Circle c); </a:t>
              </a:r>
            </a:p>
          </p:txBody>
        </p:sp>
        <p:sp>
          <p:nvSpPr>
            <p:cNvPr id="13" name="Rectangle 12">
              <a:extLst>
                <a:ext uri="{FF2B5EF4-FFF2-40B4-BE49-F238E27FC236}">
                  <a16:creationId xmlns:a16="http://schemas.microsoft.com/office/drawing/2014/main" id="{0281EC00-0743-557A-869A-D2C9F47D346B}"/>
                </a:ext>
              </a:extLst>
            </p:cNvPr>
            <p:cNvSpPr/>
            <p:nvPr/>
          </p:nvSpPr>
          <p:spPr>
            <a:xfrm>
              <a:off x="902524" y="2541319"/>
              <a:ext cx="3016333" cy="3325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visit(Rectangle r); </a:t>
              </a:r>
            </a:p>
          </p:txBody>
        </p:sp>
        <p:sp>
          <p:nvSpPr>
            <p:cNvPr id="14" name="Rectangle 13">
              <a:extLst>
                <a:ext uri="{FF2B5EF4-FFF2-40B4-BE49-F238E27FC236}">
                  <a16:creationId xmlns:a16="http://schemas.microsoft.com/office/drawing/2014/main" id="{9286BD6E-12DD-EF4C-FB8A-FF5E36922424}"/>
                </a:ext>
              </a:extLst>
            </p:cNvPr>
            <p:cNvSpPr/>
            <p:nvPr/>
          </p:nvSpPr>
          <p:spPr>
            <a:xfrm>
              <a:off x="902523" y="2873829"/>
              <a:ext cx="3016333" cy="178230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visit(Compound c)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for (Shape s:   </a:t>
              </a:r>
            </a:p>
            <a:p>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latin typeface="Consolas" panose="020B0609020204030204" pitchFamily="49" charset="0"/>
                  <a:cs typeface="Consolas" panose="020B0609020204030204" pitchFamily="49" charset="0"/>
                </a:rPr>
                <a:t>c.getShapeList</a:t>
              </a:r>
              <a:r>
                <a:rPr lang="en-US" dirty="0">
                  <a:solidFill>
                    <a:schemeClr val="tx1"/>
                  </a:solidFill>
                  <a:latin typeface="Consolas" panose="020B0609020204030204" pitchFamily="49" charset="0"/>
                  <a:cs typeface="Consolas" panose="020B0609020204030204" pitchFamily="49" charset="0"/>
                </a:rPr>
                <a:t>()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highlight>
                    <a:srgbClr val="FFFF00"/>
                  </a:highlight>
                  <a:latin typeface="Consolas" panose="020B0609020204030204" pitchFamily="49" charset="0"/>
                  <a:cs typeface="Consolas" panose="020B0609020204030204" pitchFamily="49" charset="0"/>
                </a:rPr>
                <a:t>s.accept</a:t>
              </a:r>
              <a:r>
                <a:rPr lang="en-US" dirty="0">
                  <a:solidFill>
                    <a:schemeClr val="tx1"/>
                  </a:solidFill>
                  <a:highlight>
                    <a:srgbClr val="FFFF00"/>
                  </a:highlight>
                  <a:latin typeface="Consolas" panose="020B0609020204030204" pitchFamily="49" charset="0"/>
                  <a:cs typeface="Consolas" panose="020B0609020204030204" pitchFamily="49" charset="0"/>
                </a:rPr>
                <a:t>(this);</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p>
          </p:txBody>
        </p:sp>
      </p:grpSp>
      <p:grpSp>
        <p:nvGrpSpPr>
          <p:cNvPr id="17" name="Group 16">
            <a:extLst>
              <a:ext uri="{FF2B5EF4-FFF2-40B4-BE49-F238E27FC236}">
                <a16:creationId xmlns:a16="http://schemas.microsoft.com/office/drawing/2014/main" id="{F6517275-C741-D0DA-6B71-73F786902902}"/>
              </a:ext>
            </a:extLst>
          </p:cNvPr>
          <p:cNvGrpSpPr/>
          <p:nvPr/>
        </p:nvGrpSpPr>
        <p:grpSpPr>
          <a:xfrm>
            <a:off x="3455718" y="2593035"/>
            <a:ext cx="2640282" cy="1391431"/>
            <a:chOff x="5650674" y="829255"/>
            <a:chExt cx="3016333" cy="1391431"/>
          </a:xfrm>
        </p:grpSpPr>
        <p:sp>
          <p:nvSpPr>
            <p:cNvPr id="18" name="Rectangle 17">
              <a:extLst>
                <a:ext uri="{FF2B5EF4-FFF2-40B4-BE49-F238E27FC236}">
                  <a16:creationId xmlns:a16="http://schemas.microsoft.com/office/drawing/2014/main" id="{0B7F0FC3-4BE1-56F1-F950-FD05DBAF83DD}"/>
                </a:ext>
              </a:extLst>
            </p:cNvPr>
            <p:cNvSpPr/>
            <p:nvPr/>
          </p:nvSpPr>
          <p:spPr>
            <a:xfrm>
              <a:off x="5650675" y="829255"/>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class Circle</a:t>
              </a:r>
            </a:p>
          </p:txBody>
        </p:sp>
        <p:sp>
          <p:nvSpPr>
            <p:cNvPr id="19" name="Rectangle 18">
              <a:extLst>
                <a:ext uri="{FF2B5EF4-FFF2-40B4-BE49-F238E27FC236}">
                  <a16:creationId xmlns:a16="http://schemas.microsoft.com/office/drawing/2014/main" id="{8C70D895-1A05-460F-8224-E05BE931DD12}"/>
                </a:ext>
              </a:extLst>
            </p:cNvPr>
            <p:cNvSpPr/>
            <p:nvPr/>
          </p:nvSpPr>
          <p:spPr>
            <a:xfrm>
              <a:off x="5650674" y="1328018"/>
              <a:ext cx="3016333" cy="8926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accept(Visitor v)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latin typeface="Consolas" panose="020B0609020204030204" pitchFamily="49" charset="0"/>
                  <a:cs typeface="Consolas" panose="020B0609020204030204" pitchFamily="49" charset="0"/>
                </a:rPr>
                <a:t>v.visit</a:t>
              </a:r>
              <a:r>
                <a:rPr lang="en-US" dirty="0">
                  <a:solidFill>
                    <a:schemeClr val="tx1"/>
                  </a:solidFill>
                  <a:latin typeface="Consolas" panose="020B0609020204030204" pitchFamily="49" charset="0"/>
                  <a:cs typeface="Consolas" panose="020B0609020204030204" pitchFamily="49" charset="0"/>
                </a:rPr>
                <a:t>(this);</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p>
          </p:txBody>
        </p:sp>
      </p:grpSp>
      <p:grpSp>
        <p:nvGrpSpPr>
          <p:cNvPr id="21" name="Group 20">
            <a:extLst>
              <a:ext uri="{FF2B5EF4-FFF2-40B4-BE49-F238E27FC236}">
                <a16:creationId xmlns:a16="http://schemas.microsoft.com/office/drawing/2014/main" id="{E178E245-09DC-5E6D-1B4A-6B250E87ED10}"/>
              </a:ext>
            </a:extLst>
          </p:cNvPr>
          <p:cNvGrpSpPr/>
          <p:nvPr/>
        </p:nvGrpSpPr>
        <p:grpSpPr>
          <a:xfrm>
            <a:off x="6350945" y="2593035"/>
            <a:ext cx="2640281" cy="1391431"/>
            <a:chOff x="5650674" y="829255"/>
            <a:chExt cx="3016333" cy="1391431"/>
          </a:xfrm>
        </p:grpSpPr>
        <p:sp>
          <p:nvSpPr>
            <p:cNvPr id="22" name="Rectangle 21">
              <a:extLst>
                <a:ext uri="{FF2B5EF4-FFF2-40B4-BE49-F238E27FC236}">
                  <a16:creationId xmlns:a16="http://schemas.microsoft.com/office/drawing/2014/main" id="{CF81CA64-EC63-D8F0-ED81-7702EADBD01C}"/>
                </a:ext>
              </a:extLst>
            </p:cNvPr>
            <p:cNvSpPr/>
            <p:nvPr/>
          </p:nvSpPr>
          <p:spPr>
            <a:xfrm>
              <a:off x="5650675" y="829255"/>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class Rectangle</a:t>
              </a:r>
            </a:p>
          </p:txBody>
        </p:sp>
        <p:sp>
          <p:nvSpPr>
            <p:cNvPr id="23" name="Rectangle 22">
              <a:extLst>
                <a:ext uri="{FF2B5EF4-FFF2-40B4-BE49-F238E27FC236}">
                  <a16:creationId xmlns:a16="http://schemas.microsoft.com/office/drawing/2014/main" id="{389ECE1E-AD70-7AAB-F947-5141B13DF594}"/>
                </a:ext>
              </a:extLst>
            </p:cNvPr>
            <p:cNvSpPr/>
            <p:nvPr/>
          </p:nvSpPr>
          <p:spPr>
            <a:xfrm>
              <a:off x="5650674" y="1328018"/>
              <a:ext cx="3016333" cy="8926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highlight>
                    <a:srgbClr val="FFFF00"/>
                  </a:highlight>
                  <a:latin typeface="Consolas" panose="020B0609020204030204" pitchFamily="49" charset="0"/>
                  <a:cs typeface="Consolas" panose="020B0609020204030204" pitchFamily="49" charset="0"/>
                </a:rPr>
                <a:t>accept(Visitor v) {</a:t>
              </a:r>
              <a:br>
                <a:rPr lang="en-US" dirty="0">
                  <a:solidFill>
                    <a:schemeClr val="tx1"/>
                  </a:solidFill>
                  <a:highlight>
                    <a:srgbClr val="FFFF00"/>
                  </a:highlight>
                  <a:latin typeface="Consolas" panose="020B0609020204030204" pitchFamily="49" charset="0"/>
                  <a:cs typeface="Consolas" panose="020B0609020204030204" pitchFamily="49" charset="0"/>
                </a:rPr>
              </a:br>
              <a:r>
                <a:rPr lang="en-US" dirty="0">
                  <a:solidFill>
                    <a:schemeClr val="tx1"/>
                  </a:solidFill>
                  <a:highlight>
                    <a:srgbClr val="FFFF00"/>
                  </a:highlight>
                  <a:latin typeface="Consolas" panose="020B0609020204030204" pitchFamily="49" charset="0"/>
                  <a:cs typeface="Consolas" panose="020B0609020204030204" pitchFamily="49" charset="0"/>
                </a:rPr>
                <a:t>  </a:t>
              </a:r>
              <a:r>
                <a:rPr lang="en-US" dirty="0" err="1">
                  <a:solidFill>
                    <a:schemeClr val="tx1"/>
                  </a:solidFill>
                  <a:highlight>
                    <a:srgbClr val="FFFF00"/>
                  </a:highlight>
                  <a:latin typeface="Consolas" panose="020B0609020204030204" pitchFamily="49" charset="0"/>
                  <a:cs typeface="Consolas" panose="020B0609020204030204" pitchFamily="49" charset="0"/>
                </a:rPr>
                <a:t>v.visit</a:t>
              </a:r>
              <a:r>
                <a:rPr lang="en-US" dirty="0">
                  <a:solidFill>
                    <a:schemeClr val="tx1"/>
                  </a:solidFill>
                  <a:highlight>
                    <a:srgbClr val="FFFF00"/>
                  </a:highlight>
                  <a:latin typeface="Consolas" panose="020B0609020204030204" pitchFamily="49" charset="0"/>
                  <a:cs typeface="Consolas" panose="020B0609020204030204" pitchFamily="49" charset="0"/>
                </a:rPr>
                <a:t>(this);</a:t>
              </a:r>
              <a:br>
                <a:rPr lang="en-US" dirty="0">
                  <a:solidFill>
                    <a:schemeClr val="tx1"/>
                  </a:solidFill>
                  <a:highlight>
                    <a:srgbClr val="FFFF00"/>
                  </a:highlight>
                  <a:latin typeface="Consolas" panose="020B0609020204030204" pitchFamily="49" charset="0"/>
                  <a:cs typeface="Consolas" panose="020B0609020204030204" pitchFamily="49" charset="0"/>
                </a:rPr>
              </a:br>
              <a:r>
                <a:rPr lang="en-US" dirty="0">
                  <a:solidFill>
                    <a:schemeClr val="tx1"/>
                  </a:solidFill>
                  <a:highlight>
                    <a:srgbClr val="FFFF00"/>
                  </a:highlight>
                  <a:latin typeface="Consolas" panose="020B0609020204030204" pitchFamily="49" charset="0"/>
                  <a:cs typeface="Consolas" panose="020B0609020204030204" pitchFamily="49" charset="0"/>
                </a:rPr>
                <a:t>}</a:t>
              </a:r>
              <a:r>
                <a:rPr lang="en-US" dirty="0">
                  <a:solidFill>
                    <a:schemeClr val="tx1"/>
                  </a:solidFill>
                  <a:latin typeface="Consolas" panose="020B0609020204030204" pitchFamily="49" charset="0"/>
                  <a:cs typeface="Consolas" panose="020B0609020204030204" pitchFamily="49" charset="0"/>
                </a:rPr>
                <a:t> </a:t>
              </a:r>
            </a:p>
          </p:txBody>
        </p:sp>
      </p:grpSp>
      <p:grpSp>
        <p:nvGrpSpPr>
          <p:cNvPr id="24" name="Group 23">
            <a:extLst>
              <a:ext uri="{FF2B5EF4-FFF2-40B4-BE49-F238E27FC236}">
                <a16:creationId xmlns:a16="http://schemas.microsoft.com/office/drawing/2014/main" id="{63750D31-69AD-AC14-BD28-97E5BDD5D0BB}"/>
              </a:ext>
            </a:extLst>
          </p:cNvPr>
          <p:cNvGrpSpPr/>
          <p:nvPr/>
        </p:nvGrpSpPr>
        <p:grpSpPr>
          <a:xfrm>
            <a:off x="9337965" y="2593035"/>
            <a:ext cx="2640281" cy="1391431"/>
            <a:chOff x="5650674" y="829255"/>
            <a:chExt cx="3016333" cy="1391431"/>
          </a:xfrm>
        </p:grpSpPr>
        <p:sp>
          <p:nvSpPr>
            <p:cNvPr id="25" name="Rectangle 24">
              <a:extLst>
                <a:ext uri="{FF2B5EF4-FFF2-40B4-BE49-F238E27FC236}">
                  <a16:creationId xmlns:a16="http://schemas.microsoft.com/office/drawing/2014/main" id="{2264685F-E1D9-D0A6-62C4-B43A63CD8BB4}"/>
                </a:ext>
              </a:extLst>
            </p:cNvPr>
            <p:cNvSpPr/>
            <p:nvPr/>
          </p:nvSpPr>
          <p:spPr>
            <a:xfrm>
              <a:off x="5650675" y="829255"/>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class </a:t>
              </a:r>
              <a:r>
                <a:rPr lang="en-US" dirty="0" err="1">
                  <a:latin typeface="Consolas" panose="020B0609020204030204" pitchFamily="49" charset="0"/>
                  <a:cs typeface="Consolas" panose="020B0609020204030204" pitchFamily="49" charset="0"/>
                </a:rPr>
                <a:t>CompoundShape</a:t>
              </a:r>
              <a:endParaRPr lang="en-US" dirty="0">
                <a:latin typeface="Consolas" panose="020B0609020204030204" pitchFamily="49" charset="0"/>
                <a:cs typeface="Consolas" panose="020B0609020204030204" pitchFamily="49" charset="0"/>
              </a:endParaRPr>
            </a:p>
          </p:txBody>
        </p:sp>
        <p:sp>
          <p:nvSpPr>
            <p:cNvPr id="26" name="Rectangle 25">
              <a:extLst>
                <a:ext uri="{FF2B5EF4-FFF2-40B4-BE49-F238E27FC236}">
                  <a16:creationId xmlns:a16="http://schemas.microsoft.com/office/drawing/2014/main" id="{F5D21E48-9366-7E36-9CAE-ABF4E39229FC}"/>
                </a:ext>
              </a:extLst>
            </p:cNvPr>
            <p:cNvSpPr/>
            <p:nvPr/>
          </p:nvSpPr>
          <p:spPr>
            <a:xfrm>
              <a:off x="5650674" y="1328018"/>
              <a:ext cx="3016333" cy="8926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accept(Visitor v)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latin typeface="Consolas" panose="020B0609020204030204" pitchFamily="49" charset="0"/>
                  <a:cs typeface="Consolas" panose="020B0609020204030204" pitchFamily="49" charset="0"/>
                </a:rPr>
                <a:t>v.visit</a:t>
              </a:r>
              <a:r>
                <a:rPr lang="en-US" dirty="0">
                  <a:solidFill>
                    <a:schemeClr val="tx1"/>
                  </a:solidFill>
                  <a:latin typeface="Consolas" panose="020B0609020204030204" pitchFamily="49" charset="0"/>
                  <a:cs typeface="Consolas" panose="020B0609020204030204" pitchFamily="49" charset="0"/>
                </a:rPr>
                <a:t>(this);</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p>
          </p:txBody>
        </p:sp>
      </p:grpSp>
      <p:cxnSp>
        <p:nvCxnSpPr>
          <p:cNvPr id="28" name="Straight Arrow Connector 27">
            <a:extLst>
              <a:ext uri="{FF2B5EF4-FFF2-40B4-BE49-F238E27FC236}">
                <a16:creationId xmlns:a16="http://schemas.microsoft.com/office/drawing/2014/main" id="{DA3A56DE-49C2-8BB4-8A37-A57C78E2F6AE}"/>
              </a:ext>
            </a:extLst>
          </p:cNvPr>
          <p:cNvCxnSpPr>
            <a:cxnSpLocks/>
            <a:endCxn id="18" idx="0"/>
          </p:cNvCxnSpPr>
          <p:nvPr/>
        </p:nvCxnSpPr>
        <p:spPr>
          <a:xfrm flipH="1">
            <a:off x="4775860" y="2209401"/>
            <a:ext cx="1737756" cy="3836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 name="Straight Arrow Connector 28">
            <a:extLst>
              <a:ext uri="{FF2B5EF4-FFF2-40B4-BE49-F238E27FC236}">
                <a16:creationId xmlns:a16="http://schemas.microsoft.com/office/drawing/2014/main" id="{81B1028C-C893-F84B-1523-BE4C32351FB9}"/>
              </a:ext>
            </a:extLst>
          </p:cNvPr>
          <p:cNvCxnSpPr>
            <a:cxnSpLocks/>
            <a:endCxn id="22" idx="0"/>
          </p:cNvCxnSpPr>
          <p:nvPr/>
        </p:nvCxnSpPr>
        <p:spPr>
          <a:xfrm>
            <a:off x="6513616" y="2209401"/>
            <a:ext cx="1157470" cy="3836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2" name="Straight Arrow Connector 31">
            <a:extLst>
              <a:ext uri="{FF2B5EF4-FFF2-40B4-BE49-F238E27FC236}">
                <a16:creationId xmlns:a16="http://schemas.microsoft.com/office/drawing/2014/main" id="{20C52FB3-99D2-BDC0-F721-BB465F7EE602}"/>
              </a:ext>
            </a:extLst>
          </p:cNvPr>
          <p:cNvCxnSpPr>
            <a:cxnSpLocks/>
            <a:endCxn id="25" idx="0"/>
          </p:cNvCxnSpPr>
          <p:nvPr/>
        </p:nvCxnSpPr>
        <p:spPr>
          <a:xfrm>
            <a:off x="6513616" y="2209401"/>
            <a:ext cx="4144490" cy="3836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5" name="TextBox 34">
            <a:extLst>
              <a:ext uri="{FF2B5EF4-FFF2-40B4-BE49-F238E27FC236}">
                <a16:creationId xmlns:a16="http://schemas.microsoft.com/office/drawing/2014/main" id="{9254EB6A-8311-700A-2440-45884CB753D8}"/>
              </a:ext>
            </a:extLst>
          </p:cNvPr>
          <p:cNvSpPr txBox="1"/>
          <p:nvPr/>
        </p:nvSpPr>
        <p:spPr>
          <a:xfrm>
            <a:off x="4386738" y="2209401"/>
            <a:ext cx="919995" cy="369332"/>
          </a:xfrm>
          <a:prstGeom prst="rect">
            <a:avLst/>
          </a:prstGeom>
          <a:noFill/>
        </p:spPr>
        <p:txBody>
          <a:bodyPr wrap="none" rtlCol="0">
            <a:spAutoFit/>
          </a:bodyPr>
          <a:lstStyle/>
          <a:p>
            <a:r>
              <a:rPr lang="en-US" dirty="0"/>
              <a:t>extends</a:t>
            </a:r>
          </a:p>
        </p:txBody>
      </p:sp>
      <p:sp>
        <p:nvSpPr>
          <p:cNvPr id="36" name="TextBox 35">
            <a:extLst>
              <a:ext uri="{FF2B5EF4-FFF2-40B4-BE49-F238E27FC236}">
                <a16:creationId xmlns:a16="http://schemas.microsoft.com/office/drawing/2014/main" id="{08FA4869-CCE7-297F-7825-1D35A75F3629}"/>
              </a:ext>
            </a:extLst>
          </p:cNvPr>
          <p:cNvSpPr txBox="1"/>
          <p:nvPr/>
        </p:nvSpPr>
        <p:spPr>
          <a:xfrm>
            <a:off x="5926385" y="2245132"/>
            <a:ext cx="919995" cy="369332"/>
          </a:xfrm>
          <a:prstGeom prst="rect">
            <a:avLst/>
          </a:prstGeom>
          <a:noFill/>
        </p:spPr>
        <p:txBody>
          <a:bodyPr wrap="none" rtlCol="0">
            <a:spAutoFit/>
          </a:bodyPr>
          <a:lstStyle/>
          <a:p>
            <a:r>
              <a:rPr lang="en-US" dirty="0"/>
              <a:t>extends</a:t>
            </a:r>
          </a:p>
        </p:txBody>
      </p:sp>
      <p:sp>
        <p:nvSpPr>
          <p:cNvPr id="37" name="TextBox 36">
            <a:extLst>
              <a:ext uri="{FF2B5EF4-FFF2-40B4-BE49-F238E27FC236}">
                <a16:creationId xmlns:a16="http://schemas.microsoft.com/office/drawing/2014/main" id="{2D779933-5D19-40F1-B829-2113E2CC6832}"/>
              </a:ext>
            </a:extLst>
          </p:cNvPr>
          <p:cNvSpPr txBox="1"/>
          <p:nvPr/>
        </p:nvSpPr>
        <p:spPr>
          <a:xfrm>
            <a:off x="8857048" y="2102011"/>
            <a:ext cx="919995" cy="369332"/>
          </a:xfrm>
          <a:prstGeom prst="rect">
            <a:avLst/>
          </a:prstGeom>
          <a:noFill/>
        </p:spPr>
        <p:txBody>
          <a:bodyPr wrap="none" rtlCol="0">
            <a:spAutoFit/>
          </a:bodyPr>
          <a:lstStyle/>
          <a:p>
            <a:r>
              <a:rPr lang="en-US" dirty="0"/>
              <a:t>extends</a:t>
            </a:r>
          </a:p>
        </p:txBody>
      </p:sp>
      <p:grpSp>
        <p:nvGrpSpPr>
          <p:cNvPr id="48" name="Group 47">
            <a:extLst>
              <a:ext uri="{FF2B5EF4-FFF2-40B4-BE49-F238E27FC236}">
                <a16:creationId xmlns:a16="http://schemas.microsoft.com/office/drawing/2014/main" id="{A29922AA-948B-89C3-A59D-0119C500C0EE}"/>
              </a:ext>
            </a:extLst>
          </p:cNvPr>
          <p:cNvGrpSpPr/>
          <p:nvPr/>
        </p:nvGrpSpPr>
        <p:grpSpPr>
          <a:xfrm>
            <a:off x="5005449" y="1281002"/>
            <a:ext cx="3016333" cy="928399"/>
            <a:chOff x="5650674" y="1292287"/>
            <a:chExt cx="3016333" cy="928399"/>
          </a:xfrm>
        </p:grpSpPr>
        <p:sp>
          <p:nvSpPr>
            <p:cNvPr id="49" name="Rectangle 48">
              <a:extLst>
                <a:ext uri="{FF2B5EF4-FFF2-40B4-BE49-F238E27FC236}">
                  <a16:creationId xmlns:a16="http://schemas.microsoft.com/office/drawing/2014/main" id="{B0A02B49-D334-AE21-EE5F-D7FC8583A3DA}"/>
                </a:ext>
              </a:extLst>
            </p:cNvPr>
            <p:cNvSpPr/>
            <p:nvPr/>
          </p:nvSpPr>
          <p:spPr>
            <a:xfrm>
              <a:off x="5650674" y="1292287"/>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abstract class Shape</a:t>
              </a:r>
            </a:p>
          </p:txBody>
        </p:sp>
        <p:sp>
          <p:nvSpPr>
            <p:cNvPr id="50" name="Rectangle 49">
              <a:extLst>
                <a:ext uri="{FF2B5EF4-FFF2-40B4-BE49-F238E27FC236}">
                  <a16:creationId xmlns:a16="http://schemas.microsoft.com/office/drawing/2014/main" id="{EE1FB4F9-D635-6C41-D90D-2C399BA98C56}"/>
                </a:ext>
              </a:extLst>
            </p:cNvPr>
            <p:cNvSpPr/>
            <p:nvPr/>
          </p:nvSpPr>
          <p:spPr>
            <a:xfrm>
              <a:off x="5650674" y="1805352"/>
              <a:ext cx="3016333" cy="4153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accept(Visitor v);</a:t>
              </a:r>
            </a:p>
          </p:txBody>
        </p:sp>
      </p:grpSp>
      <p:sp>
        <p:nvSpPr>
          <p:cNvPr id="2" name="Rectangle 1">
            <a:extLst>
              <a:ext uri="{FF2B5EF4-FFF2-40B4-BE49-F238E27FC236}">
                <a16:creationId xmlns:a16="http://schemas.microsoft.com/office/drawing/2014/main" id="{065BD696-26AA-CFA4-11D2-256CBC9FA7E9}"/>
              </a:ext>
            </a:extLst>
          </p:cNvPr>
          <p:cNvSpPr/>
          <p:nvPr/>
        </p:nvSpPr>
        <p:spPr>
          <a:xfrm>
            <a:off x="629392" y="2861953"/>
            <a:ext cx="2232561" cy="38001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68BB0FCA-8AA2-F74B-815F-EBC445106ADA}"/>
              </a:ext>
            </a:extLst>
          </p:cNvPr>
          <p:cNvSpPr/>
          <p:nvPr/>
        </p:nvSpPr>
        <p:spPr>
          <a:xfrm>
            <a:off x="3485032" y="3095421"/>
            <a:ext cx="2232561" cy="38001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F6760D3D-17B0-E0D8-9A78-431FD577265C}"/>
              </a:ext>
            </a:extLst>
          </p:cNvPr>
          <p:cNvSpPr/>
          <p:nvPr/>
        </p:nvSpPr>
        <p:spPr>
          <a:xfrm>
            <a:off x="6399436" y="3093130"/>
            <a:ext cx="2232561" cy="38001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6461191F-84E6-FBE1-2A1E-C554935ACDDD}"/>
              </a:ext>
            </a:extLst>
          </p:cNvPr>
          <p:cNvSpPr/>
          <p:nvPr/>
        </p:nvSpPr>
        <p:spPr>
          <a:xfrm>
            <a:off x="9367278" y="3099491"/>
            <a:ext cx="2232561" cy="38001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C11B187D-F7FB-18E1-48F3-184AB60D97F4}"/>
              </a:ext>
            </a:extLst>
          </p:cNvPr>
          <p:cNvSpPr/>
          <p:nvPr/>
        </p:nvSpPr>
        <p:spPr>
          <a:xfrm>
            <a:off x="237506" y="4508313"/>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class </a:t>
            </a:r>
            <a:r>
              <a:rPr lang="en-US" dirty="0" err="1">
                <a:latin typeface="Consolas" panose="020B0609020204030204" pitchFamily="49" charset="0"/>
                <a:cs typeface="Consolas" panose="020B0609020204030204" pitchFamily="49" charset="0"/>
              </a:rPr>
              <a:t>TranslationVisitor</a:t>
            </a:r>
            <a:endParaRPr lang="en-US" dirty="0">
              <a:latin typeface="Consolas" panose="020B0609020204030204" pitchFamily="49" charset="0"/>
              <a:cs typeface="Consolas" panose="020B0609020204030204" pitchFamily="49" charset="0"/>
            </a:endParaRPr>
          </a:p>
        </p:txBody>
      </p:sp>
      <p:sp>
        <p:nvSpPr>
          <p:cNvPr id="10" name="Rectangle 9">
            <a:extLst>
              <a:ext uri="{FF2B5EF4-FFF2-40B4-BE49-F238E27FC236}">
                <a16:creationId xmlns:a16="http://schemas.microsoft.com/office/drawing/2014/main" id="{B617D36F-8665-5234-E0C7-987389CE8D1C}"/>
              </a:ext>
            </a:extLst>
          </p:cNvPr>
          <p:cNvSpPr/>
          <p:nvPr/>
        </p:nvSpPr>
        <p:spPr>
          <a:xfrm>
            <a:off x="237506" y="5000522"/>
            <a:ext cx="3016333" cy="3325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latin typeface="Consolas" panose="020B0609020204030204" pitchFamily="49" charset="0"/>
                <a:cs typeface="Consolas" panose="020B0609020204030204" pitchFamily="49" charset="0"/>
              </a:rPr>
              <a:t>visit(Circle c) { //..}</a:t>
            </a:r>
          </a:p>
        </p:txBody>
      </p:sp>
      <p:sp>
        <p:nvSpPr>
          <p:cNvPr id="15" name="Rectangle 14">
            <a:extLst>
              <a:ext uri="{FF2B5EF4-FFF2-40B4-BE49-F238E27FC236}">
                <a16:creationId xmlns:a16="http://schemas.microsoft.com/office/drawing/2014/main" id="{FFBCAD89-8636-906B-2846-8251E71205F7}"/>
              </a:ext>
            </a:extLst>
          </p:cNvPr>
          <p:cNvSpPr/>
          <p:nvPr/>
        </p:nvSpPr>
        <p:spPr>
          <a:xfrm>
            <a:off x="225630" y="5333031"/>
            <a:ext cx="3016333" cy="3325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highlight>
                  <a:srgbClr val="FFFF00"/>
                </a:highlight>
                <a:latin typeface="Consolas" panose="020B0609020204030204" pitchFamily="49" charset="0"/>
                <a:cs typeface="Consolas" panose="020B0609020204030204" pitchFamily="49" charset="0"/>
              </a:rPr>
              <a:t>visit(Rectangle r) { //..}</a:t>
            </a:r>
          </a:p>
        </p:txBody>
      </p:sp>
      <p:cxnSp>
        <p:nvCxnSpPr>
          <p:cNvPr id="34" name="Straight Arrow Connector 33">
            <a:extLst>
              <a:ext uri="{FF2B5EF4-FFF2-40B4-BE49-F238E27FC236}">
                <a16:creationId xmlns:a16="http://schemas.microsoft.com/office/drawing/2014/main" id="{1E28295B-617D-FD3B-67DE-C174705D3BD0}"/>
              </a:ext>
            </a:extLst>
          </p:cNvPr>
          <p:cNvCxnSpPr>
            <a:cxnSpLocks/>
          </p:cNvCxnSpPr>
          <p:nvPr/>
        </p:nvCxnSpPr>
        <p:spPr>
          <a:xfrm>
            <a:off x="1721921" y="3775345"/>
            <a:ext cx="11875" cy="72021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8" name="TextBox 37">
            <a:extLst>
              <a:ext uri="{FF2B5EF4-FFF2-40B4-BE49-F238E27FC236}">
                <a16:creationId xmlns:a16="http://schemas.microsoft.com/office/drawing/2014/main" id="{482ACDAA-F073-3697-2584-19C4E764A39E}"/>
              </a:ext>
            </a:extLst>
          </p:cNvPr>
          <p:cNvSpPr txBox="1"/>
          <p:nvPr/>
        </p:nvSpPr>
        <p:spPr>
          <a:xfrm>
            <a:off x="746882" y="3978381"/>
            <a:ext cx="919995" cy="369332"/>
          </a:xfrm>
          <a:prstGeom prst="rect">
            <a:avLst/>
          </a:prstGeom>
          <a:noFill/>
        </p:spPr>
        <p:txBody>
          <a:bodyPr wrap="none" rtlCol="0">
            <a:spAutoFit/>
          </a:bodyPr>
          <a:lstStyle/>
          <a:p>
            <a:r>
              <a:rPr lang="en-US" dirty="0"/>
              <a:t>extends</a:t>
            </a:r>
          </a:p>
        </p:txBody>
      </p:sp>
      <p:sp>
        <p:nvSpPr>
          <p:cNvPr id="7" name="TextBox 6">
            <a:extLst>
              <a:ext uri="{FF2B5EF4-FFF2-40B4-BE49-F238E27FC236}">
                <a16:creationId xmlns:a16="http://schemas.microsoft.com/office/drawing/2014/main" id="{0DA74654-3FD4-765C-AAAA-A2446C0F3E63}"/>
              </a:ext>
            </a:extLst>
          </p:cNvPr>
          <p:cNvSpPr txBox="1"/>
          <p:nvPr/>
        </p:nvSpPr>
        <p:spPr>
          <a:xfrm>
            <a:off x="8184451" y="19227"/>
            <a:ext cx="4144490" cy="2246769"/>
          </a:xfrm>
          <a:prstGeom prst="rect">
            <a:avLst/>
          </a:prstGeom>
          <a:noFill/>
        </p:spPr>
        <p:txBody>
          <a:bodyPr wrap="square">
            <a:spAutoFit/>
          </a:bodyPr>
          <a:lstStyle/>
          <a:p>
            <a:r>
              <a:rPr lang="en-US" sz="1400" dirty="0">
                <a:latin typeface="Consolas" panose="020B0609020204030204" pitchFamily="49" charset="0"/>
                <a:cs typeface="Consolas" panose="020B0609020204030204" pitchFamily="49" charset="0"/>
              </a:rPr>
              <a:t>main() {</a:t>
            </a:r>
            <a:br>
              <a:rPr lang="en-US" sz="1400" dirty="0">
                <a:latin typeface="Consolas" panose="020B0609020204030204" pitchFamily="49" charset="0"/>
                <a:cs typeface="Consolas" panose="020B0609020204030204" pitchFamily="49" charset="0"/>
              </a:rPr>
            </a:br>
            <a:r>
              <a:rPr lang="en-US" sz="1400" dirty="0">
                <a:latin typeface="Consolas" panose="020B0609020204030204" pitchFamily="49" charset="0"/>
                <a:cs typeface="Consolas" panose="020B0609020204030204" pitchFamily="49" charset="0"/>
              </a:rPr>
              <a:t>  Rectangle r = new …; </a:t>
            </a:r>
          </a:p>
          <a:p>
            <a:r>
              <a:rPr lang="en-US" sz="1400" dirty="0">
                <a:latin typeface="Consolas" panose="020B0609020204030204" pitchFamily="49" charset="0"/>
                <a:cs typeface="Consolas" panose="020B0609020204030204" pitchFamily="49" charset="0"/>
              </a:rPr>
              <a:t>  Circle c = new …;</a:t>
            </a:r>
          </a:p>
          <a:p>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CompoundShape</a:t>
            </a:r>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cShape</a:t>
            </a:r>
            <a:r>
              <a:rPr lang="en-US" sz="1400" dirty="0">
                <a:latin typeface="Consolas" panose="020B0609020204030204" pitchFamily="49" charset="0"/>
                <a:cs typeface="Consolas" panose="020B0609020204030204" pitchFamily="49" charset="0"/>
              </a:rPr>
              <a:t> = new ...;</a:t>
            </a:r>
          </a:p>
          <a:p>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cShape.setShapeList</a:t>
            </a:r>
            <a:r>
              <a:rPr lang="en-US" sz="1400" dirty="0">
                <a:latin typeface="Consolas" panose="020B0609020204030204" pitchFamily="49" charset="0"/>
                <a:cs typeface="Consolas" panose="020B0609020204030204" pitchFamily="49" charset="0"/>
              </a:rPr>
              <a:t>(new </a:t>
            </a:r>
            <a:r>
              <a:rPr lang="en-US" sz="1400" dirty="0" err="1">
                <a:latin typeface="Consolas" panose="020B0609020204030204" pitchFamily="49" charset="0"/>
                <a:cs typeface="Consolas" panose="020B0609020204030204" pitchFamily="49" charset="0"/>
              </a:rPr>
              <a:t>ArrayList</a:t>
            </a:r>
            <a:r>
              <a:rPr lang="en-US" sz="1400" dirty="0">
                <a:latin typeface="Consolas" panose="020B0609020204030204" pitchFamily="49" charset="0"/>
                <a:cs typeface="Consolas" panose="020B0609020204030204" pitchFamily="49" charset="0"/>
              </a:rPr>
              <a:t>(r, c));</a:t>
            </a:r>
          </a:p>
          <a:p>
            <a:r>
              <a:rPr lang="en-US" sz="1400" dirty="0">
                <a:latin typeface="Consolas" panose="020B0609020204030204" pitchFamily="49" charset="0"/>
                <a:cs typeface="Consolas" panose="020B0609020204030204" pitchFamily="49" charset="0"/>
              </a:rPr>
              <a:t>  Visitor </a:t>
            </a:r>
            <a:r>
              <a:rPr lang="en-US" sz="1400" dirty="0" err="1">
                <a:latin typeface="Consolas" panose="020B0609020204030204" pitchFamily="49" charset="0"/>
                <a:cs typeface="Consolas" panose="020B0609020204030204" pitchFamily="49" charset="0"/>
              </a:rPr>
              <a:t>transVisitor</a:t>
            </a:r>
            <a:r>
              <a:rPr lang="en-US" sz="1400" dirty="0">
                <a:latin typeface="Consolas" panose="020B0609020204030204" pitchFamily="49" charset="0"/>
                <a:cs typeface="Consolas" panose="020B0609020204030204" pitchFamily="49" charset="0"/>
              </a:rPr>
              <a:t> = new </a:t>
            </a:r>
            <a:r>
              <a:rPr lang="en-US" sz="1400" dirty="0" err="1">
                <a:latin typeface="Consolas" panose="020B0609020204030204" pitchFamily="49" charset="0"/>
                <a:cs typeface="Consolas" panose="020B0609020204030204" pitchFamily="49" charset="0"/>
              </a:rPr>
              <a:t>TranslationVisitor</a:t>
            </a:r>
            <a:r>
              <a:rPr lang="en-US" sz="1400" dirty="0">
                <a:latin typeface="Consolas" panose="020B0609020204030204" pitchFamily="49" charset="0"/>
                <a:cs typeface="Consolas" panose="020B0609020204030204" pitchFamily="49" charset="0"/>
              </a:rPr>
              <a:t>();</a:t>
            </a:r>
          </a:p>
          <a:p>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cShape.accept</a:t>
            </a:r>
            <a:r>
              <a:rPr lang="en-US" sz="1400" dirty="0">
                <a:latin typeface="Consolas" panose="020B0609020204030204" pitchFamily="49" charset="0"/>
                <a:cs typeface="Consolas" panose="020B0609020204030204" pitchFamily="49" charset="0"/>
              </a:rPr>
              <a:t>(</a:t>
            </a:r>
            <a:r>
              <a:rPr lang="en-US" sz="1400" dirty="0" err="1">
                <a:latin typeface="Consolas" panose="020B0609020204030204" pitchFamily="49" charset="0"/>
                <a:cs typeface="Consolas" panose="020B0609020204030204" pitchFamily="49" charset="0"/>
              </a:rPr>
              <a:t>transVisitor</a:t>
            </a:r>
            <a:r>
              <a:rPr lang="en-US" sz="1400" dirty="0">
                <a:latin typeface="Consolas" panose="020B0609020204030204" pitchFamily="49" charset="0"/>
                <a:cs typeface="Consolas" panose="020B0609020204030204" pitchFamily="49" charset="0"/>
              </a:rPr>
              <a:t>);</a:t>
            </a:r>
            <a:br>
              <a:rPr lang="en-US" sz="1400" dirty="0">
                <a:latin typeface="Consolas" panose="020B0609020204030204" pitchFamily="49" charset="0"/>
                <a:cs typeface="Consolas" panose="020B0609020204030204" pitchFamily="49" charset="0"/>
              </a:rPr>
            </a:br>
            <a:r>
              <a:rPr lang="en-US" sz="1400" dirty="0">
                <a:latin typeface="Consolas" panose="020B0609020204030204" pitchFamily="49" charset="0"/>
                <a:cs typeface="Consolas" panose="020B0609020204030204" pitchFamily="49" charset="0"/>
              </a:rPr>
              <a:t>}</a:t>
            </a:r>
          </a:p>
        </p:txBody>
      </p:sp>
    </p:spTree>
    <p:extLst>
      <p:ext uri="{BB962C8B-B14F-4D97-AF65-F5344CB8AC3E}">
        <p14:creationId xmlns:p14="http://schemas.microsoft.com/office/powerpoint/2010/main" val="2027659249"/>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8AE2A3-7596-9E16-CEA3-A05B78C9AC8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3F40C85-B459-3749-13AF-89BFC1D2B593}"/>
              </a:ext>
            </a:extLst>
          </p:cNvPr>
          <p:cNvSpPr>
            <a:spLocks noGrp="1"/>
          </p:cNvSpPr>
          <p:nvPr>
            <p:ph type="title"/>
          </p:nvPr>
        </p:nvSpPr>
        <p:spPr/>
        <p:txBody>
          <a:bodyPr/>
          <a:lstStyle/>
          <a:p>
            <a:r>
              <a:rPr lang="en-US" dirty="0"/>
              <a:t>Example</a:t>
            </a:r>
          </a:p>
        </p:txBody>
      </p:sp>
      <p:grpSp>
        <p:nvGrpSpPr>
          <p:cNvPr id="4" name="Group 3">
            <a:extLst>
              <a:ext uri="{FF2B5EF4-FFF2-40B4-BE49-F238E27FC236}">
                <a16:creationId xmlns:a16="http://schemas.microsoft.com/office/drawing/2014/main" id="{DC9F7E2E-4B8B-6FA3-164B-7289A68F87AC}"/>
              </a:ext>
            </a:extLst>
          </p:cNvPr>
          <p:cNvGrpSpPr/>
          <p:nvPr/>
        </p:nvGrpSpPr>
        <p:grpSpPr>
          <a:xfrm>
            <a:off x="213754" y="829255"/>
            <a:ext cx="3016334" cy="2946090"/>
            <a:chOff x="902523" y="1710047"/>
            <a:chExt cx="3016334" cy="2946090"/>
          </a:xfrm>
        </p:grpSpPr>
        <p:sp>
          <p:nvSpPr>
            <p:cNvPr id="9" name="Rectangle 8">
              <a:extLst>
                <a:ext uri="{FF2B5EF4-FFF2-40B4-BE49-F238E27FC236}">
                  <a16:creationId xmlns:a16="http://schemas.microsoft.com/office/drawing/2014/main" id="{DCA20EBF-B6EE-C246-B117-C1D032FFE2CB}"/>
                </a:ext>
              </a:extLst>
            </p:cNvPr>
            <p:cNvSpPr/>
            <p:nvPr/>
          </p:nvSpPr>
          <p:spPr>
            <a:xfrm>
              <a:off x="902525" y="1710047"/>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abstract class Visitor</a:t>
              </a:r>
            </a:p>
          </p:txBody>
        </p:sp>
        <p:sp>
          <p:nvSpPr>
            <p:cNvPr id="12" name="Rectangle 11">
              <a:extLst>
                <a:ext uri="{FF2B5EF4-FFF2-40B4-BE49-F238E27FC236}">
                  <a16:creationId xmlns:a16="http://schemas.microsoft.com/office/drawing/2014/main" id="{A59BE5D4-D5BD-020A-C59B-989BDC75C8C6}"/>
                </a:ext>
              </a:extLst>
            </p:cNvPr>
            <p:cNvSpPr/>
            <p:nvPr/>
          </p:nvSpPr>
          <p:spPr>
            <a:xfrm>
              <a:off x="902524" y="2208810"/>
              <a:ext cx="3016333" cy="3325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visit(Circle c); </a:t>
              </a:r>
            </a:p>
          </p:txBody>
        </p:sp>
        <p:sp>
          <p:nvSpPr>
            <p:cNvPr id="13" name="Rectangle 12">
              <a:extLst>
                <a:ext uri="{FF2B5EF4-FFF2-40B4-BE49-F238E27FC236}">
                  <a16:creationId xmlns:a16="http://schemas.microsoft.com/office/drawing/2014/main" id="{15DDD932-B7BE-4A44-F501-E9E879399132}"/>
                </a:ext>
              </a:extLst>
            </p:cNvPr>
            <p:cNvSpPr/>
            <p:nvPr/>
          </p:nvSpPr>
          <p:spPr>
            <a:xfrm>
              <a:off x="902524" y="2541319"/>
              <a:ext cx="3016333" cy="3325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visit(Rectangle r); </a:t>
              </a:r>
            </a:p>
          </p:txBody>
        </p:sp>
        <p:sp>
          <p:nvSpPr>
            <p:cNvPr id="14" name="Rectangle 13">
              <a:extLst>
                <a:ext uri="{FF2B5EF4-FFF2-40B4-BE49-F238E27FC236}">
                  <a16:creationId xmlns:a16="http://schemas.microsoft.com/office/drawing/2014/main" id="{0C993862-59FE-D62B-85E4-A3BE9CC10A8D}"/>
                </a:ext>
              </a:extLst>
            </p:cNvPr>
            <p:cNvSpPr/>
            <p:nvPr/>
          </p:nvSpPr>
          <p:spPr>
            <a:xfrm>
              <a:off x="902523" y="2873829"/>
              <a:ext cx="3016333" cy="178230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visit(Compound c)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for (Shape s:   </a:t>
              </a:r>
            </a:p>
            <a:p>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latin typeface="Consolas" panose="020B0609020204030204" pitchFamily="49" charset="0"/>
                  <a:cs typeface="Consolas" panose="020B0609020204030204" pitchFamily="49" charset="0"/>
                </a:rPr>
                <a:t>c.getShapeList</a:t>
              </a:r>
              <a:r>
                <a:rPr lang="en-US" dirty="0">
                  <a:solidFill>
                    <a:schemeClr val="tx1"/>
                  </a:solidFill>
                  <a:latin typeface="Consolas" panose="020B0609020204030204" pitchFamily="49" charset="0"/>
                  <a:cs typeface="Consolas" panose="020B0609020204030204" pitchFamily="49" charset="0"/>
                </a:rPr>
                <a:t>()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highlight>
                    <a:srgbClr val="FFFF00"/>
                  </a:highlight>
                  <a:latin typeface="Consolas" panose="020B0609020204030204" pitchFamily="49" charset="0"/>
                  <a:cs typeface="Consolas" panose="020B0609020204030204" pitchFamily="49" charset="0"/>
                </a:rPr>
                <a:t>s.accept</a:t>
              </a:r>
              <a:r>
                <a:rPr lang="en-US" dirty="0">
                  <a:solidFill>
                    <a:schemeClr val="tx1"/>
                  </a:solidFill>
                  <a:highlight>
                    <a:srgbClr val="FFFF00"/>
                  </a:highlight>
                  <a:latin typeface="Consolas" panose="020B0609020204030204" pitchFamily="49" charset="0"/>
                  <a:cs typeface="Consolas" panose="020B0609020204030204" pitchFamily="49" charset="0"/>
                </a:rPr>
                <a:t>(this);</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p>
          </p:txBody>
        </p:sp>
      </p:grpSp>
      <p:grpSp>
        <p:nvGrpSpPr>
          <p:cNvPr id="17" name="Group 16">
            <a:extLst>
              <a:ext uri="{FF2B5EF4-FFF2-40B4-BE49-F238E27FC236}">
                <a16:creationId xmlns:a16="http://schemas.microsoft.com/office/drawing/2014/main" id="{544D12F4-BCB4-7872-9AE2-85282D799617}"/>
              </a:ext>
            </a:extLst>
          </p:cNvPr>
          <p:cNvGrpSpPr/>
          <p:nvPr/>
        </p:nvGrpSpPr>
        <p:grpSpPr>
          <a:xfrm>
            <a:off x="3455718" y="2593035"/>
            <a:ext cx="2640282" cy="1391431"/>
            <a:chOff x="5650674" y="829255"/>
            <a:chExt cx="3016333" cy="1391431"/>
          </a:xfrm>
        </p:grpSpPr>
        <p:sp>
          <p:nvSpPr>
            <p:cNvPr id="18" name="Rectangle 17">
              <a:extLst>
                <a:ext uri="{FF2B5EF4-FFF2-40B4-BE49-F238E27FC236}">
                  <a16:creationId xmlns:a16="http://schemas.microsoft.com/office/drawing/2014/main" id="{D00298C2-33C3-2AE1-B5FB-4EBED8AD2FCD}"/>
                </a:ext>
              </a:extLst>
            </p:cNvPr>
            <p:cNvSpPr/>
            <p:nvPr/>
          </p:nvSpPr>
          <p:spPr>
            <a:xfrm>
              <a:off x="5650675" y="829255"/>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class Circle</a:t>
              </a:r>
            </a:p>
          </p:txBody>
        </p:sp>
        <p:sp>
          <p:nvSpPr>
            <p:cNvPr id="19" name="Rectangle 18">
              <a:extLst>
                <a:ext uri="{FF2B5EF4-FFF2-40B4-BE49-F238E27FC236}">
                  <a16:creationId xmlns:a16="http://schemas.microsoft.com/office/drawing/2014/main" id="{F2071EFC-AE6F-CF29-5B7A-EDFC0214526C}"/>
                </a:ext>
              </a:extLst>
            </p:cNvPr>
            <p:cNvSpPr/>
            <p:nvPr/>
          </p:nvSpPr>
          <p:spPr>
            <a:xfrm>
              <a:off x="5650674" y="1328018"/>
              <a:ext cx="3016333" cy="8926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highlight>
                    <a:srgbClr val="FFFF00"/>
                  </a:highlight>
                  <a:latin typeface="Consolas" panose="020B0609020204030204" pitchFamily="49" charset="0"/>
                  <a:cs typeface="Consolas" panose="020B0609020204030204" pitchFamily="49" charset="0"/>
                </a:rPr>
                <a:t>accept(Visitor v) {</a:t>
              </a:r>
              <a:br>
                <a:rPr lang="en-US" dirty="0">
                  <a:solidFill>
                    <a:schemeClr val="tx1"/>
                  </a:solidFill>
                  <a:highlight>
                    <a:srgbClr val="FFFF00"/>
                  </a:highlight>
                  <a:latin typeface="Consolas" panose="020B0609020204030204" pitchFamily="49" charset="0"/>
                  <a:cs typeface="Consolas" panose="020B0609020204030204" pitchFamily="49" charset="0"/>
                </a:rPr>
              </a:br>
              <a:r>
                <a:rPr lang="en-US" dirty="0">
                  <a:solidFill>
                    <a:schemeClr val="tx1"/>
                  </a:solidFill>
                  <a:highlight>
                    <a:srgbClr val="FFFF00"/>
                  </a:highlight>
                  <a:latin typeface="Consolas" panose="020B0609020204030204" pitchFamily="49" charset="0"/>
                  <a:cs typeface="Consolas" panose="020B0609020204030204" pitchFamily="49" charset="0"/>
                </a:rPr>
                <a:t>  </a:t>
              </a:r>
              <a:r>
                <a:rPr lang="en-US" dirty="0" err="1">
                  <a:solidFill>
                    <a:schemeClr val="tx1"/>
                  </a:solidFill>
                  <a:highlight>
                    <a:srgbClr val="FFFF00"/>
                  </a:highlight>
                  <a:latin typeface="Consolas" panose="020B0609020204030204" pitchFamily="49" charset="0"/>
                  <a:cs typeface="Consolas" panose="020B0609020204030204" pitchFamily="49" charset="0"/>
                </a:rPr>
                <a:t>v.visit</a:t>
              </a:r>
              <a:r>
                <a:rPr lang="en-US" dirty="0">
                  <a:solidFill>
                    <a:schemeClr val="tx1"/>
                  </a:solidFill>
                  <a:highlight>
                    <a:srgbClr val="FFFF00"/>
                  </a:highlight>
                  <a:latin typeface="Consolas" panose="020B0609020204030204" pitchFamily="49" charset="0"/>
                  <a:cs typeface="Consolas" panose="020B0609020204030204" pitchFamily="49" charset="0"/>
                </a:rPr>
                <a:t>(this);</a:t>
              </a:r>
              <a:br>
                <a:rPr lang="en-US" dirty="0">
                  <a:solidFill>
                    <a:schemeClr val="tx1"/>
                  </a:solidFill>
                  <a:highlight>
                    <a:srgbClr val="FFFF00"/>
                  </a:highlight>
                  <a:latin typeface="Consolas" panose="020B0609020204030204" pitchFamily="49" charset="0"/>
                  <a:cs typeface="Consolas" panose="020B0609020204030204" pitchFamily="49" charset="0"/>
                </a:rPr>
              </a:br>
              <a:r>
                <a:rPr lang="en-US" dirty="0">
                  <a:solidFill>
                    <a:schemeClr val="tx1"/>
                  </a:solidFill>
                  <a:highlight>
                    <a:srgbClr val="FFFF00"/>
                  </a:highlight>
                  <a:latin typeface="Consolas" panose="020B0609020204030204" pitchFamily="49" charset="0"/>
                  <a:cs typeface="Consolas" panose="020B0609020204030204" pitchFamily="49" charset="0"/>
                </a:rPr>
                <a:t>} </a:t>
              </a:r>
            </a:p>
          </p:txBody>
        </p:sp>
      </p:grpSp>
      <p:grpSp>
        <p:nvGrpSpPr>
          <p:cNvPr id="21" name="Group 20">
            <a:extLst>
              <a:ext uri="{FF2B5EF4-FFF2-40B4-BE49-F238E27FC236}">
                <a16:creationId xmlns:a16="http://schemas.microsoft.com/office/drawing/2014/main" id="{2688C8E9-E4D8-E5FB-EB45-424A00C697D1}"/>
              </a:ext>
            </a:extLst>
          </p:cNvPr>
          <p:cNvGrpSpPr/>
          <p:nvPr/>
        </p:nvGrpSpPr>
        <p:grpSpPr>
          <a:xfrm>
            <a:off x="6350945" y="2593035"/>
            <a:ext cx="2640281" cy="1391431"/>
            <a:chOff x="5650674" y="829255"/>
            <a:chExt cx="3016333" cy="1391431"/>
          </a:xfrm>
        </p:grpSpPr>
        <p:sp>
          <p:nvSpPr>
            <p:cNvPr id="22" name="Rectangle 21">
              <a:extLst>
                <a:ext uri="{FF2B5EF4-FFF2-40B4-BE49-F238E27FC236}">
                  <a16:creationId xmlns:a16="http://schemas.microsoft.com/office/drawing/2014/main" id="{25995876-31B2-C0DE-23CE-16BAB7B3AFF9}"/>
                </a:ext>
              </a:extLst>
            </p:cNvPr>
            <p:cNvSpPr/>
            <p:nvPr/>
          </p:nvSpPr>
          <p:spPr>
            <a:xfrm>
              <a:off x="5650675" y="829255"/>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class Rectangle</a:t>
              </a:r>
            </a:p>
          </p:txBody>
        </p:sp>
        <p:sp>
          <p:nvSpPr>
            <p:cNvPr id="23" name="Rectangle 22">
              <a:extLst>
                <a:ext uri="{FF2B5EF4-FFF2-40B4-BE49-F238E27FC236}">
                  <a16:creationId xmlns:a16="http://schemas.microsoft.com/office/drawing/2014/main" id="{F4468A49-BB46-4C3E-EDB2-E280A3EB9C35}"/>
                </a:ext>
              </a:extLst>
            </p:cNvPr>
            <p:cNvSpPr/>
            <p:nvPr/>
          </p:nvSpPr>
          <p:spPr>
            <a:xfrm>
              <a:off x="5650674" y="1328018"/>
              <a:ext cx="3016333" cy="8926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accept(Visitor v)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latin typeface="Consolas" panose="020B0609020204030204" pitchFamily="49" charset="0"/>
                  <a:cs typeface="Consolas" panose="020B0609020204030204" pitchFamily="49" charset="0"/>
                </a:rPr>
                <a:t>v.visit</a:t>
              </a:r>
              <a:r>
                <a:rPr lang="en-US" dirty="0">
                  <a:solidFill>
                    <a:schemeClr val="tx1"/>
                  </a:solidFill>
                  <a:latin typeface="Consolas" panose="020B0609020204030204" pitchFamily="49" charset="0"/>
                  <a:cs typeface="Consolas" panose="020B0609020204030204" pitchFamily="49" charset="0"/>
                </a:rPr>
                <a:t>(this);</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p>
          </p:txBody>
        </p:sp>
      </p:grpSp>
      <p:grpSp>
        <p:nvGrpSpPr>
          <p:cNvPr id="24" name="Group 23">
            <a:extLst>
              <a:ext uri="{FF2B5EF4-FFF2-40B4-BE49-F238E27FC236}">
                <a16:creationId xmlns:a16="http://schemas.microsoft.com/office/drawing/2014/main" id="{78AFF652-935E-5F13-1911-A15948943EE6}"/>
              </a:ext>
            </a:extLst>
          </p:cNvPr>
          <p:cNvGrpSpPr/>
          <p:nvPr/>
        </p:nvGrpSpPr>
        <p:grpSpPr>
          <a:xfrm>
            <a:off x="9337965" y="2593035"/>
            <a:ext cx="2640281" cy="1391431"/>
            <a:chOff x="5650674" y="829255"/>
            <a:chExt cx="3016333" cy="1391431"/>
          </a:xfrm>
        </p:grpSpPr>
        <p:sp>
          <p:nvSpPr>
            <p:cNvPr id="25" name="Rectangle 24">
              <a:extLst>
                <a:ext uri="{FF2B5EF4-FFF2-40B4-BE49-F238E27FC236}">
                  <a16:creationId xmlns:a16="http://schemas.microsoft.com/office/drawing/2014/main" id="{7042F736-FEB0-5B53-3168-72535BAC7E4A}"/>
                </a:ext>
              </a:extLst>
            </p:cNvPr>
            <p:cNvSpPr/>
            <p:nvPr/>
          </p:nvSpPr>
          <p:spPr>
            <a:xfrm>
              <a:off x="5650675" y="829255"/>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class </a:t>
              </a:r>
              <a:r>
                <a:rPr lang="en-US" dirty="0" err="1">
                  <a:latin typeface="Consolas" panose="020B0609020204030204" pitchFamily="49" charset="0"/>
                  <a:cs typeface="Consolas" panose="020B0609020204030204" pitchFamily="49" charset="0"/>
                </a:rPr>
                <a:t>CompoundShape</a:t>
              </a:r>
              <a:endParaRPr lang="en-US" dirty="0">
                <a:latin typeface="Consolas" panose="020B0609020204030204" pitchFamily="49" charset="0"/>
                <a:cs typeface="Consolas" panose="020B0609020204030204" pitchFamily="49" charset="0"/>
              </a:endParaRPr>
            </a:p>
          </p:txBody>
        </p:sp>
        <p:sp>
          <p:nvSpPr>
            <p:cNvPr id="26" name="Rectangle 25">
              <a:extLst>
                <a:ext uri="{FF2B5EF4-FFF2-40B4-BE49-F238E27FC236}">
                  <a16:creationId xmlns:a16="http://schemas.microsoft.com/office/drawing/2014/main" id="{408DF0B2-2AA3-B7A7-2C41-C78EA2C748F9}"/>
                </a:ext>
              </a:extLst>
            </p:cNvPr>
            <p:cNvSpPr/>
            <p:nvPr/>
          </p:nvSpPr>
          <p:spPr>
            <a:xfrm>
              <a:off x="5650674" y="1328018"/>
              <a:ext cx="3016333" cy="8926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accept(Visitor v)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latin typeface="Consolas" panose="020B0609020204030204" pitchFamily="49" charset="0"/>
                  <a:cs typeface="Consolas" panose="020B0609020204030204" pitchFamily="49" charset="0"/>
                </a:rPr>
                <a:t>v.visit</a:t>
              </a:r>
              <a:r>
                <a:rPr lang="en-US" dirty="0">
                  <a:solidFill>
                    <a:schemeClr val="tx1"/>
                  </a:solidFill>
                  <a:latin typeface="Consolas" panose="020B0609020204030204" pitchFamily="49" charset="0"/>
                  <a:cs typeface="Consolas" panose="020B0609020204030204" pitchFamily="49" charset="0"/>
                </a:rPr>
                <a:t>(this);</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p>
          </p:txBody>
        </p:sp>
      </p:grpSp>
      <p:cxnSp>
        <p:nvCxnSpPr>
          <p:cNvPr id="28" name="Straight Arrow Connector 27">
            <a:extLst>
              <a:ext uri="{FF2B5EF4-FFF2-40B4-BE49-F238E27FC236}">
                <a16:creationId xmlns:a16="http://schemas.microsoft.com/office/drawing/2014/main" id="{844BFDF4-8172-8E56-005D-4156C6C77F7C}"/>
              </a:ext>
            </a:extLst>
          </p:cNvPr>
          <p:cNvCxnSpPr>
            <a:cxnSpLocks/>
            <a:endCxn id="18" idx="0"/>
          </p:cNvCxnSpPr>
          <p:nvPr/>
        </p:nvCxnSpPr>
        <p:spPr>
          <a:xfrm flipH="1">
            <a:off x="4775860" y="2209401"/>
            <a:ext cx="1737756" cy="3836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 name="Straight Arrow Connector 28">
            <a:extLst>
              <a:ext uri="{FF2B5EF4-FFF2-40B4-BE49-F238E27FC236}">
                <a16:creationId xmlns:a16="http://schemas.microsoft.com/office/drawing/2014/main" id="{62EA7866-9B94-9031-F7EE-80DB1236FD20}"/>
              </a:ext>
            </a:extLst>
          </p:cNvPr>
          <p:cNvCxnSpPr>
            <a:cxnSpLocks/>
            <a:endCxn id="22" idx="0"/>
          </p:cNvCxnSpPr>
          <p:nvPr/>
        </p:nvCxnSpPr>
        <p:spPr>
          <a:xfrm>
            <a:off x="6513616" y="2209401"/>
            <a:ext cx="1157470" cy="3836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2" name="Straight Arrow Connector 31">
            <a:extLst>
              <a:ext uri="{FF2B5EF4-FFF2-40B4-BE49-F238E27FC236}">
                <a16:creationId xmlns:a16="http://schemas.microsoft.com/office/drawing/2014/main" id="{6D1B595D-DADE-D874-CF4B-2170D5CCE4D0}"/>
              </a:ext>
            </a:extLst>
          </p:cNvPr>
          <p:cNvCxnSpPr>
            <a:cxnSpLocks/>
            <a:endCxn id="25" idx="0"/>
          </p:cNvCxnSpPr>
          <p:nvPr/>
        </p:nvCxnSpPr>
        <p:spPr>
          <a:xfrm>
            <a:off x="6513616" y="2209401"/>
            <a:ext cx="4144490" cy="3836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5" name="TextBox 34">
            <a:extLst>
              <a:ext uri="{FF2B5EF4-FFF2-40B4-BE49-F238E27FC236}">
                <a16:creationId xmlns:a16="http://schemas.microsoft.com/office/drawing/2014/main" id="{1E8FD6E1-66A2-36FD-D0F9-0FF2BA9A99BB}"/>
              </a:ext>
            </a:extLst>
          </p:cNvPr>
          <p:cNvSpPr txBox="1"/>
          <p:nvPr/>
        </p:nvSpPr>
        <p:spPr>
          <a:xfrm>
            <a:off x="4386738" y="2209401"/>
            <a:ext cx="919995" cy="369332"/>
          </a:xfrm>
          <a:prstGeom prst="rect">
            <a:avLst/>
          </a:prstGeom>
          <a:noFill/>
        </p:spPr>
        <p:txBody>
          <a:bodyPr wrap="none" rtlCol="0">
            <a:spAutoFit/>
          </a:bodyPr>
          <a:lstStyle/>
          <a:p>
            <a:r>
              <a:rPr lang="en-US" dirty="0"/>
              <a:t>extends</a:t>
            </a:r>
          </a:p>
        </p:txBody>
      </p:sp>
      <p:sp>
        <p:nvSpPr>
          <p:cNvPr id="36" name="TextBox 35">
            <a:extLst>
              <a:ext uri="{FF2B5EF4-FFF2-40B4-BE49-F238E27FC236}">
                <a16:creationId xmlns:a16="http://schemas.microsoft.com/office/drawing/2014/main" id="{3A4B9BCC-87FE-DDEB-BB45-E55F513D8B4D}"/>
              </a:ext>
            </a:extLst>
          </p:cNvPr>
          <p:cNvSpPr txBox="1"/>
          <p:nvPr/>
        </p:nvSpPr>
        <p:spPr>
          <a:xfrm>
            <a:off x="5926385" y="2245132"/>
            <a:ext cx="919995" cy="369332"/>
          </a:xfrm>
          <a:prstGeom prst="rect">
            <a:avLst/>
          </a:prstGeom>
          <a:noFill/>
        </p:spPr>
        <p:txBody>
          <a:bodyPr wrap="none" rtlCol="0">
            <a:spAutoFit/>
          </a:bodyPr>
          <a:lstStyle/>
          <a:p>
            <a:r>
              <a:rPr lang="en-US" dirty="0"/>
              <a:t>extends</a:t>
            </a:r>
          </a:p>
        </p:txBody>
      </p:sp>
      <p:sp>
        <p:nvSpPr>
          <p:cNvPr id="37" name="TextBox 36">
            <a:extLst>
              <a:ext uri="{FF2B5EF4-FFF2-40B4-BE49-F238E27FC236}">
                <a16:creationId xmlns:a16="http://schemas.microsoft.com/office/drawing/2014/main" id="{A0F4BC27-FC89-2F2C-F6CD-ECDD710CDA16}"/>
              </a:ext>
            </a:extLst>
          </p:cNvPr>
          <p:cNvSpPr txBox="1"/>
          <p:nvPr/>
        </p:nvSpPr>
        <p:spPr>
          <a:xfrm>
            <a:off x="8857048" y="2102011"/>
            <a:ext cx="919995" cy="369332"/>
          </a:xfrm>
          <a:prstGeom prst="rect">
            <a:avLst/>
          </a:prstGeom>
          <a:noFill/>
        </p:spPr>
        <p:txBody>
          <a:bodyPr wrap="none" rtlCol="0">
            <a:spAutoFit/>
          </a:bodyPr>
          <a:lstStyle/>
          <a:p>
            <a:r>
              <a:rPr lang="en-US" dirty="0"/>
              <a:t>extends</a:t>
            </a:r>
          </a:p>
        </p:txBody>
      </p:sp>
      <p:grpSp>
        <p:nvGrpSpPr>
          <p:cNvPr id="48" name="Group 47">
            <a:extLst>
              <a:ext uri="{FF2B5EF4-FFF2-40B4-BE49-F238E27FC236}">
                <a16:creationId xmlns:a16="http://schemas.microsoft.com/office/drawing/2014/main" id="{49558CEA-A847-1AF7-D14A-8ECC75C1C969}"/>
              </a:ext>
            </a:extLst>
          </p:cNvPr>
          <p:cNvGrpSpPr/>
          <p:nvPr/>
        </p:nvGrpSpPr>
        <p:grpSpPr>
          <a:xfrm>
            <a:off x="5005449" y="1281002"/>
            <a:ext cx="3016333" cy="928399"/>
            <a:chOff x="5650674" y="1292287"/>
            <a:chExt cx="3016333" cy="928399"/>
          </a:xfrm>
        </p:grpSpPr>
        <p:sp>
          <p:nvSpPr>
            <p:cNvPr id="49" name="Rectangle 48">
              <a:extLst>
                <a:ext uri="{FF2B5EF4-FFF2-40B4-BE49-F238E27FC236}">
                  <a16:creationId xmlns:a16="http://schemas.microsoft.com/office/drawing/2014/main" id="{D43DE525-25B1-BF98-1813-569DB392BA91}"/>
                </a:ext>
              </a:extLst>
            </p:cNvPr>
            <p:cNvSpPr/>
            <p:nvPr/>
          </p:nvSpPr>
          <p:spPr>
            <a:xfrm>
              <a:off x="5650674" y="1292287"/>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abstract class Shape</a:t>
              </a:r>
            </a:p>
          </p:txBody>
        </p:sp>
        <p:sp>
          <p:nvSpPr>
            <p:cNvPr id="50" name="Rectangle 49">
              <a:extLst>
                <a:ext uri="{FF2B5EF4-FFF2-40B4-BE49-F238E27FC236}">
                  <a16:creationId xmlns:a16="http://schemas.microsoft.com/office/drawing/2014/main" id="{9E9C4F48-750F-BEA1-6254-2AE938A9C592}"/>
                </a:ext>
              </a:extLst>
            </p:cNvPr>
            <p:cNvSpPr/>
            <p:nvPr/>
          </p:nvSpPr>
          <p:spPr>
            <a:xfrm>
              <a:off x="5650674" y="1805352"/>
              <a:ext cx="3016333" cy="4153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accept(Visitor v);</a:t>
              </a:r>
            </a:p>
          </p:txBody>
        </p:sp>
      </p:grpSp>
      <p:sp>
        <p:nvSpPr>
          <p:cNvPr id="2" name="Rectangle 1">
            <a:extLst>
              <a:ext uri="{FF2B5EF4-FFF2-40B4-BE49-F238E27FC236}">
                <a16:creationId xmlns:a16="http://schemas.microsoft.com/office/drawing/2014/main" id="{46CE1577-30DC-AEC9-9DF0-B9355FA2BEFF}"/>
              </a:ext>
            </a:extLst>
          </p:cNvPr>
          <p:cNvSpPr/>
          <p:nvPr/>
        </p:nvSpPr>
        <p:spPr>
          <a:xfrm>
            <a:off x="629392" y="2861953"/>
            <a:ext cx="2232561" cy="38001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41544B2-24EF-D4B9-B85D-797469A7169E}"/>
              </a:ext>
            </a:extLst>
          </p:cNvPr>
          <p:cNvSpPr/>
          <p:nvPr/>
        </p:nvSpPr>
        <p:spPr>
          <a:xfrm>
            <a:off x="3485032" y="3095421"/>
            <a:ext cx="2232561" cy="38001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A6CD14C8-C1E6-2A68-6057-DF39CE33BB51}"/>
              </a:ext>
            </a:extLst>
          </p:cNvPr>
          <p:cNvSpPr/>
          <p:nvPr/>
        </p:nvSpPr>
        <p:spPr>
          <a:xfrm>
            <a:off x="6399436" y="3093130"/>
            <a:ext cx="2232561" cy="38001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CD1785EB-E0F9-F463-456D-3C0FCFB91DA0}"/>
              </a:ext>
            </a:extLst>
          </p:cNvPr>
          <p:cNvSpPr/>
          <p:nvPr/>
        </p:nvSpPr>
        <p:spPr>
          <a:xfrm>
            <a:off x="9367278" y="3099491"/>
            <a:ext cx="2232561" cy="38001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D4DD91A3-B7A2-A614-8B8F-80A14EDBB6E3}"/>
              </a:ext>
            </a:extLst>
          </p:cNvPr>
          <p:cNvSpPr/>
          <p:nvPr/>
        </p:nvSpPr>
        <p:spPr>
          <a:xfrm>
            <a:off x="237506" y="4508313"/>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class </a:t>
            </a:r>
            <a:r>
              <a:rPr lang="en-US" dirty="0" err="1">
                <a:latin typeface="Consolas" panose="020B0609020204030204" pitchFamily="49" charset="0"/>
                <a:cs typeface="Consolas" panose="020B0609020204030204" pitchFamily="49" charset="0"/>
              </a:rPr>
              <a:t>TranslationVisitor</a:t>
            </a:r>
            <a:endParaRPr lang="en-US" dirty="0">
              <a:latin typeface="Consolas" panose="020B0609020204030204" pitchFamily="49" charset="0"/>
              <a:cs typeface="Consolas" panose="020B0609020204030204" pitchFamily="49" charset="0"/>
            </a:endParaRPr>
          </a:p>
        </p:txBody>
      </p:sp>
      <p:sp>
        <p:nvSpPr>
          <p:cNvPr id="10" name="Rectangle 9">
            <a:extLst>
              <a:ext uri="{FF2B5EF4-FFF2-40B4-BE49-F238E27FC236}">
                <a16:creationId xmlns:a16="http://schemas.microsoft.com/office/drawing/2014/main" id="{BFCFC264-03A9-AA22-8CFC-B7B5A26F97AB}"/>
              </a:ext>
            </a:extLst>
          </p:cNvPr>
          <p:cNvSpPr/>
          <p:nvPr/>
        </p:nvSpPr>
        <p:spPr>
          <a:xfrm>
            <a:off x="237506" y="5000522"/>
            <a:ext cx="3016333" cy="3325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latin typeface="Consolas" panose="020B0609020204030204" pitchFamily="49" charset="0"/>
                <a:cs typeface="Consolas" panose="020B0609020204030204" pitchFamily="49" charset="0"/>
              </a:rPr>
              <a:t>visit(Circle c) { //..}</a:t>
            </a:r>
          </a:p>
        </p:txBody>
      </p:sp>
      <p:sp>
        <p:nvSpPr>
          <p:cNvPr id="15" name="Rectangle 14">
            <a:extLst>
              <a:ext uri="{FF2B5EF4-FFF2-40B4-BE49-F238E27FC236}">
                <a16:creationId xmlns:a16="http://schemas.microsoft.com/office/drawing/2014/main" id="{1B7BAA09-4D0F-882E-6657-18A76A00BFCF}"/>
              </a:ext>
            </a:extLst>
          </p:cNvPr>
          <p:cNvSpPr/>
          <p:nvPr/>
        </p:nvSpPr>
        <p:spPr>
          <a:xfrm>
            <a:off x="225630" y="5333031"/>
            <a:ext cx="3016333" cy="3325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latin typeface="Consolas" panose="020B0609020204030204" pitchFamily="49" charset="0"/>
                <a:cs typeface="Consolas" panose="020B0609020204030204" pitchFamily="49" charset="0"/>
              </a:rPr>
              <a:t>visit(Rectangle r) { //..}</a:t>
            </a:r>
          </a:p>
        </p:txBody>
      </p:sp>
      <p:cxnSp>
        <p:nvCxnSpPr>
          <p:cNvPr id="34" name="Straight Arrow Connector 33">
            <a:extLst>
              <a:ext uri="{FF2B5EF4-FFF2-40B4-BE49-F238E27FC236}">
                <a16:creationId xmlns:a16="http://schemas.microsoft.com/office/drawing/2014/main" id="{9B510E7A-0B42-AED1-74C3-B63B86E8DBF6}"/>
              </a:ext>
            </a:extLst>
          </p:cNvPr>
          <p:cNvCxnSpPr>
            <a:cxnSpLocks/>
          </p:cNvCxnSpPr>
          <p:nvPr/>
        </p:nvCxnSpPr>
        <p:spPr>
          <a:xfrm>
            <a:off x="1721921" y="3775345"/>
            <a:ext cx="11875" cy="72021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8" name="TextBox 37">
            <a:extLst>
              <a:ext uri="{FF2B5EF4-FFF2-40B4-BE49-F238E27FC236}">
                <a16:creationId xmlns:a16="http://schemas.microsoft.com/office/drawing/2014/main" id="{2B80F514-DA13-9A13-F3CC-1EC19FD8B055}"/>
              </a:ext>
            </a:extLst>
          </p:cNvPr>
          <p:cNvSpPr txBox="1"/>
          <p:nvPr/>
        </p:nvSpPr>
        <p:spPr>
          <a:xfrm>
            <a:off x="746882" y="3978381"/>
            <a:ext cx="919995" cy="369332"/>
          </a:xfrm>
          <a:prstGeom prst="rect">
            <a:avLst/>
          </a:prstGeom>
          <a:noFill/>
        </p:spPr>
        <p:txBody>
          <a:bodyPr wrap="none" rtlCol="0">
            <a:spAutoFit/>
          </a:bodyPr>
          <a:lstStyle/>
          <a:p>
            <a:r>
              <a:rPr lang="en-US" dirty="0"/>
              <a:t>extends</a:t>
            </a:r>
          </a:p>
        </p:txBody>
      </p:sp>
      <p:sp>
        <p:nvSpPr>
          <p:cNvPr id="7" name="TextBox 6">
            <a:extLst>
              <a:ext uri="{FF2B5EF4-FFF2-40B4-BE49-F238E27FC236}">
                <a16:creationId xmlns:a16="http://schemas.microsoft.com/office/drawing/2014/main" id="{26FAE729-F85A-C546-C1F3-3C7993ACAAA6}"/>
              </a:ext>
            </a:extLst>
          </p:cNvPr>
          <p:cNvSpPr txBox="1"/>
          <p:nvPr/>
        </p:nvSpPr>
        <p:spPr>
          <a:xfrm>
            <a:off x="8184451" y="19227"/>
            <a:ext cx="4144490" cy="2246769"/>
          </a:xfrm>
          <a:prstGeom prst="rect">
            <a:avLst/>
          </a:prstGeom>
          <a:noFill/>
        </p:spPr>
        <p:txBody>
          <a:bodyPr wrap="square">
            <a:spAutoFit/>
          </a:bodyPr>
          <a:lstStyle/>
          <a:p>
            <a:r>
              <a:rPr lang="en-US" sz="1400" dirty="0">
                <a:latin typeface="Consolas" panose="020B0609020204030204" pitchFamily="49" charset="0"/>
                <a:cs typeface="Consolas" panose="020B0609020204030204" pitchFamily="49" charset="0"/>
              </a:rPr>
              <a:t>main() {</a:t>
            </a:r>
            <a:br>
              <a:rPr lang="en-US" sz="1400" dirty="0">
                <a:latin typeface="Consolas" panose="020B0609020204030204" pitchFamily="49" charset="0"/>
                <a:cs typeface="Consolas" panose="020B0609020204030204" pitchFamily="49" charset="0"/>
              </a:rPr>
            </a:br>
            <a:r>
              <a:rPr lang="en-US" sz="1400" dirty="0">
                <a:latin typeface="Consolas" panose="020B0609020204030204" pitchFamily="49" charset="0"/>
                <a:cs typeface="Consolas" panose="020B0609020204030204" pitchFamily="49" charset="0"/>
              </a:rPr>
              <a:t>  Rectangle r = new …; </a:t>
            </a:r>
          </a:p>
          <a:p>
            <a:r>
              <a:rPr lang="en-US" sz="1400" dirty="0">
                <a:latin typeface="Consolas" panose="020B0609020204030204" pitchFamily="49" charset="0"/>
                <a:cs typeface="Consolas" panose="020B0609020204030204" pitchFamily="49" charset="0"/>
              </a:rPr>
              <a:t>  Circle c = new …;</a:t>
            </a:r>
          </a:p>
          <a:p>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CompoundShape</a:t>
            </a:r>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cShape</a:t>
            </a:r>
            <a:r>
              <a:rPr lang="en-US" sz="1400" dirty="0">
                <a:latin typeface="Consolas" panose="020B0609020204030204" pitchFamily="49" charset="0"/>
                <a:cs typeface="Consolas" panose="020B0609020204030204" pitchFamily="49" charset="0"/>
              </a:rPr>
              <a:t> = new ...;</a:t>
            </a:r>
          </a:p>
          <a:p>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cShape.setShapeList</a:t>
            </a:r>
            <a:r>
              <a:rPr lang="en-US" sz="1400" dirty="0">
                <a:latin typeface="Consolas" panose="020B0609020204030204" pitchFamily="49" charset="0"/>
                <a:cs typeface="Consolas" panose="020B0609020204030204" pitchFamily="49" charset="0"/>
              </a:rPr>
              <a:t>(new </a:t>
            </a:r>
            <a:r>
              <a:rPr lang="en-US" sz="1400" dirty="0" err="1">
                <a:latin typeface="Consolas" panose="020B0609020204030204" pitchFamily="49" charset="0"/>
                <a:cs typeface="Consolas" panose="020B0609020204030204" pitchFamily="49" charset="0"/>
              </a:rPr>
              <a:t>ArrayList</a:t>
            </a:r>
            <a:r>
              <a:rPr lang="en-US" sz="1400" dirty="0">
                <a:latin typeface="Consolas" panose="020B0609020204030204" pitchFamily="49" charset="0"/>
                <a:cs typeface="Consolas" panose="020B0609020204030204" pitchFamily="49" charset="0"/>
              </a:rPr>
              <a:t>(r, c));</a:t>
            </a:r>
          </a:p>
          <a:p>
            <a:r>
              <a:rPr lang="en-US" sz="1400" dirty="0">
                <a:latin typeface="Consolas" panose="020B0609020204030204" pitchFamily="49" charset="0"/>
                <a:cs typeface="Consolas" panose="020B0609020204030204" pitchFamily="49" charset="0"/>
              </a:rPr>
              <a:t>  Visitor </a:t>
            </a:r>
            <a:r>
              <a:rPr lang="en-US" sz="1400" dirty="0" err="1">
                <a:latin typeface="Consolas" panose="020B0609020204030204" pitchFamily="49" charset="0"/>
                <a:cs typeface="Consolas" panose="020B0609020204030204" pitchFamily="49" charset="0"/>
              </a:rPr>
              <a:t>transVisitor</a:t>
            </a:r>
            <a:r>
              <a:rPr lang="en-US" sz="1400" dirty="0">
                <a:latin typeface="Consolas" panose="020B0609020204030204" pitchFamily="49" charset="0"/>
                <a:cs typeface="Consolas" panose="020B0609020204030204" pitchFamily="49" charset="0"/>
              </a:rPr>
              <a:t> = new </a:t>
            </a:r>
            <a:r>
              <a:rPr lang="en-US" sz="1400" dirty="0" err="1">
                <a:latin typeface="Consolas" panose="020B0609020204030204" pitchFamily="49" charset="0"/>
                <a:cs typeface="Consolas" panose="020B0609020204030204" pitchFamily="49" charset="0"/>
              </a:rPr>
              <a:t>TranslationVisitor</a:t>
            </a:r>
            <a:r>
              <a:rPr lang="en-US" sz="1400" dirty="0">
                <a:latin typeface="Consolas" panose="020B0609020204030204" pitchFamily="49" charset="0"/>
                <a:cs typeface="Consolas" panose="020B0609020204030204" pitchFamily="49" charset="0"/>
              </a:rPr>
              <a:t>();</a:t>
            </a:r>
          </a:p>
          <a:p>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cShape.accept</a:t>
            </a:r>
            <a:r>
              <a:rPr lang="en-US" sz="1400" dirty="0">
                <a:latin typeface="Consolas" panose="020B0609020204030204" pitchFamily="49" charset="0"/>
                <a:cs typeface="Consolas" panose="020B0609020204030204" pitchFamily="49" charset="0"/>
              </a:rPr>
              <a:t>(</a:t>
            </a:r>
            <a:r>
              <a:rPr lang="en-US" sz="1400" dirty="0" err="1">
                <a:latin typeface="Consolas" panose="020B0609020204030204" pitchFamily="49" charset="0"/>
                <a:cs typeface="Consolas" panose="020B0609020204030204" pitchFamily="49" charset="0"/>
              </a:rPr>
              <a:t>transVisitor</a:t>
            </a:r>
            <a:r>
              <a:rPr lang="en-US" sz="1400" dirty="0">
                <a:latin typeface="Consolas" panose="020B0609020204030204" pitchFamily="49" charset="0"/>
                <a:cs typeface="Consolas" panose="020B0609020204030204" pitchFamily="49" charset="0"/>
              </a:rPr>
              <a:t>);</a:t>
            </a:r>
            <a:br>
              <a:rPr lang="en-US" sz="1400" dirty="0">
                <a:latin typeface="Consolas" panose="020B0609020204030204" pitchFamily="49" charset="0"/>
                <a:cs typeface="Consolas" panose="020B0609020204030204" pitchFamily="49" charset="0"/>
              </a:rPr>
            </a:br>
            <a:r>
              <a:rPr lang="en-US" sz="1400" dirty="0">
                <a:latin typeface="Consolas" panose="020B0609020204030204" pitchFamily="49" charset="0"/>
                <a:cs typeface="Consolas" panose="020B0609020204030204" pitchFamily="49" charset="0"/>
              </a:rPr>
              <a:t>}</a:t>
            </a:r>
          </a:p>
        </p:txBody>
      </p:sp>
    </p:spTree>
    <p:extLst>
      <p:ext uri="{BB962C8B-B14F-4D97-AF65-F5344CB8AC3E}">
        <p14:creationId xmlns:p14="http://schemas.microsoft.com/office/powerpoint/2010/main" val="4039124092"/>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478160-D54D-C160-1B2C-457C9B82663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85EBBA7-C5F9-8189-9D34-E4C7D2AAA148}"/>
              </a:ext>
            </a:extLst>
          </p:cNvPr>
          <p:cNvSpPr>
            <a:spLocks noGrp="1"/>
          </p:cNvSpPr>
          <p:nvPr>
            <p:ph type="title"/>
          </p:nvPr>
        </p:nvSpPr>
        <p:spPr/>
        <p:txBody>
          <a:bodyPr/>
          <a:lstStyle/>
          <a:p>
            <a:r>
              <a:rPr lang="en-US" dirty="0"/>
              <a:t>Example</a:t>
            </a:r>
          </a:p>
        </p:txBody>
      </p:sp>
      <p:grpSp>
        <p:nvGrpSpPr>
          <p:cNvPr id="4" name="Group 3">
            <a:extLst>
              <a:ext uri="{FF2B5EF4-FFF2-40B4-BE49-F238E27FC236}">
                <a16:creationId xmlns:a16="http://schemas.microsoft.com/office/drawing/2014/main" id="{1353F72B-37FB-6217-BDD4-C00F69A9A977}"/>
              </a:ext>
            </a:extLst>
          </p:cNvPr>
          <p:cNvGrpSpPr/>
          <p:nvPr/>
        </p:nvGrpSpPr>
        <p:grpSpPr>
          <a:xfrm>
            <a:off x="213754" y="829255"/>
            <a:ext cx="3016334" cy="2946090"/>
            <a:chOff x="902523" y="1710047"/>
            <a:chExt cx="3016334" cy="2946090"/>
          </a:xfrm>
        </p:grpSpPr>
        <p:sp>
          <p:nvSpPr>
            <p:cNvPr id="9" name="Rectangle 8">
              <a:extLst>
                <a:ext uri="{FF2B5EF4-FFF2-40B4-BE49-F238E27FC236}">
                  <a16:creationId xmlns:a16="http://schemas.microsoft.com/office/drawing/2014/main" id="{177934F2-A90D-C927-EF7C-CF3E2C6987CC}"/>
                </a:ext>
              </a:extLst>
            </p:cNvPr>
            <p:cNvSpPr/>
            <p:nvPr/>
          </p:nvSpPr>
          <p:spPr>
            <a:xfrm>
              <a:off x="902525" y="1710047"/>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abstract class Visitor</a:t>
              </a:r>
            </a:p>
          </p:txBody>
        </p:sp>
        <p:sp>
          <p:nvSpPr>
            <p:cNvPr id="12" name="Rectangle 11">
              <a:extLst>
                <a:ext uri="{FF2B5EF4-FFF2-40B4-BE49-F238E27FC236}">
                  <a16:creationId xmlns:a16="http://schemas.microsoft.com/office/drawing/2014/main" id="{B6197817-F5BD-36C6-2CE0-7BC53673C70F}"/>
                </a:ext>
              </a:extLst>
            </p:cNvPr>
            <p:cNvSpPr/>
            <p:nvPr/>
          </p:nvSpPr>
          <p:spPr>
            <a:xfrm>
              <a:off x="902524" y="2208810"/>
              <a:ext cx="3016333" cy="3325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visit(Circle c); </a:t>
              </a:r>
            </a:p>
          </p:txBody>
        </p:sp>
        <p:sp>
          <p:nvSpPr>
            <p:cNvPr id="13" name="Rectangle 12">
              <a:extLst>
                <a:ext uri="{FF2B5EF4-FFF2-40B4-BE49-F238E27FC236}">
                  <a16:creationId xmlns:a16="http://schemas.microsoft.com/office/drawing/2014/main" id="{300CA28E-9031-266B-F6F7-3BA841735AF6}"/>
                </a:ext>
              </a:extLst>
            </p:cNvPr>
            <p:cNvSpPr/>
            <p:nvPr/>
          </p:nvSpPr>
          <p:spPr>
            <a:xfrm>
              <a:off x="902524" y="2541319"/>
              <a:ext cx="3016333" cy="3325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visit(Rectangle r); </a:t>
              </a:r>
            </a:p>
          </p:txBody>
        </p:sp>
        <p:sp>
          <p:nvSpPr>
            <p:cNvPr id="14" name="Rectangle 13">
              <a:extLst>
                <a:ext uri="{FF2B5EF4-FFF2-40B4-BE49-F238E27FC236}">
                  <a16:creationId xmlns:a16="http://schemas.microsoft.com/office/drawing/2014/main" id="{95B9A68C-8E5E-B48B-BB46-74375F47E36E}"/>
                </a:ext>
              </a:extLst>
            </p:cNvPr>
            <p:cNvSpPr/>
            <p:nvPr/>
          </p:nvSpPr>
          <p:spPr>
            <a:xfrm>
              <a:off x="902523" y="2873829"/>
              <a:ext cx="3016333" cy="178230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visit(Compound c)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for (Shape s:   </a:t>
              </a:r>
            </a:p>
            <a:p>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latin typeface="Consolas" panose="020B0609020204030204" pitchFamily="49" charset="0"/>
                  <a:cs typeface="Consolas" panose="020B0609020204030204" pitchFamily="49" charset="0"/>
                </a:rPr>
                <a:t>c.getShapeList</a:t>
              </a:r>
              <a:r>
                <a:rPr lang="en-US" dirty="0">
                  <a:solidFill>
                    <a:schemeClr val="tx1"/>
                  </a:solidFill>
                  <a:latin typeface="Consolas" panose="020B0609020204030204" pitchFamily="49" charset="0"/>
                  <a:cs typeface="Consolas" panose="020B0609020204030204" pitchFamily="49" charset="0"/>
                </a:rPr>
                <a:t>()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highlight>
                    <a:srgbClr val="FFFF00"/>
                  </a:highlight>
                  <a:latin typeface="Consolas" panose="020B0609020204030204" pitchFamily="49" charset="0"/>
                  <a:cs typeface="Consolas" panose="020B0609020204030204" pitchFamily="49" charset="0"/>
                </a:rPr>
                <a:t>s.accept</a:t>
              </a:r>
              <a:r>
                <a:rPr lang="en-US" dirty="0">
                  <a:solidFill>
                    <a:schemeClr val="tx1"/>
                  </a:solidFill>
                  <a:highlight>
                    <a:srgbClr val="FFFF00"/>
                  </a:highlight>
                  <a:latin typeface="Consolas" panose="020B0609020204030204" pitchFamily="49" charset="0"/>
                  <a:cs typeface="Consolas" panose="020B0609020204030204" pitchFamily="49" charset="0"/>
                </a:rPr>
                <a:t>(this);</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p>
          </p:txBody>
        </p:sp>
      </p:grpSp>
      <p:grpSp>
        <p:nvGrpSpPr>
          <p:cNvPr id="17" name="Group 16">
            <a:extLst>
              <a:ext uri="{FF2B5EF4-FFF2-40B4-BE49-F238E27FC236}">
                <a16:creationId xmlns:a16="http://schemas.microsoft.com/office/drawing/2014/main" id="{B0CE4C5C-379F-6745-B864-5BD48BF49EF2}"/>
              </a:ext>
            </a:extLst>
          </p:cNvPr>
          <p:cNvGrpSpPr/>
          <p:nvPr/>
        </p:nvGrpSpPr>
        <p:grpSpPr>
          <a:xfrm>
            <a:off x="3455718" y="2593035"/>
            <a:ext cx="2640282" cy="1391431"/>
            <a:chOff x="5650674" y="829255"/>
            <a:chExt cx="3016333" cy="1391431"/>
          </a:xfrm>
        </p:grpSpPr>
        <p:sp>
          <p:nvSpPr>
            <p:cNvPr id="18" name="Rectangle 17">
              <a:extLst>
                <a:ext uri="{FF2B5EF4-FFF2-40B4-BE49-F238E27FC236}">
                  <a16:creationId xmlns:a16="http://schemas.microsoft.com/office/drawing/2014/main" id="{EAC978A1-5B9B-42FA-82C7-AD849430AD97}"/>
                </a:ext>
              </a:extLst>
            </p:cNvPr>
            <p:cNvSpPr/>
            <p:nvPr/>
          </p:nvSpPr>
          <p:spPr>
            <a:xfrm>
              <a:off x="5650675" y="829255"/>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class Circle</a:t>
              </a:r>
            </a:p>
          </p:txBody>
        </p:sp>
        <p:sp>
          <p:nvSpPr>
            <p:cNvPr id="19" name="Rectangle 18">
              <a:extLst>
                <a:ext uri="{FF2B5EF4-FFF2-40B4-BE49-F238E27FC236}">
                  <a16:creationId xmlns:a16="http://schemas.microsoft.com/office/drawing/2014/main" id="{3A10CFFE-9BD6-7FF2-C13B-64921FB6C3D6}"/>
                </a:ext>
              </a:extLst>
            </p:cNvPr>
            <p:cNvSpPr/>
            <p:nvPr/>
          </p:nvSpPr>
          <p:spPr>
            <a:xfrm>
              <a:off x="5650674" y="1328018"/>
              <a:ext cx="3016333" cy="8926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highlight>
                    <a:srgbClr val="FFFF00"/>
                  </a:highlight>
                  <a:latin typeface="Consolas" panose="020B0609020204030204" pitchFamily="49" charset="0"/>
                  <a:cs typeface="Consolas" panose="020B0609020204030204" pitchFamily="49" charset="0"/>
                </a:rPr>
                <a:t>accept(Visitor v) {</a:t>
              </a:r>
              <a:br>
                <a:rPr lang="en-US" dirty="0">
                  <a:solidFill>
                    <a:schemeClr val="tx1"/>
                  </a:solidFill>
                  <a:highlight>
                    <a:srgbClr val="FFFF00"/>
                  </a:highlight>
                  <a:latin typeface="Consolas" panose="020B0609020204030204" pitchFamily="49" charset="0"/>
                  <a:cs typeface="Consolas" panose="020B0609020204030204" pitchFamily="49" charset="0"/>
                </a:rPr>
              </a:br>
              <a:r>
                <a:rPr lang="en-US" dirty="0">
                  <a:solidFill>
                    <a:schemeClr val="tx1"/>
                  </a:solidFill>
                  <a:highlight>
                    <a:srgbClr val="FFFF00"/>
                  </a:highlight>
                  <a:latin typeface="Consolas" panose="020B0609020204030204" pitchFamily="49" charset="0"/>
                  <a:cs typeface="Consolas" panose="020B0609020204030204" pitchFamily="49" charset="0"/>
                </a:rPr>
                <a:t>  </a:t>
              </a:r>
              <a:r>
                <a:rPr lang="en-US" dirty="0" err="1">
                  <a:solidFill>
                    <a:schemeClr val="tx1"/>
                  </a:solidFill>
                  <a:highlight>
                    <a:srgbClr val="FFFF00"/>
                  </a:highlight>
                  <a:latin typeface="Consolas" panose="020B0609020204030204" pitchFamily="49" charset="0"/>
                  <a:cs typeface="Consolas" panose="020B0609020204030204" pitchFamily="49" charset="0"/>
                </a:rPr>
                <a:t>v.visit</a:t>
              </a:r>
              <a:r>
                <a:rPr lang="en-US" dirty="0">
                  <a:solidFill>
                    <a:schemeClr val="tx1"/>
                  </a:solidFill>
                  <a:highlight>
                    <a:srgbClr val="FFFF00"/>
                  </a:highlight>
                  <a:latin typeface="Consolas" panose="020B0609020204030204" pitchFamily="49" charset="0"/>
                  <a:cs typeface="Consolas" panose="020B0609020204030204" pitchFamily="49" charset="0"/>
                </a:rPr>
                <a:t>(this);</a:t>
              </a:r>
              <a:br>
                <a:rPr lang="en-US" dirty="0">
                  <a:solidFill>
                    <a:schemeClr val="tx1"/>
                  </a:solidFill>
                  <a:highlight>
                    <a:srgbClr val="FFFF00"/>
                  </a:highlight>
                  <a:latin typeface="Consolas" panose="020B0609020204030204" pitchFamily="49" charset="0"/>
                  <a:cs typeface="Consolas" panose="020B0609020204030204" pitchFamily="49" charset="0"/>
                </a:rPr>
              </a:br>
              <a:r>
                <a:rPr lang="en-US" dirty="0">
                  <a:solidFill>
                    <a:schemeClr val="tx1"/>
                  </a:solidFill>
                  <a:highlight>
                    <a:srgbClr val="FFFF00"/>
                  </a:highlight>
                  <a:latin typeface="Consolas" panose="020B0609020204030204" pitchFamily="49" charset="0"/>
                  <a:cs typeface="Consolas" panose="020B0609020204030204" pitchFamily="49" charset="0"/>
                </a:rPr>
                <a:t>} </a:t>
              </a:r>
            </a:p>
          </p:txBody>
        </p:sp>
      </p:grpSp>
      <p:grpSp>
        <p:nvGrpSpPr>
          <p:cNvPr id="21" name="Group 20">
            <a:extLst>
              <a:ext uri="{FF2B5EF4-FFF2-40B4-BE49-F238E27FC236}">
                <a16:creationId xmlns:a16="http://schemas.microsoft.com/office/drawing/2014/main" id="{885A1451-329C-AED6-03CA-8CB622A3D8A3}"/>
              </a:ext>
            </a:extLst>
          </p:cNvPr>
          <p:cNvGrpSpPr/>
          <p:nvPr/>
        </p:nvGrpSpPr>
        <p:grpSpPr>
          <a:xfrm>
            <a:off x="6350945" y="2593035"/>
            <a:ext cx="2640281" cy="1391431"/>
            <a:chOff x="5650674" y="829255"/>
            <a:chExt cx="3016333" cy="1391431"/>
          </a:xfrm>
        </p:grpSpPr>
        <p:sp>
          <p:nvSpPr>
            <p:cNvPr id="22" name="Rectangle 21">
              <a:extLst>
                <a:ext uri="{FF2B5EF4-FFF2-40B4-BE49-F238E27FC236}">
                  <a16:creationId xmlns:a16="http://schemas.microsoft.com/office/drawing/2014/main" id="{DBE275B9-9B56-BF52-4AE5-9F2A73B8E2BA}"/>
                </a:ext>
              </a:extLst>
            </p:cNvPr>
            <p:cNvSpPr/>
            <p:nvPr/>
          </p:nvSpPr>
          <p:spPr>
            <a:xfrm>
              <a:off x="5650675" y="829255"/>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class Rectangle</a:t>
              </a:r>
            </a:p>
          </p:txBody>
        </p:sp>
        <p:sp>
          <p:nvSpPr>
            <p:cNvPr id="23" name="Rectangle 22">
              <a:extLst>
                <a:ext uri="{FF2B5EF4-FFF2-40B4-BE49-F238E27FC236}">
                  <a16:creationId xmlns:a16="http://schemas.microsoft.com/office/drawing/2014/main" id="{85140FE5-D4A9-AC8A-17DC-B1BB55780C5F}"/>
                </a:ext>
              </a:extLst>
            </p:cNvPr>
            <p:cNvSpPr/>
            <p:nvPr/>
          </p:nvSpPr>
          <p:spPr>
            <a:xfrm>
              <a:off x="5650674" y="1328018"/>
              <a:ext cx="3016333" cy="8926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accept(Visitor v)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latin typeface="Consolas" panose="020B0609020204030204" pitchFamily="49" charset="0"/>
                  <a:cs typeface="Consolas" panose="020B0609020204030204" pitchFamily="49" charset="0"/>
                </a:rPr>
                <a:t>v.visit</a:t>
              </a:r>
              <a:r>
                <a:rPr lang="en-US" dirty="0">
                  <a:solidFill>
                    <a:schemeClr val="tx1"/>
                  </a:solidFill>
                  <a:latin typeface="Consolas" panose="020B0609020204030204" pitchFamily="49" charset="0"/>
                  <a:cs typeface="Consolas" panose="020B0609020204030204" pitchFamily="49" charset="0"/>
                </a:rPr>
                <a:t>(this);</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p>
          </p:txBody>
        </p:sp>
      </p:grpSp>
      <p:grpSp>
        <p:nvGrpSpPr>
          <p:cNvPr id="24" name="Group 23">
            <a:extLst>
              <a:ext uri="{FF2B5EF4-FFF2-40B4-BE49-F238E27FC236}">
                <a16:creationId xmlns:a16="http://schemas.microsoft.com/office/drawing/2014/main" id="{6A5F1AB7-B058-865F-55AC-0F1662A9DB91}"/>
              </a:ext>
            </a:extLst>
          </p:cNvPr>
          <p:cNvGrpSpPr/>
          <p:nvPr/>
        </p:nvGrpSpPr>
        <p:grpSpPr>
          <a:xfrm>
            <a:off x="9337965" y="2593035"/>
            <a:ext cx="2640281" cy="1391431"/>
            <a:chOff x="5650674" y="829255"/>
            <a:chExt cx="3016333" cy="1391431"/>
          </a:xfrm>
        </p:grpSpPr>
        <p:sp>
          <p:nvSpPr>
            <p:cNvPr id="25" name="Rectangle 24">
              <a:extLst>
                <a:ext uri="{FF2B5EF4-FFF2-40B4-BE49-F238E27FC236}">
                  <a16:creationId xmlns:a16="http://schemas.microsoft.com/office/drawing/2014/main" id="{202CD2A3-4E2B-6978-E4CC-560B7E7E4019}"/>
                </a:ext>
              </a:extLst>
            </p:cNvPr>
            <p:cNvSpPr/>
            <p:nvPr/>
          </p:nvSpPr>
          <p:spPr>
            <a:xfrm>
              <a:off x="5650675" y="829255"/>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class </a:t>
              </a:r>
              <a:r>
                <a:rPr lang="en-US" dirty="0" err="1">
                  <a:latin typeface="Consolas" panose="020B0609020204030204" pitchFamily="49" charset="0"/>
                  <a:cs typeface="Consolas" panose="020B0609020204030204" pitchFamily="49" charset="0"/>
                </a:rPr>
                <a:t>CompoundShape</a:t>
              </a:r>
              <a:endParaRPr lang="en-US" dirty="0">
                <a:latin typeface="Consolas" panose="020B0609020204030204" pitchFamily="49" charset="0"/>
                <a:cs typeface="Consolas" panose="020B0609020204030204" pitchFamily="49" charset="0"/>
              </a:endParaRPr>
            </a:p>
          </p:txBody>
        </p:sp>
        <p:sp>
          <p:nvSpPr>
            <p:cNvPr id="26" name="Rectangle 25">
              <a:extLst>
                <a:ext uri="{FF2B5EF4-FFF2-40B4-BE49-F238E27FC236}">
                  <a16:creationId xmlns:a16="http://schemas.microsoft.com/office/drawing/2014/main" id="{F64D4FC9-7E20-8009-4207-94FFEBDF2CA4}"/>
                </a:ext>
              </a:extLst>
            </p:cNvPr>
            <p:cNvSpPr/>
            <p:nvPr/>
          </p:nvSpPr>
          <p:spPr>
            <a:xfrm>
              <a:off x="5650674" y="1328018"/>
              <a:ext cx="3016333" cy="8926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accept(Visitor v) {</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r>
                <a:rPr lang="en-US" dirty="0" err="1">
                  <a:solidFill>
                    <a:schemeClr val="tx1"/>
                  </a:solidFill>
                  <a:latin typeface="Consolas" panose="020B0609020204030204" pitchFamily="49" charset="0"/>
                  <a:cs typeface="Consolas" panose="020B0609020204030204" pitchFamily="49" charset="0"/>
                </a:rPr>
                <a:t>v.visit</a:t>
              </a:r>
              <a:r>
                <a:rPr lang="en-US" dirty="0">
                  <a:solidFill>
                    <a:schemeClr val="tx1"/>
                  </a:solidFill>
                  <a:latin typeface="Consolas" panose="020B0609020204030204" pitchFamily="49" charset="0"/>
                  <a:cs typeface="Consolas" panose="020B0609020204030204" pitchFamily="49" charset="0"/>
                </a:rPr>
                <a:t>(this);</a:t>
              </a:r>
              <a:br>
                <a:rPr lang="en-US" dirty="0">
                  <a:solidFill>
                    <a:schemeClr val="tx1"/>
                  </a:solidFill>
                  <a:latin typeface="Consolas" panose="020B0609020204030204" pitchFamily="49" charset="0"/>
                  <a:cs typeface="Consolas" panose="020B0609020204030204" pitchFamily="49" charset="0"/>
                </a:rPr>
              </a:br>
              <a:r>
                <a:rPr lang="en-US" dirty="0">
                  <a:solidFill>
                    <a:schemeClr val="tx1"/>
                  </a:solidFill>
                  <a:latin typeface="Consolas" panose="020B0609020204030204" pitchFamily="49" charset="0"/>
                  <a:cs typeface="Consolas" panose="020B0609020204030204" pitchFamily="49" charset="0"/>
                </a:rPr>
                <a:t>} </a:t>
              </a:r>
            </a:p>
          </p:txBody>
        </p:sp>
      </p:grpSp>
      <p:cxnSp>
        <p:nvCxnSpPr>
          <p:cNvPr id="28" name="Straight Arrow Connector 27">
            <a:extLst>
              <a:ext uri="{FF2B5EF4-FFF2-40B4-BE49-F238E27FC236}">
                <a16:creationId xmlns:a16="http://schemas.microsoft.com/office/drawing/2014/main" id="{AE82B4C1-35C0-A39F-FCF0-2DAECCA49234}"/>
              </a:ext>
            </a:extLst>
          </p:cNvPr>
          <p:cNvCxnSpPr>
            <a:cxnSpLocks/>
            <a:endCxn id="18" idx="0"/>
          </p:cNvCxnSpPr>
          <p:nvPr/>
        </p:nvCxnSpPr>
        <p:spPr>
          <a:xfrm flipH="1">
            <a:off x="4775860" y="2209401"/>
            <a:ext cx="1737756" cy="3836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 name="Straight Arrow Connector 28">
            <a:extLst>
              <a:ext uri="{FF2B5EF4-FFF2-40B4-BE49-F238E27FC236}">
                <a16:creationId xmlns:a16="http://schemas.microsoft.com/office/drawing/2014/main" id="{3DC157D8-23F6-993B-366D-1306D1266F2B}"/>
              </a:ext>
            </a:extLst>
          </p:cNvPr>
          <p:cNvCxnSpPr>
            <a:cxnSpLocks/>
            <a:endCxn id="22" idx="0"/>
          </p:cNvCxnSpPr>
          <p:nvPr/>
        </p:nvCxnSpPr>
        <p:spPr>
          <a:xfrm>
            <a:off x="6513616" y="2209401"/>
            <a:ext cx="1157470" cy="3836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2" name="Straight Arrow Connector 31">
            <a:extLst>
              <a:ext uri="{FF2B5EF4-FFF2-40B4-BE49-F238E27FC236}">
                <a16:creationId xmlns:a16="http://schemas.microsoft.com/office/drawing/2014/main" id="{FD159E32-A3CE-F4F6-150A-3ABF1501BF17}"/>
              </a:ext>
            </a:extLst>
          </p:cNvPr>
          <p:cNvCxnSpPr>
            <a:cxnSpLocks/>
            <a:endCxn id="25" idx="0"/>
          </p:cNvCxnSpPr>
          <p:nvPr/>
        </p:nvCxnSpPr>
        <p:spPr>
          <a:xfrm>
            <a:off x="6513616" y="2209401"/>
            <a:ext cx="4144490" cy="3836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5" name="TextBox 34">
            <a:extLst>
              <a:ext uri="{FF2B5EF4-FFF2-40B4-BE49-F238E27FC236}">
                <a16:creationId xmlns:a16="http://schemas.microsoft.com/office/drawing/2014/main" id="{A15351D2-2AD2-DD16-7F8E-D568DEBF5DDB}"/>
              </a:ext>
            </a:extLst>
          </p:cNvPr>
          <p:cNvSpPr txBox="1"/>
          <p:nvPr/>
        </p:nvSpPr>
        <p:spPr>
          <a:xfrm>
            <a:off x="4386738" y="2209401"/>
            <a:ext cx="919995" cy="369332"/>
          </a:xfrm>
          <a:prstGeom prst="rect">
            <a:avLst/>
          </a:prstGeom>
          <a:noFill/>
        </p:spPr>
        <p:txBody>
          <a:bodyPr wrap="none" rtlCol="0">
            <a:spAutoFit/>
          </a:bodyPr>
          <a:lstStyle/>
          <a:p>
            <a:r>
              <a:rPr lang="en-US" dirty="0"/>
              <a:t>extends</a:t>
            </a:r>
          </a:p>
        </p:txBody>
      </p:sp>
      <p:sp>
        <p:nvSpPr>
          <p:cNvPr id="36" name="TextBox 35">
            <a:extLst>
              <a:ext uri="{FF2B5EF4-FFF2-40B4-BE49-F238E27FC236}">
                <a16:creationId xmlns:a16="http://schemas.microsoft.com/office/drawing/2014/main" id="{72A7005A-79A5-AA61-94F9-C4A5A336B318}"/>
              </a:ext>
            </a:extLst>
          </p:cNvPr>
          <p:cNvSpPr txBox="1"/>
          <p:nvPr/>
        </p:nvSpPr>
        <p:spPr>
          <a:xfrm>
            <a:off x="5926385" y="2245132"/>
            <a:ext cx="919995" cy="369332"/>
          </a:xfrm>
          <a:prstGeom prst="rect">
            <a:avLst/>
          </a:prstGeom>
          <a:noFill/>
        </p:spPr>
        <p:txBody>
          <a:bodyPr wrap="none" rtlCol="0">
            <a:spAutoFit/>
          </a:bodyPr>
          <a:lstStyle/>
          <a:p>
            <a:r>
              <a:rPr lang="en-US" dirty="0"/>
              <a:t>extends</a:t>
            </a:r>
          </a:p>
        </p:txBody>
      </p:sp>
      <p:sp>
        <p:nvSpPr>
          <p:cNvPr id="37" name="TextBox 36">
            <a:extLst>
              <a:ext uri="{FF2B5EF4-FFF2-40B4-BE49-F238E27FC236}">
                <a16:creationId xmlns:a16="http://schemas.microsoft.com/office/drawing/2014/main" id="{7D46100F-FA14-C57C-0A72-960085761690}"/>
              </a:ext>
            </a:extLst>
          </p:cNvPr>
          <p:cNvSpPr txBox="1"/>
          <p:nvPr/>
        </p:nvSpPr>
        <p:spPr>
          <a:xfrm>
            <a:off x="8857048" y="2102011"/>
            <a:ext cx="919995" cy="369332"/>
          </a:xfrm>
          <a:prstGeom prst="rect">
            <a:avLst/>
          </a:prstGeom>
          <a:noFill/>
        </p:spPr>
        <p:txBody>
          <a:bodyPr wrap="none" rtlCol="0">
            <a:spAutoFit/>
          </a:bodyPr>
          <a:lstStyle/>
          <a:p>
            <a:r>
              <a:rPr lang="en-US" dirty="0"/>
              <a:t>extends</a:t>
            </a:r>
          </a:p>
        </p:txBody>
      </p:sp>
      <p:grpSp>
        <p:nvGrpSpPr>
          <p:cNvPr id="48" name="Group 47">
            <a:extLst>
              <a:ext uri="{FF2B5EF4-FFF2-40B4-BE49-F238E27FC236}">
                <a16:creationId xmlns:a16="http://schemas.microsoft.com/office/drawing/2014/main" id="{B0BAA90C-F5DB-8EA0-D0E5-9F3FD7FEA2C0}"/>
              </a:ext>
            </a:extLst>
          </p:cNvPr>
          <p:cNvGrpSpPr/>
          <p:nvPr/>
        </p:nvGrpSpPr>
        <p:grpSpPr>
          <a:xfrm>
            <a:off x="5005449" y="1281002"/>
            <a:ext cx="3016333" cy="928399"/>
            <a:chOff x="5650674" y="1292287"/>
            <a:chExt cx="3016333" cy="928399"/>
          </a:xfrm>
        </p:grpSpPr>
        <p:sp>
          <p:nvSpPr>
            <p:cNvPr id="49" name="Rectangle 48">
              <a:extLst>
                <a:ext uri="{FF2B5EF4-FFF2-40B4-BE49-F238E27FC236}">
                  <a16:creationId xmlns:a16="http://schemas.microsoft.com/office/drawing/2014/main" id="{1A4A8270-7913-5A03-F618-043BFE9F619C}"/>
                </a:ext>
              </a:extLst>
            </p:cNvPr>
            <p:cNvSpPr/>
            <p:nvPr/>
          </p:nvSpPr>
          <p:spPr>
            <a:xfrm>
              <a:off x="5650674" y="1292287"/>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abstract class Shape</a:t>
              </a:r>
            </a:p>
          </p:txBody>
        </p:sp>
        <p:sp>
          <p:nvSpPr>
            <p:cNvPr id="50" name="Rectangle 49">
              <a:extLst>
                <a:ext uri="{FF2B5EF4-FFF2-40B4-BE49-F238E27FC236}">
                  <a16:creationId xmlns:a16="http://schemas.microsoft.com/office/drawing/2014/main" id="{94186A57-FC91-A92F-DD54-815F4A73BDAF}"/>
                </a:ext>
              </a:extLst>
            </p:cNvPr>
            <p:cNvSpPr/>
            <p:nvPr/>
          </p:nvSpPr>
          <p:spPr>
            <a:xfrm>
              <a:off x="5650674" y="1805352"/>
              <a:ext cx="3016333" cy="4153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cs typeface="Consolas" panose="020B0609020204030204" pitchFamily="49" charset="0"/>
                </a:rPr>
                <a:t>accept(Visitor v);</a:t>
              </a:r>
            </a:p>
          </p:txBody>
        </p:sp>
      </p:grpSp>
      <p:sp>
        <p:nvSpPr>
          <p:cNvPr id="2" name="Rectangle 1">
            <a:extLst>
              <a:ext uri="{FF2B5EF4-FFF2-40B4-BE49-F238E27FC236}">
                <a16:creationId xmlns:a16="http://schemas.microsoft.com/office/drawing/2014/main" id="{CE858538-8367-D5BD-CFCB-E31D538CBFBF}"/>
              </a:ext>
            </a:extLst>
          </p:cNvPr>
          <p:cNvSpPr/>
          <p:nvPr/>
        </p:nvSpPr>
        <p:spPr>
          <a:xfrm>
            <a:off x="629392" y="2861953"/>
            <a:ext cx="2232561" cy="38001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670D087B-95ED-5B58-35C3-94DFBE154678}"/>
              </a:ext>
            </a:extLst>
          </p:cNvPr>
          <p:cNvSpPr/>
          <p:nvPr/>
        </p:nvSpPr>
        <p:spPr>
          <a:xfrm>
            <a:off x="3485032" y="3095421"/>
            <a:ext cx="2232561" cy="38001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FAD3F5F1-11D1-7422-483B-6BEB1D5458AC}"/>
              </a:ext>
            </a:extLst>
          </p:cNvPr>
          <p:cNvSpPr/>
          <p:nvPr/>
        </p:nvSpPr>
        <p:spPr>
          <a:xfrm>
            <a:off x="6399436" y="3093130"/>
            <a:ext cx="2232561" cy="38001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958A70EA-CE78-4CEF-A8C6-00B81A01D6E3}"/>
              </a:ext>
            </a:extLst>
          </p:cNvPr>
          <p:cNvSpPr/>
          <p:nvPr/>
        </p:nvSpPr>
        <p:spPr>
          <a:xfrm>
            <a:off x="9367278" y="3099491"/>
            <a:ext cx="2232561" cy="38001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A33D0BB1-7722-5A0E-3CD3-D18BB81F6444}"/>
              </a:ext>
            </a:extLst>
          </p:cNvPr>
          <p:cNvSpPr/>
          <p:nvPr/>
        </p:nvSpPr>
        <p:spPr>
          <a:xfrm>
            <a:off x="237506" y="4508313"/>
            <a:ext cx="3016332" cy="4987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class </a:t>
            </a:r>
            <a:r>
              <a:rPr lang="en-US" dirty="0" err="1">
                <a:latin typeface="Consolas" panose="020B0609020204030204" pitchFamily="49" charset="0"/>
                <a:cs typeface="Consolas" panose="020B0609020204030204" pitchFamily="49" charset="0"/>
              </a:rPr>
              <a:t>TranslationVisitor</a:t>
            </a:r>
            <a:endParaRPr lang="en-US" dirty="0">
              <a:latin typeface="Consolas" panose="020B0609020204030204" pitchFamily="49" charset="0"/>
              <a:cs typeface="Consolas" panose="020B0609020204030204" pitchFamily="49" charset="0"/>
            </a:endParaRPr>
          </a:p>
        </p:txBody>
      </p:sp>
      <p:sp>
        <p:nvSpPr>
          <p:cNvPr id="10" name="Rectangle 9">
            <a:extLst>
              <a:ext uri="{FF2B5EF4-FFF2-40B4-BE49-F238E27FC236}">
                <a16:creationId xmlns:a16="http://schemas.microsoft.com/office/drawing/2014/main" id="{68A8FBC5-0856-12B8-5542-CFBB9C13B146}"/>
              </a:ext>
            </a:extLst>
          </p:cNvPr>
          <p:cNvSpPr/>
          <p:nvPr/>
        </p:nvSpPr>
        <p:spPr>
          <a:xfrm>
            <a:off x="237506" y="5000522"/>
            <a:ext cx="3016333" cy="3325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highlight>
                  <a:srgbClr val="FFFF00"/>
                </a:highlight>
                <a:latin typeface="Consolas" panose="020B0609020204030204" pitchFamily="49" charset="0"/>
                <a:cs typeface="Consolas" panose="020B0609020204030204" pitchFamily="49" charset="0"/>
              </a:rPr>
              <a:t>visit(Circle c) { //..}</a:t>
            </a:r>
          </a:p>
        </p:txBody>
      </p:sp>
      <p:sp>
        <p:nvSpPr>
          <p:cNvPr id="15" name="Rectangle 14">
            <a:extLst>
              <a:ext uri="{FF2B5EF4-FFF2-40B4-BE49-F238E27FC236}">
                <a16:creationId xmlns:a16="http://schemas.microsoft.com/office/drawing/2014/main" id="{849AA3DA-F59C-8F50-575E-206803DA0708}"/>
              </a:ext>
            </a:extLst>
          </p:cNvPr>
          <p:cNvSpPr/>
          <p:nvPr/>
        </p:nvSpPr>
        <p:spPr>
          <a:xfrm>
            <a:off x="225630" y="5333031"/>
            <a:ext cx="3016333" cy="3325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latin typeface="Consolas" panose="020B0609020204030204" pitchFamily="49" charset="0"/>
                <a:cs typeface="Consolas" panose="020B0609020204030204" pitchFamily="49" charset="0"/>
              </a:rPr>
              <a:t>visit(Rectangle r) { //..}</a:t>
            </a:r>
          </a:p>
        </p:txBody>
      </p:sp>
      <p:cxnSp>
        <p:nvCxnSpPr>
          <p:cNvPr id="34" name="Straight Arrow Connector 33">
            <a:extLst>
              <a:ext uri="{FF2B5EF4-FFF2-40B4-BE49-F238E27FC236}">
                <a16:creationId xmlns:a16="http://schemas.microsoft.com/office/drawing/2014/main" id="{5737D02B-4D97-856F-4E97-631D0A68628D}"/>
              </a:ext>
            </a:extLst>
          </p:cNvPr>
          <p:cNvCxnSpPr>
            <a:cxnSpLocks/>
          </p:cNvCxnSpPr>
          <p:nvPr/>
        </p:nvCxnSpPr>
        <p:spPr>
          <a:xfrm>
            <a:off x="1721921" y="3775345"/>
            <a:ext cx="11875" cy="72021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8" name="TextBox 37">
            <a:extLst>
              <a:ext uri="{FF2B5EF4-FFF2-40B4-BE49-F238E27FC236}">
                <a16:creationId xmlns:a16="http://schemas.microsoft.com/office/drawing/2014/main" id="{63E112C3-DA69-4A31-6E23-7561E2BCB783}"/>
              </a:ext>
            </a:extLst>
          </p:cNvPr>
          <p:cNvSpPr txBox="1"/>
          <p:nvPr/>
        </p:nvSpPr>
        <p:spPr>
          <a:xfrm>
            <a:off x="746882" y="3978381"/>
            <a:ext cx="919995" cy="369332"/>
          </a:xfrm>
          <a:prstGeom prst="rect">
            <a:avLst/>
          </a:prstGeom>
          <a:noFill/>
        </p:spPr>
        <p:txBody>
          <a:bodyPr wrap="none" rtlCol="0">
            <a:spAutoFit/>
          </a:bodyPr>
          <a:lstStyle/>
          <a:p>
            <a:r>
              <a:rPr lang="en-US" dirty="0"/>
              <a:t>extends</a:t>
            </a:r>
          </a:p>
        </p:txBody>
      </p:sp>
      <p:sp>
        <p:nvSpPr>
          <p:cNvPr id="7" name="TextBox 6">
            <a:extLst>
              <a:ext uri="{FF2B5EF4-FFF2-40B4-BE49-F238E27FC236}">
                <a16:creationId xmlns:a16="http://schemas.microsoft.com/office/drawing/2014/main" id="{CFF5D9AE-E05F-46A3-6D68-3DBCAA16383E}"/>
              </a:ext>
            </a:extLst>
          </p:cNvPr>
          <p:cNvSpPr txBox="1"/>
          <p:nvPr/>
        </p:nvSpPr>
        <p:spPr>
          <a:xfrm>
            <a:off x="8184451" y="19227"/>
            <a:ext cx="4144490" cy="2246769"/>
          </a:xfrm>
          <a:prstGeom prst="rect">
            <a:avLst/>
          </a:prstGeom>
          <a:noFill/>
        </p:spPr>
        <p:txBody>
          <a:bodyPr wrap="square">
            <a:spAutoFit/>
          </a:bodyPr>
          <a:lstStyle/>
          <a:p>
            <a:r>
              <a:rPr lang="en-US" sz="1400" dirty="0">
                <a:latin typeface="Consolas" panose="020B0609020204030204" pitchFamily="49" charset="0"/>
                <a:cs typeface="Consolas" panose="020B0609020204030204" pitchFamily="49" charset="0"/>
              </a:rPr>
              <a:t>main() {</a:t>
            </a:r>
            <a:br>
              <a:rPr lang="en-US" sz="1400" dirty="0">
                <a:latin typeface="Consolas" panose="020B0609020204030204" pitchFamily="49" charset="0"/>
                <a:cs typeface="Consolas" panose="020B0609020204030204" pitchFamily="49" charset="0"/>
              </a:rPr>
            </a:br>
            <a:r>
              <a:rPr lang="en-US" sz="1400" dirty="0">
                <a:latin typeface="Consolas" panose="020B0609020204030204" pitchFamily="49" charset="0"/>
                <a:cs typeface="Consolas" panose="020B0609020204030204" pitchFamily="49" charset="0"/>
              </a:rPr>
              <a:t>  Rectangle r = new …; </a:t>
            </a:r>
          </a:p>
          <a:p>
            <a:r>
              <a:rPr lang="en-US" sz="1400" dirty="0">
                <a:latin typeface="Consolas" panose="020B0609020204030204" pitchFamily="49" charset="0"/>
                <a:cs typeface="Consolas" panose="020B0609020204030204" pitchFamily="49" charset="0"/>
              </a:rPr>
              <a:t>  Circle c = new …;</a:t>
            </a:r>
          </a:p>
          <a:p>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CompoundShape</a:t>
            </a:r>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cShape</a:t>
            </a:r>
            <a:r>
              <a:rPr lang="en-US" sz="1400" dirty="0">
                <a:latin typeface="Consolas" panose="020B0609020204030204" pitchFamily="49" charset="0"/>
                <a:cs typeface="Consolas" panose="020B0609020204030204" pitchFamily="49" charset="0"/>
              </a:rPr>
              <a:t> = new ...;</a:t>
            </a:r>
          </a:p>
          <a:p>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cShape.setShapeList</a:t>
            </a:r>
            <a:r>
              <a:rPr lang="en-US" sz="1400" dirty="0">
                <a:latin typeface="Consolas" panose="020B0609020204030204" pitchFamily="49" charset="0"/>
                <a:cs typeface="Consolas" panose="020B0609020204030204" pitchFamily="49" charset="0"/>
              </a:rPr>
              <a:t>(new </a:t>
            </a:r>
            <a:r>
              <a:rPr lang="en-US" sz="1400" dirty="0" err="1">
                <a:latin typeface="Consolas" panose="020B0609020204030204" pitchFamily="49" charset="0"/>
                <a:cs typeface="Consolas" panose="020B0609020204030204" pitchFamily="49" charset="0"/>
              </a:rPr>
              <a:t>ArrayList</a:t>
            </a:r>
            <a:r>
              <a:rPr lang="en-US" sz="1400" dirty="0">
                <a:latin typeface="Consolas" panose="020B0609020204030204" pitchFamily="49" charset="0"/>
                <a:cs typeface="Consolas" panose="020B0609020204030204" pitchFamily="49" charset="0"/>
              </a:rPr>
              <a:t>(r, c));</a:t>
            </a:r>
          </a:p>
          <a:p>
            <a:r>
              <a:rPr lang="en-US" sz="1400" dirty="0">
                <a:latin typeface="Consolas" panose="020B0609020204030204" pitchFamily="49" charset="0"/>
                <a:cs typeface="Consolas" panose="020B0609020204030204" pitchFamily="49" charset="0"/>
              </a:rPr>
              <a:t>  Visitor </a:t>
            </a:r>
            <a:r>
              <a:rPr lang="en-US" sz="1400" dirty="0" err="1">
                <a:latin typeface="Consolas" panose="020B0609020204030204" pitchFamily="49" charset="0"/>
                <a:cs typeface="Consolas" panose="020B0609020204030204" pitchFamily="49" charset="0"/>
              </a:rPr>
              <a:t>transVisitor</a:t>
            </a:r>
            <a:r>
              <a:rPr lang="en-US" sz="1400" dirty="0">
                <a:latin typeface="Consolas" panose="020B0609020204030204" pitchFamily="49" charset="0"/>
                <a:cs typeface="Consolas" panose="020B0609020204030204" pitchFamily="49" charset="0"/>
              </a:rPr>
              <a:t> = new </a:t>
            </a:r>
            <a:r>
              <a:rPr lang="en-US" sz="1400" dirty="0" err="1">
                <a:latin typeface="Consolas" panose="020B0609020204030204" pitchFamily="49" charset="0"/>
                <a:cs typeface="Consolas" panose="020B0609020204030204" pitchFamily="49" charset="0"/>
              </a:rPr>
              <a:t>TranslationVisitor</a:t>
            </a:r>
            <a:r>
              <a:rPr lang="en-US" sz="1400" dirty="0">
                <a:latin typeface="Consolas" panose="020B0609020204030204" pitchFamily="49" charset="0"/>
                <a:cs typeface="Consolas" panose="020B0609020204030204" pitchFamily="49" charset="0"/>
              </a:rPr>
              <a:t>();</a:t>
            </a:r>
          </a:p>
          <a:p>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cShape.accept</a:t>
            </a:r>
            <a:r>
              <a:rPr lang="en-US" sz="1400" dirty="0">
                <a:latin typeface="Consolas" panose="020B0609020204030204" pitchFamily="49" charset="0"/>
                <a:cs typeface="Consolas" panose="020B0609020204030204" pitchFamily="49" charset="0"/>
              </a:rPr>
              <a:t>(</a:t>
            </a:r>
            <a:r>
              <a:rPr lang="en-US" sz="1400" dirty="0" err="1">
                <a:latin typeface="Consolas" panose="020B0609020204030204" pitchFamily="49" charset="0"/>
                <a:cs typeface="Consolas" panose="020B0609020204030204" pitchFamily="49" charset="0"/>
              </a:rPr>
              <a:t>transVisitor</a:t>
            </a:r>
            <a:r>
              <a:rPr lang="en-US" sz="1400" dirty="0">
                <a:latin typeface="Consolas" panose="020B0609020204030204" pitchFamily="49" charset="0"/>
                <a:cs typeface="Consolas" panose="020B0609020204030204" pitchFamily="49" charset="0"/>
              </a:rPr>
              <a:t>);</a:t>
            </a:r>
            <a:br>
              <a:rPr lang="en-US" sz="1400" dirty="0">
                <a:latin typeface="Consolas" panose="020B0609020204030204" pitchFamily="49" charset="0"/>
                <a:cs typeface="Consolas" panose="020B0609020204030204" pitchFamily="49" charset="0"/>
              </a:rPr>
            </a:br>
            <a:r>
              <a:rPr lang="en-US" sz="1400" dirty="0">
                <a:latin typeface="Consolas" panose="020B0609020204030204" pitchFamily="49" charset="0"/>
                <a:cs typeface="Consolas" panose="020B0609020204030204" pitchFamily="49" charset="0"/>
              </a:rPr>
              <a:t>}</a:t>
            </a:r>
          </a:p>
        </p:txBody>
      </p:sp>
    </p:spTree>
    <p:extLst>
      <p:ext uri="{BB962C8B-B14F-4D97-AF65-F5344CB8AC3E}">
        <p14:creationId xmlns:p14="http://schemas.microsoft.com/office/powerpoint/2010/main" val="3274020809"/>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59B9F577-AE64-7D6E-8430-D4D8FA113BB1}"/>
              </a:ext>
            </a:extLst>
          </p:cNvPr>
          <p:cNvSpPr>
            <a:spLocks noGrp="1"/>
          </p:cNvSpPr>
          <p:nvPr>
            <p:ph idx="1"/>
          </p:nvPr>
        </p:nvSpPr>
        <p:spPr/>
        <p:txBody>
          <a:bodyPr>
            <a:normAutofit fontScale="92500" lnSpcReduction="10000"/>
          </a:bodyPr>
          <a:lstStyle/>
          <a:p>
            <a:r>
              <a:rPr lang="en-US" dirty="0"/>
              <a:t>Separates operations (behavior) from the object structure (elements) they act upon</a:t>
            </a:r>
          </a:p>
          <a:p>
            <a:pPr lvl="1"/>
            <a:r>
              <a:rPr lang="en-US" dirty="0"/>
              <a:t>Can easily handle deeply nested compound objects uniformly</a:t>
            </a:r>
          </a:p>
          <a:p>
            <a:pPr lvl="1"/>
            <a:r>
              <a:rPr lang="en-US" dirty="0"/>
              <a:t>Abstract visitor can encapsulate visiting logic</a:t>
            </a:r>
          </a:p>
          <a:p>
            <a:pPr lvl="1"/>
            <a:r>
              <a:rPr lang="en-US" dirty="0">
                <a:latin typeface="Consolas" panose="020B0609020204030204" pitchFamily="49" charset="0"/>
                <a:cs typeface="Consolas" panose="020B0609020204030204" pitchFamily="49" charset="0"/>
              </a:rPr>
              <a:t>visit(Type obj)</a:t>
            </a:r>
            <a:r>
              <a:rPr lang="en-US" dirty="0"/>
              <a:t> only contains code relevant to visiting that particular object and not any sub-types</a:t>
            </a:r>
          </a:p>
          <a:p>
            <a:r>
              <a:rPr lang="en-US" dirty="0"/>
              <a:t>Widely used in </a:t>
            </a:r>
          </a:p>
          <a:p>
            <a:pPr lvl="1"/>
            <a:r>
              <a:rPr lang="en-US" dirty="0"/>
              <a:t>Compilers/interpreters</a:t>
            </a:r>
          </a:p>
          <a:p>
            <a:pPr lvl="1"/>
            <a:r>
              <a:rPr lang="en-US" dirty="0"/>
              <a:t>Serialization/deserialization (JSON parsing)</a:t>
            </a:r>
          </a:p>
          <a:p>
            <a:pPr lvl="1"/>
            <a:r>
              <a:rPr lang="en-US" dirty="0"/>
              <a:t>Static analysis/code auditing</a:t>
            </a:r>
          </a:p>
        </p:txBody>
      </p:sp>
      <p:sp>
        <p:nvSpPr>
          <p:cNvPr id="5" name="Title 4">
            <a:extLst>
              <a:ext uri="{FF2B5EF4-FFF2-40B4-BE49-F238E27FC236}">
                <a16:creationId xmlns:a16="http://schemas.microsoft.com/office/drawing/2014/main" id="{754D0007-5D78-C237-5757-901B4B549B59}"/>
              </a:ext>
            </a:extLst>
          </p:cNvPr>
          <p:cNvSpPr>
            <a:spLocks noGrp="1"/>
          </p:cNvSpPr>
          <p:nvPr>
            <p:ph type="title"/>
          </p:nvPr>
        </p:nvSpPr>
        <p:spPr/>
        <p:txBody>
          <a:bodyPr/>
          <a:lstStyle/>
          <a:p>
            <a:r>
              <a:rPr lang="en-US" dirty="0"/>
              <a:t>Visitor design pattern</a:t>
            </a:r>
          </a:p>
        </p:txBody>
      </p:sp>
    </p:spTree>
    <p:extLst>
      <p:ext uri="{BB962C8B-B14F-4D97-AF65-F5344CB8AC3E}">
        <p14:creationId xmlns:p14="http://schemas.microsoft.com/office/powerpoint/2010/main" val="3097541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298BE9-4292-82D1-3F07-0298B9D810E5}"/>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48FDE036-603C-DA73-941D-D043396D9B60}"/>
              </a:ext>
            </a:extLst>
          </p:cNvPr>
          <p:cNvSpPr>
            <a:spLocks noGrp="1"/>
          </p:cNvSpPr>
          <p:nvPr>
            <p:ph idx="1"/>
          </p:nvPr>
        </p:nvSpPr>
        <p:spPr/>
        <p:txBody>
          <a:bodyPr/>
          <a:lstStyle/>
          <a:p>
            <a:pPr marL="0" indent="0">
              <a:buNone/>
            </a:pPr>
            <a:endParaRPr lang="en-US" dirty="0"/>
          </a:p>
        </p:txBody>
      </p:sp>
      <p:sp>
        <p:nvSpPr>
          <p:cNvPr id="5" name="Title 4">
            <a:extLst>
              <a:ext uri="{FF2B5EF4-FFF2-40B4-BE49-F238E27FC236}">
                <a16:creationId xmlns:a16="http://schemas.microsoft.com/office/drawing/2014/main" id="{F307576E-80BA-D1FA-3DAB-7A9ED6F4DEBC}"/>
              </a:ext>
            </a:extLst>
          </p:cNvPr>
          <p:cNvSpPr>
            <a:spLocks noGrp="1"/>
          </p:cNvSpPr>
          <p:nvPr>
            <p:ph type="title"/>
          </p:nvPr>
        </p:nvSpPr>
        <p:spPr/>
        <p:txBody>
          <a:bodyPr/>
          <a:lstStyle/>
          <a:p>
            <a:r>
              <a:rPr lang="en-US" dirty="0"/>
              <a:t>High-level case study – compiler code generation</a:t>
            </a:r>
          </a:p>
        </p:txBody>
      </p:sp>
      <p:sp>
        <p:nvSpPr>
          <p:cNvPr id="2" name="Content Placeholder 1">
            <a:extLst>
              <a:ext uri="{FF2B5EF4-FFF2-40B4-BE49-F238E27FC236}">
                <a16:creationId xmlns:a16="http://schemas.microsoft.com/office/drawing/2014/main" id="{05E440B8-924E-D674-D5D3-19854BE8CFD2}"/>
              </a:ext>
            </a:extLst>
          </p:cNvPr>
          <p:cNvSpPr>
            <a:spLocks noGrp="1"/>
          </p:cNvSpPr>
          <p:nvPr>
            <p:ph idx="13"/>
          </p:nvPr>
        </p:nvSpPr>
        <p:spPr/>
        <p:txBody>
          <a:bodyPr>
            <a:normAutofit/>
          </a:bodyPr>
          <a:lstStyle/>
          <a:p>
            <a:r>
              <a:rPr lang="en-US" dirty="0"/>
              <a:t>Abstract Syntax Tree (AST) used in compilers to represent source code</a:t>
            </a:r>
          </a:p>
          <a:p>
            <a:r>
              <a:rPr lang="en-US" dirty="0"/>
              <a:t>You want to perform many different types of operations on each node</a:t>
            </a:r>
          </a:p>
          <a:p>
            <a:pPr lvl="1"/>
            <a:r>
              <a:rPr lang="en-US" dirty="0"/>
              <a:t>E.g., </a:t>
            </a:r>
            <a:r>
              <a:rPr lang="en-US" dirty="0" err="1"/>
              <a:t>CountConstants</a:t>
            </a:r>
            <a:r>
              <a:rPr lang="en-US" dirty="0"/>
              <a:t>, </a:t>
            </a:r>
            <a:r>
              <a:rPr lang="en-US" dirty="0" err="1"/>
              <a:t>EvaluateExprs</a:t>
            </a:r>
            <a:r>
              <a:rPr lang="en-US" dirty="0"/>
              <a:t>, </a:t>
            </a:r>
            <a:r>
              <a:rPr lang="en-US" dirty="0" err="1"/>
              <a:t>GenerateCode</a:t>
            </a:r>
            <a:endParaRPr lang="en-US" dirty="0"/>
          </a:p>
        </p:txBody>
      </p:sp>
      <p:pic>
        <p:nvPicPr>
          <p:cNvPr id="5122" name="Picture 2" descr="Fast and accurate syntax searching for C and C++ | Trail of Bits Blog">
            <a:extLst>
              <a:ext uri="{FF2B5EF4-FFF2-40B4-BE49-F238E27FC236}">
                <a16:creationId xmlns:a16="http://schemas.microsoft.com/office/drawing/2014/main" id="{0386AB58-0AAC-A43F-A172-A4A9DF5751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89389" y="785004"/>
            <a:ext cx="4607658" cy="48138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5175977"/>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8DEB8625-4D02-AE86-2087-352B47E0C813}"/>
              </a:ext>
            </a:extLst>
          </p:cNvPr>
          <p:cNvSpPr>
            <a:spLocks noGrp="1"/>
          </p:cNvSpPr>
          <p:nvPr>
            <p:ph idx="1"/>
          </p:nvPr>
        </p:nvSpPr>
        <p:spPr/>
        <p:txBody>
          <a:bodyPr/>
          <a:lstStyle/>
          <a:p>
            <a:r>
              <a:rPr lang="en-US" dirty="0"/>
              <a:t>Reflection and meta-programming</a:t>
            </a:r>
          </a:p>
          <a:p>
            <a:pPr lvl="1"/>
            <a:r>
              <a:rPr lang="en-US" dirty="0"/>
              <a:t>Lazy-loading design pattern</a:t>
            </a:r>
          </a:p>
          <a:p>
            <a:pPr lvl="1"/>
            <a:r>
              <a:rPr lang="en-US" dirty="0"/>
              <a:t>Dependency–injection design pattern</a:t>
            </a:r>
          </a:p>
          <a:p>
            <a:r>
              <a:rPr lang="en-US" dirty="0"/>
              <a:t>Reading</a:t>
            </a:r>
          </a:p>
          <a:p>
            <a:pPr lvl="1"/>
            <a:r>
              <a:rPr lang="en-US" dirty="0"/>
              <a:t>Container design patterns</a:t>
            </a:r>
          </a:p>
        </p:txBody>
      </p:sp>
      <p:sp>
        <p:nvSpPr>
          <p:cNvPr id="4" name="Title 3">
            <a:extLst>
              <a:ext uri="{FF2B5EF4-FFF2-40B4-BE49-F238E27FC236}">
                <a16:creationId xmlns:a16="http://schemas.microsoft.com/office/drawing/2014/main" id="{E63D94E0-3DE6-DB38-00A9-51D99DA6AEEA}"/>
              </a:ext>
            </a:extLst>
          </p:cNvPr>
          <p:cNvSpPr>
            <a:spLocks noGrp="1"/>
          </p:cNvSpPr>
          <p:nvPr>
            <p:ph type="title"/>
          </p:nvPr>
        </p:nvSpPr>
        <p:spPr/>
        <p:txBody>
          <a:bodyPr/>
          <a:lstStyle/>
          <a:p>
            <a:r>
              <a:rPr lang="en-US" dirty="0"/>
              <a:t>More design patterns to come</a:t>
            </a:r>
          </a:p>
        </p:txBody>
      </p:sp>
    </p:spTree>
    <p:extLst>
      <p:ext uri="{BB962C8B-B14F-4D97-AF65-F5344CB8AC3E}">
        <p14:creationId xmlns:p14="http://schemas.microsoft.com/office/powerpoint/2010/main" val="3822263404"/>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BD1A18-2189-BEB2-77D3-2C2707C6E86C}"/>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86768AA2-9BEB-6C49-6A82-18EA68483CA8}"/>
              </a:ext>
            </a:extLst>
          </p:cNvPr>
          <p:cNvSpPr>
            <a:spLocks noGrp="1"/>
          </p:cNvSpPr>
          <p:nvPr>
            <p:ph idx="1"/>
          </p:nvPr>
        </p:nvSpPr>
        <p:spPr/>
        <p:txBody>
          <a:bodyPr>
            <a:normAutofit fontScale="92500" lnSpcReduction="20000"/>
          </a:bodyPr>
          <a:lstStyle/>
          <a:p>
            <a:r>
              <a:rPr lang="en-US" dirty="0"/>
              <a:t>Design patterns abstract object instantiation, composition, and behavior</a:t>
            </a:r>
          </a:p>
          <a:p>
            <a:r>
              <a:rPr lang="en-US" dirty="0"/>
              <a:t>Three types – creational, structural, behavioral</a:t>
            </a:r>
          </a:p>
          <a:p>
            <a:r>
              <a:rPr lang="en-US" dirty="0"/>
              <a:t>Creational – deals with object creation</a:t>
            </a:r>
          </a:p>
          <a:p>
            <a:pPr lvl="1"/>
            <a:r>
              <a:rPr lang="en-US" dirty="0"/>
              <a:t>Singleton, Factory/Abstract Factory</a:t>
            </a:r>
          </a:p>
          <a:p>
            <a:r>
              <a:rPr lang="en-US" dirty="0"/>
              <a:t>Structural – deals with how objects are composed</a:t>
            </a:r>
          </a:p>
          <a:p>
            <a:pPr lvl="1"/>
            <a:r>
              <a:rPr lang="en-US" dirty="0"/>
              <a:t>Adapter, Proxy Decorator, Bridge, Facade</a:t>
            </a:r>
          </a:p>
          <a:p>
            <a:r>
              <a:rPr lang="en-US" dirty="0"/>
              <a:t>Behavioral – how objects distribute responsibilities </a:t>
            </a:r>
          </a:p>
          <a:p>
            <a:pPr lvl="1"/>
            <a:r>
              <a:rPr lang="en-US" dirty="0"/>
              <a:t>Observer, state, template method, visitor</a:t>
            </a:r>
          </a:p>
          <a:p>
            <a:r>
              <a:rPr lang="en-US" dirty="0"/>
              <a:t>Design patterns can be combined to solve complex tasks</a:t>
            </a:r>
          </a:p>
          <a:p>
            <a:endParaRPr lang="en-US" dirty="0"/>
          </a:p>
        </p:txBody>
      </p:sp>
      <p:sp>
        <p:nvSpPr>
          <p:cNvPr id="5" name="Title 4">
            <a:extLst>
              <a:ext uri="{FF2B5EF4-FFF2-40B4-BE49-F238E27FC236}">
                <a16:creationId xmlns:a16="http://schemas.microsoft.com/office/drawing/2014/main" id="{A77D08B2-FD09-D2DC-00C3-C72A556D1BA7}"/>
              </a:ext>
            </a:extLst>
          </p:cNvPr>
          <p:cNvSpPr>
            <a:spLocks noGrp="1"/>
          </p:cNvSpPr>
          <p:nvPr>
            <p:ph type="title"/>
          </p:nvPr>
        </p:nvSpPr>
        <p:spPr/>
        <p:txBody>
          <a:bodyPr/>
          <a:lstStyle/>
          <a:p>
            <a:r>
              <a:rPr lang="en-US" dirty="0"/>
              <a:t>Summary</a:t>
            </a:r>
          </a:p>
        </p:txBody>
      </p:sp>
    </p:spTree>
    <p:extLst>
      <p:ext uri="{BB962C8B-B14F-4D97-AF65-F5344CB8AC3E}">
        <p14:creationId xmlns:p14="http://schemas.microsoft.com/office/powerpoint/2010/main" val="1018908072"/>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DFE2B-FFF5-04BE-7E17-BF1FB7DEDAA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E432E84-082D-F377-7733-4E48226C8098}"/>
              </a:ext>
            </a:extLst>
          </p:cNvPr>
          <p:cNvSpPr>
            <a:spLocks noGrp="1"/>
          </p:cNvSpPr>
          <p:nvPr>
            <p:ph idx="1"/>
          </p:nvPr>
        </p:nvSpPr>
        <p:spPr/>
        <p:txBody>
          <a:bodyPr/>
          <a:lstStyle/>
          <a:p>
            <a:endParaRPr lang="en-US"/>
          </a:p>
        </p:txBody>
      </p:sp>
      <p:sp>
        <p:nvSpPr>
          <p:cNvPr id="3" name="Text Placeholder 2">
            <a:extLst>
              <a:ext uri="{FF2B5EF4-FFF2-40B4-BE49-F238E27FC236}">
                <a16:creationId xmlns:a16="http://schemas.microsoft.com/office/drawing/2014/main" id="{A9944F89-7A46-6665-E0F2-1D81ACFB420E}"/>
              </a:ext>
            </a:extLst>
          </p:cNvPr>
          <p:cNvSpPr>
            <a:spLocks noGrp="1"/>
          </p:cNvSpPr>
          <p:nvPr>
            <p:ph type="body" sz="quarter" idx="13"/>
          </p:nvPr>
        </p:nvSpPr>
        <p:spPr/>
        <p:txBody>
          <a:bodyPr/>
          <a:lstStyle/>
          <a:p>
            <a:r>
              <a:rPr lang="en-US" dirty="0"/>
              <a:t>Sample design pattern questions</a:t>
            </a:r>
          </a:p>
        </p:txBody>
      </p:sp>
    </p:spTree>
    <p:extLst>
      <p:ext uri="{BB962C8B-B14F-4D97-AF65-F5344CB8AC3E}">
        <p14:creationId xmlns:p14="http://schemas.microsoft.com/office/powerpoint/2010/main" val="1074260125"/>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308CEF-0D36-1C9F-D427-6883942FF4DF}"/>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C1435C35-887F-AF1C-759C-5EA92249B602}"/>
              </a:ext>
            </a:extLst>
          </p:cNvPr>
          <p:cNvSpPr>
            <a:spLocks noGrp="1"/>
          </p:cNvSpPr>
          <p:nvPr>
            <p:ph idx="1"/>
          </p:nvPr>
        </p:nvSpPr>
        <p:spPr/>
        <p:txBody>
          <a:bodyPr>
            <a:normAutofit/>
          </a:bodyPr>
          <a:lstStyle/>
          <a:p>
            <a:pPr>
              <a:spcBef>
                <a:spcPct val="50000"/>
              </a:spcBef>
            </a:pPr>
            <a:r>
              <a:rPr lang="en-US" altLang="en-US" dirty="0">
                <a:latin typeface="Helvetica" panose="020B0604020202020204" pitchFamily="34" charset="0"/>
                <a:cs typeface="Helvetica" panose="020B0604020202020204" pitchFamily="34" charset="0"/>
              </a:rPr>
              <a:t>Which design pattern should be applicable here? I want to implement a </a:t>
            </a:r>
            <a:r>
              <a:rPr lang="en-US" altLang="en-US" dirty="0" err="1">
                <a:latin typeface="Helvetica" panose="020B0604020202020204" pitchFamily="34" charset="0"/>
                <a:cs typeface="Helvetica" panose="020B0604020202020204" pitchFamily="34" charset="0"/>
              </a:rPr>
              <a:t>WebServer</a:t>
            </a:r>
            <a:r>
              <a:rPr lang="en-US" altLang="en-US" dirty="0">
                <a:latin typeface="Helvetica" panose="020B0604020202020204" pitchFamily="34" charset="0"/>
                <a:cs typeface="Helvetica" panose="020B0604020202020204" pitchFamily="34" charset="0"/>
              </a:rPr>
              <a:t> class. There should be exactly 3 webservers in a system at the most (let’s call them </a:t>
            </a:r>
            <a:r>
              <a:rPr lang="en-US" altLang="en-US" dirty="0" err="1">
                <a:latin typeface="Helvetica" panose="020B0604020202020204" pitchFamily="34" charset="0"/>
                <a:cs typeface="Helvetica" panose="020B0604020202020204" pitchFamily="34" charset="0"/>
              </a:rPr>
              <a:t>larry</a:t>
            </a:r>
            <a:r>
              <a:rPr lang="en-US" altLang="en-US" dirty="0">
                <a:latin typeface="Helvetica" panose="020B0604020202020204" pitchFamily="34" charset="0"/>
                <a:cs typeface="Helvetica" panose="020B0604020202020204" pitchFamily="34" charset="0"/>
              </a:rPr>
              <a:t>, </a:t>
            </a:r>
            <a:r>
              <a:rPr lang="en-US" altLang="en-US" dirty="0" err="1">
                <a:latin typeface="Helvetica" panose="020B0604020202020204" pitchFamily="34" charset="0"/>
                <a:cs typeface="Helvetica" panose="020B0604020202020204" pitchFamily="34" charset="0"/>
              </a:rPr>
              <a:t>moe</a:t>
            </a:r>
            <a:r>
              <a:rPr lang="en-US" altLang="en-US" dirty="0">
                <a:latin typeface="Helvetica" panose="020B0604020202020204" pitchFamily="34" charset="0"/>
                <a:cs typeface="Helvetica" panose="020B0604020202020204" pitchFamily="34" charset="0"/>
              </a:rPr>
              <a:t>, and curly); there should never be more than 3, and it shouldn’t be possible for programmers to accidentally create more than 3. These servers will be created only when needed. i.e., if no requests arrive, no webservers will be created; all 3 servers will exist only after the first 3 requests have arrived. Explain how you would design this system.</a:t>
            </a:r>
            <a:endParaRPr lang="en-US" dirty="0">
              <a:latin typeface="Helvetica" panose="020B0604020202020204" pitchFamily="34" charset="0"/>
              <a:cs typeface="Helvetica" panose="020B0604020202020204" pitchFamily="34" charset="0"/>
            </a:endParaRPr>
          </a:p>
        </p:txBody>
      </p:sp>
      <p:sp>
        <p:nvSpPr>
          <p:cNvPr id="4" name="Title 3">
            <a:extLst>
              <a:ext uri="{FF2B5EF4-FFF2-40B4-BE49-F238E27FC236}">
                <a16:creationId xmlns:a16="http://schemas.microsoft.com/office/drawing/2014/main" id="{2634261A-BF4E-65ED-CE44-DA69B40BF461}"/>
              </a:ext>
            </a:extLst>
          </p:cNvPr>
          <p:cNvSpPr>
            <a:spLocks noGrp="1"/>
          </p:cNvSpPr>
          <p:nvPr>
            <p:ph type="title"/>
          </p:nvPr>
        </p:nvSpPr>
        <p:spPr/>
        <p:txBody>
          <a:bodyPr/>
          <a:lstStyle/>
          <a:p>
            <a:r>
              <a:rPr lang="en-US" dirty="0"/>
              <a:t>Question 3</a:t>
            </a:r>
          </a:p>
        </p:txBody>
      </p:sp>
    </p:spTree>
    <p:extLst>
      <p:ext uri="{BB962C8B-B14F-4D97-AF65-F5344CB8AC3E}">
        <p14:creationId xmlns:p14="http://schemas.microsoft.com/office/powerpoint/2010/main" val="3556445999"/>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12EF9-AE3E-4A23-B77B-7E1F78E9E2A8}"/>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EEB3A2F-CBE2-345A-318B-08510D74C30B}"/>
              </a:ext>
            </a:extLst>
          </p:cNvPr>
          <p:cNvSpPr>
            <a:spLocks noGrp="1"/>
          </p:cNvSpPr>
          <p:nvPr>
            <p:ph idx="1"/>
          </p:nvPr>
        </p:nvSpPr>
        <p:spPr/>
        <p:txBody>
          <a:bodyPr>
            <a:normAutofit fontScale="92500" lnSpcReduction="10000"/>
          </a:bodyPr>
          <a:lstStyle/>
          <a:p>
            <a:pPr marL="0" indent="0">
              <a:buNone/>
            </a:pPr>
            <a:r>
              <a:rPr lang="en-US" altLang="en-US" sz="2800" dirty="0">
                <a:solidFill>
                  <a:schemeClr val="tx1"/>
                </a:solidFill>
                <a:latin typeface="Helvetica" panose="020B0604020202020204" pitchFamily="34" charset="0"/>
                <a:cs typeface="Helvetica" panose="020B0604020202020204" pitchFamily="34" charset="0"/>
              </a:rPr>
              <a:t>You are developing software to support the automated feeding and watering of expensive flowering/fruiting Chocolate Truffle Persimmon</a:t>
            </a:r>
            <a:r>
              <a:rPr lang="en-US" altLang="en-US" sz="2800" i="1" dirty="0">
                <a:solidFill>
                  <a:schemeClr val="tx1"/>
                </a:solidFill>
                <a:latin typeface="Helvetica" panose="020B0604020202020204" pitchFamily="34" charset="0"/>
                <a:cs typeface="Helvetica" panose="020B0604020202020204" pitchFamily="34" charset="0"/>
              </a:rPr>
              <a:t> </a:t>
            </a:r>
            <a:r>
              <a:rPr lang="en-US" altLang="en-US" sz="2800" dirty="0">
                <a:solidFill>
                  <a:schemeClr val="tx1"/>
                </a:solidFill>
                <a:latin typeface="Helvetica" panose="020B0604020202020204" pitchFamily="34" charset="0"/>
                <a:cs typeface="Helvetica" panose="020B0604020202020204" pitchFamily="34" charset="0"/>
              </a:rPr>
              <a:t>plants at a computer-controlled greenhouse. These plants (depending on the season, and time of day) are in different biological conditions: </a:t>
            </a:r>
            <a:r>
              <a:rPr lang="en-US" altLang="en-US" sz="2800" b="1" i="1" dirty="0">
                <a:solidFill>
                  <a:schemeClr val="tx1"/>
                </a:solidFill>
                <a:latin typeface="Helvetica" panose="020B0604020202020204" pitchFamily="34" charset="0"/>
                <a:cs typeface="Helvetica" panose="020B0604020202020204" pitchFamily="34" charset="0"/>
              </a:rPr>
              <a:t>dormant, growing, flowering,</a:t>
            </a:r>
            <a:r>
              <a:rPr lang="en-US" altLang="en-US" sz="2800" b="1" dirty="0">
                <a:solidFill>
                  <a:schemeClr val="tx1"/>
                </a:solidFill>
                <a:latin typeface="Helvetica" panose="020B0604020202020204" pitchFamily="34" charset="0"/>
                <a:cs typeface="Helvetica" panose="020B0604020202020204" pitchFamily="34" charset="0"/>
              </a:rPr>
              <a:t> </a:t>
            </a:r>
            <a:r>
              <a:rPr lang="en-US" altLang="en-US" sz="2800" b="1" i="1" dirty="0">
                <a:solidFill>
                  <a:schemeClr val="tx1"/>
                </a:solidFill>
                <a:latin typeface="Helvetica" panose="020B0604020202020204" pitchFamily="34" charset="0"/>
                <a:cs typeface="Helvetica" panose="020B0604020202020204" pitchFamily="34" charset="0"/>
              </a:rPr>
              <a:t>fruiting, </a:t>
            </a:r>
            <a:r>
              <a:rPr lang="en-US" altLang="en-US" sz="2800" b="1" dirty="0">
                <a:solidFill>
                  <a:schemeClr val="tx1"/>
                </a:solidFill>
                <a:latin typeface="Helvetica" panose="020B0604020202020204" pitchFamily="34" charset="0"/>
                <a:cs typeface="Helvetica" panose="020B0604020202020204" pitchFamily="34" charset="0"/>
              </a:rPr>
              <a:t>and </a:t>
            </a:r>
            <a:r>
              <a:rPr lang="en-US" altLang="en-US" sz="2800" b="1" i="1" dirty="0">
                <a:solidFill>
                  <a:schemeClr val="tx1"/>
                </a:solidFill>
                <a:latin typeface="Helvetica" panose="020B0604020202020204" pitchFamily="34" charset="0"/>
                <a:cs typeface="Helvetica" panose="020B0604020202020204" pitchFamily="34" charset="0"/>
              </a:rPr>
              <a:t>seeded</a:t>
            </a:r>
            <a:r>
              <a:rPr lang="en-US" altLang="en-US" sz="2800" i="1" dirty="0">
                <a:solidFill>
                  <a:schemeClr val="tx1"/>
                </a:solidFill>
                <a:latin typeface="Helvetica" panose="020B0604020202020204" pitchFamily="34" charset="0"/>
                <a:cs typeface="Helvetica" panose="020B0604020202020204" pitchFamily="34" charset="0"/>
              </a:rPr>
              <a:t>. </a:t>
            </a:r>
            <a:r>
              <a:rPr lang="en-US" altLang="en-US" sz="2800" dirty="0">
                <a:solidFill>
                  <a:schemeClr val="tx1"/>
                </a:solidFill>
                <a:latin typeface="Helvetica" panose="020B0604020202020204" pitchFamily="34" charset="0"/>
                <a:cs typeface="Helvetica" panose="020B0604020202020204" pitchFamily="34" charset="0"/>
              </a:rPr>
              <a:t>Depending on the condition, (don’t worry about how you know this, just assume you know) they will need to be watered differently, and fed different things.  Do the wrong thing at the wrong time, they’re dead. A separate timing mechanism (not your responsibility) periodically (say twice a day) issues </a:t>
            </a:r>
            <a:r>
              <a:rPr lang="en-US" altLang="en-US" sz="2800" i="1" dirty="0">
                <a:solidFill>
                  <a:schemeClr val="tx1"/>
                </a:solidFill>
                <a:latin typeface="Helvetica" panose="020B0604020202020204" pitchFamily="34" charset="0"/>
                <a:cs typeface="Helvetica" panose="020B0604020202020204" pitchFamily="34" charset="0"/>
              </a:rPr>
              <a:t> </a:t>
            </a:r>
            <a:r>
              <a:rPr lang="en-US" altLang="en-US" sz="2800" dirty="0">
                <a:solidFill>
                  <a:schemeClr val="tx1"/>
                </a:solidFill>
                <a:latin typeface="Helvetica" panose="020B0604020202020204" pitchFamily="34" charset="0"/>
                <a:cs typeface="Helvetica" panose="020B0604020202020204" pitchFamily="34" charset="0"/>
              </a:rPr>
              <a:t>requests to </a:t>
            </a:r>
            <a:r>
              <a:rPr lang="en-US" altLang="en-US" sz="2800" u="sng" dirty="0">
                <a:solidFill>
                  <a:schemeClr val="tx1"/>
                </a:solidFill>
                <a:latin typeface="Helvetica" panose="020B0604020202020204" pitchFamily="34" charset="0"/>
                <a:cs typeface="Helvetica" panose="020B0604020202020204" pitchFamily="34" charset="0"/>
              </a:rPr>
              <a:t>feed,</a:t>
            </a:r>
            <a:r>
              <a:rPr lang="en-US" altLang="en-US" sz="2800" dirty="0">
                <a:solidFill>
                  <a:schemeClr val="tx1"/>
                </a:solidFill>
                <a:latin typeface="Helvetica" panose="020B0604020202020204" pitchFamily="34" charset="0"/>
                <a:cs typeface="Helvetica" panose="020B0604020202020204" pitchFamily="34" charset="0"/>
              </a:rPr>
              <a:t>  and  </a:t>
            </a:r>
            <a:r>
              <a:rPr lang="en-US" altLang="en-US" sz="2800" u="sng" dirty="0">
                <a:solidFill>
                  <a:schemeClr val="tx1"/>
                </a:solidFill>
                <a:latin typeface="Helvetica" panose="020B0604020202020204" pitchFamily="34" charset="0"/>
                <a:cs typeface="Helvetica" panose="020B0604020202020204" pitchFamily="34" charset="0"/>
              </a:rPr>
              <a:t>water,</a:t>
            </a:r>
            <a:r>
              <a:rPr lang="en-US" altLang="en-US" sz="2800" dirty="0">
                <a:solidFill>
                  <a:schemeClr val="tx1"/>
                </a:solidFill>
                <a:latin typeface="Helvetica" panose="020B0604020202020204" pitchFamily="34" charset="0"/>
                <a:cs typeface="Helvetica" panose="020B0604020202020204" pitchFamily="34" charset="0"/>
              </a:rPr>
              <a:t>  the plants. Your system should do the right thing, depending on the biological conditions of the plants. Which pattern would you use ?</a:t>
            </a:r>
            <a:endParaRPr lang="en-US" dirty="0">
              <a:latin typeface="Helvetica" panose="020B0604020202020204" pitchFamily="34" charset="0"/>
              <a:cs typeface="Helvetica" panose="020B0604020202020204" pitchFamily="34" charset="0"/>
            </a:endParaRPr>
          </a:p>
        </p:txBody>
      </p:sp>
      <p:sp>
        <p:nvSpPr>
          <p:cNvPr id="4" name="Title 3">
            <a:extLst>
              <a:ext uri="{FF2B5EF4-FFF2-40B4-BE49-F238E27FC236}">
                <a16:creationId xmlns:a16="http://schemas.microsoft.com/office/drawing/2014/main" id="{DFFBF042-4948-4DC6-E0EA-F9B17CA348F3}"/>
              </a:ext>
            </a:extLst>
          </p:cNvPr>
          <p:cNvSpPr>
            <a:spLocks noGrp="1"/>
          </p:cNvSpPr>
          <p:nvPr>
            <p:ph type="title"/>
          </p:nvPr>
        </p:nvSpPr>
        <p:spPr/>
        <p:txBody>
          <a:bodyPr/>
          <a:lstStyle/>
          <a:p>
            <a:r>
              <a:rPr lang="en-US" dirty="0"/>
              <a:t>Sample design pattern question</a:t>
            </a:r>
          </a:p>
        </p:txBody>
      </p:sp>
    </p:spTree>
    <p:extLst>
      <p:ext uri="{BB962C8B-B14F-4D97-AF65-F5344CB8AC3E}">
        <p14:creationId xmlns:p14="http://schemas.microsoft.com/office/powerpoint/2010/main" val="78791213"/>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248B75-61A2-CFF7-CA9A-A3F030A1B330}"/>
            </a:ext>
          </a:extLst>
        </p:cNvPr>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AE21FD0A-5161-ACAD-C853-C50B06796FC2}"/>
              </a:ext>
            </a:extLst>
          </p:cNvPr>
          <p:cNvPicPr>
            <a:picLocks noGrp="1" noChangeAspect="1"/>
          </p:cNvPicPr>
          <p:nvPr>
            <p:ph idx="1"/>
          </p:nvPr>
        </p:nvPicPr>
        <p:blipFill>
          <a:blip r:embed="rId2"/>
          <a:stretch>
            <a:fillRect/>
          </a:stretch>
        </p:blipFill>
        <p:spPr bwMode="auto">
          <a:xfrm>
            <a:off x="4324839" y="254834"/>
            <a:ext cx="5346023" cy="660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a:extLst>
              <a:ext uri="{FF2B5EF4-FFF2-40B4-BE49-F238E27FC236}">
                <a16:creationId xmlns:a16="http://schemas.microsoft.com/office/drawing/2014/main" id="{355760C8-8C38-AA4B-BFF5-5FFD191FC70D}"/>
              </a:ext>
            </a:extLst>
          </p:cNvPr>
          <p:cNvSpPr>
            <a:spLocks noGrp="1"/>
          </p:cNvSpPr>
          <p:nvPr>
            <p:ph type="title"/>
          </p:nvPr>
        </p:nvSpPr>
        <p:spPr/>
        <p:txBody>
          <a:bodyPr/>
          <a:lstStyle/>
          <a:p>
            <a:endParaRPr lang="en-US" dirty="0"/>
          </a:p>
        </p:txBody>
      </p:sp>
    </p:spTree>
    <p:extLst>
      <p:ext uri="{BB962C8B-B14F-4D97-AF65-F5344CB8AC3E}">
        <p14:creationId xmlns:p14="http://schemas.microsoft.com/office/powerpoint/2010/main" val="3987926011"/>
      </p:ext>
    </p:extLst>
  </p:cSld>
  <p:clrMapOvr>
    <a:masterClrMapping/>
  </p:clrMapOvr>
</p:sld>
</file>

<file path=ppt/theme/theme1.xml><?xml version="1.0" encoding="utf-8"?>
<a:theme xmlns:a="http://schemas.openxmlformats.org/drawingml/2006/main" name="Preso 2022 Watertower Stats">
  <a:themeElements>
    <a:clrScheme name="Custom 2">
      <a:dk1>
        <a:srgbClr val="022850"/>
      </a:dk1>
      <a:lt1>
        <a:srgbClr val="FFBE00"/>
      </a:lt1>
      <a:dk2>
        <a:srgbClr val="0046B9"/>
      </a:dk2>
      <a:lt2>
        <a:srgbClr val="FFCC00"/>
      </a:lt2>
      <a:accent1>
        <a:srgbClr val="00C4B2"/>
      </a:accent1>
      <a:accent2>
        <a:srgbClr val="AADA91"/>
      </a:accent2>
      <a:accent3>
        <a:srgbClr val="FFFF3A"/>
      </a:accent3>
      <a:accent4>
        <a:srgbClr val="022850"/>
      </a:accent4>
      <a:accent5>
        <a:srgbClr val="FFBE00"/>
      </a:accent5>
      <a:accent6>
        <a:srgbClr val="F08A00"/>
      </a:accent6>
      <a:hlink>
        <a:srgbClr val="C1022F"/>
      </a:hlink>
      <a:folHlink>
        <a:srgbClr val="481168"/>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o 2022 Watertower Stats" id="{24DDAA93-9421-3242-A023-F5ECF0DCD875}" vid="{5F373F59-6112-614D-8AAA-A4DFBAE0D08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Preso 2022 Watertower Stats</Template>
  <TotalTime>16657</TotalTime>
  <Words>11650</Words>
  <Application>Microsoft Macintosh PowerPoint</Application>
  <PresentationFormat>Widescreen</PresentationFormat>
  <Paragraphs>1934</Paragraphs>
  <Slides>137</Slides>
  <Notes>75</Notes>
  <HiddenSlides>4</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137</vt:i4>
      </vt:variant>
    </vt:vector>
  </HeadingPairs>
  <TitlesOfParts>
    <vt:vector size="143" baseType="lpstr">
      <vt:lpstr>Arial</vt:lpstr>
      <vt:lpstr>Calibri</vt:lpstr>
      <vt:lpstr>Consolas</vt:lpstr>
      <vt:lpstr>Helvetica</vt:lpstr>
      <vt:lpstr>Wingdings</vt:lpstr>
      <vt:lpstr>Preso 2022 Watertower Stats</vt:lpstr>
      <vt:lpstr>PowerPoint Presentation</vt:lpstr>
      <vt:lpstr>Java is an object-oriented language</vt:lpstr>
      <vt:lpstr>Encapsulation</vt:lpstr>
      <vt:lpstr>Abstraction</vt:lpstr>
      <vt:lpstr>Inheritance</vt:lpstr>
      <vt:lpstr>Inheritance</vt:lpstr>
      <vt:lpstr>Abstraction via abstract classes</vt:lpstr>
      <vt:lpstr>Abstraction via interfaces</vt:lpstr>
      <vt:lpstr>Abstraction via interfaces</vt:lpstr>
      <vt:lpstr>Runtime polymorphism</vt:lpstr>
      <vt:lpstr>Static class members</vt:lpstr>
      <vt:lpstr>Static class methods</vt:lpstr>
      <vt:lpstr>PowerPoint Presentation</vt:lpstr>
      <vt:lpstr>What are design patterns?</vt:lpstr>
      <vt:lpstr>Design patterns are language-specific</vt:lpstr>
      <vt:lpstr>Need for design patterns</vt:lpstr>
      <vt:lpstr>Need for design patterns</vt:lpstr>
      <vt:lpstr>Need for design patterns</vt:lpstr>
      <vt:lpstr>Need for design patterns</vt:lpstr>
      <vt:lpstr>static field design</vt:lpstr>
      <vt:lpstr>static field design</vt:lpstr>
      <vt:lpstr>Preventing misuse</vt:lpstr>
      <vt:lpstr>Solution: singleton design pattern</vt:lpstr>
      <vt:lpstr>Solution: singleton design pattern</vt:lpstr>
      <vt:lpstr>Why do we need design patterns?</vt:lpstr>
      <vt:lpstr>Design pattern classification</vt:lpstr>
      <vt:lpstr>Creational patterns </vt:lpstr>
      <vt:lpstr>PowerPoint Presentation</vt:lpstr>
      <vt:lpstr>Case study: UI toolkit</vt:lpstr>
      <vt:lpstr>Abstract factory pattern for UI toolkit</vt:lpstr>
      <vt:lpstr>Abstract factory pattern for UI toolkit</vt:lpstr>
      <vt:lpstr>Abstract factory</vt:lpstr>
      <vt:lpstr>Characteristics</vt:lpstr>
      <vt:lpstr>Characteristics</vt:lpstr>
      <vt:lpstr>Characteristics</vt:lpstr>
      <vt:lpstr>Design pattern classification</vt:lpstr>
      <vt:lpstr>Structural patterns</vt:lpstr>
      <vt:lpstr>PowerPoint Presentation</vt:lpstr>
      <vt:lpstr>Use case: payment processor</vt:lpstr>
      <vt:lpstr>Adapter design pattern</vt:lpstr>
      <vt:lpstr>Adapter design pattern</vt:lpstr>
      <vt:lpstr>Payment interface adapter</vt:lpstr>
      <vt:lpstr>Adapter design pattern</vt:lpstr>
      <vt:lpstr>Payment interface adapter</vt:lpstr>
      <vt:lpstr>What did we achieve?</vt:lpstr>
      <vt:lpstr>Payment interface adapter</vt:lpstr>
      <vt:lpstr>PowerPoint Presentation</vt:lpstr>
      <vt:lpstr>Use case: add logging functionality</vt:lpstr>
      <vt:lpstr>Use case: add logging functionality</vt:lpstr>
      <vt:lpstr>Proxy design pattern - what is a proxy object?</vt:lpstr>
      <vt:lpstr>Proxy object wraps and extends target class</vt:lpstr>
      <vt:lpstr>Adapter vs. proxy design pattern</vt:lpstr>
      <vt:lpstr>PowerPoint Presentation</vt:lpstr>
      <vt:lpstr>Case study: vehicle class hierarchy</vt:lpstr>
      <vt:lpstr>Case study: vehicle class hierarchy</vt:lpstr>
      <vt:lpstr>Case study: vehicle class hierarchy</vt:lpstr>
      <vt:lpstr>Case study: vehicle class hierarchy</vt:lpstr>
      <vt:lpstr>Case study: vehicle class hierarchy</vt:lpstr>
      <vt:lpstr>Bridge design pattern</vt:lpstr>
      <vt:lpstr>Characteristics</vt:lpstr>
      <vt:lpstr>PowerPoint Presentation</vt:lpstr>
      <vt:lpstr>Case study – transpilation library</vt:lpstr>
      <vt:lpstr>Case study – transpilation library</vt:lpstr>
      <vt:lpstr>Case study – transpilation library</vt:lpstr>
      <vt:lpstr>Characteristics</vt:lpstr>
      <vt:lpstr>PowerPoint Presentation</vt:lpstr>
      <vt:lpstr>Case study – fraud detecting payment processor</vt:lpstr>
      <vt:lpstr>Decorator design pattern</vt:lpstr>
      <vt:lpstr>Decorators visually</vt:lpstr>
      <vt:lpstr>Fraud detection decorator for payment processor</vt:lpstr>
      <vt:lpstr>Fraud detection decorator for payment processor</vt:lpstr>
      <vt:lpstr>Fraud detection decorator for payment processor</vt:lpstr>
      <vt:lpstr>Decorators visually</vt:lpstr>
      <vt:lpstr>Combining adapter and decorator patters</vt:lpstr>
      <vt:lpstr>Isn’t this a proxy?? [Revisit next module]</vt:lpstr>
      <vt:lpstr>Non-ideal alternate implementations: subclass?</vt:lpstr>
      <vt:lpstr>Problem 1: breaks SRP</vt:lpstr>
      <vt:lpstr>Problem 2: class explosion</vt:lpstr>
      <vt:lpstr>Characteristics</vt:lpstr>
      <vt:lpstr>Design pattern classification</vt:lpstr>
      <vt:lpstr>Behavioral pattern</vt:lpstr>
      <vt:lpstr>PowerPoint Presentation</vt:lpstr>
      <vt:lpstr>Case study - Graphical views for application data</vt:lpstr>
      <vt:lpstr>Observer designer pattern</vt:lpstr>
      <vt:lpstr>Observer design pattern</vt:lpstr>
      <vt:lpstr>Graphical views for application data</vt:lpstr>
      <vt:lpstr>Graphical views for application data</vt:lpstr>
      <vt:lpstr>Graphical views for application data</vt:lpstr>
      <vt:lpstr>Characteristics</vt:lpstr>
      <vt:lpstr>PowerPoint Presentation</vt:lpstr>
      <vt:lpstr>Case study: media player state diagram</vt:lpstr>
      <vt:lpstr>Media player states</vt:lpstr>
      <vt:lpstr>Without design pattern</vt:lpstr>
      <vt:lpstr>With state design pattern</vt:lpstr>
      <vt:lpstr>With state design pattern</vt:lpstr>
      <vt:lpstr>State design pattern</vt:lpstr>
      <vt:lpstr>Characteristics</vt:lpstr>
      <vt:lpstr>PowerPoint Presentation</vt:lpstr>
      <vt:lpstr>Case study: find all paths from source to destination</vt:lpstr>
      <vt:lpstr>Case study: find all paths from source to destination</vt:lpstr>
      <vt:lpstr>Case study: find all paths from source to destination</vt:lpstr>
      <vt:lpstr>Case study: find all paths from source to destination</vt:lpstr>
      <vt:lpstr>Template method design pattern</vt:lpstr>
      <vt:lpstr>Characteristics</vt:lpstr>
      <vt:lpstr>PowerPoint Presentation</vt:lpstr>
      <vt:lpstr>Background: method overloading</vt:lpstr>
      <vt:lpstr>Background: method overloading</vt:lpstr>
      <vt:lpstr>Single dispatch vs. double dispatch</vt:lpstr>
      <vt:lpstr>Case study – transform nested shapes</vt:lpstr>
      <vt:lpstr>Case study – transform nested shapes</vt:lpstr>
      <vt:lpstr>Case study – transform nested shapes</vt:lpstr>
      <vt:lpstr>Requirements</vt:lpstr>
      <vt:lpstr>Visitor design pattern</vt:lpstr>
      <vt:lpstr>Visitor design pattern so far…</vt:lpstr>
      <vt:lpstr>Visitor design pattern</vt:lpstr>
      <vt:lpstr>Visitor design pattern so far…</vt:lpstr>
      <vt:lpstr>Visitor design pattern so far…</vt:lpstr>
      <vt:lpstr>Visitor design pattern so far…</vt:lpstr>
      <vt:lpstr>Visitor design pattern so far…</vt:lpstr>
      <vt:lpstr>Visitor design pattern so far…</vt:lpstr>
      <vt:lpstr>Visitor design pattern</vt:lpstr>
      <vt:lpstr>Visitor design pattern so far…</vt:lpstr>
      <vt:lpstr>Example</vt:lpstr>
      <vt:lpstr>Example</vt:lpstr>
      <vt:lpstr>Example</vt:lpstr>
      <vt:lpstr>Example</vt:lpstr>
      <vt:lpstr>Example</vt:lpstr>
      <vt:lpstr>Example</vt:lpstr>
      <vt:lpstr>Example</vt:lpstr>
      <vt:lpstr>Visitor design pattern</vt:lpstr>
      <vt:lpstr>High-level case study – compiler code generation</vt:lpstr>
      <vt:lpstr>More design patterns to come</vt:lpstr>
      <vt:lpstr>Summary</vt:lpstr>
      <vt:lpstr>PowerPoint Presentation</vt:lpstr>
      <vt:lpstr>Question 3</vt:lpstr>
      <vt:lpstr>Sample design pattern question</vt:lpstr>
      <vt:lpstr>PowerPoint Presentation</vt:lpstr>
    </vt:vector>
  </TitlesOfParts>
  <Company>MRT www.Win2Farsi.com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Hamed Ghavamnia</dc:creator>
  <cp:lastModifiedBy>Tapti Palit</cp:lastModifiedBy>
  <cp:revision>1933</cp:revision>
  <dcterms:created xsi:type="dcterms:W3CDTF">2019-06-30T03:25:06Z</dcterms:created>
  <dcterms:modified xsi:type="dcterms:W3CDTF">2026-01-14T17:26:15Z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044bd30-2ed7-4c9d-9d12-46200872a97b_Enabled">
    <vt:lpwstr>true</vt:lpwstr>
  </property>
  <property fmtid="{D5CDD505-2E9C-101B-9397-08002B2CF9AE}" pid="3" name="MSIP_Label_4044bd30-2ed7-4c9d-9d12-46200872a97b_SetDate">
    <vt:lpwstr>2024-01-11T00:53:01Z</vt:lpwstr>
  </property>
  <property fmtid="{D5CDD505-2E9C-101B-9397-08002B2CF9AE}" pid="4" name="MSIP_Label_4044bd30-2ed7-4c9d-9d12-46200872a97b_Method">
    <vt:lpwstr>Standard</vt:lpwstr>
  </property>
  <property fmtid="{D5CDD505-2E9C-101B-9397-08002B2CF9AE}" pid="5" name="MSIP_Label_4044bd30-2ed7-4c9d-9d12-46200872a97b_Name">
    <vt:lpwstr>defa4170-0d19-0005-0004-bc88714345d2</vt:lpwstr>
  </property>
  <property fmtid="{D5CDD505-2E9C-101B-9397-08002B2CF9AE}" pid="6" name="MSIP_Label_4044bd30-2ed7-4c9d-9d12-46200872a97b_SiteId">
    <vt:lpwstr>4130bd39-7c53-419c-b1e5-8758d6d63f21</vt:lpwstr>
  </property>
  <property fmtid="{D5CDD505-2E9C-101B-9397-08002B2CF9AE}" pid="7" name="MSIP_Label_4044bd30-2ed7-4c9d-9d12-46200872a97b_ActionId">
    <vt:lpwstr>0430f574-3ec6-4580-80f5-ac0a0660f03e</vt:lpwstr>
  </property>
  <property fmtid="{D5CDD505-2E9C-101B-9397-08002B2CF9AE}" pid="8" name="MSIP_Label_4044bd30-2ed7-4c9d-9d12-46200872a97b_ContentBits">
    <vt:lpwstr>0</vt:lpwstr>
  </property>
</Properties>
</file>