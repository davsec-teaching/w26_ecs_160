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27"/>
  </p:notesMasterIdLst>
  <p:handoutMasterIdLst>
    <p:handoutMasterId r:id="rId2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B2936"/>
    <a:srgbClr val="FFFFFF"/>
    <a:srgbClr val="0000FF"/>
    <a:srgbClr val="B9B9FF"/>
    <a:srgbClr val="003399"/>
    <a:srgbClr val="DDDDFF"/>
    <a:srgbClr val="E6E0EC"/>
    <a:srgbClr val="FFD5D5"/>
    <a:srgbClr val="00823B"/>
    <a:srgbClr val="FFB3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 varScale="1">
        <p:scale>
          <a:sx n="85" d="100"/>
          <a:sy n="85" d="100"/>
        </p:scale>
        <p:origin x="17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Saturday, December 20,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Kubernetes and FAAS frameworks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3E68B-B7D4-11F3-22B6-69B6C361E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 foundations – containers</a:t>
            </a:r>
          </a:p>
          <a:p>
            <a:r>
              <a:rPr lang="en-US" dirty="0"/>
              <a:t>Control plane vs. data plane</a:t>
            </a:r>
          </a:p>
          <a:p>
            <a:r>
              <a:rPr lang="en-US" dirty="0"/>
              <a:t>Scheduling, preemption, and eviction</a:t>
            </a:r>
          </a:p>
          <a:p>
            <a:r>
              <a:rPr lang="en-US" dirty="0"/>
              <a:t>Storage, networking, load balancing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736F58C-0DD9-3E19-970D-91250173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1874445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CCE0B9-E5F1-C819-213C-154BBE8582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7CC9AC-497C-C300-EBFB-7C23A1F88E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Linux foundations – containers</a:t>
            </a:r>
          </a:p>
        </p:txBody>
      </p:sp>
    </p:spTree>
    <p:extLst>
      <p:ext uri="{BB962C8B-B14F-4D97-AF65-F5344CB8AC3E}">
        <p14:creationId xmlns:p14="http://schemas.microsoft.com/office/powerpoint/2010/main" val="1639855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C4D82-B272-30AA-4013-12135C05F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BCD305-E4D4-9DDA-944E-9A63352EC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Linux isolation primitives</a:t>
            </a:r>
          </a:p>
        </p:txBody>
      </p:sp>
    </p:spTree>
    <p:extLst>
      <p:ext uri="{BB962C8B-B14F-4D97-AF65-F5344CB8AC3E}">
        <p14:creationId xmlns:p14="http://schemas.microsoft.com/office/powerpoint/2010/main" val="3473148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DDF0BC-BAC7-D847-F62B-B8FFF7315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317A86-467A-8A34-04BF-78B5DB3A1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Cgroups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509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8EEB41-B177-6A0D-97D5-8D66925CC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55C041-D52A-4666-EBF6-939FFEF63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</p:spTree>
    <p:extLst>
      <p:ext uri="{BB962C8B-B14F-4D97-AF65-F5344CB8AC3E}">
        <p14:creationId xmlns:p14="http://schemas.microsoft.com/office/powerpoint/2010/main" val="4266882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DFC59CD-08C1-52BC-8149-2A63373A4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0F4C4AC-3414-3351-1AD2-7F79D4DD8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overcommit</a:t>
            </a:r>
          </a:p>
        </p:txBody>
      </p:sp>
    </p:spTree>
    <p:extLst>
      <p:ext uri="{BB962C8B-B14F-4D97-AF65-F5344CB8AC3E}">
        <p14:creationId xmlns:p14="http://schemas.microsoft.com/office/powerpoint/2010/main" val="1519862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4B7EDF-6C0F-3722-524B-A93539D68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7B17B2-88A3-625E-7804-2E6BD4B9E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composition</a:t>
            </a:r>
          </a:p>
        </p:txBody>
      </p:sp>
    </p:spTree>
    <p:extLst>
      <p:ext uri="{BB962C8B-B14F-4D97-AF65-F5344CB8AC3E}">
        <p14:creationId xmlns:p14="http://schemas.microsoft.com/office/powerpoint/2010/main" val="4002177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38E3DA-67A6-7016-022B-98DD46548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75FA6D-9910-7CBF-9BAD-48A9389CE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 are not VMs!</a:t>
            </a:r>
          </a:p>
        </p:txBody>
      </p:sp>
    </p:spTree>
    <p:extLst>
      <p:ext uri="{BB962C8B-B14F-4D97-AF65-F5344CB8AC3E}">
        <p14:creationId xmlns:p14="http://schemas.microsoft.com/office/powerpoint/2010/main" val="2107847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6470C4-B27F-B45E-DF51-1C9CA5E3A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5FF97D-9D36-F279-C079-901400967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 for orchestration</a:t>
            </a:r>
          </a:p>
        </p:txBody>
      </p:sp>
    </p:spTree>
    <p:extLst>
      <p:ext uri="{BB962C8B-B14F-4D97-AF65-F5344CB8AC3E}">
        <p14:creationId xmlns:p14="http://schemas.microsoft.com/office/powerpoint/2010/main" val="3220927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FA8EBC-B9B6-F8AE-E12A-9CC774225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731247-F3F3-5314-119F-8E0002E6DC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Control plane vs. data plane</a:t>
            </a:r>
          </a:p>
        </p:txBody>
      </p:sp>
    </p:spTree>
    <p:extLst>
      <p:ext uri="{BB962C8B-B14F-4D97-AF65-F5344CB8AC3E}">
        <p14:creationId xmlns:p14="http://schemas.microsoft.com/office/powerpoint/2010/main" val="1172723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A898BA7-3027-950A-C8C7-2FDB00C8A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 plane: API server, </a:t>
            </a:r>
            <a:r>
              <a:rPr lang="en-US" dirty="0" err="1"/>
              <a:t>etcd</a:t>
            </a:r>
            <a:r>
              <a:rPr lang="en-US" dirty="0"/>
              <a:t>, scheduler, controller managers</a:t>
            </a:r>
          </a:p>
          <a:p>
            <a:r>
              <a:rPr lang="en-US" dirty="0"/>
              <a:t>Reconciliation loops and desired-state semantics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1E410A-AFEB-0130-23B7-A9BB85D8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architecture</a:t>
            </a:r>
          </a:p>
        </p:txBody>
      </p:sp>
    </p:spTree>
    <p:extLst>
      <p:ext uri="{BB962C8B-B14F-4D97-AF65-F5344CB8AC3E}">
        <p14:creationId xmlns:p14="http://schemas.microsoft.com/office/powerpoint/2010/main" val="2067868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057ECF-2D9A-C997-343B-C4F7BCF86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Declarative APIs, watches, level-based control</a:t>
            </a:r>
          </a:p>
          <a:p>
            <a:r>
              <a:rPr lang="en-US" dirty="0"/>
              <a:t>Failure modes: stale state, split brain, API server bottlenecks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1C8396-EA7F-CBA8-D7E8-B0BC212F3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plane mechanics</a:t>
            </a:r>
          </a:p>
        </p:txBody>
      </p:sp>
    </p:spTree>
    <p:extLst>
      <p:ext uri="{BB962C8B-B14F-4D97-AF65-F5344CB8AC3E}">
        <p14:creationId xmlns:p14="http://schemas.microsoft.com/office/powerpoint/2010/main" val="2590690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4A69-4788-9C7F-3BED-E1523CE4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E7E85E-1B0D-7DE8-613B-1415768D7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kubelet</a:t>
            </a:r>
            <a:r>
              <a:rPr lang="en-US" dirty="0"/>
              <a:t> responsibilities</a:t>
            </a:r>
          </a:p>
          <a:p>
            <a:r>
              <a:rPr lang="en-US" dirty="0"/>
              <a:t>CNI and CSI as data-plane extension points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BE587E-E68E-A18A-17C8-627FA604C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plane</a:t>
            </a:r>
          </a:p>
        </p:txBody>
      </p:sp>
    </p:spTree>
    <p:extLst>
      <p:ext uri="{BB962C8B-B14F-4D97-AF65-F5344CB8AC3E}">
        <p14:creationId xmlns:p14="http://schemas.microsoft.com/office/powerpoint/2010/main" val="2941172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36C78F-93EF-F67C-27A0-4D9676223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OpenFaaS</a:t>
            </a:r>
            <a:r>
              <a:rPr lang="en-US" dirty="0"/>
              <a:t> as a control-plane client</a:t>
            </a:r>
          </a:p>
          <a:p>
            <a:r>
              <a:rPr lang="en-US" dirty="0"/>
              <a:t>Functions as higher-level workload abstractions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8D4225-35AB-A8AB-B70C-97CBAC14D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FaaS</a:t>
            </a:r>
            <a:r>
              <a:rPr lang="en-US" dirty="0"/>
              <a:t> overlay</a:t>
            </a:r>
          </a:p>
        </p:txBody>
      </p:sp>
    </p:spTree>
    <p:extLst>
      <p:ext uri="{BB962C8B-B14F-4D97-AF65-F5344CB8AC3E}">
        <p14:creationId xmlns:p14="http://schemas.microsoft.com/office/powerpoint/2010/main" val="2769946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8CE0E6-CF12-44B5-0079-3F08B1DB0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A3F639-203F-979D-7A3A-8264BF5102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Scheduling, Preemption, and Eviction</a:t>
            </a:r>
          </a:p>
        </p:txBody>
      </p:sp>
    </p:spTree>
    <p:extLst>
      <p:ext uri="{BB962C8B-B14F-4D97-AF65-F5344CB8AC3E}">
        <p14:creationId xmlns:p14="http://schemas.microsoft.com/office/powerpoint/2010/main" val="2450272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4A825-3BDC-FD0C-FF0B-0DAF3E8AA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9C8FB-83E4-FEA8-79C6-4B6A564C96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Filtering, scoring, binding</a:t>
            </a:r>
          </a:p>
          <a:p>
            <a:r>
              <a:rPr lang="en-US" dirty="0"/>
              <a:t>Node affinity, taints/tolerations, topology spread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6C72A3C-422E-A3A8-F165-AD3DB65F1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Scheduler pipeline</a:t>
            </a:r>
          </a:p>
        </p:txBody>
      </p:sp>
    </p:spTree>
    <p:extLst>
      <p:ext uri="{BB962C8B-B14F-4D97-AF65-F5344CB8AC3E}">
        <p14:creationId xmlns:p14="http://schemas.microsoft.com/office/powerpoint/2010/main" val="1268086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6C0A3-A2D0-68D4-C609-E1DAA88B8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6DD0F5-04CF-0045-D8F5-4390965F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Priority classes</a:t>
            </a:r>
          </a:p>
          <a:p>
            <a:r>
              <a:rPr lang="en-US" dirty="0"/>
              <a:t>When preemption helps vs when it destabilizes the cluster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04AD-655B-D254-6CAF-C60247973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Preemption</a:t>
            </a:r>
          </a:p>
        </p:txBody>
      </p:sp>
    </p:spTree>
    <p:extLst>
      <p:ext uri="{BB962C8B-B14F-4D97-AF65-F5344CB8AC3E}">
        <p14:creationId xmlns:p14="http://schemas.microsoft.com/office/powerpoint/2010/main" val="1441445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C0450-F1F5-65BC-9D60-3672C9588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FD6E92-F987-0247-C1D1-30BC350F7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Memory pressure, disk pressure, PID pressure</a:t>
            </a:r>
          </a:p>
          <a:p>
            <a:r>
              <a:rPr lang="en-US" dirty="0"/>
              <a:t>QoS classes (Guaranteed / Burstable / </a:t>
            </a:r>
            <a:r>
              <a:rPr lang="en-US" dirty="0" err="1"/>
              <a:t>BestEffort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3FC6AE-A43A-2016-0E60-54F8162F6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Eviction</a:t>
            </a:r>
          </a:p>
        </p:txBody>
      </p:sp>
    </p:spTree>
    <p:extLst>
      <p:ext uri="{BB962C8B-B14F-4D97-AF65-F5344CB8AC3E}">
        <p14:creationId xmlns:p14="http://schemas.microsoft.com/office/powerpoint/2010/main" val="233069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C1D2B9-38B1-9C5B-DD25-E68EC83ED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starts vs bin-packing</a:t>
            </a:r>
          </a:p>
          <a:p>
            <a:r>
              <a:rPr lang="en-US" dirty="0"/>
              <a:t>Scale-to-zero and burst scheduling pathologies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BEA3FE-3D8E-470B-ABF0-37C3E4C0B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FaaS</a:t>
            </a:r>
            <a:r>
              <a:rPr lang="en-US" dirty="0"/>
              <a:t> implications</a:t>
            </a:r>
          </a:p>
        </p:txBody>
      </p:sp>
    </p:spTree>
    <p:extLst>
      <p:ext uri="{BB962C8B-B14F-4D97-AF65-F5344CB8AC3E}">
        <p14:creationId xmlns:p14="http://schemas.microsoft.com/office/powerpoint/2010/main" val="409451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BBDCC0-EAB3-5D50-A041-F8FA0CC7E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2C7B7-DB58-DBED-6D22-D30BDBFB0D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Storage, Networking, and Load Balancing</a:t>
            </a:r>
          </a:p>
        </p:txBody>
      </p:sp>
    </p:spTree>
    <p:extLst>
      <p:ext uri="{BB962C8B-B14F-4D97-AF65-F5344CB8AC3E}">
        <p14:creationId xmlns:p14="http://schemas.microsoft.com/office/powerpoint/2010/main" val="409581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29161E1-6994-88E1-4389-B1FC80529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Ephemeral vs persistent storage</a:t>
            </a:r>
          </a:p>
          <a:p>
            <a:r>
              <a:rPr lang="en-US" dirty="0"/>
              <a:t>CSI model, volume lifecycle, attach/detach</a:t>
            </a:r>
          </a:p>
          <a:p>
            <a:r>
              <a:rPr lang="en-US" dirty="0"/>
              <a:t>Performance and consistency tradeoffs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B58F56-4104-C057-7F03-663DF7D17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</a:t>
            </a:r>
          </a:p>
        </p:txBody>
      </p:sp>
    </p:spTree>
    <p:extLst>
      <p:ext uri="{BB962C8B-B14F-4D97-AF65-F5344CB8AC3E}">
        <p14:creationId xmlns:p14="http://schemas.microsoft.com/office/powerpoint/2010/main" val="200500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9B91D-4DD8-6609-B6B3-251C43ECD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Pod-to-pod networking model</a:t>
            </a:r>
          </a:p>
          <a:p>
            <a:r>
              <a:rPr lang="en-US" dirty="0"/>
              <a:t>Service abstraction vs reality</a:t>
            </a:r>
          </a:p>
          <a:p>
            <a:r>
              <a:rPr lang="en-US" dirty="0" err="1"/>
              <a:t>kube</a:t>
            </a:r>
            <a:r>
              <a:rPr lang="en-US" dirty="0"/>
              <a:t>-proxy: iptables vs IPVS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E61BE1-A4CB-99FA-6783-15474E66A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</a:t>
            </a:r>
          </a:p>
        </p:txBody>
      </p:sp>
    </p:spTree>
    <p:extLst>
      <p:ext uri="{BB962C8B-B14F-4D97-AF65-F5344CB8AC3E}">
        <p14:creationId xmlns:p14="http://schemas.microsoft.com/office/powerpoint/2010/main" val="2976960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8FDD3A-41EC-FCD4-06A9-C65E385A4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L4 vs L7</a:t>
            </a:r>
          </a:p>
          <a:p>
            <a:r>
              <a:rPr lang="en-US" dirty="0"/>
              <a:t>Ingress controllers vs service meshes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64D12F-D3ED-FA88-0EEC-4B587972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</a:t>
            </a:r>
          </a:p>
        </p:txBody>
      </p:sp>
    </p:spTree>
    <p:extLst>
      <p:ext uri="{BB962C8B-B14F-4D97-AF65-F5344CB8AC3E}">
        <p14:creationId xmlns:p14="http://schemas.microsoft.com/office/powerpoint/2010/main" val="3482846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2758BB-5BBD-557E-5051-8FA55CEFB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Request routing to short-lived compute</a:t>
            </a:r>
          </a:p>
          <a:p>
            <a:r>
              <a:rPr lang="en-US" dirty="0"/>
              <a:t>Network latency as dominant cost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94938-6703-05FE-DABC-DCF1AF453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FaaS</a:t>
            </a:r>
            <a:r>
              <a:rPr lang="en-US" dirty="0"/>
              <a:t> perspective</a:t>
            </a:r>
          </a:p>
        </p:txBody>
      </p:sp>
    </p:spTree>
    <p:extLst>
      <p:ext uri="{BB962C8B-B14F-4D97-AF65-F5344CB8AC3E}">
        <p14:creationId xmlns:p14="http://schemas.microsoft.com/office/powerpoint/2010/main" val="3682792078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10011</TotalTime>
  <Words>243</Words>
  <Application>Microsoft Office PowerPoint</Application>
  <PresentationFormat>Widescreen</PresentationFormat>
  <Paragraphs>58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Helvetica</vt:lpstr>
      <vt:lpstr>Preso 2022 Watertower Stats</vt:lpstr>
      <vt:lpstr>PowerPoint Presentation</vt:lpstr>
      <vt:lpstr>Outline</vt:lpstr>
      <vt:lpstr>PowerPoint Presentation</vt:lpstr>
      <vt:lpstr>Linux isolation primitives</vt:lpstr>
      <vt:lpstr>Cgroups</vt:lpstr>
      <vt:lpstr>Namespaces</vt:lpstr>
      <vt:lpstr>Resource overcommit</vt:lpstr>
      <vt:lpstr>Container composition</vt:lpstr>
      <vt:lpstr>Containers are not VMs!</vt:lpstr>
      <vt:lpstr>Containers for orchestration</vt:lpstr>
      <vt:lpstr>PowerPoint Presentation</vt:lpstr>
      <vt:lpstr>Kubernetes architecture</vt:lpstr>
      <vt:lpstr>Control plane mechanics</vt:lpstr>
      <vt:lpstr>Data plane</vt:lpstr>
      <vt:lpstr>FaaS overlay</vt:lpstr>
      <vt:lpstr>PowerPoint Presentation</vt:lpstr>
      <vt:lpstr>Scheduler pipeline</vt:lpstr>
      <vt:lpstr>Preemption</vt:lpstr>
      <vt:lpstr>Eviction</vt:lpstr>
      <vt:lpstr>FaaS implications</vt:lpstr>
      <vt:lpstr>PowerPoint Presentation</vt:lpstr>
      <vt:lpstr>Storage</vt:lpstr>
      <vt:lpstr>Networking</vt:lpstr>
      <vt:lpstr>Load balancing</vt:lpstr>
      <vt:lpstr>FaaS perspective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1222</cp:revision>
  <dcterms:created xsi:type="dcterms:W3CDTF">2019-06-30T03:25:06Z</dcterms:created>
  <dcterms:modified xsi:type="dcterms:W3CDTF">2025-12-20T23:40:16Z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